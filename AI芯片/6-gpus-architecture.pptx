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tiff" ContentType="image/tiff"/>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xml" ContentType="application/vnd.openxmlformats-officedocument.presentationml.tags+xml"/>
  <Override PartName="/ppt/notesSlides/notesSlide8.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tags/tag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4.xml" ContentType="application/vnd.openxmlformats-officedocument.presentationml.tags+xml"/>
  <Override PartName="/ppt/notesSlides/notesSlide37.xml" ContentType="application/vnd.openxmlformats-officedocument.presentationml.notesSlide+xml"/>
  <Override PartName="/ppt/tags/tag5.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4385" r:id="rId2"/>
    <p:sldMasterId id="2147484667" r:id="rId3"/>
  </p:sldMasterIdLst>
  <p:notesMasterIdLst>
    <p:notesMasterId r:id="rId95"/>
  </p:notesMasterIdLst>
  <p:sldIdLst>
    <p:sldId id="6182" r:id="rId4"/>
    <p:sldId id="6206" r:id="rId5"/>
    <p:sldId id="450" r:id="rId6"/>
    <p:sldId id="6210" r:id="rId7"/>
    <p:sldId id="5257" r:id="rId8"/>
    <p:sldId id="5124" r:id="rId9"/>
    <p:sldId id="6193" r:id="rId10"/>
    <p:sldId id="6531" r:id="rId11"/>
    <p:sldId id="1977" r:id="rId12"/>
    <p:sldId id="6217" r:id="rId13"/>
    <p:sldId id="6215" r:id="rId14"/>
    <p:sldId id="6221" r:id="rId15"/>
    <p:sldId id="6557" r:id="rId16"/>
    <p:sldId id="6145" r:id="rId17"/>
    <p:sldId id="6159" r:id="rId18"/>
    <p:sldId id="983" r:id="rId19"/>
    <p:sldId id="5978" r:id="rId20"/>
    <p:sldId id="6170" r:id="rId21"/>
    <p:sldId id="6153" r:id="rId22"/>
    <p:sldId id="6171" r:id="rId23"/>
    <p:sldId id="6172" r:id="rId24"/>
    <p:sldId id="3146" r:id="rId25"/>
    <p:sldId id="6165" r:id="rId26"/>
    <p:sldId id="6558" r:id="rId27"/>
    <p:sldId id="6151" r:id="rId28"/>
    <p:sldId id="6148" r:id="rId29"/>
    <p:sldId id="6169" r:id="rId30"/>
    <p:sldId id="6158" r:id="rId31"/>
    <p:sldId id="6149" r:id="rId32"/>
    <p:sldId id="5037" r:id="rId33"/>
    <p:sldId id="5038" r:id="rId34"/>
    <p:sldId id="5040" r:id="rId35"/>
    <p:sldId id="5041" r:id="rId36"/>
    <p:sldId id="5042" r:id="rId37"/>
    <p:sldId id="5043" r:id="rId38"/>
    <p:sldId id="5152" r:id="rId39"/>
    <p:sldId id="5153" r:id="rId40"/>
    <p:sldId id="6183" r:id="rId41"/>
    <p:sldId id="6184" r:id="rId42"/>
    <p:sldId id="6160" r:id="rId43"/>
    <p:sldId id="6154" r:id="rId44"/>
    <p:sldId id="5008" r:id="rId45"/>
    <p:sldId id="5009" r:id="rId46"/>
    <p:sldId id="5010" r:id="rId47"/>
    <p:sldId id="5011" r:id="rId48"/>
    <p:sldId id="5012" r:id="rId49"/>
    <p:sldId id="6179" r:id="rId50"/>
    <p:sldId id="6155" r:id="rId51"/>
    <p:sldId id="3148" r:id="rId52"/>
    <p:sldId id="6178" r:id="rId53"/>
    <p:sldId id="3149" r:id="rId54"/>
    <p:sldId id="3150" r:id="rId55"/>
    <p:sldId id="3151" r:id="rId56"/>
    <p:sldId id="275" r:id="rId57"/>
    <p:sldId id="6526" r:id="rId58"/>
    <p:sldId id="6527" r:id="rId59"/>
    <p:sldId id="6530" r:id="rId60"/>
    <p:sldId id="6529" r:id="rId61"/>
    <p:sldId id="6533" r:id="rId62"/>
    <p:sldId id="358" r:id="rId63"/>
    <p:sldId id="5025" r:id="rId64"/>
    <p:sldId id="3177" r:id="rId65"/>
    <p:sldId id="3178" r:id="rId66"/>
    <p:sldId id="3179" r:id="rId67"/>
    <p:sldId id="6156" r:id="rId68"/>
    <p:sldId id="6174" r:id="rId69"/>
    <p:sldId id="6166" r:id="rId70"/>
    <p:sldId id="6180" r:id="rId71"/>
    <p:sldId id="5014" r:id="rId72"/>
    <p:sldId id="5018" r:id="rId73"/>
    <p:sldId id="5017" r:id="rId74"/>
    <p:sldId id="5022" r:id="rId75"/>
    <p:sldId id="6181" r:id="rId76"/>
    <p:sldId id="5028" r:id="rId77"/>
    <p:sldId id="5024" r:id="rId78"/>
    <p:sldId id="6559" r:id="rId79"/>
    <p:sldId id="5026" r:id="rId80"/>
    <p:sldId id="5029" r:id="rId81"/>
    <p:sldId id="5030" r:id="rId82"/>
    <p:sldId id="3161" r:id="rId83"/>
    <p:sldId id="3162" r:id="rId84"/>
    <p:sldId id="3171" r:id="rId85"/>
    <p:sldId id="3165" r:id="rId86"/>
    <p:sldId id="3172" r:id="rId87"/>
    <p:sldId id="3173" r:id="rId88"/>
    <p:sldId id="6168" r:id="rId89"/>
    <p:sldId id="6538" r:id="rId90"/>
    <p:sldId id="6539" r:id="rId91"/>
    <p:sldId id="6545" r:id="rId92"/>
    <p:sldId id="6546" r:id="rId93"/>
    <p:sldId id="5039" r:id="rId9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CC"/>
    <a:srgbClr val="00B050"/>
    <a:srgbClr val="0432FF"/>
    <a:srgbClr val="DA9100"/>
    <a:srgbClr val="FFBB33"/>
    <a:srgbClr val="FFCC66"/>
    <a:srgbClr val="FF2600"/>
    <a:srgbClr val="0096FF"/>
    <a:srgbClr val="FF7E79"/>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58" autoAdjust="0"/>
    <p:restoredTop sz="87755"/>
  </p:normalViewPr>
  <p:slideViewPr>
    <p:cSldViewPr>
      <p:cViewPr varScale="1">
        <p:scale>
          <a:sx n="144" d="100"/>
          <a:sy n="144" d="100"/>
        </p:scale>
        <p:origin x="2352" y="88"/>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notesMaster" Target="notesMasters/notesMaster1.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oleObject" Target="file:///\\Users\kevincha\projects\writeups\thesis\slides\latency_trend_talk.xlsx" TargetMode="Externa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900506622718701"/>
          <c:y val="0.16071480580290401"/>
          <c:w val="0.82732323043042"/>
          <c:h val="0.66641303891524295"/>
        </c:manualLayout>
      </c:layout>
      <c:lineChart>
        <c:grouping val="standard"/>
        <c:varyColors val="0"/>
        <c:ser>
          <c:idx val="4"/>
          <c:order val="2"/>
          <c:tx>
            <c:strRef>
              <c:f>Trend!$N$56</c:f>
              <c:strCache>
                <c:ptCount val="1"/>
                <c:pt idx="0">
                  <c:v>Capacity</c:v>
                </c:pt>
              </c:strCache>
            </c:strRef>
          </c:tx>
          <c:spPr>
            <a:ln w="38100" cap="rnd">
              <a:solidFill>
                <a:schemeClr val="accent4">
                  <a:lumMod val="60000"/>
                </a:schemeClr>
              </a:solidFill>
              <a:round/>
            </a:ln>
            <a:effectLst/>
          </c:spPr>
          <c:marker>
            <c:symbol val="triangle"/>
            <c:size val="14"/>
            <c:spPr>
              <a:solidFill>
                <a:schemeClr val="accent4">
                  <a:lumMod val="60000"/>
                </a:schemeClr>
              </a:solidFill>
              <a:ln w="9525">
                <a:solidFill>
                  <a:schemeClr val="accent4">
                    <a:lumMod val="60000"/>
                  </a:schemeClr>
                </a:solidFill>
              </a:ln>
              <a:effectLst/>
            </c:spPr>
          </c:marker>
          <c:cat>
            <c:numRef>
              <c:f>Trend!$O$51:$X$51</c:f>
              <c:numCache>
                <c:formatCode>General</c:formatCode>
                <c:ptCount val="10"/>
                <c:pt idx="0">
                  <c:v>1999</c:v>
                </c:pt>
                <c:pt idx="1">
                  <c:v>2003</c:v>
                </c:pt>
                <c:pt idx="2">
                  <c:v>2006</c:v>
                </c:pt>
                <c:pt idx="3">
                  <c:v>2008</c:v>
                </c:pt>
                <c:pt idx="4">
                  <c:v>2011</c:v>
                </c:pt>
                <c:pt idx="5">
                  <c:v>2013</c:v>
                </c:pt>
                <c:pt idx="6">
                  <c:v>2014</c:v>
                </c:pt>
                <c:pt idx="7">
                  <c:v>2015</c:v>
                </c:pt>
                <c:pt idx="8">
                  <c:v>2016</c:v>
                </c:pt>
                <c:pt idx="9">
                  <c:v>2017</c:v>
                </c:pt>
              </c:numCache>
            </c:numRef>
          </c:cat>
          <c:val>
            <c:numRef>
              <c:f>Trend!$O$56:$X$56</c:f>
              <c:numCache>
                <c:formatCode>General</c:formatCode>
                <c:ptCount val="10"/>
                <c:pt idx="0">
                  <c:v>1</c:v>
                </c:pt>
                <c:pt idx="1">
                  <c:v>2</c:v>
                </c:pt>
                <c:pt idx="2">
                  <c:v>4</c:v>
                </c:pt>
                <c:pt idx="3">
                  <c:v>8</c:v>
                </c:pt>
                <c:pt idx="4">
                  <c:v>16</c:v>
                </c:pt>
                <c:pt idx="5">
                  <c:v>32</c:v>
                </c:pt>
                <c:pt idx="6">
                  <c:v>64</c:v>
                </c:pt>
                <c:pt idx="7">
                  <c:v>64</c:v>
                </c:pt>
                <c:pt idx="8">
                  <c:v>128</c:v>
                </c:pt>
                <c:pt idx="9">
                  <c:v>128</c:v>
                </c:pt>
              </c:numCache>
            </c:numRef>
          </c:val>
          <c:smooth val="0"/>
          <c:extLst>
            <c:ext xmlns:c16="http://schemas.microsoft.com/office/drawing/2014/chart" uri="{C3380CC4-5D6E-409C-BE32-E72D297353CC}">
              <c16:uniqueId val="{00000000-DC3E-0A4A-8338-B86E31B2A912}"/>
            </c:ext>
          </c:extLst>
        </c:ser>
        <c:ser>
          <c:idx val="3"/>
          <c:order val="3"/>
          <c:tx>
            <c:strRef>
              <c:f>Trend!$N$55</c:f>
              <c:strCache>
                <c:ptCount val="1"/>
                <c:pt idx="0">
                  <c:v>Bandwidth</c:v>
                </c:pt>
              </c:strCache>
            </c:strRef>
          </c:tx>
          <c:spPr>
            <a:ln w="38100" cap="rnd">
              <a:solidFill>
                <a:schemeClr val="accent6"/>
              </a:solidFill>
              <a:round/>
            </a:ln>
            <a:effectLst/>
          </c:spPr>
          <c:marker>
            <c:symbol val="square"/>
            <c:size val="14"/>
            <c:spPr>
              <a:solidFill>
                <a:schemeClr val="accent6"/>
              </a:solidFill>
              <a:ln w="9525">
                <a:solidFill>
                  <a:schemeClr val="accent6"/>
                </a:solidFill>
              </a:ln>
              <a:effectLst/>
            </c:spPr>
          </c:marker>
          <c:cat>
            <c:numRef>
              <c:f>Trend!$O$51:$X$51</c:f>
              <c:numCache>
                <c:formatCode>General</c:formatCode>
                <c:ptCount val="10"/>
                <c:pt idx="0">
                  <c:v>1999</c:v>
                </c:pt>
                <c:pt idx="1">
                  <c:v>2003</c:v>
                </c:pt>
                <c:pt idx="2">
                  <c:v>2006</c:v>
                </c:pt>
                <c:pt idx="3">
                  <c:v>2008</c:v>
                </c:pt>
                <c:pt idx="4">
                  <c:v>2011</c:v>
                </c:pt>
                <c:pt idx="5">
                  <c:v>2013</c:v>
                </c:pt>
                <c:pt idx="6">
                  <c:v>2014</c:v>
                </c:pt>
                <c:pt idx="7">
                  <c:v>2015</c:v>
                </c:pt>
                <c:pt idx="8">
                  <c:v>2016</c:v>
                </c:pt>
                <c:pt idx="9">
                  <c:v>2017</c:v>
                </c:pt>
              </c:numCache>
            </c:numRef>
          </c:cat>
          <c:val>
            <c:numRef>
              <c:f>Trend!$O$55:$X$55</c:f>
              <c:numCache>
                <c:formatCode>General</c:formatCode>
                <c:ptCount val="10"/>
                <c:pt idx="0">
                  <c:v>1</c:v>
                </c:pt>
                <c:pt idx="1">
                  <c:v>3.007518796992481</c:v>
                </c:pt>
                <c:pt idx="2">
                  <c:v>6.0150375939849621</c:v>
                </c:pt>
                <c:pt idx="3">
                  <c:v>8.0150375939849603</c:v>
                </c:pt>
                <c:pt idx="4">
                  <c:v>10.02255639097744</c:v>
                </c:pt>
                <c:pt idx="5">
                  <c:v>12.030075187969921</c:v>
                </c:pt>
                <c:pt idx="6">
                  <c:v>14.030075187969921</c:v>
                </c:pt>
                <c:pt idx="7">
                  <c:v>16.03759398496241</c:v>
                </c:pt>
                <c:pt idx="8">
                  <c:v>18.045112781954881</c:v>
                </c:pt>
                <c:pt idx="9">
                  <c:v>19.548872180451131</c:v>
                </c:pt>
              </c:numCache>
            </c:numRef>
          </c:val>
          <c:smooth val="0"/>
          <c:extLst>
            <c:ext xmlns:c16="http://schemas.microsoft.com/office/drawing/2014/chart" uri="{C3380CC4-5D6E-409C-BE32-E72D297353CC}">
              <c16:uniqueId val="{00000001-DC3E-0A4A-8338-B86E31B2A912}"/>
            </c:ext>
          </c:extLst>
        </c:ser>
        <c:ser>
          <c:idx val="2"/>
          <c:order val="4"/>
          <c:tx>
            <c:strRef>
              <c:f>Trend!$N$57</c:f>
              <c:strCache>
                <c:ptCount val="1"/>
                <c:pt idx="0">
                  <c:v>Latency</c:v>
                </c:pt>
              </c:strCache>
            </c:strRef>
          </c:tx>
          <c:spPr>
            <a:ln w="38100" cap="rnd">
              <a:solidFill>
                <a:srgbClr val="FF4136"/>
              </a:solidFill>
              <a:round/>
            </a:ln>
            <a:effectLst/>
          </c:spPr>
          <c:marker>
            <c:symbol val="circle"/>
            <c:size val="14"/>
            <c:spPr>
              <a:solidFill>
                <a:srgbClr val="FF4136"/>
              </a:solidFill>
              <a:ln w="9525">
                <a:solidFill>
                  <a:srgbClr val="FF4136"/>
                </a:solidFill>
              </a:ln>
              <a:effectLst/>
            </c:spPr>
          </c:marker>
          <c:cat>
            <c:numRef>
              <c:f>Trend!$O$51:$X$51</c:f>
              <c:numCache>
                <c:formatCode>General</c:formatCode>
                <c:ptCount val="10"/>
                <c:pt idx="0">
                  <c:v>1999</c:v>
                </c:pt>
                <c:pt idx="1">
                  <c:v>2003</c:v>
                </c:pt>
                <c:pt idx="2">
                  <c:v>2006</c:v>
                </c:pt>
                <c:pt idx="3">
                  <c:v>2008</c:v>
                </c:pt>
                <c:pt idx="4">
                  <c:v>2011</c:v>
                </c:pt>
                <c:pt idx="5">
                  <c:v>2013</c:v>
                </c:pt>
                <c:pt idx="6">
                  <c:v>2014</c:v>
                </c:pt>
                <c:pt idx="7">
                  <c:v>2015</c:v>
                </c:pt>
                <c:pt idx="8">
                  <c:v>2016</c:v>
                </c:pt>
                <c:pt idx="9">
                  <c:v>2017</c:v>
                </c:pt>
              </c:numCache>
            </c:numRef>
          </c:cat>
          <c:val>
            <c:numRef>
              <c:f>Trend!$O$58:$X$58</c:f>
              <c:numCache>
                <c:formatCode>General</c:formatCode>
                <c:ptCount val="10"/>
                <c:pt idx="0">
                  <c:v>1</c:v>
                </c:pt>
                <c:pt idx="1">
                  <c:v>1</c:v>
                </c:pt>
                <c:pt idx="2">
                  <c:v>1.043478260869565</c:v>
                </c:pt>
                <c:pt idx="3">
                  <c:v>1.142857142857143</c:v>
                </c:pt>
                <c:pt idx="4">
                  <c:v>1.2121212121212119</c:v>
                </c:pt>
                <c:pt idx="5">
                  <c:v>1.263157894736842</c:v>
                </c:pt>
                <c:pt idx="6">
                  <c:v>1.2520868113522541</c:v>
                </c:pt>
                <c:pt idx="7">
                  <c:v>1.274968125796855</c:v>
                </c:pt>
                <c:pt idx="8">
                  <c:v>1.2998266897746971</c:v>
                </c:pt>
                <c:pt idx="9">
                  <c:v>1.31868131868132</c:v>
                </c:pt>
              </c:numCache>
            </c:numRef>
          </c:val>
          <c:smooth val="0"/>
          <c:extLst>
            <c:ext xmlns:c16="http://schemas.microsoft.com/office/drawing/2014/chart" uri="{C3380CC4-5D6E-409C-BE32-E72D297353CC}">
              <c16:uniqueId val="{00000002-DC3E-0A4A-8338-B86E31B2A912}"/>
            </c:ext>
          </c:extLst>
        </c:ser>
        <c:dLbls>
          <c:showLegendKey val="0"/>
          <c:showVal val="0"/>
          <c:showCatName val="0"/>
          <c:showSerName val="0"/>
          <c:showPercent val="0"/>
          <c:showBubbleSize val="0"/>
        </c:dLbls>
        <c:marker val="1"/>
        <c:smooth val="0"/>
        <c:axId val="1717159040"/>
        <c:axId val="1717163216"/>
        <c:extLst>
          <c:ext xmlns:c15="http://schemas.microsoft.com/office/drawing/2012/chart" uri="{02D57815-91ED-43cb-92C2-25804820EDAC}">
            <c15:filteredLineSeries>
              <c15:ser>
                <c:idx val="0"/>
                <c:order val="0"/>
                <c:tx>
                  <c:strRef>
                    <c:extLst>
                      <c:ext uri="{02D57815-91ED-43cb-92C2-25804820EDAC}">
                        <c15:formulaRef>
                          <c15:sqref>Trend!$N$52</c15:sqref>
                        </c15:formulaRef>
                      </c:ext>
                    </c:extLst>
                    <c:strCache>
                      <c:ptCount val="1"/>
                      <c:pt idx="0">
                        <c:v>Activation</c:v>
                      </c:pt>
                    </c:strCache>
                  </c:strRef>
                </c:tx>
                <c:spPr>
                  <a:ln w="28575" cap="rnd">
                    <a:solidFill>
                      <a:schemeClr val="accent2"/>
                    </a:solidFill>
                    <a:round/>
                  </a:ln>
                  <a:effectLst/>
                </c:spPr>
                <c:marker>
                  <c:symbol val="circle"/>
                  <c:size val="14"/>
                  <c:spPr>
                    <a:solidFill>
                      <a:schemeClr val="accent2"/>
                    </a:solidFill>
                    <a:ln w="9525">
                      <a:solidFill>
                        <a:schemeClr val="accent2"/>
                      </a:solidFill>
                    </a:ln>
                    <a:effectLst/>
                  </c:spPr>
                </c:marker>
                <c:cat>
                  <c:numRef>
                    <c:extLst>
                      <c:ext uri="{02D57815-91ED-43cb-92C2-25804820EDAC}">
                        <c15:formulaRef>
                          <c15:sqref>Trend!$O$51:$X$51</c15:sqref>
                        </c15:formulaRef>
                      </c:ext>
                    </c:extLst>
                    <c:numCache>
                      <c:formatCode>General</c:formatCode>
                      <c:ptCount val="10"/>
                      <c:pt idx="0">
                        <c:v>1999</c:v>
                      </c:pt>
                      <c:pt idx="1">
                        <c:v>2003</c:v>
                      </c:pt>
                      <c:pt idx="2">
                        <c:v>2006</c:v>
                      </c:pt>
                      <c:pt idx="3">
                        <c:v>2008</c:v>
                      </c:pt>
                      <c:pt idx="4">
                        <c:v>2011</c:v>
                      </c:pt>
                      <c:pt idx="5">
                        <c:v>2013</c:v>
                      </c:pt>
                      <c:pt idx="6">
                        <c:v>2014</c:v>
                      </c:pt>
                      <c:pt idx="7">
                        <c:v>2015</c:v>
                      </c:pt>
                      <c:pt idx="8">
                        <c:v>2016</c:v>
                      </c:pt>
                      <c:pt idx="9">
                        <c:v>2017</c:v>
                      </c:pt>
                    </c:numCache>
                  </c:numRef>
                </c:cat>
                <c:val>
                  <c:numRef>
                    <c:extLst>
                      <c:ext uri="{02D57815-91ED-43cb-92C2-25804820EDAC}">
                        <c15:formulaRef>
                          <c15:sqref>Trend!$O$52:$V$52</c15:sqref>
                        </c15:formulaRef>
                      </c:ext>
                    </c:extLst>
                    <c:numCache>
                      <c:formatCode>General</c:formatCode>
                      <c:ptCount val="8"/>
                      <c:pt idx="0">
                        <c:v>1</c:v>
                      </c:pt>
                      <c:pt idx="1">
                        <c:v>1</c:v>
                      </c:pt>
                      <c:pt idx="2">
                        <c:v>1</c:v>
                      </c:pt>
                      <c:pt idx="3">
                        <c:v>1</c:v>
                      </c:pt>
                      <c:pt idx="4">
                        <c:v>0.9</c:v>
                      </c:pt>
                      <c:pt idx="5">
                        <c:v>0.83333333333333304</c:v>
                      </c:pt>
                      <c:pt idx="6">
                        <c:v>0.92800000000000005</c:v>
                      </c:pt>
                      <c:pt idx="7">
                        <c:v>0.93733333333333302</c:v>
                      </c:pt>
                    </c:numCache>
                  </c:numRef>
                </c:val>
                <c:smooth val="0"/>
                <c:extLst>
                  <c:ext xmlns:c16="http://schemas.microsoft.com/office/drawing/2014/chart" uri="{C3380CC4-5D6E-409C-BE32-E72D297353CC}">
                    <c16:uniqueId val="{00000003-DC3E-0A4A-8338-B86E31B2A912}"/>
                  </c:ext>
                </c:extLst>
              </c15:ser>
            </c15:filteredLineSeries>
            <c15:filteredLineSeries>
              <c15:ser>
                <c:idx val="1"/>
                <c:order val="1"/>
                <c:tx>
                  <c:strRef>
                    <c:extLst xmlns:c15="http://schemas.microsoft.com/office/drawing/2012/chart">
                      <c:ext xmlns:c15="http://schemas.microsoft.com/office/drawing/2012/chart" uri="{02D57815-91ED-43cb-92C2-25804820EDAC}">
                        <c15:formulaRef>
                          <c15:sqref>Trend!$N$53</c15:sqref>
                        </c15:formulaRef>
                      </c:ext>
                    </c:extLst>
                    <c:strCache>
                      <c:ptCount val="1"/>
                      <c:pt idx="0">
                        <c:v>Precharge</c:v>
                      </c:pt>
                    </c:strCache>
                  </c:strRef>
                </c:tx>
                <c:spPr>
                  <a:ln w="28575" cap="rnd">
                    <a:solidFill>
                      <a:schemeClr val="accent4"/>
                    </a:solidFill>
                    <a:round/>
                  </a:ln>
                  <a:effectLst/>
                </c:spPr>
                <c:marker>
                  <c:symbol val="x"/>
                  <c:size val="14"/>
                  <c:spPr>
                    <a:noFill/>
                    <a:ln w="9525">
                      <a:solidFill>
                        <a:schemeClr val="accent4"/>
                      </a:solidFill>
                    </a:ln>
                    <a:effectLst/>
                  </c:spPr>
                </c:marker>
                <c:cat>
                  <c:numRef>
                    <c:extLst xmlns:c15="http://schemas.microsoft.com/office/drawing/2012/chart">
                      <c:ext xmlns:c15="http://schemas.microsoft.com/office/drawing/2012/chart" uri="{02D57815-91ED-43cb-92C2-25804820EDAC}">
                        <c15:formulaRef>
                          <c15:sqref>Trend!$O$51:$X$51</c15:sqref>
                        </c15:formulaRef>
                      </c:ext>
                    </c:extLst>
                    <c:numCache>
                      <c:formatCode>General</c:formatCode>
                      <c:ptCount val="10"/>
                      <c:pt idx="0">
                        <c:v>1999</c:v>
                      </c:pt>
                      <c:pt idx="1">
                        <c:v>2003</c:v>
                      </c:pt>
                      <c:pt idx="2">
                        <c:v>2006</c:v>
                      </c:pt>
                      <c:pt idx="3">
                        <c:v>2008</c:v>
                      </c:pt>
                      <c:pt idx="4">
                        <c:v>2011</c:v>
                      </c:pt>
                      <c:pt idx="5">
                        <c:v>2013</c:v>
                      </c:pt>
                      <c:pt idx="6">
                        <c:v>2014</c:v>
                      </c:pt>
                      <c:pt idx="7">
                        <c:v>2015</c:v>
                      </c:pt>
                      <c:pt idx="8">
                        <c:v>2016</c:v>
                      </c:pt>
                      <c:pt idx="9">
                        <c:v>2017</c:v>
                      </c:pt>
                    </c:numCache>
                  </c:numRef>
                </c:cat>
                <c:val>
                  <c:numRef>
                    <c:extLst xmlns:c15="http://schemas.microsoft.com/office/drawing/2012/chart">
                      <c:ext xmlns:c15="http://schemas.microsoft.com/office/drawing/2012/chart" uri="{02D57815-91ED-43cb-92C2-25804820EDAC}">
                        <c15:formulaRef>
                          <c15:sqref>Trend!$O$53:$V$53</c15:sqref>
                        </c15:formulaRef>
                      </c:ext>
                    </c:extLst>
                    <c:numCache>
                      <c:formatCode>General</c:formatCode>
                      <c:ptCount val="8"/>
                      <c:pt idx="0">
                        <c:v>1</c:v>
                      </c:pt>
                      <c:pt idx="1">
                        <c:v>1</c:v>
                      </c:pt>
                      <c:pt idx="2">
                        <c:v>1</c:v>
                      </c:pt>
                      <c:pt idx="3">
                        <c:v>1</c:v>
                      </c:pt>
                      <c:pt idx="4">
                        <c:v>0.9</c:v>
                      </c:pt>
                      <c:pt idx="5">
                        <c:v>0.83333333333333304</c:v>
                      </c:pt>
                      <c:pt idx="6">
                        <c:v>0.92800000000000005</c:v>
                      </c:pt>
                      <c:pt idx="7">
                        <c:v>0.93733333333333302</c:v>
                      </c:pt>
                    </c:numCache>
                  </c:numRef>
                </c:val>
                <c:smooth val="0"/>
                <c:extLst xmlns:c15="http://schemas.microsoft.com/office/drawing/2012/chart">
                  <c:ext xmlns:c16="http://schemas.microsoft.com/office/drawing/2014/chart" uri="{C3380CC4-5D6E-409C-BE32-E72D297353CC}">
                    <c16:uniqueId val="{00000004-DC3E-0A4A-8338-B86E31B2A912}"/>
                  </c:ext>
                </c:extLst>
              </c15:ser>
            </c15:filteredLineSeries>
          </c:ext>
        </c:extLst>
      </c:lineChart>
      <c:catAx>
        <c:axId val="1717159040"/>
        <c:scaling>
          <c:orientation val="minMax"/>
        </c:scaling>
        <c:delete val="0"/>
        <c:axPos val="b"/>
        <c:numFmt formatCode="General" sourceLinked="1"/>
        <c:majorTickMark val="none"/>
        <c:minorTickMark val="none"/>
        <c:tickLblPos val="nextTo"/>
        <c:spPr>
          <a:noFill/>
          <a:ln w="19050" cap="flat" cmpd="sng" algn="ctr">
            <a:solidFill>
              <a:schemeClr val="tx1"/>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Gill Sans MT" panose="020B0502020104020203" pitchFamily="34" charset="0"/>
                <a:ea typeface="+mn-ea"/>
                <a:cs typeface="+mn-cs"/>
              </a:defRPr>
            </a:pPr>
            <a:endParaRPr lang="zh-CN"/>
          </a:p>
        </c:txPr>
        <c:crossAx val="1717163216"/>
        <c:crosses val="autoZero"/>
        <c:auto val="1"/>
        <c:lblAlgn val="ctr"/>
        <c:lblOffset val="100"/>
        <c:noMultiLvlLbl val="0"/>
      </c:catAx>
      <c:valAx>
        <c:axId val="1717163216"/>
        <c:scaling>
          <c:logBase val="10"/>
          <c:orientation val="minMax"/>
          <c:max val="150"/>
          <c:min val="1"/>
        </c:scaling>
        <c:delete val="0"/>
        <c:axPos val="l"/>
        <c:majorGridlines>
          <c:spPr>
            <a:ln w="19050"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400" b="0" i="0" u="none" strike="noStrike" kern="1200" baseline="0">
                    <a:solidFill>
                      <a:schemeClr val="tx1">
                        <a:lumMod val="65000"/>
                        <a:lumOff val="35000"/>
                      </a:schemeClr>
                    </a:solidFill>
                    <a:latin typeface="Gill Sans MT" panose="020B0502020104020203" pitchFamily="34" charset="0"/>
                    <a:ea typeface="+mn-ea"/>
                    <a:cs typeface="+mn-cs"/>
                  </a:defRPr>
                </a:pPr>
                <a:r>
                  <a:rPr lang="en-US"/>
                  <a:t>DRAM Improvement (log)</a:t>
                </a:r>
              </a:p>
            </c:rich>
          </c:tx>
          <c:layout>
            <c:manualLayout>
              <c:xMode val="edge"/>
              <c:yMode val="edge"/>
              <c:x val="3.91802270431953E-3"/>
              <c:y val="0.103654866919604"/>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Gill Sans MT" panose="020B0502020104020203" pitchFamily="34" charset="0"/>
                <a:ea typeface="+mn-ea"/>
                <a:cs typeface="+mn-cs"/>
              </a:defRPr>
            </a:pPr>
            <a:endParaRPr lang="zh-CN"/>
          </a:p>
        </c:txPr>
        <c:crossAx val="1717159040"/>
        <c:crosses val="autoZero"/>
        <c:crossBetween val="between"/>
        <c:majorUnit val="10"/>
      </c:valAx>
      <c:spPr>
        <a:noFill/>
        <a:ln>
          <a:noFill/>
        </a:ln>
        <a:effectLst/>
      </c:spPr>
    </c:plotArea>
    <c:legend>
      <c:legendPos val="b"/>
      <c:layout>
        <c:manualLayout>
          <c:xMode val="edge"/>
          <c:yMode val="edge"/>
          <c:x val="0.129817285683346"/>
          <c:y val="1.4274251973468001E-3"/>
          <c:w val="0.66589575864953399"/>
          <c:h val="9.9282337620760802E-2"/>
        </c:manualLayout>
      </c:layout>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Gill Sans MT" panose="020B0502020104020203" pitchFamily="34" charset="0"/>
              <a:ea typeface="+mn-ea"/>
              <a:cs typeface="+mn-cs"/>
            </a:defRPr>
          </a:pPr>
          <a:endParaRPr lang="zh-CN"/>
        </a:p>
      </c:txPr>
    </c:legend>
    <c:plotVisOnly val="1"/>
    <c:dispBlanksAs val="gap"/>
    <c:showDLblsOverMax val="0"/>
  </c:chart>
  <c:spPr>
    <a:noFill/>
    <a:ln>
      <a:noFill/>
    </a:ln>
    <a:effectLst/>
  </c:spPr>
  <c:txPr>
    <a:bodyPr/>
    <a:lstStyle/>
    <a:p>
      <a:pPr>
        <a:defRPr sz="2400">
          <a:latin typeface="Gill Sans MT" panose="020B0502020104020203" pitchFamily="34" charset="0"/>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163061056761843"/>
          <c:y val="4.7359957061459852E-2"/>
          <c:w val="0.79509504493756455"/>
          <c:h val="0.81445427773678447"/>
        </c:manualLayout>
      </c:layout>
      <c:lineChart>
        <c:grouping val="standard"/>
        <c:varyColors val="0"/>
        <c:ser>
          <c:idx val="0"/>
          <c:order val="0"/>
          <c:tx>
            <c:strRef>
              <c:f>Sheet1!$B$1</c:f>
              <c:strCache>
                <c:ptCount val="1"/>
                <c:pt idx="0">
                  <c:v>One-cycle CPU</c:v>
                </c:pt>
              </c:strCache>
            </c:strRef>
          </c:tx>
          <c:spPr>
            <a:ln w="28575" cap="rnd">
              <a:solidFill>
                <a:schemeClr val="accent1"/>
              </a:solidFill>
              <a:round/>
            </a:ln>
            <a:effectLst/>
          </c:spPr>
          <c:marker>
            <c:symbol val="none"/>
          </c:marker>
          <c:cat>
            <c:numRef>
              <c:f>Sheet1!$A$2:$A$32</c:f>
              <c:numCache>
                <c:formatCode>General</c:formatCode>
                <c:ptCount val="31"/>
              </c:numCache>
            </c:numRef>
          </c:cat>
          <c:val>
            <c:numRef>
              <c:f>Sheet1!$B$2:$B$32</c:f>
              <c:numCache>
                <c:formatCode>General</c:formatCode>
                <c:ptCount val="31"/>
                <c:pt idx="0">
                  <c:v>0.01</c:v>
                </c:pt>
                <c:pt idx="1">
                  <c:v>0.01</c:v>
                </c:pt>
                <c:pt idx="2">
                  <c:v>0.01</c:v>
                </c:pt>
                <c:pt idx="3">
                  <c:v>0.01</c:v>
                </c:pt>
                <c:pt idx="4">
                  <c:v>0.01</c:v>
                </c:pt>
                <c:pt idx="5">
                  <c:v>0.01</c:v>
                </c:pt>
                <c:pt idx="6">
                  <c:v>0.01</c:v>
                </c:pt>
                <c:pt idx="7">
                  <c:v>0.01</c:v>
                </c:pt>
                <c:pt idx="8">
                  <c:v>0.01</c:v>
                </c:pt>
                <c:pt idx="9">
                  <c:v>0.01</c:v>
                </c:pt>
                <c:pt idx="10">
                  <c:v>0.01</c:v>
                </c:pt>
                <c:pt idx="11">
                  <c:v>0.01</c:v>
                </c:pt>
                <c:pt idx="12">
                  <c:v>0.01</c:v>
                </c:pt>
                <c:pt idx="13">
                  <c:v>0.01</c:v>
                </c:pt>
                <c:pt idx="14">
                  <c:v>0.01</c:v>
                </c:pt>
                <c:pt idx="15">
                  <c:v>0.01</c:v>
                </c:pt>
                <c:pt idx="16">
                  <c:v>0.01</c:v>
                </c:pt>
                <c:pt idx="17">
                  <c:v>0.01</c:v>
                </c:pt>
                <c:pt idx="18">
                  <c:v>0.01</c:v>
                </c:pt>
                <c:pt idx="19">
                  <c:v>0.01</c:v>
                </c:pt>
                <c:pt idx="20">
                  <c:v>0.01</c:v>
                </c:pt>
                <c:pt idx="21">
                  <c:v>0.01</c:v>
                </c:pt>
                <c:pt idx="22">
                  <c:v>0.01</c:v>
                </c:pt>
                <c:pt idx="23">
                  <c:v>0.01</c:v>
                </c:pt>
                <c:pt idx="24">
                  <c:v>0.01</c:v>
                </c:pt>
                <c:pt idx="25">
                  <c:v>0.01</c:v>
                </c:pt>
                <c:pt idx="26">
                  <c:v>0.01</c:v>
                </c:pt>
                <c:pt idx="27">
                  <c:v>0.01</c:v>
                </c:pt>
                <c:pt idx="28">
                  <c:v>0.01</c:v>
                </c:pt>
                <c:pt idx="29">
                  <c:v>0.01</c:v>
                </c:pt>
                <c:pt idx="30">
                  <c:v>0.01</c:v>
                </c:pt>
              </c:numCache>
            </c:numRef>
          </c:val>
          <c:smooth val="0"/>
          <c:extLst>
            <c:ext xmlns:c16="http://schemas.microsoft.com/office/drawing/2014/chart" uri="{C3380CC4-5D6E-409C-BE32-E72D297353CC}">
              <c16:uniqueId val="{00000000-F277-46C7-81EA-04748F6A3A66}"/>
            </c:ext>
          </c:extLst>
        </c:ser>
        <c:ser>
          <c:idx val="1"/>
          <c:order val="1"/>
          <c:tx>
            <c:strRef>
              <c:f>Sheet1!$C$1</c:f>
              <c:strCache>
                <c:ptCount val="1"/>
                <c:pt idx="0">
                  <c:v>Pipeline CPU</c:v>
                </c:pt>
              </c:strCache>
            </c:strRef>
          </c:tx>
          <c:spPr>
            <a:ln w="28575" cap="rnd">
              <a:solidFill>
                <a:srgbClr val="0096FF"/>
              </a:solidFill>
              <a:round/>
            </a:ln>
            <a:effectLst/>
          </c:spPr>
          <c:marker>
            <c:symbol val="none"/>
          </c:marker>
          <c:cat>
            <c:numRef>
              <c:f>Sheet1!$A$2:$A$32</c:f>
              <c:numCache>
                <c:formatCode>General</c:formatCode>
                <c:ptCount val="31"/>
              </c:numCache>
            </c:numRef>
          </c:cat>
          <c:val>
            <c:numRef>
              <c:f>Sheet1!$C$2:$C$32</c:f>
              <c:numCache>
                <c:formatCode>General</c:formatCode>
                <c:ptCount val="3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numCache>
            </c:numRef>
          </c:val>
          <c:smooth val="0"/>
          <c:extLst>
            <c:ext xmlns:c16="http://schemas.microsoft.com/office/drawing/2014/chart" uri="{C3380CC4-5D6E-409C-BE32-E72D297353CC}">
              <c16:uniqueId val="{00000001-F277-46C7-81EA-04748F6A3A66}"/>
            </c:ext>
          </c:extLst>
        </c:ser>
        <c:ser>
          <c:idx val="2"/>
          <c:order val="2"/>
          <c:tx>
            <c:strRef>
              <c:f>Sheet1!$D$1</c:f>
              <c:strCache>
                <c:ptCount val="1"/>
                <c:pt idx="0">
                  <c:v>SIMD CPU</c:v>
                </c:pt>
              </c:strCache>
            </c:strRef>
          </c:tx>
          <c:spPr>
            <a:ln w="28575" cap="rnd">
              <a:solidFill>
                <a:srgbClr val="002060"/>
              </a:solidFill>
              <a:round/>
            </a:ln>
            <a:effectLst/>
          </c:spPr>
          <c:marker>
            <c:symbol val="none"/>
          </c:marker>
          <c:cat>
            <c:numRef>
              <c:f>Sheet1!$A$2:$A$32</c:f>
              <c:numCache>
                <c:formatCode>General</c:formatCode>
                <c:ptCount val="31"/>
              </c:numCache>
            </c:numRef>
          </c:cat>
          <c:val>
            <c:numRef>
              <c:f>Sheet1!$D$2:$D$32</c:f>
              <c:numCache>
                <c:formatCode>General</c:formatCode>
                <c:ptCount val="31"/>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numCache>
            </c:numRef>
          </c:val>
          <c:smooth val="0"/>
          <c:extLst>
            <c:ext xmlns:c16="http://schemas.microsoft.com/office/drawing/2014/chart" uri="{C3380CC4-5D6E-409C-BE32-E72D297353CC}">
              <c16:uniqueId val="{00000002-F277-46C7-81EA-04748F6A3A66}"/>
            </c:ext>
          </c:extLst>
        </c:ser>
        <c:ser>
          <c:idx val="3"/>
          <c:order val="3"/>
          <c:tx>
            <c:strRef>
              <c:f>Sheet1!$E$1</c:f>
              <c:strCache>
                <c:ptCount val="1"/>
                <c:pt idx="0">
                  <c:v>GPU</c:v>
                </c:pt>
              </c:strCache>
            </c:strRef>
          </c:tx>
          <c:spPr>
            <a:ln w="28575" cap="rnd">
              <a:solidFill>
                <a:srgbClr val="00B050"/>
              </a:solidFill>
              <a:round/>
            </a:ln>
            <a:effectLst/>
          </c:spPr>
          <c:marker>
            <c:symbol val="none"/>
          </c:marker>
          <c:cat>
            <c:numRef>
              <c:f>Sheet1!$A$2:$A$32</c:f>
              <c:numCache>
                <c:formatCode>General</c:formatCode>
                <c:ptCount val="31"/>
              </c:numCache>
            </c:numRef>
          </c:cat>
          <c:val>
            <c:numRef>
              <c:f>Sheet1!$E$2:$E$32</c:f>
              <c:numCache>
                <c:formatCode>General</c:formatCode>
                <c:ptCount val="31"/>
                <c:pt idx="0">
                  <c:v>20000</c:v>
                </c:pt>
                <c:pt idx="1">
                  <c:v>20000</c:v>
                </c:pt>
                <c:pt idx="2">
                  <c:v>20000</c:v>
                </c:pt>
                <c:pt idx="3">
                  <c:v>20000</c:v>
                </c:pt>
                <c:pt idx="4">
                  <c:v>20000</c:v>
                </c:pt>
                <c:pt idx="5">
                  <c:v>20000</c:v>
                </c:pt>
                <c:pt idx="6">
                  <c:v>20000</c:v>
                </c:pt>
                <c:pt idx="7">
                  <c:v>20000</c:v>
                </c:pt>
                <c:pt idx="8">
                  <c:v>20000</c:v>
                </c:pt>
                <c:pt idx="9">
                  <c:v>20000</c:v>
                </c:pt>
                <c:pt idx="10">
                  <c:v>20000</c:v>
                </c:pt>
                <c:pt idx="11">
                  <c:v>20000</c:v>
                </c:pt>
                <c:pt idx="12">
                  <c:v>20000</c:v>
                </c:pt>
                <c:pt idx="13">
                  <c:v>20000</c:v>
                </c:pt>
                <c:pt idx="14">
                  <c:v>20000</c:v>
                </c:pt>
                <c:pt idx="15">
                  <c:v>20000</c:v>
                </c:pt>
                <c:pt idx="16">
                  <c:v>20000</c:v>
                </c:pt>
                <c:pt idx="17">
                  <c:v>20000</c:v>
                </c:pt>
                <c:pt idx="18">
                  <c:v>20000</c:v>
                </c:pt>
                <c:pt idx="19">
                  <c:v>20000</c:v>
                </c:pt>
                <c:pt idx="20">
                  <c:v>20000</c:v>
                </c:pt>
                <c:pt idx="21">
                  <c:v>20000</c:v>
                </c:pt>
                <c:pt idx="22">
                  <c:v>20000</c:v>
                </c:pt>
                <c:pt idx="23">
                  <c:v>20000</c:v>
                </c:pt>
                <c:pt idx="24">
                  <c:v>20000</c:v>
                </c:pt>
                <c:pt idx="25">
                  <c:v>20000</c:v>
                </c:pt>
                <c:pt idx="26">
                  <c:v>20000</c:v>
                </c:pt>
                <c:pt idx="27">
                  <c:v>20000</c:v>
                </c:pt>
                <c:pt idx="28">
                  <c:v>20000</c:v>
                </c:pt>
                <c:pt idx="29">
                  <c:v>20000</c:v>
                </c:pt>
                <c:pt idx="30">
                  <c:v>20000</c:v>
                </c:pt>
              </c:numCache>
            </c:numRef>
          </c:val>
          <c:smooth val="0"/>
          <c:extLst>
            <c:ext xmlns:c16="http://schemas.microsoft.com/office/drawing/2014/chart" uri="{C3380CC4-5D6E-409C-BE32-E72D297353CC}">
              <c16:uniqueId val="{00000003-F277-46C7-81EA-04748F6A3A66}"/>
            </c:ext>
          </c:extLst>
        </c:ser>
        <c:ser>
          <c:idx val="4"/>
          <c:order val="4"/>
          <c:tx>
            <c:strRef>
              <c:f>Sheet1!$F$1</c:f>
              <c:strCache>
                <c:ptCount val="1"/>
                <c:pt idx="0">
                  <c:v>VGG19</c:v>
                </c:pt>
              </c:strCache>
            </c:strRef>
          </c:tx>
          <c:spPr>
            <a:ln w="28575" cap="rnd">
              <a:solidFill>
                <a:schemeClr val="accent5"/>
              </a:solidFill>
              <a:prstDash val="dash"/>
              <a:round/>
            </a:ln>
            <a:effectLst/>
          </c:spPr>
          <c:marker>
            <c:symbol val="none"/>
          </c:marker>
          <c:cat>
            <c:numRef>
              <c:f>Sheet1!$A$2:$A$32</c:f>
              <c:numCache>
                <c:formatCode>General</c:formatCode>
                <c:ptCount val="31"/>
              </c:numCache>
            </c:numRef>
          </c:cat>
          <c:val>
            <c:numRef>
              <c:f>Sheet1!$F$2:$F$32</c:f>
              <c:numCache>
                <c:formatCode>General</c:formatCode>
                <c:ptCount val="31"/>
                <c:pt idx="0">
                  <c:v>19.600000000000001</c:v>
                </c:pt>
                <c:pt idx="1">
                  <c:v>19.600000000000001</c:v>
                </c:pt>
                <c:pt idx="2">
                  <c:v>19.600000000000001</c:v>
                </c:pt>
                <c:pt idx="3">
                  <c:v>19.600000000000001</c:v>
                </c:pt>
                <c:pt idx="4">
                  <c:v>19.600000000000001</c:v>
                </c:pt>
                <c:pt idx="5">
                  <c:v>19.600000000000001</c:v>
                </c:pt>
                <c:pt idx="6">
                  <c:v>19.600000000000001</c:v>
                </c:pt>
                <c:pt idx="7">
                  <c:v>19.600000000000001</c:v>
                </c:pt>
                <c:pt idx="8">
                  <c:v>19.600000000000001</c:v>
                </c:pt>
                <c:pt idx="9">
                  <c:v>19.600000000000001</c:v>
                </c:pt>
                <c:pt idx="10">
                  <c:v>19.600000000000001</c:v>
                </c:pt>
                <c:pt idx="11">
                  <c:v>19.600000000000001</c:v>
                </c:pt>
                <c:pt idx="12">
                  <c:v>19.600000000000001</c:v>
                </c:pt>
                <c:pt idx="13">
                  <c:v>19.600000000000001</c:v>
                </c:pt>
                <c:pt idx="14">
                  <c:v>19.600000000000001</c:v>
                </c:pt>
                <c:pt idx="15">
                  <c:v>19.600000000000001</c:v>
                </c:pt>
                <c:pt idx="16">
                  <c:v>19.600000000000001</c:v>
                </c:pt>
                <c:pt idx="17">
                  <c:v>19.600000000000001</c:v>
                </c:pt>
                <c:pt idx="18">
                  <c:v>19.600000000000001</c:v>
                </c:pt>
                <c:pt idx="19">
                  <c:v>19.600000000000001</c:v>
                </c:pt>
                <c:pt idx="20">
                  <c:v>19.600000000000001</c:v>
                </c:pt>
                <c:pt idx="21">
                  <c:v>19.600000000000001</c:v>
                </c:pt>
                <c:pt idx="22">
                  <c:v>19.600000000000001</c:v>
                </c:pt>
                <c:pt idx="23">
                  <c:v>19.600000000000001</c:v>
                </c:pt>
                <c:pt idx="24">
                  <c:v>19.600000000000001</c:v>
                </c:pt>
                <c:pt idx="25">
                  <c:v>19.600000000000001</c:v>
                </c:pt>
                <c:pt idx="26">
                  <c:v>19.600000000000001</c:v>
                </c:pt>
                <c:pt idx="27">
                  <c:v>19.600000000000001</c:v>
                </c:pt>
                <c:pt idx="28">
                  <c:v>19.600000000000001</c:v>
                </c:pt>
                <c:pt idx="29">
                  <c:v>19.600000000000001</c:v>
                </c:pt>
                <c:pt idx="30">
                  <c:v>19.600000000000001</c:v>
                </c:pt>
              </c:numCache>
            </c:numRef>
          </c:val>
          <c:smooth val="0"/>
          <c:extLst>
            <c:ext xmlns:c16="http://schemas.microsoft.com/office/drawing/2014/chart" uri="{C3380CC4-5D6E-409C-BE32-E72D297353CC}">
              <c16:uniqueId val="{00000004-F277-46C7-81EA-04748F6A3A66}"/>
            </c:ext>
          </c:extLst>
        </c:ser>
        <c:ser>
          <c:idx val="5"/>
          <c:order val="5"/>
          <c:tx>
            <c:strRef>
              <c:f>Sheet1!$G$1</c:f>
              <c:strCache>
                <c:ptCount val="1"/>
                <c:pt idx="0">
                  <c:v>GPT-3</c:v>
                </c:pt>
              </c:strCache>
            </c:strRef>
          </c:tx>
          <c:spPr>
            <a:ln w="28575" cap="rnd">
              <a:solidFill>
                <a:schemeClr val="accent6"/>
              </a:solidFill>
              <a:prstDash val="dash"/>
              <a:round/>
            </a:ln>
            <a:effectLst/>
          </c:spPr>
          <c:marker>
            <c:symbol val="none"/>
          </c:marker>
          <c:cat>
            <c:numRef>
              <c:f>Sheet1!$A$2:$A$32</c:f>
              <c:numCache>
                <c:formatCode>General</c:formatCode>
                <c:ptCount val="31"/>
              </c:numCache>
            </c:numRef>
          </c:cat>
          <c:val>
            <c:numRef>
              <c:f>Sheet1!$G$2:$G$32</c:f>
              <c:numCache>
                <c:formatCode>General</c:formatCode>
                <c:ptCount val="31"/>
                <c:pt idx="0">
                  <c:v>250000</c:v>
                </c:pt>
                <c:pt idx="1">
                  <c:v>250000</c:v>
                </c:pt>
                <c:pt idx="2">
                  <c:v>250000</c:v>
                </c:pt>
                <c:pt idx="3">
                  <c:v>250000</c:v>
                </c:pt>
                <c:pt idx="4">
                  <c:v>250000</c:v>
                </c:pt>
                <c:pt idx="5">
                  <c:v>250000</c:v>
                </c:pt>
                <c:pt idx="6">
                  <c:v>250000</c:v>
                </c:pt>
                <c:pt idx="7">
                  <c:v>250000</c:v>
                </c:pt>
                <c:pt idx="8">
                  <c:v>250000</c:v>
                </c:pt>
                <c:pt idx="9">
                  <c:v>250000</c:v>
                </c:pt>
                <c:pt idx="10">
                  <c:v>250000</c:v>
                </c:pt>
                <c:pt idx="11">
                  <c:v>250000</c:v>
                </c:pt>
                <c:pt idx="12">
                  <c:v>250000</c:v>
                </c:pt>
                <c:pt idx="13">
                  <c:v>250000</c:v>
                </c:pt>
                <c:pt idx="14">
                  <c:v>250000</c:v>
                </c:pt>
                <c:pt idx="15">
                  <c:v>250000</c:v>
                </c:pt>
                <c:pt idx="16">
                  <c:v>250000</c:v>
                </c:pt>
                <c:pt idx="17">
                  <c:v>250000</c:v>
                </c:pt>
                <c:pt idx="18">
                  <c:v>250000</c:v>
                </c:pt>
                <c:pt idx="19">
                  <c:v>250000</c:v>
                </c:pt>
                <c:pt idx="20">
                  <c:v>250000</c:v>
                </c:pt>
                <c:pt idx="21">
                  <c:v>250000</c:v>
                </c:pt>
                <c:pt idx="22">
                  <c:v>250000</c:v>
                </c:pt>
                <c:pt idx="23">
                  <c:v>250000</c:v>
                </c:pt>
                <c:pt idx="24">
                  <c:v>250000</c:v>
                </c:pt>
                <c:pt idx="25">
                  <c:v>250000</c:v>
                </c:pt>
                <c:pt idx="26">
                  <c:v>250000</c:v>
                </c:pt>
                <c:pt idx="27">
                  <c:v>250000</c:v>
                </c:pt>
                <c:pt idx="28">
                  <c:v>250000</c:v>
                </c:pt>
                <c:pt idx="29">
                  <c:v>250000</c:v>
                </c:pt>
                <c:pt idx="30">
                  <c:v>250000</c:v>
                </c:pt>
              </c:numCache>
            </c:numRef>
          </c:val>
          <c:smooth val="0"/>
          <c:extLst>
            <c:ext xmlns:c16="http://schemas.microsoft.com/office/drawing/2014/chart" uri="{C3380CC4-5D6E-409C-BE32-E72D297353CC}">
              <c16:uniqueId val="{00000005-F277-46C7-81EA-04748F6A3A66}"/>
            </c:ext>
          </c:extLst>
        </c:ser>
        <c:dLbls>
          <c:showLegendKey val="0"/>
          <c:showVal val="0"/>
          <c:showCatName val="0"/>
          <c:showSerName val="0"/>
          <c:showPercent val="0"/>
          <c:showBubbleSize val="0"/>
        </c:dLbls>
        <c:smooth val="0"/>
        <c:axId val="27724640"/>
        <c:axId val="430957568"/>
      </c:lineChart>
      <c:catAx>
        <c:axId val="27724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430957568"/>
        <c:crosses val="autoZero"/>
        <c:auto val="1"/>
        <c:lblAlgn val="ctr"/>
        <c:lblOffset val="100"/>
        <c:noMultiLvlLbl val="0"/>
      </c:catAx>
      <c:valAx>
        <c:axId val="430957568"/>
        <c:scaling>
          <c:logBase val="10"/>
          <c:orientation val="minMax"/>
          <c:max val="1000000"/>
          <c:min val="1.0000000000000002E-3"/>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r>
                  <a:rPr lang="en-US" altLang="zh-CN" sz="1400" b="1" dirty="0"/>
                  <a:t>Throughput</a:t>
                </a:r>
                <a:r>
                  <a:rPr lang="en-US" altLang="zh-CN" sz="1400" b="1" baseline="0" dirty="0"/>
                  <a:t> (GOPs/s)</a:t>
                </a:r>
                <a:endParaRPr lang="zh-CN" altLang="en-US" sz="1400" b="1" dirty="0"/>
              </a:p>
            </c:rich>
          </c:tx>
          <c:layout>
            <c:manualLayout>
              <c:xMode val="edge"/>
              <c:yMode val="edge"/>
              <c:x val="2.422717993584135E-2"/>
              <c:y val="0.20193539155192369"/>
            </c:manualLayout>
          </c:layout>
          <c:overlay val="0"/>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zh-CN"/>
            </a:p>
          </c:txPr>
        </c:title>
        <c:numFmt formatCode="#,##0.00_);[Red]\(#,##0.00\)" sourceLinked="0"/>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Bahnschrift Light" panose="020B0502040204020203" pitchFamily="34" charset="0"/>
                <a:ea typeface="+mn-ea"/>
                <a:cs typeface="+mn-cs"/>
              </a:defRPr>
            </a:pPr>
            <a:endParaRPr lang="zh-CN"/>
          </a:p>
        </c:txPr>
        <c:crossAx val="27724640"/>
        <c:crosses val="autoZero"/>
        <c:crossBetween val="between"/>
      </c:valAx>
      <c:spPr>
        <a:noFill/>
        <a:ln>
          <a:solidFill>
            <a:schemeClr val="accent6"/>
          </a:solidFill>
        </a:ln>
        <a:effectLst/>
      </c:spPr>
    </c:plotArea>
    <c:legend>
      <c:legendPos val="b"/>
      <c:layout>
        <c:manualLayout>
          <c:xMode val="edge"/>
          <c:yMode val="edge"/>
          <c:x val="0"/>
          <c:y val="0.91858075197812983"/>
          <c:w val="1"/>
          <c:h val="4.9634406946075509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AC33BA3-1D73-5A42-978A-909AAD2B95B5}"/>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ABF96B51-E1DE-7149-8994-1F194053D323}"/>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anose="020F0502020204030204" pitchFamily="34" charset="0"/>
                <a:cs typeface="Arial" panose="020B0604020202020204" pitchFamily="34" charset="0"/>
              </a:defRPr>
            </a:lvl1pPr>
          </a:lstStyle>
          <a:p>
            <a:fld id="{79D1A06F-A0A6-5F45-97B3-4583E3ECC095}" type="datetime1">
              <a:rPr lang="en-US" altLang="en-US"/>
              <a:pPr/>
              <a:t>4/9/2026</a:t>
            </a:fld>
            <a:endParaRPr lang="en-US" altLang="en-US"/>
          </a:p>
        </p:txBody>
      </p:sp>
      <p:sp>
        <p:nvSpPr>
          <p:cNvPr id="4" name="Slide Image Placeholder 3">
            <a:extLst>
              <a:ext uri="{FF2B5EF4-FFF2-40B4-BE49-F238E27FC236}">
                <a16:creationId xmlns:a16="http://schemas.microsoft.com/office/drawing/2014/main" id="{6A6936DC-23D2-4E4C-929F-31037FD25E2F}"/>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4DD02845-3AC3-E242-A977-6DB65DD9AFF4}"/>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49A62C48-563F-134A-8B04-656555CB0B7B}"/>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C2C3C2C0-17DB-0A46-80D2-41F9334A6B19}"/>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cs typeface="Arial" panose="020B0604020202020204" pitchFamily="34" charset="0"/>
              </a:defRPr>
            </a:lvl1pPr>
          </a:lstStyle>
          <a:p>
            <a:fld id="{02E19713-9C4A-7245-9E88-24045279729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4811DDEB-23E5-1A4A-A4FA-2FB462DC493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defTabSz="911225">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7CF1C65-F0E2-8E44-882C-5DBA87F125D8}" type="slidenum">
              <a:rPr lang="en-US" altLang="en-US" smtClean="0">
                <a:solidFill>
                  <a:srgbClr val="000000"/>
                </a:solidFill>
                <a:latin typeface="Arial" panose="020B0604020202020204" pitchFamily="34" charset="0"/>
                <a:cs typeface="Arial" panose="020B0604020202020204" pitchFamily="34" charset="0"/>
              </a:rPr>
              <a:pPr>
                <a:spcBef>
                  <a:spcPct val="0"/>
                </a:spcBef>
              </a:pPr>
              <a:t>1</a:t>
            </a:fld>
            <a:endParaRPr lang="en-US" altLang="en-US">
              <a:solidFill>
                <a:srgbClr val="000000"/>
              </a:solidFill>
              <a:latin typeface="Arial" panose="020B0604020202020204" pitchFamily="34" charset="0"/>
              <a:cs typeface="Arial" panose="020B0604020202020204" pitchFamily="34" charset="0"/>
            </a:endParaRPr>
          </a:p>
        </p:txBody>
      </p:sp>
      <p:sp>
        <p:nvSpPr>
          <p:cNvPr id="23554" name="Rectangle 2">
            <a:extLst>
              <a:ext uri="{FF2B5EF4-FFF2-40B4-BE49-F238E27FC236}">
                <a16:creationId xmlns:a16="http://schemas.microsoft.com/office/drawing/2014/main" id="{2AB01437-07BF-AD4E-82F9-DDA0E0B2AF5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Rectangle 3">
            <a:extLst>
              <a:ext uri="{FF2B5EF4-FFF2-40B4-BE49-F238E27FC236}">
                <a16:creationId xmlns:a16="http://schemas.microsoft.com/office/drawing/2014/main" id="{55423678-1E4A-644F-87FF-81A34DC4421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937967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itchFamily="34" charset="0"/>
                <a:ea typeface="MS PGothic" pitchFamily="34" charset="-128"/>
              </a:defRPr>
            </a:lvl1pPr>
            <a:lvl2pPr marL="742950" indent="-285750">
              <a:defRPr sz="2400">
                <a:solidFill>
                  <a:schemeClr val="tx1"/>
                </a:solidFill>
                <a:latin typeface="Verdana" pitchFamily="34" charset="0"/>
                <a:ea typeface="MS PGothic" pitchFamily="34" charset="-128"/>
              </a:defRPr>
            </a:lvl2pPr>
            <a:lvl3pPr marL="1143000" indent="-228600">
              <a:defRPr sz="2400">
                <a:solidFill>
                  <a:schemeClr val="tx1"/>
                </a:solidFill>
                <a:latin typeface="Verdana" pitchFamily="34" charset="0"/>
                <a:ea typeface="MS PGothic" pitchFamily="34" charset="-128"/>
              </a:defRPr>
            </a:lvl3pPr>
            <a:lvl4pPr marL="1600200" indent="-228600">
              <a:defRPr sz="2400">
                <a:solidFill>
                  <a:schemeClr val="tx1"/>
                </a:solidFill>
                <a:latin typeface="Verdana" pitchFamily="34" charset="0"/>
                <a:ea typeface="MS PGothic" pitchFamily="34" charset="-128"/>
              </a:defRPr>
            </a:lvl4pPr>
            <a:lvl5pPr marL="2057400" indent="-228600">
              <a:defRPr sz="2400">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Verdana" pitchFamily="34" charset="0"/>
                <a:ea typeface="MS PGothic" pitchFamily="34" charset="-128"/>
              </a:defRPr>
            </a:lvl9pPr>
          </a:lstStyle>
          <a:p>
            <a:fld id="{7B9B8AE1-4404-45A7-9B20-DCFF501886B9}" type="slidenum">
              <a:rPr lang="en-US" sz="1200">
                <a:latin typeface="Arial" pitchFamily="34" charset="0"/>
              </a:rPr>
              <a:pPr/>
              <a:t>3</a:t>
            </a:fld>
            <a:endParaRPr lang="en-US" sz="1200">
              <a:latin typeface="Arial" pitchFamily="34" charset="0"/>
            </a:endParaRPr>
          </a:p>
        </p:txBody>
      </p:sp>
      <p:sp>
        <p:nvSpPr>
          <p:cNvPr id="41986" name="Rectangle 2"/>
          <p:cNvSpPr>
            <a:spLocks noGrp="1" noRot="1" noChangeAspect="1" noChangeArrowheads="1" noTextEdit="1"/>
          </p:cNvSpPr>
          <p:nvPr>
            <p:ph type="sldImg"/>
          </p:nvPr>
        </p:nvSpPr>
        <p:spPr>
          <a:xfrm>
            <a:off x="1257300" y="720725"/>
            <a:ext cx="4800600" cy="3600450"/>
          </a:xfrm>
          <a:ln/>
        </p:spPr>
      </p:sp>
      <p:sp>
        <p:nvSpPr>
          <p:cNvPr id="41987" name="Rectangle 3"/>
          <p:cNvSpPr>
            <a:spLocks noGrp="1" noChangeArrowheads="1"/>
          </p:cNvSpPr>
          <p:nvPr>
            <p:ph type="body" idx="1"/>
          </p:nvPr>
        </p:nvSpPr>
        <p:spPr>
          <a:xfrm>
            <a:off x="974725" y="4560888"/>
            <a:ext cx="5365750" cy="4319587"/>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de-DE">
              <a:latin typeface="Arial" pitchFamily="34" charset="0"/>
            </a:endParaRPr>
          </a:p>
        </p:txBody>
      </p:sp>
    </p:spTree>
    <p:extLst>
      <p:ext uri="{BB962C8B-B14F-4D97-AF65-F5344CB8AC3E}">
        <p14:creationId xmlns:p14="http://schemas.microsoft.com/office/powerpoint/2010/main" val="3445985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Slide Image Placeholder 1">
            <a:extLst>
              <a:ext uri="{FF2B5EF4-FFF2-40B4-BE49-F238E27FC236}">
                <a16:creationId xmlns:a16="http://schemas.microsoft.com/office/drawing/2014/main" id="{1784A584-3312-6742-99A9-7DBCAFDDE8F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6" name="Notes Placeholder 2">
            <a:extLst>
              <a:ext uri="{FF2B5EF4-FFF2-40B4-BE49-F238E27FC236}">
                <a16:creationId xmlns:a16="http://schemas.microsoft.com/office/drawing/2014/main" id="{802FE930-4684-5C48-B0B8-DD695499183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175107" name="Slide Number Placeholder 3">
            <a:extLst>
              <a:ext uri="{FF2B5EF4-FFF2-40B4-BE49-F238E27FC236}">
                <a16:creationId xmlns:a16="http://schemas.microsoft.com/office/drawing/2014/main" id="{6DB6C48A-C7FC-764C-AC98-8F3EC729B4B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518A00D-D322-1240-B797-4B365D1AB71A}"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409157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259C2D-02FE-4C64-AD33-18B082577A5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659195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Substrate: </a:t>
            </a:r>
            <a:r>
              <a:rPr lang="zh-CN" altLang="en-US" dirty="0"/>
              <a:t>底座</a:t>
            </a:r>
            <a:endParaRPr lang="en-US" altLang="zh-CN" dirty="0"/>
          </a:p>
          <a:p>
            <a:r>
              <a:rPr lang="en-US" altLang="zh-CN" dirty="0"/>
              <a:t>Interposer: </a:t>
            </a:r>
            <a:r>
              <a:rPr lang="zh-CN" altLang="en-US" dirty="0"/>
              <a:t>插入式选样</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2F9027F5-610B-044B-9264-7862524D600A}" type="slidenum">
              <a:rPr lang="en-US" altLang="en-US" smtClean="0"/>
              <a:pPr>
                <a:defRPr/>
              </a:pPr>
              <a:t>9</a:t>
            </a:fld>
            <a:endParaRPr lang="en-US" altLang="en-US"/>
          </a:p>
        </p:txBody>
      </p:sp>
    </p:spTree>
    <p:extLst>
      <p:ext uri="{BB962C8B-B14F-4D97-AF65-F5344CB8AC3E}">
        <p14:creationId xmlns:p14="http://schemas.microsoft.com/office/powerpoint/2010/main" val="875923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Termination is needed when CPU is long away from memory. However, HBM is close to accelerator,</a:t>
            </a:r>
            <a:r>
              <a:rPr lang="zh-CN" altLang="en-US" dirty="0"/>
              <a:t> </a:t>
            </a:r>
            <a:r>
              <a:rPr lang="en-US" altLang="zh-CN" dirty="0"/>
              <a:t>so</a:t>
            </a:r>
            <a:r>
              <a:rPr lang="zh-CN" altLang="en-US" dirty="0"/>
              <a:t> </a:t>
            </a:r>
            <a:r>
              <a:rPr lang="en-US" altLang="zh-CN" dirty="0"/>
              <a:t>termination</a:t>
            </a:r>
            <a:r>
              <a:rPr lang="zh-CN" altLang="en-US" dirty="0"/>
              <a:t> </a:t>
            </a:r>
            <a:r>
              <a:rPr lang="en-US" altLang="zh-CN" dirty="0"/>
              <a:t>is</a:t>
            </a:r>
            <a:r>
              <a:rPr lang="zh-CN" altLang="en-US" dirty="0"/>
              <a:t> </a:t>
            </a:r>
            <a:r>
              <a:rPr lang="en-US" altLang="zh-CN" dirty="0"/>
              <a:t>not</a:t>
            </a:r>
            <a:r>
              <a:rPr lang="zh-CN" altLang="en-US" dirty="0"/>
              <a:t> </a:t>
            </a:r>
            <a:r>
              <a:rPr lang="en-US" altLang="zh-CN" dirty="0"/>
              <a:t>needed.</a:t>
            </a:r>
            <a:r>
              <a:rPr lang="zh-CN" altLang="en-US" dirty="0"/>
              <a:t> </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2F9027F5-610B-044B-9264-7862524D600A}" type="slidenum">
              <a:rPr lang="en-US" altLang="en-US" smtClean="0"/>
              <a:pPr>
                <a:defRPr/>
              </a:pPr>
              <a:t>11</a:t>
            </a:fld>
            <a:endParaRPr lang="en-US" altLang="en-US"/>
          </a:p>
        </p:txBody>
      </p:sp>
    </p:spTree>
    <p:extLst>
      <p:ext uri="{BB962C8B-B14F-4D97-AF65-F5344CB8AC3E}">
        <p14:creationId xmlns:p14="http://schemas.microsoft.com/office/powerpoint/2010/main" val="15791294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81100" y="696913"/>
            <a:ext cx="4648200" cy="3486150"/>
          </a:xfrm>
        </p:spPr>
      </p:sp>
      <p:sp>
        <p:nvSpPr>
          <p:cNvPr id="3" name="Marcador de notas 2"/>
          <p:cNvSpPr>
            <a:spLocks noGrp="1"/>
          </p:cNvSpPr>
          <p:nvPr>
            <p:ph type="body" idx="1"/>
          </p:nvPr>
        </p:nvSpPr>
        <p:spPr/>
        <p:txBody>
          <a:bodyPr/>
          <a:lstStyle/>
          <a:p>
            <a:endParaRPr lang="en-US" baseline="0" dirty="0"/>
          </a:p>
        </p:txBody>
      </p:sp>
      <p:sp>
        <p:nvSpPr>
          <p:cNvPr id="4" name="Marcador de número de diapositiva 3"/>
          <p:cNvSpPr>
            <a:spLocks noGrp="1"/>
          </p:cNvSpPr>
          <p:nvPr>
            <p:ph type="sldNum" sz="quarter" idx="10"/>
          </p:nvPr>
        </p:nvSpPr>
        <p:spPr/>
        <p:txBody>
          <a:bodyPr/>
          <a:lstStyle/>
          <a:p>
            <a:fld id="{33A2F704-0392-374E-9548-FE28CBDE16B0}" type="slidenum">
              <a:rPr lang="en-US" smtClean="0"/>
              <a:t>15</a:t>
            </a:fld>
            <a:endParaRPr lang="en-US"/>
          </a:p>
        </p:txBody>
      </p:sp>
    </p:spTree>
    <p:extLst>
      <p:ext uri="{BB962C8B-B14F-4D97-AF65-F5344CB8AC3E}">
        <p14:creationId xmlns:p14="http://schemas.microsoft.com/office/powerpoint/2010/main" val="3263213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9B30F4-598E-4BB0-966A-C8D550B7CF7D}" type="slidenum">
              <a:rPr lang="en-US" altLang="zh-CN"/>
              <a:pPr/>
              <a:t>17</a:t>
            </a:fld>
            <a:endParaRPr lang="en-US" altLang="zh-CN"/>
          </a:p>
        </p:txBody>
      </p:sp>
      <p:sp>
        <p:nvSpPr>
          <p:cNvPr id="683010" name="Rectangle 2"/>
          <p:cNvSpPr>
            <a:spLocks noGrp="1" noRot="1" noChangeAspect="1" noChangeArrowheads="1" noTextEdit="1"/>
          </p:cNvSpPr>
          <p:nvPr>
            <p:ph type="sldImg"/>
          </p:nvPr>
        </p:nvSpPr>
        <p:spPr>
          <a:xfrm>
            <a:off x="993775" y="768350"/>
            <a:ext cx="5116513" cy="3836988"/>
          </a:xfrm>
          <a:ln/>
        </p:spPr>
      </p:sp>
      <p:sp>
        <p:nvSpPr>
          <p:cNvPr id="683011" name="Rectangle 3"/>
          <p:cNvSpPr>
            <a:spLocks noGrp="1" noChangeArrowheads="1"/>
          </p:cNvSpPr>
          <p:nvPr>
            <p:ph type="body" idx="1"/>
          </p:nvPr>
        </p:nvSpPr>
        <p:spPr/>
        <p:txBody>
          <a:bodyPr/>
          <a:lstStyle/>
          <a:p>
            <a:r>
              <a:rPr lang="en-US" altLang="zh-CN" dirty="0"/>
              <a:t>KB MB GB TB</a:t>
            </a:r>
          </a:p>
          <a:p>
            <a:r>
              <a:rPr lang="en-US" altLang="zh-CN" dirty="0"/>
              <a:t>K M B T</a:t>
            </a:r>
          </a:p>
          <a:p>
            <a:r>
              <a:rPr lang="en-US" altLang="zh-CN" dirty="0"/>
              <a:t>1B=10</a:t>
            </a:r>
            <a:r>
              <a:rPr lang="zh-CN" altLang="en-US" dirty="0"/>
              <a:t>亿</a:t>
            </a:r>
            <a:endParaRPr lang="zh-CN" altLang="zh-CN" dirty="0"/>
          </a:p>
        </p:txBody>
      </p:sp>
    </p:spTree>
    <p:extLst>
      <p:ext uri="{BB962C8B-B14F-4D97-AF65-F5344CB8AC3E}">
        <p14:creationId xmlns:p14="http://schemas.microsoft.com/office/powerpoint/2010/main" val="33102023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9B30F4-598E-4BB0-966A-C8D550B7CF7D}" type="slidenum">
              <a:rPr lang="en-US" altLang="zh-CN"/>
              <a:pPr/>
              <a:t>19</a:t>
            </a:fld>
            <a:endParaRPr lang="en-US" altLang="zh-CN"/>
          </a:p>
        </p:txBody>
      </p:sp>
      <p:sp>
        <p:nvSpPr>
          <p:cNvPr id="683010" name="Rectangle 2"/>
          <p:cNvSpPr>
            <a:spLocks noGrp="1" noRot="1" noChangeAspect="1" noChangeArrowheads="1" noTextEdit="1"/>
          </p:cNvSpPr>
          <p:nvPr>
            <p:ph type="sldImg"/>
          </p:nvPr>
        </p:nvSpPr>
        <p:spPr>
          <a:xfrm>
            <a:off x="993775" y="768350"/>
            <a:ext cx="5116513" cy="3836988"/>
          </a:xfrm>
          <a:ln/>
        </p:spPr>
      </p:sp>
      <p:sp>
        <p:nvSpPr>
          <p:cNvPr id="683011" name="Rectangle 3"/>
          <p:cNvSpPr>
            <a:spLocks noGrp="1" noChangeArrowheads="1"/>
          </p:cNvSpPr>
          <p:nvPr>
            <p:ph type="body" idx="1"/>
          </p:nvPr>
        </p:nvSpPr>
        <p:spPr/>
        <p:txBody>
          <a:bodyPr/>
          <a:lstStyle/>
          <a:p>
            <a:r>
              <a:rPr lang="en-US" altLang="zh-CN" dirty="0"/>
              <a:t>KB MB GB TB</a:t>
            </a:r>
          </a:p>
          <a:p>
            <a:r>
              <a:rPr lang="en-US" altLang="zh-CN" dirty="0"/>
              <a:t>K M B T E P</a:t>
            </a:r>
          </a:p>
          <a:p>
            <a:r>
              <a:rPr lang="en-US" altLang="zh-CN" dirty="0"/>
              <a:t>1B=10</a:t>
            </a:r>
            <a:r>
              <a:rPr lang="zh-CN" altLang="en-US" dirty="0"/>
              <a:t>亿</a:t>
            </a:r>
            <a:endParaRPr lang="zh-CN" altLang="zh-CN" dirty="0"/>
          </a:p>
        </p:txBody>
      </p:sp>
    </p:spTree>
    <p:extLst>
      <p:ext uri="{BB962C8B-B14F-4D97-AF65-F5344CB8AC3E}">
        <p14:creationId xmlns:p14="http://schemas.microsoft.com/office/powerpoint/2010/main" val="24040440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之前千核项目  很多，只活了英伟达。</a:t>
            </a:r>
          </a:p>
        </p:txBody>
      </p:sp>
      <p:sp>
        <p:nvSpPr>
          <p:cNvPr id="4" name="灯片编号占位符 3"/>
          <p:cNvSpPr>
            <a:spLocks noGrp="1"/>
          </p:cNvSpPr>
          <p:nvPr>
            <p:ph type="sldNum" sz="quarter" idx="5"/>
          </p:nvPr>
        </p:nvSpPr>
        <p:spPr/>
        <p:txBody>
          <a:bodyPr/>
          <a:lstStyle/>
          <a:p>
            <a:fld id="{02E19713-9C4A-7245-9E88-240452797298}" type="slidenum">
              <a:rPr lang="en-US" altLang="en-US" smtClean="0"/>
              <a:pPr/>
              <a:t>21</a:t>
            </a:fld>
            <a:endParaRPr lang="en-US" altLang="en-US"/>
          </a:p>
        </p:txBody>
      </p:sp>
    </p:spTree>
    <p:extLst>
      <p:ext uri="{BB962C8B-B14F-4D97-AF65-F5344CB8AC3E}">
        <p14:creationId xmlns:p14="http://schemas.microsoft.com/office/powerpoint/2010/main" val="2173448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81100" y="696913"/>
            <a:ext cx="4648200" cy="3486150"/>
          </a:xfrm>
        </p:spPr>
      </p:sp>
      <p:sp>
        <p:nvSpPr>
          <p:cNvPr id="3" name="Marcador de notas 2"/>
          <p:cNvSpPr>
            <a:spLocks noGrp="1"/>
          </p:cNvSpPr>
          <p:nvPr>
            <p:ph type="body" idx="1"/>
          </p:nvPr>
        </p:nvSpPr>
        <p:spPr/>
        <p:txBody>
          <a:bodyPr/>
          <a:lstStyle/>
          <a:p>
            <a:endParaRPr lang="en-US" baseline="0" dirty="0"/>
          </a:p>
        </p:txBody>
      </p:sp>
      <p:sp>
        <p:nvSpPr>
          <p:cNvPr id="4" name="Marcador de número de diapositiva 3"/>
          <p:cNvSpPr>
            <a:spLocks noGrp="1"/>
          </p:cNvSpPr>
          <p:nvPr>
            <p:ph type="sldNum" sz="quarter" idx="10"/>
          </p:nvPr>
        </p:nvSpPr>
        <p:spPr/>
        <p:txBody>
          <a:bodyPr/>
          <a:lstStyle/>
          <a:p>
            <a:fld id="{33A2F704-0392-374E-9548-FE28CBDE16B0}" type="slidenum">
              <a:rPr lang="en-US" smtClean="0"/>
              <a:t>22</a:t>
            </a:fld>
            <a:endParaRPr lang="en-US"/>
          </a:p>
        </p:txBody>
      </p:sp>
    </p:spTree>
    <p:extLst>
      <p:ext uri="{BB962C8B-B14F-4D97-AF65-F5344CB8AC3E}">
        <p14:creationId xmlns:p14="http://schemas.microsoft.com/office/powerpoint/2010/main" val="2622395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2E19713-9C4A-7245-9E88-240452797298}" type="slidenum">
              <a:rPr lang="en-US" altLang="en-US" smtClean="0"/>
              <a:pPr/>
              <a:t>27</a:t>
            </a:fld>
            <a:endParaRPr lang="en-US" altLang="en-US"/>
          </a:p>
        </p:txBody>
      </p:sp>
    </p:spTree>
    <p:extLst>
      <p:ext uri="{BB962C8B-B14F-4D97-AF65-F5344CB8AC3E}">
        <p14:creationId xmlns:p14="http://schemas.microsoft.com/office/powerpoint/2010/main" val="21021781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81100" y="696913"/>
            <a:ext cx="4648200" cy="3486150"/>
          </a:xfrm>
        </p:spPr>
      </p:sp>
      <p:sp>
        <p:nvSpPr>
          <p:cNvPr id="3" name="Marcador de notas 2"/>
          <p:cNvSpPr>
            <a:spLocks noGrp="1"/>
          </p:cNvSpPr>
          <p:nvPr>
            <p:ph type="body" idx="1"/>
          </p:nvPr>
        </p:nvSpPr>
        <p:spPr/>
        <p:txBody>
          <a:bodyPr/>
          <a:lstStyle/>
          <a:p>
            <a:endParaRPr lang="en-US" baseline="0" dirty="0"/>
          </a:p>
        </p:txBody>
      </p:sp>
      <p:sp>
        <p:nvSpPr>
          <p:cNvPr id="4" name="Marcador de número de diapositiva 3"/>
          <p:cNvSpPr>
            <a:spLocks noGrp="1"/>
          </p:cNvSpPr>
          <p:nvPr>
            <p:ph type="sldNum" sz="quarter" idx="10"/>
          </p:nvPr>
        </p:nvSpPr>
        <p:spPr/>
        <p:txBody>
          <a:bodyPr/>
          <a:lstStyle/>
          <a:p>
            <a:fld id="{33A2F704-0392-374E-9548-FE28CBDE16B0}" type="slidenum">
              <a:rPr lang="en-US" smtClean="0"/>
              <a:t>28</a:t>
            </a:fld>
            <a:endParaRPr lang="en-US"/>
          </a:p>
        </p:txBody>
      </p:sp>
    </p:spTree>
    <p:extLst>
      <p:ext uri="{BB962C8B-B14F-4D97-AF65-F5344CB8AC3E}">
        <p14:creationId xmlns:p14="http://schemas.microsoft.com/office/powerpoint/2010/main" val="24500333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0751ED66-052F-F345-A866-5D9267BEF01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38"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09638"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09638"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09638"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09638"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09638" rtl="0" eaLnBrk="1" fontAlgn="base" latinLnBrk="0" hangingPunct="1">
              <a:lnSpc>
                <a:spcPct val="100000"/>
              </a:lnSpc>
              <a:spcBef>
                <a:spcPct val="0"/>
              </a:spcBef>
              <a:spcAft>
                <a:spcPct val="0"/>
              </a:spcAft>
              <a:buClrTx/>
              <a:buSzTx/>
              <a:buFontTx/>
              <a:buNone/>
              <a:tabLst/>
              <a:defRPr/>
            </a:pPr>
            <a:fld id="{5217DDF5-C42C-4C43-AFC1-C054C587D8BE}"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09638" rtl="0" eaLnBrk="1" fontAlgn="base" latinLnBrk="0" hangingPunct="1">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2946" name="Rectangle 2">
            <a:extLst>
              <a:ext uri="{FF2B5EF4-FFF2-40B4-BE49-F238E27FC236}">
                <a16:creationId xmlns:a16="http://schemas.microsoft.com/office/drawing/2014/main" id="{FC9B272A-7862-5246-B92D-650FA9ED5C6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Rectangle 3">
            <a:extLst>
              <a:ext uri="{FF2B5EF4-FFF2-40B4-BE49-F238E27FC236}">
                <a16:creationId xmlns:a16="http://schemas.microsoft.com/office/drawing/2014/main" id="{8EAD5BDE-EBA0-8B46-A345-E988A62A24E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1602070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latin typeface="Arial" panose="020B0604020202020204" pitchFamily="34" charset="0"/>
                <a:ea typeface="ＭＳ Ｐゴシック" panose="020B0600070205080204" pitchFamily="34" charset="-128"/>
              </a:rPr>
              <a:t>Link to the GTX 200 series white paper:</a:t>
            </a:r>
          </a:p>
          <a:p>
            <a:r>
              <a:rPr lang="en-US" altLang="en-US" dirty="0">
                <a:latin typeface="Arial" panose="020B0604020202020204" pitchFamily="34" charset="0"/>
                <a:ea typeface="ＭＳ Ｐゴシック" panose="020B0600070205080204" pitchFamily="34" charset="-128"/>
              </a:rPr>
              <a:t>https://</a:t>
            </a:r>
            <a:r>
              <a:rPr lang="en-US" altLang="en-US" dirty="0" err="1">
                <a:latin typeface="Arial" panose="020B0604020202020204" pitchFamily="34" charset="0"/>
                <a:ea typeface="ＭＳ Ｐゴシック" panose="020B0600070205080204" pitchFamily="34" charset="-128"/>
              </a:rPr>
              <a:t>www.nvidia.com</a:t>
            </a:r>
            <a:r>
              <a:rPr lang="en-US" altLang="en-US" dirty="0">
                <a:latin typeface="Arial" panose="020B0604020202020204" pitchFamily="34" charset="0"/>
                <a:ea typeface="ＭＳ Ｐゴシック" panose="020B0600070205080204" pitchFamily="34" charset="-128"/>
              </a:rPr>
              <a:t>/docs/IO/55506/GeForce_GTX_200_GPU_Technical_Brief.pdf</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The NVIDIA GeForce GTX 285 was launched on January 2009.</a:t>
            </a:r>
          </a:p>
          <a:p>
            <a:endParaRPr lang="en-US" altLang="en-US" dirty="0">
              <a:latin typeface="Arial" panose="020B0604020202020204" pitchFamily="34" charset="0"/>
              <a:ea typeface="ＭＳ Ｐゴシック" panose="020B0600070205080204" pitchFamily="34" charset="-128"/>
            </a:endParaRPr>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42463709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Slide Image Placeholder 1">
            <a:extLst>
              <a:ext uri="{FF2B5EF4-FFF2-40B4-BE49-F238E27FC236}">
                <a16:creationId xmlns:a16="http://schemas.microsoft.com/office/drawing/2014/main" id="{30E29D91-8F14-A14D-896D-7AFF8A561177}"/>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2" name="Notes Placeholder 2">
            <a:extLst>
              <a:ext uri="{FF2B5EF4-FFF2-40B4-BE49-F238E27FC236}">
                <a16:creationId xmlns:a16="http://schemas.microsoft.com/office/drawing/2014/main" id="{8CAC2566-D4B6-BE42-B016-6C7F7185785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latin typeface="Arial" panose="020B0604020202020204" pitchFamily="34" charset="0"/>
                <a:ea typeface="ＭＳ Ｐゴシック" panose="020B0600070205080204" pitchFamily="34" charset="-128"/>
              </a:rPr>
              <a:t>30 * 32 * 32 = 30 * 1024 = 30K fragments</a:t>
            </a:r>
          </a:p>
          <a:p>
            <a:r>
              <a:rPr lang="en-US" altLang="en-US">
                <a:latin typeface="Arial" panose="020B0604020202020204" pitchFamily="34" charset="0"/>
                <a:ea typeface="ＭＳ Ｐゴシック" panose="020B0600070205080204" pitchFamily="34" charset="-128"/>
              </a:rPr>
              <a:t>64KB register file = 16 32-bit registers per thread = 64B (1/32 that of LRB)</a:t>
            </a:r>
          </a:p>
          <a:p>
            <a:r>
              <a:rPr lang="en-US" altLang="en-US">
                <a:latin typeface="Arial" panose="020B0604020202020204" pitchFamily="34" charset="0"/>
                <a:ea typeface="ＭＳ Ｐゴシック" panose="020B0600070205080204" pitchFamily="34" charset="-128"/>
              </a:rPr>
              <a:t>16KB of shared scratch</a:t>
            </a:r>
          </a:p>
          <a:p>
            <a:endParaRPr lang="en-US" altLang="en-US">
              <a:latin typeface="Arial" panose="020B0604020202020204" pitchFamily="34" charset="0"/>
              <a:ea typeface="ＭＳ Ｐゴシック" panose="020B0600070205080204" pitchFamily="34" charset="-128"/>
            </a:endParaRPr>
          </a:p>
          <a:p>
            <a:r>
              <a:rPr lang="en-US" altLang="en-US">
                <a:latin typeface="Arial" panose="020B0604020202020204" pitchFamily="34" charset="0"/>
                <a:ea typeface="ＭＳ Ｐゴシック" panose="020B0600070205080204" pitchFamily="34" charset="-128"/>
              </a:rPr>
              <a:t>80KB / core available to software</a:t>
            </a:r>
          </a:p>
        </p:txBody>
      </p:sp>
      <p:sp>
        <p:nvSpPr>
          <p:cNvPr id="87043" name="Slide Number Placeholder 3">
            <a:extLst>
              <a:ext uri="{FF2B5EF4-FFF2-40B4-BE49-F238E27FC236}">
                <a16:creationId xmlns:a16="http://schemas.microsoft.com/office/drawing/2014/main" id="{4CDACA4F-C50F-694C-9596-9E29C905BC8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06539D5-D8F8-0841-9AF5-C381A0FCA1A9}"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962397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Slide Image Placeholder 1">
            <a:extLst>
              <a:ext uri="{FF2B5EF4-FFF2-40B4-BE49-F238E27FC236}">
                <a16:creationId xmlns:a16="http://schemas.microsoft.com/office/drawing/2014/main" id="{4B7A4271-45BB-EF48-B6C3-F876E5286524}"/>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8" name="Notes Placeholder 2">
            <a:extLst>
              <a:ext uri="{FF2B5EF4-FFF2-40B4-BE49-F238E27FC236}">
                <a16:creationId xmlns:a16="http://schemas.microsoft.com/office/drawing/2014/main" id="{878D0853-472C-6E43-94BE-F772C2CEA04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latin typeface="Arial" panose="020B0604020202020204" pitchFamily="34" charset="0"/>
                <a:ea typeface="ＭＳ Ｐゴシック" panose="020B0600070205080204" pitchFamily="34" charset="-128"/>
              </a:rPr>
              <a:t>If you</a:t>
            </a:r>
            <a:r>
              <a:rPr lang="ja-JP" altLang="en-US">
                <a:latin typeface="Arial" panose="020B0604020202020204" pitchFamily="34" charset="0"/>
                <a:ea typeface="ＭＳ Ｐゴシック" panose="020B0600070205080204" pitchFamily="34" charset="-128"/>
              </a:rPr>
              <a:t>’</a:t>
            </a:r>
            <a:r>
              <a:rPr lang="en-US" altLang="ja-JP">
                <a:latin typeface="Arial" panose="020B0604020202020204" pitchFamily="34" charset="0"/>
                <a:ea typeface="ＭＳ Ｐゴシック" panose="020B0600070205080204" pitchFamily="34" charset="-128"/>
              </a:rPr>
              <a:t>re running a CUDA program, and your not launching 30K threads, you are certainly not getting full latency hiding, and you might not be using the GPU well</a:t>
            </a:r>
            <a:endParaRPr lang="en-US" altLang="en-US">
              <a:latin typeface="Arial" panose="020B0604020202020204" pitchFamily="34" charset="0"/>
              <a:ea typeface="ＭＳ Ｐゴシック" panose="020B0600070205080204" pitchFamily="34" charset="-128"/>
            </a:endParaRPr>
          </a:p>
        </p:txBody>
      </p:sp>
      <p:sp>
        <p:nvSpPr>
          <p:cNvPr id="91139" name="Slide Number Placeholder 3">
            <a:extLst>
              <a:ext uri="{FF2B5EF4-FFF2-40B4-BE49-F238E27FC236}">
                <a16:creationId xmlns:a16="http://schemas.microsoft.com/office/drawing/2014/main" id="{3175FFC7-26FE-8E43-BC2A-3D6F3AC5FD5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2619D99D-F6B0-AF4D-AC44-7E9B7ECC0C4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1284850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a typeface="ＭＳ Ｐゴシック" panose="020B0600070205080204" pitchFamily="34" charset="-128"/>
            </a:endParaRPr>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33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5012012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latin typeface="Arial" panose="020B0604020202020204" pitchFamily="34" charset="0"/>
                <a:ea typeface="ＭＳ Ｐゴシック" panose="020B0600070205080204" pitchFamily="34" charset="-128"/>
              </a:rPr>
              <a:t>CUDA core</a:t>
            </a:r>
            <a:r>
              <a:rPr lang="zh-CN" altLang="en-US" dirty="0">
                <a:latin typeface="Arial" panose="020B0604020202020204" pitchFamily="34" charset="0"/>
                <a:ea typeface="ＭＳ Ｐゴシック" panose="020B0600070205080204" pitchFamily="34" charset="-128"/>
              </a:rPr>
              <a:t>： </a:t>
            </a:r>
            <a:r>
              <a:rPr lang="en-US" altLang="zh-CN" dirty="0">
                <a:latin typeface="Arial" panose="020B0604020202020204" pitchFamily="34" charset="0"/>
                <a:ea typeface="ＭＳ Ｐゴシック" panose="020B0600070205080204" pitchFamily="34" charset="-128"/>
              </a:rPr>
              <a:t>stream processor</a:t>
            </a:r>
            <a:endParaRPr lang="en-US" altLang="en-US" dirty="0">
              <a:latin typeface="Arial" panose="020B0604020202020204" pitchFamily="34" charset="0"/>
              <a:ea typeface="ＭＳ Ｐゴシック" panose="020B0600070205080204" pitchFamily="34" charset="-128"/>
            </a:endParaRPr>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34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3109609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a typeface="ＭＳ Ｐゴシック" panose="020B0600070205080204" pitchFamily="34" charset="-128"/>
            </a:endParaRPr>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35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6909633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a:solidFill>
                  <a:schemeClr val="tx1"/>
                </a:solidFill>
                <a:effectLst/>
                <a:latin typeface="+mn-lt"/>
                <a:ea typeface="ＭＳ Ｐゴシック" charset="0"/>
                <a:cs typeface="ＭＳ Ｐゴシック" charset="0"/>
              </a:rPr>
              <a:t>5 HBM2 stacks, 10 512-bit memory controllers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i="0" u="none" strike="noStrike" kern="1200" dirty="0">
              <a:solidFill>
                <a:schemeClr val="tx1"/>
              </a:solidFill>
              <a:effectLst/>
              <a:latin typeface="+mn-lt"/>
              <a:ea typeface="ＭＳ Ｐゴシック" charset="0"/>
              <a:cs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a:solidFill>
                  <a:schemeClr val="tx1"/>
                </a:solidFill>
                <a:effectLst/>
                <a:latin typeface="+mn-lt"/>
                <a:ea typeface="ＭＳ Ｐゴシック" charset="0"/>
                <a:cs typeface="ＭＳ Ｐゴシック" charset="0"/>
              </a:rPr>
              <a:t>Sparsity is possible in deep learning because the importance of individual weights evolves during the learning process, and by the end of network training, only a subset of weights have acquired a meaningful purpose in determining the learned output. The remaining weights are no longer needed (see </a:t>
            </a:r>
            <a:r>
              <a:rPr lang="en-US" sz="1200" dirty="0"/>
              <a:t>https://</a:t>
            </a:r>
            <a:r>
              <a:rPr lang="en-US" sz="1200" dirty="0" err="1"/>
              <a:t>developer.nvidia.com</a:t>
            </a:r>
            <a:r>
              <a:rPr lang="en-US" sz="1200" dirty="0"/>
              <a:t>/blog/</a:t>
            </a:r>
            <a:r>
              <a:rPr lang="en-US" sz="1200" dirty="0" err="1"/>
              <a:t>nvidia</a:t>
            </a:r>
            <a:r>
              <a:rPr lang="en-US" sz="1200" dirty="0"/>
              <a:t>-ampere-architecture-in-depth/</a:t>
            </a:r>
            <a:r>
              <a:rPr lang="en-US" sz="1200" dirty="0">
                <a:latin typeface="Arial" panose="020B0604020202020204" pitchFamily="34" charset="0"/>
                <a:ea typeface="ＭＳ Ｐゴシック" panose="020B0600070205080204" pitchFamily="34" charset="-128"/>
              </a:rPr>
              <a:t>).</a:t>
            </a:r>
            <a:endParaRPr 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i="0" u="none" strike="noStrike" kern="1200" dirty="0">
              <a:solidFill>
                <a:schemeClr val="tx1"/>
              </a:solidFill>
              <a:effectLst/>
              <a:latin typeface="+mn-lt"/>
              <a:ea typeface="ＭＳ Ｐゴシック" charset="0"/>
              <a:cs typeface="ＭＳ Ｐゴシック" charset="0"/>
            </a:endParaRPr>
          </a:p>
          <a:p>
            <a:r>
              <a:rPr lang="en-US" altLang="en-US" dirty="0">
                <a:latin typeface="Arial" panose="020B0604020202020204" pitchFamily="34" charset="0"/>
                <a:ea typeface="ＭＳ Ｐゴシック" panose="020B0600070205080204" pitchFamily="34" charset="-128"/>
              </a:rPr>
              <a:t>TensorFloat-32 (TF32) uses 8 bit for exponent and 10 bits for mantissa. This way, TF32 provides the range of FP32 with the precision of FP16 </a:t>
            </a:r>
            <a:r>
              <a:rPr lang="en-US" sz="1200" b="0" i="0" u="none" strike="noStrike" kern="1200" dirty="0">
                <a:solidFill>
                  <a:schemeClr val="tx1"/>
                </a:solidFill>
                <a:effectLst/>
                <a:latin typeface="+mn-lt"/>
                <a:ea typeface="ＭＳ Ｐゴシック" charset="0"/>
                <a:cs typeface="ＭＳ Ｐゴシック" charset="0"/>
              </a:rPr>
              <a:t>(see </a:t>
            </a:r>
            <a:r>
              <a:rPr lang="en-US" sz="1200" dirty="0"/>
              <a:t>https://</a:t>
            </a:r>
            <a:r>
              <a:rPr lang="en-US" sz="1200" dirty="0" err="1"/>
              <a:t>developer.nvidia.com</a:t>
            </a:r>
            <a:r>
              <a:rPr lang="en-US" sz="1200" dirty="0"/>
              <a:t>/blog/</a:t>
            </a:r>
            <a:r>
              <a:rPr lang="en-US" sz="1200" dirty="0" err="1"/>
              <a:t>nvidia</a:t>
            </a:r>
            <a:r>
              <a:rPr lang="en-US" sz="1200" dirty="0"/>
              <a:t>-ampere-architecture-in-depth/</a:t>
            </a:r>
            <a:r>
              <a:rPr lang="en-US" sz="1200" dirty="0">
                <a:latin typeface="Arial" panose="020B0604020202020204" pitchFamily="34" charset="0"/>
                <a:ea typeface="ＭＳ Ｐゴシック" panose="020B0600070205080204" pitchFamily="34" charset="-128"/>
              </a:rPr>
              <a:t>).</a:t>
            </a:r>
            <a:endParaRPr lang="en-US" altLang="en-US" dirty="0">
              <a:latin typeface="Arial" panose="020B0604020202020204" pitchFamily="34" charset="0"/>
              <a:ea typeface="ＭＳ Ｐゴシック" panose="020B0600070205080204" pitchFamily="34" charset="-128"/>
            </a:endParaRPr>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36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4937126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a:solidFill>
                  <a:schemeClr val="tx1"/>
                </a:solidFill>
                <a:effectLst/>
                <a:latin typeface="+mn-lt"/>
                <a:ea typeface="ＭＳ Ｐゴシック" charset="0"/>
                <a:cs typeface="ＭＳ Ｐゴシック" charset="0"/>
              </a:rPr>
              <a:t>The A100 GPU includes 40 MB of L2 cache, which is 6.7x larger than V100 L2 </a:t>
            </a:r>
            <a:r>
              <a:rPr lang="en-US" sz="1200" b="0" i="0" u="none" strike="noStrike" kern="1200" dirty="0" err="1">
                <a:solidFill>
                  <a:schemeClr val="tx1"/>
                </a:solidFill>
                <a:effectLst/>
                <a:latin typeface="+mn-lt"/>
                <a:ea typeface="ＭＳ Ｐゴシック" charset="0"/>
                <a:cs typeface="ＭＳ Ｐゴシック" charset="0"/>
              </a:rPr>
              <a:t>cache.The</a:t>
            </a:r>
            <a:r>
              <a:rPr lang="en-US" sz="1200" b="0" i="0" u="none" strike="noStrike" kern="1200" dirty="0">
                <a:solidFill>
                  <a:schemeClr val="tx1"/>
                </a:solidFill>
                <a:effectLst/>
                <a:latin typeface="+mn-lt"/>
                <a:ea typeface="ＭＳ Ｐゴシック" charset="0"/>
                <a:cs typeface="ＭＳ Ｐゴシック" charset="0"/>
              </a:rPr>
              <a:t> L2 cache is divided into two partitions to enable higher bandwidth and lower latency memory access. Each L2 partition localizes and caches data for memory accesses from SMs in the GPCs directly connected to the partition. This structure enables A100 to deliver a 2.3x L2 bandwidth increase over V100 (see </a:t>
            </a:r>
            <a:r>
              <a:rPr lang="en-US" sz="1200" dirty="0"/>
              <a:t>https://</a:t>
            </a:r>
            <a:r>
              <a:rPr lang="en-US" sz="1200" dirty="0" err="1"/>
              <a:t>developer.nvidia.com</a:t>
            </a:r>
            <a:r>
              <a:rPr lang="en-US" sz="1200" dirty="0"/>
              <a:t>/blog/</a:t>
            </a:r>
            <a:r>
              <a:rPr lang="en-US" sz="1200" dirty="0" err="1"/>
              <a:t>nvidia</a:t>
            </a:r>
            <a:r>
              <a:rPr lang="en-US" sz="1200" dirty="0"/>
              <a:t>-ampere-architecture-in-depth/</a:t>
            </a:r>
            <a:r>
              <a:rPr lang="en-US" sz="1200" dirty="0">
                <a:latin typeface="Arial" panose="020B0604020202020204" pitchFamily="34" charset="0"/>
                <a:ea typeface="ＭＳ Ｐゴシック" panose="020B0600070205080204" pitchFamily="34" charset="-128"/>
              </a:rPr>
              <a:t>).</a:t>
            </a:r>
            <a:endParaRPr lang="en-US" sz="1200" dirty="0"/>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37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1694499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a:solidFill>
                  <a:schemeClr val="tx1"/>
                </a:solidFill>
                <a:effectLst/>
                <a:latin typeface="+mn-lt"/>
                <a:ea typeface="ＭＳ Ｐゴシック" charset="0"/>
                <a:cs typeface="ＭＳ Ｐゴシック" charset="0"/>
              </a:rPr>
              <a:t>5 HBM2 stacks, 10 512-bit memory controllers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i="0" u="none" strike="noStrike" kern="1200" dirty="0">
              <a:solidFill>
                <a:schemeClr val="tx1"/>
              </a:solidFill>
              <a:effectLst/>
              <a:latin typeface="+mn-lt"/>
              <a:ea typeface="ＭＳ Ｐゴシック" charset="0"/>
              <a:cs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a:solidFill>
                  <a:schemeClr val="tx1"/>
                </a:solidFill>
                <a:effectLst/>
                <a:latin typeface="+mn-lt"/>
                <a:ea typeface="ＭＳ Ｐゴシック" charset="0"/>
                <a:cs typeface="ＭＳ Ｐゴシック" charset="0"/>
              </a:rPr>
              <a:t>Sparsity is possible in deep learning because the importance of individual weights evolves during the learning process, and by the end of network training, only a subset of weights have acquired a meaningful purpose in determining the learned output. The remaining weights are no longer needed (see </a:t>
            </a:r>
            <a:r>
              <a:rPr lang="en-US" sz="1200" dirty="0"/>
              <a:t>https://</a:t>
            </a:r>
            <a:r>
              <a:rPr lang="en-US" sz="1200" dirty="0" err="1"/>
              <a:t>developer.nvidia.com</a:t>
            </a:r>
            <a:r>
              <a:rPr lang="en-US" sz="1200" dirty="0"/>
              <a:t>/blog/</a:t>
            </a:r>
            <a:r>
              <a:rPr lang="en-US" sz="1200" dirty="0" err="1"/>
              <a:t>nvidia</a:t>
            </a:r>
            <a:r>
              <a:rPr lang="en-US" sz="1200" dirty="0"/>
              <a:t>-ampere-architecture-in-depth/</a:t>
            </a:r>
            <a:r>
              <a:rPr lang="en-US" sz="1200" dirty="0">
                <a:latin typeface="Arial" panose="020B0604020202020204" pitchFamily="34" charset="0"/>
                <a:ea typeface="ＭＳ Ｐゴシック" panose="020B0600070205080204" pitchFamily="34" charset="-128"/>
              </a:rPr>
              <a:t>).</a:t>
            </a:r>
            <a:endParaRPr 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i="0" u="none" strike="noStrike" kern="1200" dirty="0">
              <a:solidFill>
                <a:schemeClr val="tx1"/>
              </a:solidFill>
              <a:effectLst/>
              <a:latin typeface="+mn-lt"/>
              <a:ea typeface="ＭＳ Ｐゴシック" charset="0"/>
              <a:cs typeface="ＭＳ Ｐゴシック" charset="0"/>
            </a:endParaRPr>
          </a:p>
          <a:p>
            <a:r>
              <a:rPr lang="en-US" altLang="en-US" dirty="0">
                <a:latin typeface="Arial" panose="020B0604020202020204" pitchFamily="34" charset="0"/>
                <a:ea typeface="ＭＳ Ｐゴシック" panose="020B0600070205080204" pitchFamily="34" charset="-128"/>
              </a:rPr>
              <a:t>TensorFloat-32 (TF32) uses 8 bit for exponent and 10 bits for mantissa. This way, TF32 provides the range of FP32 with the precision of FP16 </a:t>
            </a:r>
            <a:r>
              <a:rPr lang="en-US" sz="1200" b="0" i="0" u="none" strike="noStrike" kern="1200" dirty="0">
                <a:solidFill>
                  <a:schemeClr val="tx1"/>
                </a:solidFill>
                <a:effectLst/>
                <a:latin typeface="+mn-lt"/>
                <a:ea typeface="ＭＳ Ｐゴシック" charset="0"/>
                <a:cs typeface="ＭＳ Ｐゴシック" charset="0"/>
              </a:rPr>
              <a:t>(see </a:t>
            </a:r>
            <a:r>
              <a:rPr lang="en-US" sz="1200" dirty="0"/>
              <a:t>https://</a:t>
            </a:r>
            <a:r>
              <a:rPr lang="en-US" sz="1200" dirty="0" err="1"/>
              <a:t>developer.nvidia.com</a:t>
            </a:r>
            <a:r>
              <a:rPr lang="en-US" sz="1200" dirty="0"/>
              <a:t>/blog/</a:t>
            </a:r>
            <a:r>
              <a:rPr lang="en-US" sz="1200" dirty="0" err="1"/>
              <a:t>nvidia</a:t>
            </a:r>
            <a:r>
              <a:rPr lang="en-US" sz="1200" dirty="0"/>
              <a:t>-ampere-architecture-in-depth/</a:t>
            </a:r>
            <a:r>
              <a:rPr lang="en-US" sz="1200" dirty="0">
                <a:latin typeface="Arial" panose="020B0604020202020204" pitchFamily="34" charset="0"/>
                <a:ea typeface="ＭＳ Ｐゴシック" panose="020B0600070205080204" pitchFamily="34" charset="-128"/>
              </a:rPr>
              <a:t>).</a:t>
            </a:r>
            <a:endParaRPr lang="en-US" altLang="en-US" dirty="0">
              <a:latin typeface="Arial" panose="020B0604020202020204" pitchFamily="34" charset="0"/>
              <a:ea typeface="ＭＳ Ｐゴシック" panose="020B0600070205080204" pitchFamily="34" charset="-128"/>
            </a:endParaRPr>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38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5220314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a:solidFill>
                  <a:schemeClr val="tx1"/>
                </a:solidFill>
                <a:effectLst/>
                <a:latin typeface="+mn-lt"/>
                <a:ea typeface="ＭＳ Ｐゴシック" charset="0"/>
                <a:cs typeface="ＭＳ Ｐゴシック" charset="0"/>
              </a:rPr>
              <a:t>The A100 GPU includes 40 MB of L2 cache, which is 6.7x larger than V100 L2 </a:t>
            </a:r>
            <a:r>
              <a:rPr lang="en-US" sz="1200" b="0" i="0" u="none" strike="noStrike" kern="1200" dirty="0" err="1">
                <a:solidFill>
                  <a:schemeClr val="tx1"/>
                </a:solidFill>
                <a:effectLst/>
                <a:latin typeface="+mn-lt"/>
                <a:ea typeface="ＭＳ Ｐゴシック" charset="0"/>
                <a:cs typeface="ＭＳ Ｐゴシック" charset="0"/>
              </a:rPr>
              <a:t>cache.The</a:t>
            </a:r>
            <a:r>
              <a:rPr lang="en-US" sz="1200" b="0" i="0" u="none" strike="noStrike" kern="1200" dirty="0">
                <a:solidFill>
                  <a:schemeClr val="tx1"/>
                </a:solidFill>
                <a:effectLst/>
                <a:latin typeface="+mn-lt"/>
                <a:ea typeface="ＭＳ Ｐゴシック" charset="0"/>
                <a:cs typeface="ＭＳ Ｐゴシック" charset="0"/>
              </a:rPr>
              <a:t> L2 cache is divided into two partitions to enable higher bandwidth and lower latency memory access. Each L2 partition localizes and caches data for memory accesses from SMs in the GPCs directly connected to the partition. This structure enables A100 to deliver a 2.3x L2 bandwidth increase over V100 (see </a:t>
            </a:r>
            <a:r>
              <a:rPr lang="en-US" sz="1200" dirty="0"/>
              <a:t>https://</a:t>
            </a:r>
            <a:r>
              <a:rPr lang="en-US" sz="1200" dirty="0" err="1"/>
              <a:t>developer.nvidia.com</a:t>
            </a:r>
            <a:r>
              <a:rPr lang="en-US" sz="1200" dirty="0"/>
              <a:t>/blog/</a:t>
            </a:r>
            <a:r>
              <a:rPr lang="en-US" sz="1200" dirty="0" err="1"/>
              <a:t>nvidia</a:t>
            </a:r>
            <a:r>
              <a:rPr lang="en-US" sz="1200" dirty="0"/>
              <a:t>-ampere-architecture-in-depth/</a:t>
            </a:r>
            <a:r>
              <a:rPr lang="en-US" sz="1200" dirty="0">
                <a:latin typeface="Arial" panose="020B0604020202020204" pitchFamily="34" charset="0"/>
                <a:ea typeface="ＭＳ Ｐゴシック" panose="020B0600070205080204" pitchFamily="34" charset="-128"/>
              </a:rPr>
              <a:t>).</a:t>
            </a:r>
            <a:endParaRPr lang="en-US" sz="1200" dirty="0"/>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39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591615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latin typeface="Arial" panose="020B0604020202020204" pitchFamily="34" charset="0"/>
                <a:ea typeface="ＭＳ Ｐゴシック" panose="020B0600070205080204" pitchFamily="34" charset="-128"/>
              </a:rPr>
              <a:t>军迷：</a:t>
            </a:r>
            <a:endParaRPr lang="en-US" altLang="zh-CN" dirty="0">
              <a:latin typeface="Arial" panose="020B0604020202020204" pitchFamily="34" charset="0"/>
              <a:ea typeface="ＭＳ Ｐゴシック" panose="020B0600070205080204" pitchFamily="34" charset="-128"/>
            </a:endParaRPr>
          </a:p>
          <a:p>
            <a:r>
              <a:rPr lang="zh-CN" altLang="en-US" dirty="0">
                <a:latin typeface="Arial" panose="020B0604020202020204" pitchFamily="34" charset="0"/>
                <a:ea typeface="ＭＳ Ｐゴシック" panose="020B0600070205080204" pitchFamily="34" charset="-128"/>
              </a:rPr>
              <a:t>算力：武器 坦克等</a:t>
            </a:r>
            <a:endParaRPr lang="en-US" altLang="zh-CN" dirty="0">
              <a:latin typeface="Arial" panose="020B0604020202020204" pitchFamily="34" charset="0"/>
              <a:ea typeface="ＭＳ Ｐゴシック" panose="020B0600070205080204" pitchFamily="34" charset="-128"/>
            </a:endParaRPr>
          </a:p>
          <a:p>
            <a:r>
              <a:rPr lang="zh-CN" altLang="en-US" dirty="0">
                <a:latin typeface="Arial" panose="020B0604020202020204" pitchFamily="34" charset="0"/>
                <a:ea typeface="ＭＳ Ｐゴシック" panose="020B0600070205080204" pitchFamily="34" charset="-128"/>
              </a:rPr>
              <a:t>内存：后勤 </a:t>
            </a:r>
            <a:endParaRPr lang="en-US" altLang="en-US" dirty="0">
              <a:latin typeface="Arial" panose="020B0604020202020204" pitchFamily="34" charset="0"/>
              <a:ea typeface="ＭＳ Ｐゴシック" panose="020B0600070205080204" pitchFamily="34" charset="-128"/>
            </a:endParaRPr>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40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6845715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81100" y="696913"/>
            <a:ext cx="4648200" cy="3486150"/>
          </a:xfrm>
        </p:spPr>
      </p:sp>
      <p:sp>
        <p:nvSpPr>
          <p:cNvPr id="3" name="Marcador de notas 2"/>
          <p:cNvSpPr>
            <a:spLocks noGrp="1"/>
          </p:cNvSpPr>
          <p:nvPr>
            <p:ph type="body" idx="1"/>
          </p:nvPr>
        </p:nvSpPr>
        <p:spPr/>
        <p:txBody>
          <a:bodyPr/>
          <a:lstStyle/>
          <a:p>
            <a:endParaRPr lang="en-US" baseline="0" dirty="0"/>
          </a:p>
        </p:txBody>
      </p:sp>
      <p:sp>
        <p:nvSpPr>
          <p:cNvPr id="4" name="Marcador de número de diapositiva 3"/>
          <p:cNvSpPr>
            <a:spLocks noGrp="1"/>
          </p:cNvSpPr>
          <p:nvPr>
            <p:ph type="sldNum" sz="quarter" idx="10"/>
          </p:nvPr>
        </p:nvSpPr>
        <p:spPr/>
        <p:txBody>
          <a:bodyPr/>
          <a:lstStyle/>
          <a:p>
            <a:fld id="{33A2F704-0392-374E-9548-FE28CBDE16B0}" type="slidenum">
              <a:rPr lang="en-US" smtClean="0"/>
              <a:t>41</a:t>
            </a:fld>
            <a:endParaRPr lang="en-US"/>
          </a:p>
        </p:txBody>
      </p:sp>
    </p:spTree>
    <p:extLst>
      <p:ext uri="{BB962C8B-B14F-4D97-AF65-F5344CB8AC3E}">
        <p14:creationId xmlns:p14="http://schemas.microsoft.com/office/powerpoint/2010/main" val="28995164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81100" y="696913"/>
            <a:ext cx="4648200" cy="3486150"/>
          </a:xfrm>
        </p:spPr>
      </p:sp>
      <p:sp>
        <p:nvSpPr>
          <p:cNvPr id="3" name="Marcador de notas 2"/>
          <p:cNvSpPr>
            <a:spLocks noGrp="1"/>
          </p:cNvSpPr>
          <p:nvPr>
            <p:ph type="body" idx="1"/>
          </p:nvPr>
        </p:nvSpPr>
        <p:spPr/>
        <p:txBody>
          <a:bodyPr/>
          <a:lstStyle/>
          <a:p>
            <a:endParaRPr lang="en-US" baseline="0" dirty="0"/>
          </a:p>
        </p:txBody>
      </p:sp>
      <p:sp>
        <p:nvSpPr>
          <p:cNvPr id="4" name="Marcador de número de diapositiva 3"/>
          <p:cNvSpPr>
            <a:spLocks noGrp="1"/>
          </p:cNvSpPr>
          <p:nvPr>
            <p:ph type="sldNum" sz="quarter" idx="10"/>
          </p:nvPr>
        </p:nvSpPr>
        <p:spPr/>
        <p:txBody>
          <a:bodyPr/>
          <a:lstStyle/>
          <a:p>
            <a:fld id="{33A2F704-0392-374E-9548-FE28CBDE16B0}" type="slidenum">
              <a:rPr lang="en-US" smtClean="0"/>
              <a:t>48</a:t>
            </a:fld>
            <a:endParaRPr lang="en-US"/>
          </a:p>
        </p:txBody>
      </p:sp>
    </p:spTree>
    <p:extLst>
      <p:ext uri="{BB962C8B-B14F-4D97-AF65-F5344CB8AC3E}">
        <p14:creationId xmlns:p14="http://schemas.microsoft.com/office/powerpoint/2010/main" val="17612124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olidFill>
                  <a:srgbClr val="FF2600"/>
                </a:solidFill>
              </a:rPr>
              <a:t>Wrap</a:t>
            </a:r>
            <a:endParaRPr lang="zh-CN" altLang="en-US" dirty="0"/>
          </a:p>
        </p:txBody>
      </p:sp>
      <p:sp>
        <p:nvSpPr>
          <p:cNvPr id="4" name="灯片编号占位符 3"/>
          <p:cNvSpPr>
            <a:spLocks noGrp="1"/>
          </p:cNvSpPr>
          <p:nvPr>
            <p:ph type="sldNum" sz="quarter" idx="5"/>
          </p:nvPr>
        </p:nvSpPr>
        <p:spPr/>
        <p:txBody>
          <a:bodyPr/>
          <a:lstStyle/>
          <a:p>
            <a:fld id="{02E19713-9C4A-7245-9E88-240452797298}" type="slidenum">
              <a:rPr lang="en-US" altLang="en-US" smtClean="0"/>
              <a:pPr/>
              <a:t>50</a:t>
            </a:fld>
            <a:endParaRPr lang="en-US" altLang="en-US"/>
          </a:p>
        </p:txBody>
      </p:sp>
    </p:spTree>
    <p:extLst>
      <p:ext uri="{BB962C8B-B14F-4D97-AF65-F5344CB8AC3E}">
        <p14:creationId xmlns:p14="http://schemas.microsoft.com/office/powerpoint/2010/main" val="39263667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813575-F3A2-BB4C-A2C5-FE76549AB75D}" type="slidenum">
              <a:rPr lang="en-US"/>
              <a:pPr/>
              <a:t>52</a:t>
            </a:fld>
            <a:endParaRPr lang="en-US"/>
          </a:p>
        </p:txBody>
      </p:sp>
      <p:sp>
        <p:nvSpPr>
          <p:cNvPr id="283650" name="Rectangle 2"/>
          <p:cNvSpPr>
            <a:spLocks noGrp="1" noRot="1" noChangeAspect="1" noChangeArrowheads="1" noTextEdit="1"/>
          </p:cNvSpPr>
          <p:nvPr>
            <p:ph type="sldImg"/>
          </p:nvPr>
        </p:nvSpPr>
        <p:spPr>
          <a:xfrm>
            <a:off x="1181100" y="696913"/>
            <a:ext cx="4648200" cy="3486150"/>
          </a:xfrm>
          <a:ln/>
        </p:spPr>
      </p:sp>
      <p:sp>
        <p:nvSpPr>
          <p:cNvPr id="283651" name="Rectangle 3"/>
          <p:cNvSpPr>
            <a:spLocks noGrp="1" noChangeArrowheads="1"/>
          </p:cNvSpPr>
          <p:nvPr>
            <p:ph type="body" idx="1"/>
          </p:nvPr>
        </p:nvSpPr>
        <p:spPr/>
        <p:txBody>
          <a:bodyPr/>
          <a:lstStyle/>
          <a:p>
            <a:endParaRPr lang="es-ES_tradnl"/>
          </a:p>
        </p:txBody>
      </p:sp>
    </p:spTree>
    <p:extLst>
      <p:ext uri="{BB962C8B-B14F-4D97-AF65-F5344CB8AC3E}">
        <p14:creationId xmlns:p14="http://schemas.microsoft.com/office/powerpoint/2010/main" val="6986153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每个</a:t>
            </a:r>
            <a:r>
              <a:rPr lang="en-US" altLang="zh-CN" dirty="0"/>
              <a:t>block</a:t>
            </a:r>
            <a:r>
              <a:rPr lang="zh-CN" altLang="en-US" dirty="0"/>
              <a:t>有四个</a:t>
            </a:r>
            <a:r>
              <a:rPr lang="en-US" altLang="zh-CN" dirty="0"/>
              <a:t>threads</a:t>
            </a:r>
            <a:r>
              <a:rPr lang="zh-CN" altLang="en-US" dirty="0"/>
              <a:t>。</a:t>
            </a:r>
            <a:endParaRPr lang="en-US" altLang="zh-CN" dirty="0"/>
          </a:p>
          <a:p>
            <a:r>
              <a:rPr lang="en-US" altLang="zh-CN" dirty="0" err="1"/>
              <a:t>blockIdx</a:t>
            </a:r>
            <a:r>
              <a:rPr lang="en-US" altLang="zh-CN" dirty="0"/>
              <a:t> = 0</a:t>
            </a:r>
            <a:endParaRPr lang="zh-CN" altLang="en-US" dirty="0"/>
          </a:p>
        </p:txBody>
      </p:sp>
      <p:sp>
        <p:nvSpPr>
          <p:cNvPr id="4" name="灯片编号占位符 3"/>
          <p:cNvSpPr>
            <a:spLocks noGrp="1"/>
          </p:cNvSpPr>
          <p:nvPr>
            <p:ph type="sldNum" sz="quarter" idx="5"/>
          </p:nvPr>
        </p:nvSpPr>
        <p:spPr/>
        <p:txBody>
          <a:bodyPr/>
          <a:lstStyle/>
          <a:p>
            <a:fld id="{02E19713-9C4A-7245-9E88-240452797298}" type="slidenum">
              <a:rPr lang="en-US" altLang="en-US" smtClean="0"/>
              <a:pPr/>
              <a:t>56</a:t>
            </a:fld>
            <a:endParaRPr lang="en-US" altLang="en-US"/>
          </a:p>
        </p:txBody>
      </p:sp>
    </p:spTree>
    <p:extLst>
      <p:ext uri="{BB962C8B-B14F-4D97-AF65-F5344CB8AC3E}">
        <p14:creationId xmlns:p14="http://schemas.microsoft.com/office/powerpoint/2010/main" val="30277209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olidFill>
                  <a:srgbClr val="FF2600"/>
                </a:solidFill>
              </a:rPr>
              <a:t>Wrap</a:t>
            </a:r>
            <a:endParaRPr lang="zh-CN" altLang="en-US" dirty="0"/>
          </a:p>
        </p:txBody>
      </p:sp>
      <p:sp>
        <p:nvSpPr>
          <p:cNvPr id="4" name="灯片编号占位符 3"/>
          <p:cNvSpPr>
            <a:spLocks noGrp="1"/>
          </p:cNvSpPr>
          <p:nvPr>
            <p:ph type="sldNum" sz="quarter" idx="5"/>
          </p:nvPr>
        </p:nvSpPr>
        <p:spPr/>
        <p:txBody>
          <a:bodyPr/>
          <a:lstStyle/>
          <a:p>
            <a:fld id="{02E19713-9C4A-7245-9E88-240452797298}" type="slidenum">
              <a:rPr lang="en-US" altLang="en-US" smtClean="0"/>
              <a:pPr/>
              <a:t>57</a:t>
            </a:fld>
            <a:endParaRPr lang="en-US" altLang="en-US"/>
          </a:p>
        </p:txBody>
      </p:sp>
    </p:spTree>
    <p:extLst>
      <p:ext uri="{BB962C8B-B14F-4D97-AF65-F5344CB8AC3E}">
        <p14:creationId xmlns:p14="http://schemas.microsoft.com/office/powerpoint/2010/main" val="40038100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baseline="0" dirty="0"/>
          </a:p>
        </p:txBody>
      </p:sp>
      <p:sp>
        <p:nvSpPr>
          <p:cNvPr id="4" name="Marcador de número de diapositiva 3"/>
          <p:cNvSpPr>
            <a:spLocks noGrp="1"/>
          </p:cNvSpPr>
          <p:nvPr>
            <p:ph type="sldNum" sz="quarter" idx="10"/>
          </p:nvPr>
        </p:nvSpPr>
        <p:spPr/>
        <p:txBody>
          <a:bodyPr/>
          <a:lstStyle/>
          <a:p>
            <a:fld id="{33A2F704-0392-374E-9548-FE28CBDE16B0}" type="slidenum">
              <a:rPr lang="en-US" smtClean="0"/>
              <a:t>62</a:t>
            </a:fld>
            <a:endParaRPr lang="en-US"/>
          </a:p>
        </p:txBody>
      </p:sp>
    </p:spTree>
    <p:extLst>
      <p:ext uri="{BB962C8B-B14F-4D97-AF65-F5344CB8AC3E}">
        <p14:creationId xmlns:p14="http://schemas.microsoft.com/office/powerpoint/2010/main" val="10210271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baseline="0" dirty="0"/>
          </a:p>
        </p:txBody>
      </p:sp>
      <p:sp>
        <p:nvSpPr>
          <p:cNvPr id="4" name="Marcador de número de diapositiva 3"/>
          <p:cNvSpPr>
            <a:spLocks noGrp="1"/>
          </p:cNvSpPr>
          <p:nvPr>
            <p:ph type="sldNum" sz="quarter" idx="10"/>
          </p:nvPr>
        </p:nvSpPr>
        <p:spPr/>
        <p:txBody>
          <a:bodyPr/>
          <a:lstStyle/>
          <a:p>
            <a:fld id="{33A2F704-0392-374E-9548-FE28CBDE16B0}" type="slidenum">
              <a:rPr lang="en-US" smtClean="0"/>
              <a:t>63</a:t>
            </a:fld>
            <a:endParaRPr lang="en-US"/>
          </a:p>
        </p:txBody>
      </p:sp>
    </p:spTree>
    <p:extLst>
      <p:ext uri="{BB962C8B-B14F-4D97-AF65-F5344CB8AC3E}">
        <p14:creationId xmlns:p14="http://schemas.microsoft.com/office/powerpoint/2010/main" val="30100263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baseline="0" dirty="0"/>
          </a:p>
        </p:txBody>
      </p:sp>
      <p:sp>
        <p:nvSpPr>
          <p:cNvPr id="4" name="Marcador de número de diapositiva 3"/>
          <p:cNvSpPr>
            <a:spLocks noGrp="1"/>
          </p:cNvSpPr>
          <p:nvPr>
            <p:ph type="sldNum" sz="quarter" idx="10"/>
          </p:nvPr>
        </p:nvSpPr>
        <p:spPr/>
        <p:txBody>
          <a:bodyPr/>
          <a:lstStyle/>
          <a:p>
            <a:fld id="{33A2F704-0392-374E-9548-FE28CBDE16B0}" type="slidenum">
              <a:rPr lang="en-US" smtClean="0"/>
              <a:t>64</a:t>
            </a:fld>
            <a:endParaRPr lang="en-US"/>
          </a:p>
        </p:txBody>
      </p:sp>
    </p:spTree>
    <p:extLst>
      <p:ext uri="{BB962C8B-B14F-4D97-AF65-F5344CB8AC3E}">
        <p14:creationId xmlns:p14="http://schemas.microsoft.com/office/powerpoint/2010/main" val="20681929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81100" y="696913"/>
            <a:ext cx="4648200" cy="3486150"/>
          </a:xfrm>
        </p:spPr>
      </p:sp>
      <p:sp>
        <p:nvSpPr>
          <p:cNvPr id="3" name="Marcador de notas 2"/>
          <p:cNvSpPr>
            <a:spLocks noGrp="1"/>
          </p:cNvSpPr>
          <p:nvPr>
            <p:ph type="body" idx="1"/>
          </p:nvPr>
        </p:nvSpPr>
        <p:spPr/>
        <p:txBody>
          <a:bodyPr/>
          <a:lstStyle/>
          <a:p>
            <a:endParaRPr lang="en-US" baseline="0" dirty="0"/>
          </a:p>
        </p:txBody>
      </p:sp>
      <p:sp>
        <p:nvSpPr>
          <p:cNvPr id="4" name="Marcador de número de diapositiva 3"/>
          <p:cNvSpPr>
            <a:spLocks noGrp="1"/>
          </p:cNvSpPr>
          <p:nvPr>
            <p:ph type="sldNum" sz="quarter" idx="10"/>
          </p:nvPr>
        </p:nvSpPr>
        <p:spPr/>
        <p:txBody>
          <a:bodyPr/>
          <a:lstStyle/>
          <a:p>
            <a:fld id="{33A2F704-0392-374E-9548-FE28CBDE16B0}" type="slidenum">
              <a:rPr lang="en-US" smtClean="0"/>
              <a:t>65</a:t>
            </a:fld>
            <a:endParaRPr lang="en-US"/>
          </a:p>
        </p:txBody>
      </p:sp>
    </p:spTree>
    <p:extLst>
      <p:ext uri="{BB962C8B-B14F-4D97-AF65-F5344CB8AC3E}">
        <p14:creationId xmlns:p14="http://schemas.microsoft.com/office/powerpoint/2010/main" val="24723760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olidFill>
                  <a:srgbClr val="FF2600"/>
                </a:solidFill>
              </a:rPr>
              <a:t>SIMD Wrap </a:t>
            </a:r>
            <a:endParaRPr lang="zh-CN" altLang="en-US" dirty="0"/>
          </a:p>
        </p:txBody>
      </p:sp>
      <p:sp>
        <p:nvSpPr>
          <p:cNvPr id="4" name="灯片编号占位符 3"/>
          <p:cNvSpPr>
            <a:spLocks noGrp="1"/>
          </p:cNvSpPr>
          <p:nvPr>
            <p:ph type="sldNum" sz="quarter" idx="5"/>
          </p:nvPr>
        </p:nvSpPr>
        <p:spPr/>
        <p:txBody>
          <a:bodyPr/>
          <a:lstStyle/>
          <a:p>
            <a:fld id="{02E19713-9C4A-7245-9E88-240452797298}" type="slidenum">
              <a:rPr lang="en-US" altLang="en-US" smtClean="0"/>
              <a:pPr/>
              <a:t>66</a:t>
            </a:fld>
            <a:endParaRPr lang="en-US" altLang="en-US"/>
          </a:p>
        </p:txBody>
      </p:sp>
    </p:spTree>
    <p:extLst>
      <p:ext uri="{BB962C8B-B14F-4D97-AF65-F5344CB8AC3E}">
        <p14:creationId xmlns:p14="http://schemas.microsoft.com/office/powerpoint/2010/main" val="25874023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a:extLst>
              <a:ext uri="{FF2B5EF4-FFF2-40B4-BE49-F238E27FC236}">
                <a16:creationId xmlns:a16="http://schemas.microsoft.com/office/drawing/2014/main" id="{6184AD05-EC8C-3A4C-9694-4C3DDDE5FF3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2" name="Notes Placeholder 2">
            <a:extLst>
              <a:ext uri="{FF2B5EF4-FFF2-40B4-BE49-F238E27FC236}">
                <a16:creationId xmlns:a16="http://schemas.microsoft.com/office/drawing/2014/main" id="{0815A2FB-BE72-D946-AFBD-A42CE90E374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latin typeface="Arial" panose="020B0604020202020204" pitchFamily="34" charset="0"/>
                <a:ea typeface="ＭＳ Ｐゴシック" panose="020B0600070205080204" pitchFamily="34" charset="-128"/>
              </a:rPr>
              <a:t>In SIMD, you need to specify the data array + an instruction (on which to operate the data on) + THE INSTRUCTION WIDTH.</a:t>
            </a:r>
            <a:br>
              <a:rPr lang="en-US" altLang="en-US">
                <a:latin typeface="Arial" panose="020B0604020202020204" pitchFamily="34" charset="0"/>
                <a:ea typeface="ＭＳ Ｐゴシック" panose="020B0600070205080204" pitchFamily="34" charset="-128"/>
              </a:rPr>
            </a:br>
            <a:r>
              <a:rPr lang="en-US" altLang="en-US">
                <a:latin typeface="Arial" panose="020B0604020202020204" pitchFamily="34" charset="0"/>
                <a:ea typeface="ＭＳ Ｐゴシック" panose="020B0600070205080204" pitchFamily="34" charset="-128"/>
              </a:rPr>
              <a:t>Eg: You might want to add 2 integer arrays of length 16, then a SIMD instruction would look like (the instruction has been cooked-up by me for demo)</a:t>
            </a:r>
            <a:br>
              <a:rPr lang="en-US" altLang="en-US">
                <a:latin typeface="Arial" panose="020B0604020202020204" pitchFamily="34" charset="0"/>
                <a:ea typeface="ＭＳ Ｐゴシック" panose="020B0600070205080204" pitchFamily="34" charset="-128"/>
              </a:rPr>
            </a:br>
            <a:r>
              <a:rPr lang="en-US" altLang="en-US">
                <a:latin typeface="Arial" panose="020B0604020202020204" pitchFamily="34" charset="0"/>
                <a:ea typeface="ＭＳ Ｐゴシック" panose="020B0600070205080204" pitchFamily="34" charset="-128"/>
              </a:rPr>
              <a:t>add.16 arr1 arr2</a:t>
            </a:r>
            <a:br>
              <a:rPr lang="en-US" altLang="en-US">
                <a:latin typeface="Arial" panose="020B0604020202020204" pitchFamily="34" charset="0"/>
                <a:ea typeface="ＭＳ Ｐゴシック" panose="020B0600070205080204" pitchFamily="34" charset="-128"/>
              </a:rPr>
            </a:br>
            <a:r>
              <a:rPr lang="en-US" altLang="en-US">
                <a:latin typeface="Arial" panose="020B0604020202020204" pitchFamily="34" charset="0"/>
                <a:ea typeface="ＭＳ Ｐゴシック" panose="020B0600070205080204" pitchFamily="34" charset="-128"/>
              </a:rPr>
              <a:t>However, SIMT doesn't bother about the instruction width. So, essentially, you could write the above example as:</a:t>
            </a:r>
            <a:br>
              <a:rPr lang="en-US" altLang="en-US">
                <a:latin typeface="Arial" panose="020B0604020202020204" pitchFamily="34" charset="0"/>
                <a:ea typeface="ＭＳ Ｐゴシック" panose="020B0600070205080204" pitchFamily="34" charset="-128"/>
              </a:rPr>
            </a:br>
            <a:r>
              <a:rPr lang="en-US" altLang="en-US">
                <a:latin typeface="Arial" panose="020B0604020202020204" pitchFamily="34" charset="0"/>
                <a:ea typeface="ＭＳ Ｐゴシック" panose="020B0600070205080204" pitchFamily="34" charset="-128"/>
              </a:rPr>
              <a:t>arr1[i] + arr2[i]</a:t>
            </a:r>
            <a:br>
              <a:rPr lang="en-US" altLang="en-US">
                <a:latin typeface="Arial" panose="020B0604020202020204" pitchFamily="34" charset="0"/>
                <a:ea typeface="ＭＳ Ｐゴシック" panose="020B0600070205080204" pitchFamily="34" charset="-128"/>
              </a:rPr>
            </a:br>
            <a:r>
              <a:rPr lang="en-US" altLang="en-US">
                <a:latin typeface="Arial" panose="020B0604020202020204" pitchFamily="34" charset="0"/>
                <a:ea typeface="ＭＳ Ｐゴシック" panose="020B0600070205080204" pitchFamily="34" charset="-128"/>
              </a:rPr>
              <a:t>and then launch as many threads as the length of the array, as you want.</a:t>
            </a:r>
            <a:br>
              <a:rPr lang="en-US" altLang="en-US">
                <a:latin typeface="Arial" panose="020B0604020202020204" pitchFamily="34" charset="0"/>
                <a:ea typeface="ＭＳ Ｐゴシック" panose="020B0600070205080204" pitchFamily="34" charset="-128"/>
              </a:rPr>
            </a:br>
            <a:br>
              <a:rPr lang="en-US" altLang="en-US">
                <a:latin typeface="Arial" panose="020B0604020202020204" pitchFamily="34" charset="0"/>
                <a:ea typeface="ＭＳ Ｐゴシック" panose="020B0600070205080204" pitchFamily="34" charset="-128"/>
              </a:rPr>
            </a:br>
            <a:br>
              <a:rPr lang="en-US" altLang="en-US">
                <a:latin typeface="Arial" panose="020B0604020202020204" pitchFamily="34" charset="0"/>
                <a:ea typeface="ＭＳ Ｐゴシック" panose="020B0600070205080204" pitchFamily="34" charset="-128"/>
              </a:rPr>
            </a:br>
            <a:r>
              <a:rPr lang="en-US" altLang="en-US">
                <a:latin typeface="Arial" panose="020B0604020202020204" pitchFamily="34" charset="0"/>
                <a:ea typeface="ＭＳ Ｐゴシック" panose="020B0600070205080204" pitchFamily="34" charset="-128"/>
              </a:rPr>
              <a:t>Note that, if the array size was, let us say, 32, then SIMD EXPECTS you to explicitly call two such 'add.16' instructions!</a:t>
            </a:r>
            <a:br>
              <a:rPr lang="en-US" altLang="en-US">
                <a:latin typeface="Arial" panose="020B0604020202020204" pitchFamily="34" charset="0"/>
                <a:ea typeface="ＭＳ Ｐゴシック" panose="020B0600070205080204" pitchFamily="34" charset="-128"/>
              </a:rPr>
            </a:br>
            <a:r>
              <a:rPr lang="en-US" altLang="en-US">
                <a:latin typeface="Arial" panose="020B0604020202020204" pitchFamily="34" charset="0"/>
                <a:ea typeface="ＭＳ Ｐゴシック" panose="020B0600070205080204" pitchFamily="34" charset="-128"/>
              </a:rPr>
              <a:t>Whereas, this is not the case with SIMT.</a:t>
            </a:r>
          </a:p>
          <a:p>
            <a:endParaRPr lang="en-US" altLang="en-US">
              <a:latin typeface="Arial" panose="020B0604020202020204" pitchFamily="34" charset="0"/>
              <a:ea typeface="ＭＳ Ｐゴシック" panose="020B0600070205080204" pitchFamily="34" charset="-128"/>
            </a:endParaRPr>
          </a:p>
          <a:p>
            <a:endParaRPr lang="en-US" altLang="en-US">
              <a:latin typeface="Arial" panose="020B0604020202020204" pitchFamily="34" charset="0"/>
              <a:ea typeface="ＭＳ Ｐゴシック" panose="020B0600070205080204" pitchFamily="34" charset="-128"/>
            </a:endParaRPr>
          </a:p>
        </p:txBody>
      </p:sp>
      <p:sp>
        <p:nvSpPr>
          <p:cNvPr id="61443" name="Slide Number Placeholder 3">
            <a:extLst>
              <a:ext uri="{FF2B5EF4-FFF2-40B4-BE49-F238E27FC236}">
                <a16:creationId xmlns:a16="http://schemas.microsoft.com/office/drawing/2014/main" id="{34F0615B-DD50-2A44-9DD3-1D459636DE0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D29A7EAB-D88C-224C-8940-4E0A1D79C2FB}"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70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5397742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E19713-9C4A-7245-9E88-240452797298}" type="slidenum">
              <a:rPr lang="en-US" altLang="en-US" smtClean="0"/>
              <a:pPr/>
              <a:t>79</a:t>
            </a:fld>
            <a:endParaRPr lang="en-US" altLang="en-US"/>
          </a:p>
        </p:txBody>
      </p:sp>
    </p:spTree>
    <p:extLst>
      <p:ext uri="{BB962C8B-B14F-4D97-AF65-F5344CB8AC3E}">
        <p14:creationId xmlns:p14="http://schemas.microsoft.com/office/powerpoint/2010/main" val="35507780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87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9141116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88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824786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000" dirty="0"/>
              <a:t>New </a:t>
            </a:r>
            <a:r>
              <a:rPr lang="en-US" sz="1000" b="1" dirty="0"/>
              <a:t>asynchronous execution</a:t>
            </a:r>
            <a:r>
              <a:rPr lang="en-US" sz="1000" dirty="0"/>
              <a:t> features include a new </a:t>
            </a:r>
            <a:r>
              <a:rPr lang="en-US" sz="1000" b="1" dirty="0"/>
              <a:t>Tensor Memory Accelerator (TMA) </a:t>
            </a:r>
            <a:r>
              <a:rPr lang="en-US" sz="1000" dirty="0"/>
              <a:t>unit that can transfer large blocks of data efficiently between global memory and shared memory. TMA also supports asynchronous copies between thread blocks in a cluster. There is also a new </a:t>
            </a:r>
            <a:r>
              <a:rPr lang="en-US" sz="1000" b="1" dirty="0"/>
              <a:t>asynchronous transaction barrier</a:t>
            </a:r>
            <a:r>
              <a:rPr lang="en-US" sz="1000" dirty="0"/>
              <a:t> for doing atomic data movement and synchronization.</a:t>
            </a:r>
          </a:p>
          <a:p>
            <a:pPr lvl="1"/>
            <a:r>
              <a:rPr lang="en-US" sz="1000" dirty="0"/>
              <a:t>New </a:t>
            </a:r>
            <a:r>
              <a:rPr lang="en-US" sz="1000" b="1" dirty="0"/>
              <a:t>asynchronous execution</a:t>
            </a:r>
            <a:r>
              <a:rPr lang="en-US" sz="1000" dirty="0"/>
              <a:t> features include a new </a:t>
            </a:r>
            <a:r>
              <a:rPr lang="en-US" sz="1000" b="1" dirty="0"/>
              <a:t>Tensor Memory Accelerator (TMA) </a:t>
            </a:r>
            <a:r>
              <a:rPr lang="en-US" sz="1000" dirty="0"/>
              <a:t>unit that can efficiently transfer large blocks of data between global memory and shared memory. TMA also supports asynchronous copies between thread blocks in a cluster. There is also a new </a:t>
            </a:r>
            <a:r>
              <a:rPr lang="en-US" sz="1000" b="1" dirty="0"/>
              <a:t>asynchronous transaction barrier</a:t>
            </a:r>
            <a:r>
              <a:rPr lang="en-US" sz="1000" dirty="0"/>
              <a:t> for doing atomic data movement and synchronization.</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89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4921637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000" b="1" dirty="0"/>
              <a:t>Distributed shared memory</a:t>
            </a:r>
            <a:r>
              <a:rPr lang="en-US" sz="1000" dirty="0"/>
              <a:t> allows direct SM-to-SM communications for loads, stores, and atomics across multiple SM shared memory blocks.</a:t>
            </a:r>
          </a:p>
          <a:p>
            <a:pPr lvl="1"/>
            <a:r>
              <a:rPr lang="en-US" sz="1000" b="1" dirty="0"/>
              <a:t>Distributed shared memory</a:t>
            </a:r>
            <a:r>
              <a:rPr lang="en-US" sz="1000" dirty="0"/>
              <a:t> enables direct SM-to-SM communications for loads, stores, and atomics across multiple SM shared memory blocks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90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0181706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Slide Image Placeholder 1">
            <a:extLst>
              <a:ext uri="{FF2B5EF4-FFF2-40B4-BE49-F238E27FC236}">
                <a16:creationId xmlns:a16="http://schemas.microsoft.com/office/drawing/2014/main" id="{A5A76BD3-3186-994A-9EE9-B32D6D61F5CD}"/>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0" name="Notes Placeholder 2">
            <a:extLst>
              <a:ext uri="{FF2B5EF4-FFF2-40B4-BE49-F238E27FC236}">
                <a16:creationId xmlns:a16="http://schemas.microsoft.com/office/drawing/2014/main" id="{FB2DA855-3264-9941-AB7D-E96673ED49A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latin typeface="Arial" panose="020B0604020202020204" pitchFamily="34" charset="0"/>
                <a:ea typeface="ＭＳ Ｐゴシック" panose="020B0600070205080204" pitchFamily="34" charset="-128"/>
              </a:rPr>
              <a:t>To get maximal latency hiding:</a:t>
            </a:r>
          </a:p>
          <a:p>
            <a:r>
              <a:rPr lang="en-US" altLang="en-US">
                <a:latin typeface="Arial" panose="020B0604020202020204" pitchFamily="34" charset="0"/>
                <a:ea typeface="ＭＳ Ｐゴシック" panose="020B0600070205080204" pitchFamily="34" charset="-128"/>
              </a:rPr>
              <a:t>Run 1/32 of the time</a:t>
            </a:r>
          </a:p>
          <a:p>
            <a:r>
              <a:rPr lang="en-US" altLang="en-US">
                <a:latin typeface="Arial" panose="020B0604020202020204" pitchFamily="34" charset="0"/>
                <a:ea typeface="ＭＳ Ｐゴシック" panose="020B0600070205080204" pitchFamily="34" charset="-128"/>
              </a:rPr>
              <a:t>16 words per thread = 64B  </a:t>
            </a:r>
          </a:p>
        </p:txBody>
      </p:sp>
      <p:sp>
        <p:nvSpPr>
          <p:cNvPr id="89091" name="Slide Number Placeholder 3">
            <a:extLst>
              <a:ext uri="{FF2B5EF4-FFF2-40B4-BE49-F238E27FC236}">
                <a16:creationId xmlns:a16="http://schemas.microsoft.com/office/drawing/2014/main" id="{4D024069-94F4-D641-B2A1-8F4D329E13E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704419A4-991C-3F44-A653-08891C08E09E}"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91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8892656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714B2CC6-BCAC-1643-AB78-C2ADF490D950}"/>
              </a:ext>
            </a:extLst>
          </p:cNvPr>
          <p:cNvSpPr>
            <a:spLocks noChangeArrowheads="1"/>
          </p:cNvSpPr>
          <p:nvPr/>
        </p:nvSpPr>
        <p:spPr bwMode="auto">
          <a:xfrm>
            <a:off x="457200" y="1123950"/>
            <a:ext cx="8229600" cy="9144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0751B17A-BF36-4842-B734-E23F1865B0C4}"/>
              </a:ext>
            </a:extLst>
          </p:cNvPr>
          <p:cNvSpPr>
            <a:spLocks noChangeShapeType="1"/>
          </p:cNvSpPr>
          <p:nvPr/>
        </p:nvSpPr>
        <p:spPr bwMode="auto">
          <a:xfrm>
            <a:off x="457200" y="33718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10">
            <a:extLst>
              <a:ext uri="{FF2B5EF4-FFF2-40B4-BE49-F238E27FC236}">
                <a16:creationId xmlns:a16="http://schemas.microsoft.com/office/drawing/2014/main" id="{28F08601-02AD-6D40-B66A-AFD9E5D60950}"/>
              </a:ext>
            </a:extLst>
          </p:cNvPr>
          <p:cNvSpPr>
            <a:spLocks noChangeShapeType="1"/>
          </p:cNvSpPr>
          <p:nvPr userDrawn="1"/>
        </p:nvSpPr>
        <p:spPr bwMode="auto">
          <a:xfrm>
            <a:off x="86868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a:extLst>
              <a:ext uri="{FF2B5EF4-FFF2-40B4-BE49-F238E27FC236}">
                <a16:creationId xmlns:a16="http://schemas.microsoft.com/office/drawing/2014/main" id="{8055B2BB-4A1A-D34E-80ED-672CDAF1ADB7}"/>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solidFill>
                  <a:srgbClr val="000000"/>
                </a:solidFill>
                <a:latin typeface="Garamond" pitchFamily="-106" charset="0"/>
                <a:ea typeface="Arial" pitchFamily="-106" charset="0"/>
                <a:cs typeface="Arial" pitchFamily="-106" charset="0"/>
              </a:defRPr>
            </a:lvl1pPr>
          </a:lstStyle>
          <a:p>
            <a:pPr>
              <a:defRPr/>
            </a:pPr>
            <a:r>
              <a:rPr lang="en-US"/>
              <a:t>Efficient Runahead Execution</a:t>
            </a:r>
          </a:p>
        </p:txBody>
      </p:sp>
      <p:sp>
        <p:nvSpPr>
          <p:cNvPr id="8" name="Rectangle 5">
            <a:extLst>
              <a:ext uri="{FF2B5EF4-FFF2-40B4-BE49-F238E27FC236}">
                <a16:creationId xmlns:a16="http://schemas.microsoft.com/office/drawing/2014/main" id="{6F15F5C2-BAE1-1849-939C-51DA7DCD9ABF}"/>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7013B461-D351-8C4C-8D06-99189598BB72}"/>
              </a:ext>
            </a:extLst>
          </p:cNvPr>
          <p:cNvSpPr>
            <a:spLocks noGrp="1" noChangeArrowheads="1"/>
          </p:cNvSpPr>
          <p:nvPr>
            <p:ph type="sldNum" sz="quarter" idx="12"/>
          </p:nvPr>
        </p:nvSpPr>
        <p:spPr/>
        <p:txBody>
          <a:bodyPr/>
          <a:lstStyle>
            <a:lvl1pPr>
              <a:defRPr sz="1200"/>
            </a:lvl1pPr>
          </a:lstStyle>
          <a:p>
            <a:fld id="{DE858C0F-DBE4-7F41-93EF-EEDB90BFFB25}" type="slidenum">
              <a:rPr lang="en-US" altLang="en-US"/>
              <a:pPr/>
              <a:t>‹#›</a:t>
            </a:fld>
            <a:endParaRPr lang="en-US" altLang="en-US"/>
          </a:p>
        </p:txBody>
      </p:sp>
    </p:spTree>
    <p:extLst>
      <p:ext uri="{BB962C8B-B14F-4D97-AF65-F5344CB8AC3E}">
        <p14:creationId xmlns:p14="http://schemas.microsoft.com/office/powerpoint/2010/main" val="185159712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28600" y="997527"/>
            <a:ext cx="86106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1320C456-BAB2-674B-9279-F74D1E6BAEB0}"/>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87C3D555-B1CA-AC40-8B14-51B307E08C9C}"/>
              </a:ext>
            </a:extLst>
          </p:cNvPr>
          <p:cNvSpPr>
            <a:spLocks noGrp="1" noChangeArrowheads="1"/>
          </p:cNvSpPr>
          <p:nvPr>
            <p:ph type="sldNum" sz="quarter" idx="11"/>
          </p:nvPr>
        </p:nvSpPr>
        <p:spPr>
          <a:ln/>
        </p:spPr>
        <p:txBody>
          <a:bodyPr/>
          <a:lstStyle>
            <a:lvl1pPr>
              <a:defRPr/>
            </a:lvl1pPr>
          </a:lstStyle>
          <a:p>
            <a:fld id="{1BBEC082-DB60-894D-A65F-EC5CC660E7FA}" type="slidenum">
              <a:rPr lang="en-US" altLang="en-US"/>
              <a:pPr/>
              <a:t>‹#›</a:t>
            </a:fld>
            <a:endParaRPr lang="en-US" altLang="en-US"/>
          </a:p>
        </p:txBody>
      </p:sp>
    </p:spTree>
    <p:extLst>
      <p:ext uri="{BB962C8B-B14F-4D97-AF65-F5344CB8AC3E}">
        <p14:creationId xmlns:p14="http://schemas.microsoft.com/office/powerpoint/2010/main" val="177767127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a:extLst>
              <a:ext uri="{FF2B5EF4-FFF2-40B4-BE49-F238E27FC236}">
                <a16:creationId xmlns:a16="http://schemas.microsoft.com/office/drawing/2014/main" id="{5D8824E4-CBD0-324D-B203-16810E3CD229}"/>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9883843B-4311-F64D-ABF4-8C528A440053}"/>
              </a:ext>
            </a:extLst>
          </p:cNvPr>
          <p:cNvSpPr>
            <a:spLocks noGrp="1" noChangeArrowheads="1"/>
          </p:cNvSpPr>
          <p:nvPr>
            <p:ph type="sldNum" sz="quarter" idx="11"/>
          </p:nvPr>
        </p:nvSpPr>
        <p:spPr>
          <a:ln/>
        </p:spPr>
        <p:txBody>
          <a:bodyPr/>
          <a:lstStyle>
            <a:lvl1pPr>
              <a:defRPr/>
            </a:lvl1pPr>
          </a:lstStyle>
          <a:p>
            <a:fld id="{9BFABF82-8CD4-944F-9794-F4BB55EAA671}" type="slidenum">
              <a:rPr lang="en-US" altLang="en-US"/>
              <a:pPr/>
              <a:t>‹#›</a:t>
            </a:fld>
            <a:endParaRPr lang="en-US" altLang="en-US"/>
          </a:p>
        </p:txBody>
      </p:sp>
    </p:spTree>
    <p:extLst>
      <p:ext uri="{BB962C8B-B14F-4D97-AF65-F5344CB8AC3E}">
        <p14:creationId xmlns:p14="http://schemas.microsoft.com/office/powerpoint/2010/main" val="425766002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BFDEB397-DCF4-E046-9CEF-3C1373D51AA2}"/>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0E8B1ECD-5EF8-C347-8080-250C48299511}"/>
              </a:ext>
            </a:extLst>
          </p:cNvPr>
          <p:cNvSpPr>
            <a:spLocks noGrp="1" noChangeArrowheads="1"/>
          </p:cNvSpPr>
          <p:nvPr>
            <p:ph type="sldNum" sz="quarter" idx="11"/>
          </p:nvPr>
        </p:nvSpPr>
        <p:spPr>
          <a:ln/>
        </p:spPr>
        <p:txBody>
          <a:bodyPr/>
          <a:lstStyle>
            <a:lvl1pPr>
              <a:defRPr/>
            </a:lvl1pPr>
          </a:lstStyle>
          <a:p>
            <a:fld id="{BB7531F1-CE42-F44C-9E97-BCF6159B0BFB}" type="slidenum">
              <a:rPr lang="en-US" altLang="en-US"/>
              <a:pPr/>
              <a:t>‹#›</a:t>
            </a:fld>
            <a:endParaRPr lang="en-US" altLang="en-US"/>
          </a:p>
        </p:txBody>
      </p:sp>
    </p:spTree>
    <p:extLst>
      <p:ext uri="{BB962C8B-B14F-4D97-AF65-F5344CB8AC3E}">
        <p14:creationId xmlns:p14="http://schemas.microsoft.com/office/powerpoint/2010/main" val="1211688318"/>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a:extLst>
              <a:ext uri="{FF2B5EF4-FFF2-40B4-BE49-F238E27FC236}">
                <a16:creationId xmlns:a16="http://schemas.microsoft.com/office/drawing/2014/main" id="{A77F40A4-3E89-1B45-BEBF-0AA9EDBC37F7}"/>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8" name="Rectangle 1030">
            <a:extLst>
              <a:ext uri="{FF2B5EF4-FFF2-40B4-BE49-F238E27FC236}">
                <a16:creationId xmlns:a16="http://schemas.microsoft.com/office/drawing/2014/main" id="{7B6CB434-7272-F144-B3EB-748B298E8A16}"/>
              </a:ext>
            </a:extLst>
          </p:cNvPr>
          <p:cNvSpPr>
            <a:spLocks noGrp="1" noChangeArrowheads="1"/>
          </p:cNvSpPr>
          <p:nvPr>
            <p:ph type="sldNum" sz="quarter" idx="11"/>
          </p:nvPr>
        </p:nvSpPr>
        <p:spPr>
          <a:ln/>
        </p:spPr>
        <p:txBody>
          <a:bodyPr/>
          <a:lstStyle>
            <a:lvl1pPr>
              <a:defRPr/>
            </a:lvl1pPr>
          </a:lstStyle>
          <a:p>
            <a:fld id="{4BF0034D-4554-BD42-802B-E49E3DC77C97}" type="slidenum">
              <a:rPr lang="en-US" altLang="en-US"/>
              <a:pPr/>
              <a:t>‹#›</a:t>
            </a:fld>
            <a:endParaRPr lang="en-US" altLang="en-US"/>
          </a:p>
        </p:txBody>
      </p:sp>
    </p:spTree>
    <p:extLst>
      <p:ext uri="{BB962C8B-B14F-4D97-AF65-F5344CB8AC3E}">
        <p14:creationId xmlns:p14="http://schemas.microsoft.com/office/powerpoint/2010/main" val="365831454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a:extLst>
              <a:ext uri="{FF2B5EF4-FFF2-40B4-BE49-F238E27FC236}">
                <a16:creationId xmlns:a16="http://schemas.microsoft.com/office/drawing/2014/main" id="{533EA543-58EC-1145-A87A-818F11E2CBDA}"/>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4" name="Rectangle 1030">
            <a:extLst>
              <a:ext uri="{FF2B5EF4-FFF2-40B4-BE49-F238E27FC236}">
                <a16:creationId xmlns:a16="http://schemas.microsoft.com/office/drawing/2014/main" id="{17CD2823-E242-7D44-9F36-68BECE5A08D6}"/>
              </a:ext>
            </a:extLst>
          </p:cNvPr>
          <p:cNvSpPr>
            <a:spLocks noGrp="1" noChangeArrowheads="1"/>
          </p:cNvSpPr>
          <p:nvPr>
            <p:ph type="sldNum" sz="quarter" idx="11"/>
          </p:nvPr>
        </p:nvSpPr>
        <p:spPr>
          <a:ln/>
        </p:spPr>
        <p:txBody>
          <a:bodyPr/>
          <a:lstStyle>
            <a:lvl1pPr>
              <a:defRPr/>
            </a:lvl1pPr>
          </a:lstStyle>
          <a:p>
            <a:fld id="{28AF0954-8371-A644-8944-406A45A852A9}" type="slidenum">
              <a:rPr lang="en-US" altLang="en-US"/>
              <a:pPr/>
              <a:t>‹#›</a:t>
            </a:fld>
            <a:endParaRPr lang="en-US" altLang="en-US"/>
          </a:p>
        </p:txBody>
      </p:sp>
    </p:spTree>
    <p:extLst>
      <p:ext uri="{BB962C8B-B14F-4D97-AF65-F5344CB8AC3E}">
        <p14:creationId xmlns:p14="http://schemas.microsoft.com/office/powerpoint/2010/main" val="55310017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a:extLst>
              <a:ext uri="{FF2B5EF4-FFF2-40B4-BE49-F238E27FC236}">
                <a16:creationId xmlns:a16="http://schemas.microsoft.com/office/drawing/2014/main" id="{D401DBD6-0D40-914C-A4A9-0E1A05620945}"/>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3" name="Rectangle 1030">
            <a:extLst>
              <a:ext uri="{FF2B5EF4-FFF2-40B4-BE49-F238E27FC236}">
                <a16:creationId xmlns:a16="http://schemas.microsoft.com/office/drawing/2014/main" id="{8D2885C7-A8DE-944D-A733-91FB1D23A917}"/>
              </a:ext>
            </a:extLst>
          </p:cNvPr>
          <p:cNvSpPr>
            <a:spLocks noGrp="1" noChangeArrowheads="1"/>
          </p:cNvSpPr>
          <p:nvPr>
            <p:ph type="sldNum" sz="quarter" idx="11"/>
          </p:nvPr>
        </p:nvSpPr>
        <p:spPr>
          <a:ln/>
        </p:spPr>
        <p:txBody>
          <a:bodyPr/>
          <a:lstStyle>
            <a:lvl1pPr>
              <a:defRPr/>
            </a:lvl1pPr>
          </a:lstStyle>
          <a:p>
            <a:fld id="{1BBB2226-A9FA-DB47-9CF0-2E287A38960E}" type="slidenum">
              <a:rPr lang="en-US" altLang="en-US"/>
              <a:pPr/>
              <a:t>‹#›</a:t>
            </a:fld>
            <a:endParaRPr lang="en-US" altLang="en-US"/>
          </a:p>
        </p:txBody>
      </p:sp>
    </p:spTree>
    <p:extLst>
      <p:ext uri="{BB962C8B-B14F-4D97-AF65-F5344CB8AC3E}">
        <p14:creationId xmlns:p14="http://schemas.microsoft.com/office/powerpoint/2010/main" val="146102360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6F3099B0-B9D2-8449-B33E-AE3FA8363DE3}"/>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8D5B7DF8-5103-1B42-996C-8AA394272AE5}"/>
              </a:ext>
            </a:extLst>
          </p:cNvPr>
          <p:cNvSpPr>
            <a:spLocks noGrp="1" noChangeArrowheads="1"/>
          </p:cNvSpPr>
          <p:nvPr>
            <p:ph type="sldNum" sz="quarter" idx="11"/>
          </p:nvPr>
        </p:nvSpPr>
        <p:spPr>
          <a:ln/>
        </p:spPr>
        <p:txBody>
          <a:bodyPr/>
          <a:lstStyle>
            <a:lvl1pPr>
              <a:defRPr/>
            </a:lvl1pPr>
          </a:lstStyle>
          <a:p>
            <a:fld id="{FF674C63-9CEC-E640-98D8-DC688D3DD9E4}" type="slidenum">
              <a:rPr lang="en-US" altLang="en-US"/>
              <a:pPr/>
              <a:t>‹#›</a:t>
            </a:fld>
            <a:endParaRPr lang="en-US" altLang="en-US"/>
          </a:p>
        </p:txBody>
      </p:sp>
    </p:spTree>
    <p:extLst>
      <p:ext uri="{BB962C8B-B14F-4D97-AF65-F5344CB8AC3E}">
        <p14:creationId xmlns:p14="http://schemas.microsoft.com/office/powerpoint/2010/main" val="301402718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A500CE77-FA0E-B448-AA17-55A6703F6BA0}"/>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9B609F3A-95A7-5841-8128-4F348A5B515C}"/>
              </a:ext>
            </a:extLst>
          </p:cNvPr>
          <p:cNvSpPr>
            <a:spLocks noGrp="1" noChangeArrowheads="1"/>
          </p:cNvSpPr>
          <p:nvPr>
            <p:ph type="sldNum" sz="quarter" idx="11"/>
          </p:nvPr>
        </p:nvSpPr>
        <p:spPr>
          <a:ln/>
        </p:spPr>
        <p:txBody>
          <a:bodyPr/>
          <a:lstStyle>
            <a:lvl1pPr>
              <a:defRPr/>
            </a:lvl1pPr>
          </a:lstStyle>
          <a:p>
            <a:fld id="{1DB733DC-D3FD-4841-8A7A-4F4AB73A1310}" type="slidenum">
              <a:rPr lang="en-US" altLang="en-US"/>
              <a:pPr/>
              <a:t>‹#›</a:t>
            </a:fld>
            <a:endParaRPr lang="en-US" altLang="en-US"/>
          </a:p>
        </p:txBody>
      </p:sp>
    </p:spTree>
    <p:extLst>
      <p:ext uri="{BB962C8B-B14F-4D97-AF65-F5344CB8AC3E}">
        <p14:creationId xmlns:p14="http://schemas.microsoft.com/office/powerpoint/2010/main" val="226951386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2DCD27D1-ECFD-F447-88C4-5B5CD7C64464}"/>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CFB4D705-4483-1248-A730-79BF1918ACC8}"/>
              </a:ext>
            </a:extLst>
          </p:cNvPr>
          <p:cNvSpPr>
            <a:spLocks noGrp="1" noChangeArrowheads="1"/>
          </p:cNvSpPr>
          <p:nvPr>
            <p:ph type="sldNum" sz="quarter" idx="11"/>
          </p:nvPr>
        </p:nvSpPr>
        <p:spPr>
          <a:ln/>
        </p:spPr>
        <p:txBody>
          <a:bodyPr/>
          <a:lstStyle>
            <a:lvl1pPr>
              <a:defRPr/>
            </a:lvl1pPr>
          </a:lstStyle>
          <a:p>
            <a:fld id="{F3317078-9EBE-8343-B263-FE4EDA0B86E1}" type="slidenum">
              <a:rPr lang="en-US" altLang="en-US"/>
              <a:pPr/>
              <a:t>‹#›</a:t>
            </a:fld>
            <a:endParaRPr lang="en-US" altLang="en-US"/>
          </a:p>
        </p:txBody>
      </p:sp>
    </p:spTree>
    <p:extLst>
      <p:ext uri="{BB962C8B-B14F-4D97-AF65-F5344CB8AC3E}">
        <p14:creationId xmlns:p14="http://schemas.microsoft.com/office/powerpoint/2010/main" val="46182383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67F7E7C7-D54C-7E42-B902-18631D0E50CD}"/>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B0C1EF86-4B10-0E4B-87A4-4C31410E3E8A}"/>
              </a:ext>
            </a:extLst>
          </p:cNvPr>
          <p:cNvSpPr>
            <a:spLocks noGrp="1" noChangeArrowheads="1"/>
          </p:cNvSpPr>
          <p:nvPr>
            <p:ph type="sldNum" sz="quarter" idx="11"/>
          </p:nvPr>
        </p:nvSpPr>
        <p:spPr>
          <a:ln/>
        </p:spPr>
        <p:txBody>
          <a:bodyPr/>
          <a:lstStyle>
            <a:lvl1pPr>
              <a:defRPr/>
            </a:lvl1pPr>
          </a:lstStyle>
          <a:p>
            <a:fld id="{DAEEAFA2-6AF3-564D-8551-0ACDAB9DDF09}" type="slidenum">
              <a:rPr lang="en-US" altLang="en-US"/>
              <a:pPr/>
              <a:t>‹#›</a:t>
            </a:fld>
            <a:endParaRPr lang="en-US" altLang="en-US"/>
          </a:p>
        </p:txBody>
      </p:sp>
    </p:spTree>
    <p:extLst>
      <p:ext uri="{BB962C8B-B14F-4D97-AF65-F5344CB8AC3E}">
        <p14:creationId xmlns:p14="http://schemas.microsoft.com/office/powerpoint/2010/main" val="3303067963"/>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ClipArt Placeholder 2"/>
          <p:cNvSpPr>
            <a:spLocks noGrp="1"/>
          </p:cNvSpPr>
          <p:nvPr>
            <p:ph type="clipArt" sz="half" idx="1"/>
          </p:nvPr>
        </p:nvSpPr>
        <p:spPr>
          <a:xfrm>
            <a:off x="228600" y="1371600"/>
            <a:ext cx="4229100" cy="4876800"/>
          </a:xfrm>
        </p:spPr>
        <p:txBody>
          <a:bodyPr/>
          <a:lstStyle/>
          <a:p>
            <a:pPr lvl="0"/>
            <a:endParaRPr lang="en-US" noProof="0"/>
          </a:p>
        </p:txBody>
      </p:sp>
      <p:sp>
        <p:nvSpPr>
          <p:cNvPr id="4" name="Text Placeholder 3"/>
          <p:cNvSpPr>
            <a:spLocks noGrp="1"/>
          </p:cNvSpPr>
          <p:nvPr>
            <p:ph type="body" sz="half" idx="2"/>
          </p:nvPr>
        </p:nvSpPr>
        <p:spPr>
          <a:xfrm>
            <a:off x="4610100" y="1371600"/>
            <a:ext cx="42291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2C90C948-2B96-0640-82B2-1E954D9CB727}"/>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2E2E6134-7558-6D42-88BC-6E9B9E7448A4}"/>
              </a:ext>
            </a:extLst>
          </p:cNvPr>
          <p:cNvSpPr>
            <a:spLocks noGrp="1" noChangeArrowheads="1"/>
          </p:cNvSpPr>
          <p:nvPr>
            <p:ph type="sldNum" sz="quarter" idx="11"/>
          </p:nvPr>
        </p:nvSpPr>
        <p:spPr>
          <a:ln/>
        </p:spPr>
        <p:txBody>
          <a:bodyPr/>
          <a:lstStyle>
            <a:lvl1pPr>
              <a:defRPr/>
            </a:lvl1pPr>
          </a:lstStyle>
          <a:p>
            <a:fld id="{F0A436F3-25BF-5246-8097-CFB6BF81F56B}" type="slidenum">
              <a:rPr lang="en-US" altLang="en-US"/>
              <a:pPr/>
              <a:t>‹#›</a:t>
            </a:fld>
            <a:endParaRPr lang="en-US" altLang="en-US"/>
          </a:p>
        </p:txBody>
      </p:sp>
    </p:spTree>
    <p:extLst>
      <p:ext uri="{BB962C8B-B14F-4D97-AF65-F5344CB8AC3E}">
        <p14:creationId xmlns:p14="http://schemas.microsoft.com/office/powerpoint/2010/main" val="109776648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931242B1-5C22-D74C-8153-C451E2E856CC}"/>
              </a:ext>
            </a:extLst>
          </p:cNvPr>
          <p:cNvSpPr>
            <a:spLocks noChangeArrowheads="1"/>
          </p:cNvSpPr>
          <p:nvPr/>
        </p:nvSpPr>
        <p:spPr bwMode="auto">
          <a:xfrm>
            <a:off x="457200" y="1123950"/>
            <a:ext cx="8229600" cy="9144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9CD18DA6-800A-1E40-810E-EFC0793518B4}"/>
              </a:ext>
            </a:extLst>
          </p:cNvPr>
          <p:cNvSpPr>
            <a:spLocks noChangeShapeType="1"/>
          </p:cNvSpPr>
          <p:nvPr/>
        </p:nvSpPr>
        <p:spPr bwMode="auto">
          <a:xfrm>
            <a:off x="457200" y="33718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10">
            <a:extLst>
              <a:ext uri="{FF2B5EF4-FFF2-40B4-BE49-F238E27FC236}">
                <a16:creationId xmlns:a16="http://schemas.microsoft.com/office/drawing/2014/main" id="{A013CFB9-DB95-3348-8211-5CA9DA08181F}"/>
              </a:ext>
            </a:extLst>
          </p:cNvPr>
          <p:cNvSpPr>
            <a:spLocks noChangeShapeType="1"/>
          </p:cNvSpPr>
          <p:nvPr userDrawn="1"/>
        </p:nvSpPr>
        <p:spPr bwMode="auto">
          <a:xfrm>
            <a:off x="86868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a:extLst>
              <a:ext uri="{FF2B5EF4-FFF2-40B4-BE49-F238E27FC236}">
                <a16:creationId xmlns:a16="http://schemas.microsoft.com/office/drawing/2014/main" id="{E0F27E14-83B5-A343-B8AF-1217702F7D66}"/>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solidFill>
                  <a:srgbClr val="000000"/>
                </a:solidFill>
                <a:latin typeface="Garamond" pitchFamily="-106" charset="0"/>
                <a:ea typeface="Arial" pitchFamily="-106" charset="0"/>
                <a:cs typeface="Arial" pitchFamily="-106" charset="0"/>
              </a:defRPr>
            </a:lvl1pPr>
          </a:lstStyle>
          <a:p>
            <a:pPr>
              <a:defRPr/>
            </a:pPr>
            <a:r>
              <a:rPr lang="en-US"/>
              <a:t>Efficient Runahead Execution</a:t>
            </a:r>
          </a:p>
        </p:txBody>
      </p:sp>
      <p:sp>
        <p:nvSpPr>
          <p:cNvPr id="8" name="Rectangle 5">
            <a:extLst>
              <a:ext uri="{FF2B5EF4-FFF2-40B4-BE49-F238E27FC236}">
                <a16:creationId xmlns:a16="http://schemas.microsoft.com/office/drawing/2014/main" id="{63027AB4-73F6-2E46-80B9-116D8E27A3C6}"/>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33272B45-1FE8-9F43-9941-53642C19BBE0}"/>
              </a:ext>
            </a:extLst>
          </p:cNvPr>
          <p:cNvSpPr>
            <a:spLocks noGrp="1" noChangeArrowheads="1"/>
          </p:cNvSpPr>
          <p:nvPr>
            <p:ph type="sldNum" sz="quarter" idx="12"/>
          </p:nvPr>
        </p:nvSpPr>
        <p:spPr/>
        <p:txBody>
          <a:bodyPr/>
          <a:lstStyle>
            <a:lvl1pPr>
              <a:defRPr sz="1200"/>
            </a:lvl1pPr>
          </a:lstStyle>
          <a:p>
            <a:fld id="{9343B0D9-23FD-7444-A21A-94A65ADA355F}" type="slidenum">
              <a:rPr lang="en-US" altLang="en-US"/>
              <a:pPr/>
              <a:t>‹#›</a:t>
            </a:fld>
            <a:endParaRPr lang="en-US" altLang="en-US"/>
          </a:p>
        </p:txBody>
      </p:sp>
    </p:spTree>
    <p:extLst>
      <p:ext uri="{BB962C8B-B14F-4D97-AF65-F5344CB8AC3E}">
        <p14:creationId xmlns:p14="http://schemas.microsoft.com/office/powerpoint/2010/main" val="1954507597"/>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28600" y="997527"/>
            <a:ext cx="86106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3AEA7A11-5E85-2F4B-B6E4-F68F10769AEC}"/>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2B6258F1-02CE-224E-800F-A27BF996157E}"/>
              </a:ext>
            </a:extLst>
          </p:cNvPr>
          <p:cNvSpPr>
            <a:spLocks noGrp="1" noChangeArrowheads="1"/>
          </p:cNvSpPr>
          <p:nvPr>
            <p:ph type="sldNum" sz="quarter" idx="11"/>
          </p:nvPr>
        </p:nvSpPr>
        <p:spPr>
          <a:ln/>
        </p:spPr>
        <p:txBody>
          <a:bodyPr/>
          <a:lstStyle>
            <a:lvl1pPr>
              <a:defRPr/>
            </a:lvl1pPr>
          </a:lstStyle>
          <a:p>
            <a:fld id="{ECCD1901-9C11-6043-9FD4-59AF4C56F67D}" type="slidenum">
              <a:rPr lang="en-US" altLang="en-US"/>
              <a:pPr/>
              <a:t>‹#›</a:t>
            </a:fld>
            <a:endParaRPr lang="en-US" altLang="en-US"/>
          </a:p>
        </p:txBody>
      </p:sp>
    </p:spTree>
    <p:extLst>
      <p:ext uri="{BB962C8B-B14F-4D97-AF65-F5344CB8AC3E}">
        <p14:creationId xmlns:p14="http://schemas.microsoft.com/office/powerpoint/2010/main" val="276278403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a:extLst>
              <a:ext uri="{FF2B5EF4-FFF2-40B4-BE49-F238E27FC236}">
                <a16:creationId xmlns:a16="http://schemas.microsoft.com/office/drawing/2014/main" id="{81DAFB5C-764F-FE44-8B5B-AEB3303387A6}"/>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DE28213B-452F-F74C-9F6F-E52DAB3DE3E5}"/>
              </a:ext>
            </a:extLst>
          </p:cNvPr>
          <p:cNvSpPr>
            <a:spLocks noGrp="1" noChangeArrowheads="1"/>
          </p:cNvSpPr>
          <p:nvPr>
            <p:ph type="sldNum" sz="quarter" idx="11"/>
          </p:nvPr>
        </p:nvSpPr>
        <p:spPr>
          <a:ln/>
        </p:spPr>
        <p:txBody>
          <a:bodyPr/>
          <a:lstStyle>
            <a:lvl1pPr>
              <a:defRPr/>
            </a:lvl1pPr>
          </a:lstStyle>
          <a:p>
            <a:fld id="{D4053E1B-5976-A646-AC17-C93A6D7B99C2}" type="slidenum">
              <a:rPr lang="en-US" altLang="en-US"/>
              <a:pPr/>
              <a:t>‹#›</a:t>
            </a:fld>
            <a:endParaRPr lang="en-US" altLang="en-US"/>
          </a:p>
        </p:txBody>
      </p:sp>
    </p:spTree>
    <p:extLst>
      <p:ext uri="{BB962C8B-B14F-4D97-AF65-F5344CB8AC3E}">
        <p14:creationId xmlns:p14="http://schemas.microsoft.com/office/powerpoint/2010/main" val="402801240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9D3D9774-33F9-9F4D-8679-2CA267EFA582}"/>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D1BAE214-20B0-0549-BCF3-C6F5F33A8143}"/>
              </a:ext>
            </a:extLst>
          </p:cNvPr>
          <p:cNvSpPr>
            <a:spLocks noGrp="1" noChangeArrowheads="1"/>
          </p:cNvSpPr>
          <p:nvPr>
            <p:ph type="sldNum" sz="quarter" idx="11"/>
          </p:nvPr>
        </p:nvSpPr>
        <p:spPr>
          <a:ln/>
        </p:spPr>
        <p:txBody>
          <a:bodyPr/>
          <a:lstStyle>
            <a:lvl1pPr>
              <a:defRPr/>
            </a:lvl1pPr>
          </a:lstStyle>
          <a:p>
            <a:fld id="{6305C779-A31C-6543-8025-DCFEDD77CAEB}" type="slidenum">
              <a:rPr lang="en-US" altLang="en-US"/>
              <a:pPr/>
              <a:t>‹#›</a:t>
            </a:fld>
            <a:endParaRPr lang="en-US" altLang="en-US"/>
          </a:p>
        </p:txBody>
      </p:sp>
    </p:spTree>
    <p:extLst>
      <p:ext uri="{BB962C8B-B14F-4D97-AF65-F5344CB8AC3E}">
        <p14:creationId xmlns:p14="http://schemas.microsoft.com/office/powerpoint/2010/main" val="2458892935"/>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a:extLst>
              <a:ext uri="{FF2B5EF4-FFF2-40B4-BE49-F238E27FC236}">
                <a16:creationId xmlns:a16="http://schemas.microsoft.com/office/drawing/2014/main" id="{4F3CE8E7-7FD4-3041-AC1C-B13EE7CBEE53}"/>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8" name="Rectangle 1030">
            <a:extLst>
              <a:ext uri="{FF2B5EF4-FFF2-40B4-BE49-F238E27FC236}">
                <a16:creationId xmlns:a16="http://schemas.microsoft.com/office/drawing/2014/main" id="{3C4431ED-B35E-DC40-8952-D74965B05646}"/>
              </a:ext>
            </a:extLst>
          </p:cNvPr>
          <p:cNvSpPr>
            <a:spLocks noGrp="1" noChangeArrowheads="1"/>
          </p:cNvSpPr>
          <p:nvPr>
            <p:ph type="sldNum" sz="quarter" idx="11"/>
          </p:nvPr>
        </p:nvSpPr>
        <p:spPr>
          <a:ln/>
        </p:spPr>
        <p:txBody>
          <a:bodyPr/>
          <a:lstStyle>
            <a:lvl1pPr>
              <a:defRPr/>
            </a:lvl1pPr>
          </a:lstStyle>
          <a:p>
            <a:fld id="{8E11424A-D3FA-EB48-9FE7-4A4DD36B686C}" type="slidenum">
              <a:rPr lang="en-US" altLang="en-US"/>
              <a:pPr/>
              <a:t>‹#›</a:t>
            </a:fld>
            <a:endParaRPr lang="en-US" altLang="en-US"/>
          </a:p>
        </p:txBody>
      </p:sp>
    </p:spTree>
    <p:extLst>
      <p:ext uri="{BB962C8B-B14F-4D97-AF65-F5344CB8AC3E}">
        <p14:creationId xmlns:p14="http://schemas.microsoft.com/office/powerpoint/2010/main" val="2445802438"/>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a:extLst>
              <a:ext uri="{FF2B5EF4-FFF2-40B4-BE49-F238E27FC236}">
                <a16:creationId xmlns:a16="http://schemas.microsoft.com/office/drawing/2014/main" id="{BAD8E24F-3339-0A4F-91CA-ECD0AB80E18F}"/>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4" name="Rectangle 1030">
            <a:extLst>
              <a:ext uri="{FF2B5EF4-FFF2-40B4-BE49-F238E27FC236}">
                <a16:creationId xmlns:a16="http://schemas.microsoft.com/office/drawing/2014/main" id="{F38629E8-0576-E545-86DD-D5669EFD212E}"/>
              </a:ext>
            </a:extLst>
          </p:cNvPr>
          <p:cNvSpPr>
            <a:spLocks noGrp="1" noChangeArrowheads="1"/>
          </p:cNvSpPr>
          <p:nvPr>
            <p:ph type="sldNum" sz="quarter" idx="11"/>
          </p:nvPr>
        </p:nvSpPr>
        <p:spPr>
          <a:ln/>
        </p:spPr>
        <p:txBody>
          <a:bodyPr/>
          <a:lstStyle>
            <a:lvl1pPr>
              <a:defRPr/>
            </a:lvl1pPr>
          </a:lstStyle>
          <a:p>
            <a:fld id="{470D7F09-7D05-A447-B61A-A3DC3E90B7D9}" type="slidenum">
              <a:rPr lang="en-US" altLang="en-US"/>
              <a:pPr/>
              <a:t>‹#›</a:t>
            </a:fld>
            <a:endParaRPr lang="en-US" altLang="en-US"/>
          </a:p>
        </p:txBody>
      </p:sp>
    </p:spTree>
    <p:extLst>
      <p:ext uri="{BB962C8B-B14F-4D97-AF65-F5344CB8AC3E}">
        <p14:creationId xmlns:p14="http://schemas.microsoft.com/office/powerpoint/2010/main" val="3211778846"/>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a:extLst>
              <a:ext uri="{FF2B5EF4-FFF2-40B4-BE49-F238E27FC236}">
                <a16:creationId xmlns:a16="http://schemas.microsoft.com/office/drawing/2014/main" id="{88CFEED4-D0EE-304D-8B37-02BF83C4EFE5}"/>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3" name="Rectangle 1030">
            <a:extLst>
              <a:ext uri="{FF2B5EF4-FFF2-40B4-BE49-F238E27FC236}">
                <a16:creationId xmlns:a16="http://schemas.microsoft.com/office/drawing/2014/main" id="{7AE652E2-7FB1-E342-A1D5-1F2061CABAB3}"/>
              </a:ext>
            </a:extLst>
          </p:cNvPr>
          <p:cNvSpPr>
            <a:spLocks noGrp="1" noChangeArrowheads="1"/>
          </p:cNvSpPr>
          <p:nvPr>
            <p:ph type="sldNum" sz="quarter" idx="11"/>
          </p:nvPr>
        </p:nvSpPr>
        <p:spPr>
          <a:ln/>
        </p:spPr>
        <p:txBody>
          <a:bodyPr/>
          <a:lstStyle>
            <a:lvl1pPr>
              <a:defRPr/>
            </a:lvl1pPr>
          </a:lstStyle>
          <a:p>
            <a:fld id="{BC1E8D0C-537B-354D-A520-22B8954C74BD}" type="slidenum">
              <a:rPr lang="en-US" altLang="en-US"/>
              <a:pPr/>
              <a:t>‹#›</a:t>
            </a:fld>
            <a:endParaRPr lang="en-US" altLang="en-US"/>
          </a:p>
        </p:txBody>
      </p:sp>
    </p:spTree>
    <p:extLst>
      <p:ext uri="{BB962C8B-B14F-4D97-AF65-F5344CB8AC3E}">
        <p14:creationId xmlns:p14="http://schemas.microsoft.com/office/powerpoint/2010/main" val="717375232"/>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ACAB7526-1410-024E-B098-531573487715}"/>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6F641A84-FE51-6C49-91A9-A1C6A2FEBA0B}"/>
              </a:ext>
            </a:extLst>
          </p:cNvPr>
          <p:cNvSpPr>
            <a:spLocks noGrp="1" noChangeArrowheads="1"/>
          </p:cNvSpPr>
          <p:nvPr>
            <p:ph type="sldNum" sz="quarter" idx="11"/>
          </p:nvPr>
        </p:nvSpPr>
        <p:spPr>
          <a:ln/>
        </p:spPr>
        <p:txBody>
          <a:bodyPr/>
          <a:lstStyle>
            <a:lvl1pPr>
              <a:defRPr/>
            </a:lvl1pPr>
          </a:lstStyle>
          <a:p>
            <a:fld id="{3FCADB36-3AC5-D44D-B367-7F26E9F05FFB}" type="slidenum">
              <a:rPr lang="en-US" altLang="en-US"/>
              <a:pPr/>
              <a:t>‹#›</a:t>
            </a:fld>
            <a:endParaRPr lang="en-US" altLang="en-US"/>
          </a:p>
        </p:txBody>
      </p:sp>
    </p:spTree>
    <p:extLst>
      <p:ext uri="{BB962C8B-B14F-4D97-AF65-F5344CB8AC3E}">
        <p14:creationId xmlns:p14="http://schemas.microsoft.com/office/powerpoint/2010/main" val="289198811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9A0F1EC2-A374-784B-B2D0-C858EB5B45F4}"/>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41E979C7-E4B0-1E47-907E-39CF90AE42B6}"/>
              </a:ext>
            </a:extLst>
          </p:cNvPr>
          <p:cNvSpPr>
            <a:spLocks noGrp="1" noChangeArrowheads="1"/>
          </p:cNvSpPr>
          <p:nvPr>
            <p:ph type="sldNum" sz="quarter" idx="11"/>
          </p:nvPr>
        </p:nvSpPr>
        <p:spPr>
          <a:ln/>
        </p:spPr>
        <p:txBody>
          <a:bodyPr/>
          <a:lstStyle>
            <a:lvl1pPr>
              <a:defRPr/>
            </a:lvl1pPr>
          </a:lstStyle>
          <a:p>
            <a:fld id="{65551DB8-0A99-D94D-80C8-556C717D29A3}" type="slidenum">
              <a:rPr lang="en-US" altLang="en-US"/>
              <a:pPr/>
              <a:t>‹#›</a:t>
            </a:fld>
            <a:endParaRPr lang="en-US" altLang="en-US"/>
          </a:p>
        </p:txBody>
      </p:sp>
    </p:spTree>
    <p:extLst>
      <p:ext uri="{BB962C8B-B14F-4D97-AF65-F5344CB8AC3E}">
        <p14:creationId xmlns:p14="http://schemas.microsoft.com/office/powerpoint/2010/main" val="24612633"/>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66EC428B-3C4C-0F49-8AB4-16AAE02FD581}"/>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522FFCFF-694B-B741-8701-CE2D3BFA70BF}"/>
              </a:ext>
            </a:extLst>
          </p:cNvPr>
          <p:cNvSpPr>
            <a:spLocks noGrp="1" noChangeArrowheads="1"/>
          </p:cNvSpPr>
          <p:nvPr>
            <p:ph type="sldNum" sz="quarter" idx="11"/>
          </p:nvPr>
        </p:nvSpPr>
        <p:spPr>
          <a:ln/>
        </p:spPr>
        <p:txBody>
          <a:bodyPr/>
          <a:lstStyle>
            <a:lvl1pPr>
              <a:defRPr/>
            </a:lvl1pPr>
          </a:lstStyle>
          <a:p>
            <a:fld id="{3BF654B8-CBAB-E64B-BAF4-D4191271A0C6}" type="slidenum">
              <a:rPr lang="en-US" altLang="en-US"/>
              <a:pPr/>
              <a:t>‹#›</a:t>
            </a:fld>
            <a:endParaRPr lang="en-US" altLang="en-US"/>
          </a:p>
        </p:txBody>
      </p:sp>
    </p:spTree>
    <p:extLst>
      <p:ext uri="{BB962C8B-B14F-4D97-AF65-F5344CB8AC3E}">
        <p14:creationId xmlns:p14="http://schemas.microsoft.com/office/powerpoint/2010/main" val="3801896122"/>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6E8AA7F4-205E-8C40-AF2E-410A1A49B642}"/>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C77CEF2A-16FC-1B4F-B6C4-DD4D8A99AB70}"/>
              </a:ext>
            </a:extLst>
          </p:cNvPr>
          <p:cNvSpPr>
            <a:spLocks noGrp="1" noChangeArrowheads="1"/>
          </p:cNvSpPr>
          <p:nvPr>
            <p:ph type="sldNum" sz="quarter" idx="11"/>
          </p:nvPr>
        </p:nvSpPr>
        <p:spPr>
          <a:ln/>
        </p:spPr>
        <p:txBody>
          <a:bodyPr/>
          <a:lstStyle>
            <a:lvl1pPr>
              <a:defRPr/>
            </a:lvl1pPr>
          </a:lstStyle>
          <a:p>
            <a:fld id="{F781D05E-1E6A-3343-9438-E64EE94B293F}" type="slidenum">
              <a:rPr lang="en-US" altLang="en-US"/>
              <a:pPr/>
              <a:t>‹#›</a:t>
            </a:fld>
            <a:endParaRPr lang="en-US" altLang="en-US"/>
          </a:p>
        </p:txBody>
      </p:sp>
    </p:spTree>
    <p:extLst>
      <p:ext uri="{BB962C8B-B14F-4D97-AF65-F5344CB8AC3E}">
        <p14:creationId xmlns:p14="http://schemas.microsoft.com/office/powerpoint/2010/main" val="29858745"/>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ClipArt Placeholder 2"/>
          <p:cNvSpPr>
            <a:spLocks noGrp="1"/>
          </p:cNvSpPr>
          <p:nvPr>
            <p:ph type="clipArt" sz="half" idx="1"/>
          </p:nvPr>
        </p:nvSpPr>
        <p:spPr>
          <a:xfrm>
            <a:off x="228600" y="1371600"/>
            <a:ext cx="4229100" cy="4876800"/>
          </a:xfrm>
        </p:spPr>
        <p:txBody>
          <a:bodyPr/>
          <a:lstStyle/>
          <a:p>
            <a:pPr lvl="0"/>
            <a:endParaRPr lang="en-US" noProof="0"/>
          </a:p>
        </p:txBody>
      </p:sp>
      <p:sp>
        <p:nvSpPr>
          <p:cNvPr id="4" name="Text Placeholder 3"/>
          <p:cNvSpPr>
            <a:spLocks noGrp="1"/>
          </p:cNvSpPr>
          <p:nvPr>
            <p:ph type="body" sz="half" idx="2"/>
          </p:nvPr>
        </p:nvSpPr>
        <p:spPr>
          <a:xfrm>
            <a:off x="4610100" y="1371600"/>
            <a:ext cx="42291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03C3DAB7-1310-B545-BB26-6F5CE370D25C}"/>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898B2604-8CC9-E944-B3A6-5AEBCC480852}"/>
              </a:ext>
            </a:extLst>
          </p:cNvPr>
          <p:cNvSpPr>
            <a:spLocks noGrp="1" noChangeArrowheads="1"/>
          </p:cNvSpPr>
          <p:nvPr>
            <p:ph type="sldNum" sz="quarter" idx="11"/>
          </p:nvPr>
        </p:nvSpPr>
        <p:spPr>
          <a:ln/>
        </p:spPr>
        <p:txBody>
          <a:bodyPr/>
          <a:lstStyle>
            <a:lvl1pPr>
              <a:defRPr/>
            </a:lvl1pPr>
          </a:lstStyle>
          <a:p>
            <a:fld id="{4CA3A2E3-EA89-6F4F-A6D6-7CADB64D5300}" type="slidenum">
              <a:rPr lang="en-US" altLang="en-US"/>
              <a:pPr/>
              <a:t>‹#›</a:t>
            </a:fld>
            <a:endParaRPr lang="en-US" altLang="en-US"/>
          </a:p>
        </p:txBody>
      </p:sp>
    </p:spTree>
    <p:extLst>
      <p:ext uri="{BB962C8B-B14F-4D97-AF65-F5344CB8AC3E}">
        <p14:creationId xmlns:p14="http://schemas.microsoft.com/office/powerpoint/2010/main" val="1661830771"/>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7" descr="safari.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0975" y="6411913"/>
            <a:ext cx="1025525" cy="2968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5" name="Rectangle 1029"/>
          <p:cNvSpPr>
            <a:spLocks noGrp="1" noChangeArrowheads="1"/>
          </p:cNvSpPr>
          <p:nvPr>
            <p:ph type="ftr" sz="quarter" idx="10"/>
          </p:nvPr>
        </p:nvSpPr>
        <p:spPr/>
        <p:txBody>
          <a:bodyPr/>
          <a:lstStyle>
            <a:lvl1pPr>
              <a:defRPr/>
            </a:lvl1pPr>
          </a:lstStyle>
          <a:p>
            <a:pPr>
              <a:defRPr/>
            </a:pPr>
            <a:endParaRPr lang="en-US">
              <a:solidFill>
                <a:srgbClr val="000000"/>
              </a:solidFill>
            </a:endParaRPr>
          </a:p>
        </p:txBody>
      </p:sp>
      <p:sp>
        <p:nvSpPr>
          <p:cNvPr id="6" name="Rectangle 1030"/>
          <p:cNvSpPr>
            <a:spLocks noGrp="1" noChangeArrowheads="1"/>
          </p:cNvSpPr>
          <p:nvPr>
            <p:ph type="sldNum" sz="quarter" idx="11"/>
          </p:nvPr>
        </p:nvSpPr>
        <p:spPr/>
        <p:txBody>
          <a:bodyPr/>
          <a:lstStyle>
            <a:lvl1pPr>
              <a:defRPr/>
            </a:lvl1pPr>
          </a:lstStyle>
          <a:p>
            <a:pPr>
              <a:defRPr/>
            </a:pPr>
            <a:fld id="{ACFCE054-F1E5-374D-A24E-887477C05326}"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128296802"/>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pPr>
              <a:defRPr/>
            </a:pPr>
            <a:fld id="{7292004D-7284-C244-B275-AB956C66515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122007512"/>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pPr>
              <a:defRPr/>
            </a:pPr>
            <a:fld id="{B79817D1-13B0-D341-B1C4-34616D3933B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678478178"/>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6" name="Rectangle 1030"/>
          <p:cNvSpPr>
            <a:spLocks noGrp="1" noChangeArrowheads="1"/>
          </p:cNvSpPr>
          <p:nvPr>
            <p:ph type="sldNum" sz="quarter" idx="11"/>
          </p:nvPr>
        </p:nvSpPr>
        <p:spPr>
          <a:ln/>
        </p:spPr>
        <p:txBody>
          <a:bodyPr/>
          <a:lstStyle>
            <a:lvl1pPr>
              <a:defRPr/>
            </a:lvl1pPr>
          </a:lstStyle>
          <a:p>
            <a:pPr>
              <a:defRPr/>
            </a:pPr>
            <a:fld id="{62067096-FD7F-A949-B565-8298951E6B8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331028413"/>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8" name="Rectangle 1030"/>
          <p:cNvSpPr>
            <a:spLocks noGrp="1" noChangeArrowheads="1"/>
          </p:cNvSpPr>
          <p:nvPr>
            <p:ph type="sldNum" sz="quarter" idx="11"/>
          </p:nvPr>
        </p:nvSpPr>
        <p:spPr>
          <a:ln/>
        </p:spPr>
        <p:txBody>
          <a:bodyPr/>
          <a:lstStyle>
            <a:lvl1pPr>
              <a:defRPr/>
            </a:lvl1pPr>
          </a:lstStyle>
          <a:p>
            <a:pPr>
              <a:defRPr/>
            </a:pPr>
            <a:fld id="{701077C3-3C60-8640-A1DD-3718D4D0D74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961672474"/>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4" name="Rectangle 1030"/>
          <p:cNvSpPr>
            <a:spLocks noGrp="1" noChangeArrowheads="1"/>
          </p:cNvSpPr>
          <p:nvPr>
            <p:ph type="sldNum" sz="quarter" idx="11"/>
          </p:nvPr>
        </p:nvSpPr>
        <p:spPr>
          <a:ln/>
        </p:spPr>
        <p:txBody>
          <a:bodyPr/>
          <a:lstStyle>
            <a:lvl1pPr>
              <a:defRPr/>
            </a:lvl1pPr>
          </a:lstStyle>
          <a:p>
            <a:pPr>
              <a:defRPr/>
            </a:pPr>
            <a:fld id="{D4D41FDD-73B6-EC4A-BB35-BA0C8CCC36C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575234808"/>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3" name="Rectangle 1030"/>
          <p:cNvSpPr>
            <a:spLocks noGrp="1" noChangeArrowheads="1"/>
          </p:cNvSpPr>
          <p:nvPr>
            <p:ph type="sldNum" sz="quarter" idx="11"/>
          </p:nvPr>
        </p:nvSpPr>
        <p:spPr>
          <a:ln/>
        </p:spPr>
        <p:txBody>
          <a:bodyPr/>
          <a:lstStyle>
            <a:lvl1pPr>
              <a:defRPr/>
            </a:lvl1pPr>
          </a:lstStyle>
          <a:p>
            <a:pPr>
              <a:defRPr/>
            </a:pPr>
            <a:fld id="{D88D2B92-4EF8-0940-9F90-1D39CCADBD7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990739141"/>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6" name="Rectangle 1030"/>
          <p:cNvSpPr>
            <a:spLocks noGrp="1" noChangeArrowheads="1"/>
          </p:cNvSpPr>
          <p:nvPr>
            <p:ph type="sldNum" sz="quarter" idx="11"/>
          </p:nvPr>
        </p:nvSpPr>
        <p:spPr>
          <a:ln/>
        </p:spPr>
        <p:txBody>
          <a:bodyPr/>
          <a:lstStyle>
            <a:lvl1pPr>
              <a:defRPr/>
            </a:lvl1pPr>
          </a:lstStyle>
          <a:p>
            <a:pPr>
              <a:defRPr/>
            </a:pPr>
            <a:fld id="{1224B1A2-EC3E-4448-972E-E198354A3E4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780789692"/>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6" name="Rectangle 1030"/>
          <p:cNvSpPr>
            <a:spLocks noGrp="1" noChangeArrowheads="1"/>
          </p:cNvSpPr>
          <p:nvPr>
            <p:ph type="sldNum" sz="quarter" idx="11"/>
          </p:nvPr>
        </p:nvSpPr>
        <p:spPr>
          <a:ln/>
        </p:spPr>
        <p:txBody>
          <a:bodyPr/>
          <a:lstStyle>
            <a:lvl1pPr>
              <a:defRPr/>
            </a:lvl1pPr>
          </a:lstStyle>
          <a:p>
            <a:pPr>
              <a:defRPr/>
            </a:pPr>
            <a:fld id="{B25B71B7-33A4-004A-B24D-5E8A20C1D7A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426332998"/>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pPr>
              <a:defRPr/>
            </a:pPr>
            <a:fld id="{1F5EE445-AD48-2049-A03E-4C865681EA4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587382377"/>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pPr>
              <a:defRPr/>
            </a:pPr>
            <a:fld id="{EF8603A9-60B6-0741-B15F-17172804C19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950451413"/>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Table Placeholder 2"/>
          <p:cNvSpPr>
            <a:spLocks noGrp="1"/>
          </p:cNvSpPr>
          <p:nvPr>
            <p:ph type="tbl" idx="1"/>
          </p:nvPr>
        </p:nvSpPr>
        <p:spPr>
          <a:xfrm>
            <a:off x="228600" y="1371600"/>
            <a:ext cx="8610600" cy="4876800"/>
          </a:xfrm>
        </p:spPr>
        <p:txBody>
          <a:bodyPr/>
          <a:lstStyle/>
          <a:p>
            <a:pPr lvl="0"/>
            <a:endParaRPr lang="en-US" noProof="0"/>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pPr>
              <a:defRPr/>
            </a:pPr>
            <a:fld id="{7066D58A-9B40-E846-A790-9B6CD5A5859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89528196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26">
            <a:extLst>
              <a:ext uri="{FF2B5EF4-FFF2-40B4-BE49-F238E27FC236}">
                <a16:creationId xmlns:a16="http://schemas.microsoft.com/office/drawing/2014/main" id="{E6597FE0-60A1-034A-A636-36595A800F00}"/>
              </a:ext>
            </a:extLst>
          </p:cNvPr>
          <p:cNvSpPr>
            <a:spLocks noGrp="1" noChangeArrowheads="1"/>
          </p:cNvSpPr>
          <p:nvPr>
            <p:ph type="title"/>
          </p:nvPr>
        </p:nvSpPr>
        <p:spPr bwMode="auto">
          <a:xfrm>
            <a:off x="2286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1027">
            <a:extLst>
              <a:ext uri="{FF2B5EF4-FFF2-40B4-BE49-F238E27FC236}">
                <a16:creationId xmlns:a16="http://schemas.microsoft.com/office/drawing/2014/main" id="{D0B67E57-9F41-B942-81B9-9C49558CA570}"/>
              </a:ext>
            </a:extLst>
          </p:cNvPr>
          <p:cNvSpPr>
            <a:spLocks noGrp="1" noChangeArrowheads="1"/>
          </p:cNvSpPr>
          <p:nvPr>
            <p:ph type="body" idx="1"/>
          </p:nvPr>
        </p:nvSpPr>
        <p:spPr bwMode="auto">
          <a:xfrm>
            <a:off x="228600" y="898525"/>
            <a:ext cx="86106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a:extLst>
              <a:ext uri="{FF2B5EF4-FFF2-40B4-BE49-F238E27FC236}">
                <a16:creationId xmlns:a16="http://schemas.microsoft.com/office/drawing/2014/main" id="{23BE90E2-0FA9-C945-9333-68CC9FE4F5D9}"/>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solidFill>
                  <a:srgbClr val="000000"/>
                </a:solidFill>
                <a:latin typeface="+mj-lt"/>
                <a:ea typeface="+mn-ea"/>
                <a:cs typeface="+mn-cs"/>
              </a:defRPr>
            </a:lvl1pPr>
          </a:lstStyle>
          <a:p>
            <a:pPr>
              <a:defRPr/>
            </a:pPr>
            <a:endParaRPr lang="en-US" altLang="en-US"/>
          </a:p>
        </p:txBody>
      </p:sp>
      <p:sp>
        <p:nvSpPr>
          <p:cNvPr id="100358" name="Rectangle 1030">
            <a:extLst>
              <a:ext uri="{FF2B5EF4-FFF2-40B4-BE49-F238E27FC236}">
                <a16:creationId xmlns:a16="http://schemas.microsoft.com/office/drawing/2014/main" id="{191BEC63-1DEA-0847-B8BC-002CCC743F2C}"/>
              </a:ext>
            </a:extLst>
          </p:cNvPr>
          <p:cNvSpPr>
            <a:spLocks noGrp="1" noChangeArrowheads="1"/>
          </p:cNvSpPr>
          <p:nvPr>
            <p:ph type="sldNum" sz="quarter" idx="4"/>
          </p:nvPr>
        </p:nvSpPr>
        <p:spPr bwMode="auto">
          <a:xfrm>
            <a:off x="6777038" y="631825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a:solidFill>
                  <a:srgbClr val="000000"/>
                </a:solidFill>
                <a:latin typeface="Garamond" panose="02020404030301010803" pitchFamily="18" charset="0"/>
                <a:cs typeface="Arial" panose="020B0604020202020204" pitchFamily="34" charset="0"/>
              </a:defRPr>
            </a:lvl1pPr>
          </a:lstStyle>
          <a:p>
            <a:fld id="{764B09B3-2352-4B45-BFD9-B15BF150B2F8}" type="slidenum">
              <a:rPr lang="en-US" altLang="en-US"/>
              <a:pPr/>
              <a:t>‹#›</a:t>
            </a:fld>
            <a:endParaRPr lang="en-US" altLang="en-US"/>
          </a:p>
        </p:txBody>
      </p:sp>
      <p:sp>
        <p:nvSpPr>
          <p:cNvPr id="1030" name="Line 1032">
            <a:extLst>
              <a:ext uri="{FF2B5EF4-FFF2-40B4-BE49-F238E27FC236}">
                <a16:creationId xmlns:a16="http://schemas.microsoft.com/office/drawing/2014/main" id="{3B64EC2B-D863-2044-B2D5-E738C6E47F61}"/>
              </a:ext>
            </a:extLst>
          </p:cNvPr>
          <p:cNvSpPr>
            <a:spLocks noChangeShapeType="1"/>
          </p:cNvSpPr>
          <p:nvPr/>
        </p:nvSpPr>
        <p:spPr bwMode="auto">
          <a:xfrm>
            <a:off x="228600" y="6481763"/>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Line 1033">
            <a:extLst>
              <a:ext uri="{FF2B5EF4-FFF2-40B4-BE49-F238E27FC236}">
                <a16:creationId xmlns:a16="http://schemas.microsoft.com/office/drawing/2014/main" id="{A5047C56-8C24-0345-894A-0C4BCF3C536F}"/>
              </a:ext>
            </a:extLst>
          </p:cNvPr>
          <p:cNvSpPr>
            <a:spLocks noChangeShapeType="1"/>
          </p:cNvSpPr>
          <p:nvPr userDrawn="1"/>
        </p:nvSpPr>
        <p:spPr bwMode="auto">
          <a:xfrm>
            <a:off x="228600" y="898525"/>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4600" r:id="rId1"/>
    <p:sldLayoutId id="2147484578" r:id="rId2"/>
    <p:sldLayoutId id="2147484579" r:id="rId3"/>
    <p:sldLayoutId id="2147484580" r:id="rId4"/>
    <p:sldLayoutId id="2147484581" r:id="rId5"/>
    <p:sldLayoutId id="2147484582" r:id="rId6"/>
    <p:sldLayoutId id="2147484583" r:id="rId7"/>
    <p:sldLayoutId id="2147484584" r:id="rId8"/>
    <p:sldLayoutId id="2147484585" r:id="rId9"/>
    <p:sldLayoutId id="2147484586" r:id="rId10"/>
    <p:sldLayoutId id="2147484587" r:id="rId11"/>
    <p:sldLayoutId id="2147484588"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1026">
            <a:extLst>
              <a:ext uri="{FF2B5EF4-FFF2-40B4-BE49-F238E27FC236}">
                <a16:creationId xmlns:a16="http://schemas.microsoft.com/office/drawing/2014/main" id="{0AC9020A-D492-D64F-B5D8-C96017808D84}"/>
              </a:ext>
            </a:extLst>
          </p:cNvPr>
          <p:cNvSpPr>
            <a:spLocks noGrp="1" noChangeArrowheads="1"/>
          </p:cNvSpPr>
          <p:nvPr>
            <p:ph type="title"/>
          </p:nvPr>
        </p:nvSpPr>
        <p:spPr bwMode="auto">
          <a:xfrm>
            <a:off x="2286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4339" name="Rectangle 1027">
            <a:extLst>
              <a:ext uri="{FF2B5EF4-FFF2-40B4-BE49-F238E27FC236}">
                <a16:creationId xmlns:a16="http://schemas.microsoft.com/office/drawing/2014/main" id="{36DAF701-8EF2-B34A-9E85-188203F929E0}"/>
              </a:ext>
            </a:extLst>
          </p:cNvPr>
          <p:cNvSpPr>
            <a:spLocks noGrp="1" noChangeArrowheads="1"/>
          </p:cNvSpPr>
          <p:nvPr>
            <p:ph type="body" idx="1"/>
          </p:nvPr>
        </p:nvSpPr>
        <p:spPr bwMode="auto">
          <a:xfrm>
            <a:off x="228600" y="898525"/>
            <a:ext cx="86106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a:extLst>
              <a:ext uri="{FF2B5EF4-FFF2-40B4-BE49-F238E27FC236}">
                <a16:creationId xmlns:a16="http://schemas.microsoft.com/office/drawing/2014/main" id="{A5ED44BB-0781-B444-90A4-103F3CA3BB47}"/>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solidFill>
                  <a:srgbClr val="000000"/>
                </a:solidFill>
                <a:latin typeface="Garamond"/>
                <a:ea typeface="+mn-ea"/>
                <a:cs typeface="+mn-cs"/>
              </a:defRPr>
            </a:lvl1pPr>
          </a:lstStyle>
          <a:p>
            <a:pPr>
              <a:defRPr/>
            </a:pPr>
            <a:endParaRPr lang="en-US" altLang="en-US"/>
          </a:p>
        </p:txBody>
      </p:sp>
      <p:sp>
        <p:nvSpPr>
          <p:cNvPr id="100358" name="Rectangle 1030">
            <a:extLst>
              <a:ext uri="{FF2B5EF4-FFF2-40B4-BE49-F238E27FC236}">
                <a16:creationId xmlns:a16="http://schemas.microsoft.com/office/drawing/2014/main" id="{5AF72E21-8C3D-E443-B6C4-73EBA94CE1F2}"/>
              </a:ext>
            </a:extLst>
          </p:cNvPr>
          <p:cNvSpPr>
            <a:spLocks noGrp="1" noChangeArrowheads="1"/>
          </p:cNvSpPr>
          <p:nvPr>
            <p:ph type="sldNum" sz="quarter" idx="4"/>
          </p:nvPr>
        </p:nvSpPr>
        <p:spPr bwMode="auto">
          <a:xfrm>
            <a:off x="6777038" y="631825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a:solidFill>
                  <a:srgbClr val="000000"/>
                </a:solidFill>
                <a:latin typeface="Garamond" panose="02020404030301010803" pitchFamily="18" charset="0"/>
                <a:cs typeface="Arial" panose="020B0604020202020204" pitchFamily="34" charset="0"/>
              </a:defRPr>
            </a:lvl1pPr>
          </a:lstStyle>
          <a:p>
            <a:fld id="{0EE16E2F-C2F1-B84A-A31A-9EB8B530A580}" type="slidenum">
              <a:rPr lang="en-US" altLang="en-US"/>
              <a:pPr/>
              <a:t>‹#›</a:t>
            </a:fld>
            <a:endParaRPr lang="en-US" altLang="en-US"/>
          </a:p>
        </p:txBody>
      </p:sp>
      <p:sp>
        <p:nvSpPr>
          <p:cNvPr id="14342" name="Line 1032">
            <a:extLst>
              <a:ext uri="{FF2B5EF4-FFF2-40B4-BE49-F238E27FC236}">
                <a16:creationId xmlns:a16="http://schemas.microsoft.com/office/drawing/2014/main" id="{30C05B7F-F23A-FA47-A0A4-A3F51F6FF574}"/>
              </a:ext>
            </a:extLst>
          </p:cNvPr>
          <p:cNvSpPr>
            <a:spLocks noChangeShapeType="1"/>
          </p:cNvSpPr>
          <p:nvPr/>
        </p:nvSpPr>
        <p:spPr bwMode="auto">
          <a:xfrm>
            <a:off x="228600" y="6481763"/>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3" name="Line 1033">
            <a:extLst>
              <a:ext uri="{FF2B5EF4-FFF2-40B4-BE49-F238E27FC236}">
                <a16:creationId xmlns:a16="http://schemas.microsoft.com/office/drawing/2014/main" id="{A7E00E6C-350A-544F-9C24-3502C1117B17}"/>
              </a:ext>
            </a:extLst>
          </p:cNvPr>
          <p:cNvSpPr>
            <a:spLocks noChangeShapeType="1"/>
          </p:cNvSpPr>
          <p:nvPr userDrawn="1"/>
        </p:nvSpPr>
        <p:spPr bwMode="auto">
          <a:xfrm>
            <a:off x="228600" y="898525"/>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4601" r:id="rId1"/>
    <p:sldLayoutId id="2147484589" r:id="rId2"/>
    <p:sldLayoutId id="2147484590" r:id="rId3"/>
    <p:sldLayoutId id="2147484591" r:id="rId4"/>
    <p:sldLayoutId id="2147484592" r:id="rId5"/>
    <p:sldLayoutId id="2147484593" r:id="rId6"/>
    <p:sldLayoutId id="2147484594" r:id="rId7"/>
    <p:sldLayoutId id="2147484595" r:id="rId8"/>
    <p:sldLayoutId id="2147484596" r:id="rId9"/>
    <p:sldLayoutId id="2147484597" r:id="rId10"/>
    <p:sldLayoutId id="2147484598" r:id="rId11"/>
    <p:sldLayoutId id="2147484599"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1026"/>
          <p:cNvSpPr>
            <a:spLocks noGrp="1" noChangeArrowheads="1"/>
          </p:cNvSpPr>
          <p:nvPr>
            <p:ph type="title"/>
          </p:nvPr>
        </p:nvSpPr>
        <p:spPr bwMode="auto">
          <a:xfrm>
            <a:off x="228600" y="152400"/>
            <a:ext cx="8610600" cy="884238"/>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7" name="Rectangle 1027"/>
          <p:cNvSpPr>
            <a:spLocks noGrp="1" noChangeArrowheads="1"/>
          </p:cNvSpPr>
          <p:nvPr>
            <p:ph type="body" idx="1"/>
          </p:nvPr>
        </p:nvSpPr>
        <p:spPr bwMode="auto">
          <a:xfrm>
            <a:off x="228600" y="1095375"/>
            <a:ext cx="8610600" cy="5153025"/>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0357" name="Rectangle 1029"/>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Garamond" charset="0"/>
              </a:defRPr>
            </a:lvl1pPr>
          </a:lstStyle>
          <a:p>
            <a:pPr fontAlgn="base">
              <a:spcBef>
                <a:spcPct val="0"/>
              </a:spcBef>
              <a:spcAft>
                <a:spcPct val="0"/>
              </a:spcAft>
              <a:defRPr/>
            </a:pPr>
            <a:endParaRPr lang="en-US">
              <a:solidFill>
                <a:srgbClr val="000000"/>
              </a:solidFill>
              <a:ea typeface="ＭＳ Ｐゴシック" charset="0"/>
              <a:cs typeface="ＭＳ Ｐゴシック" charset="0"/>
            </a:endParaRPr>
          </a:p>
        </p:txBody>
      </p:sp>
      <p:sp>
        <p:nvSpPr>
          <p:cNvPr id="100358" name="Rectangle 1030"/>
          <p:cNvSpPr>
            <a:spLocks noGrp="1" noChangeArrowheads="1"/>
          </p:cNvSpPr>
          <p:nvPr>
            <p:ph type="sldNum" sz="quarter" idx="4"/>
          </p:nvPr>
        </p:nvSpPr>
        <p:spPr bwMode="auto">
          <a:xfrm>
            <a:off x="6946900" y="6373813"/>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a:latin typeface="Garamond" charset="0"/>
              </a:defRPr>
            </a:lvl1pPr>
          </a:lstStyle>
          <a:p>
            <a:pPr fontAlgn="base">
              <a:spcBef>
                <a:spcPct val="0"/>
              </a:spcBef>
              <a:spcAft>
                <a:spcPct val="0"/>
              </a:spcAft>
              <a:defRPr/>
            </a:pPr>
            <a:fld id="{FB5C1105-7C02-0A4A-BBB4-558A73CD3ACF}" type="slidenum">
              <a:rPr lang="en-US">
                <a:solidFill>
                  <a:srgbClr val="000000"/>
                </a:solidFill>
                <a:ea typeface="ＭＳ Ｐゴシック" charset="0"/>
                <a:cs typeface="ＭＳ Ｐゴシック" charset="0"/>
              </a:rPr>
              <a:pPr fontAlgn="base">
                <a:spcBef>
                  <a:spcPct val="0"/>
                </a:spcBef>
                <a:spcAft>
                  <a:spcPct val="0"/>
                </a:spcAft>
                <a:defRPr/>
              </a:pPr>
              <a:t>‹#›</a:t>
            </a:fld>
            <a:endParaRPr lang="en-US">
              <a:solidFill>
                <a:srgbClr val="000000"/>
              </a:solidFill>
              <a:ea typeface="ＭＳ Ｐゴシック" charset="0"/>
              <a:cs typeface="ＭＳ Ｐゴシック" charset="0"/>
            </a:endParaRPr>
          </a:p>
        </p:txBody>
      </p:sp>
      <p:sp>
        <p:nvSpPr>
          <p:cNvPr id="1030" name="Line 1032"/>
          <p:cNvSpPr>
            <a:spLocks noChangeShapeType="1"/>
          </p:cNvSpPr>
          <p:nvPr/>
        </p:nvSpPr>
        <p:spPr bwMode="auto">
          <a:xfrm>
            <a:off x="228600" y="6446838"/>
            <a:ext cx="8610600" cy="0"/>
          </a:xfrm>
          <a:prstGeom prst="line">
            <a:avLst/>
          </a:prstGeom>
          <a:noFill/>
          <a:ln w="19050">
            <a:solidFill>
              <a:schemeClr val="accent1"/>
            </a:solidFill>
            <a:round/>
            <a:headEnd/>
            <a:tailEnd/>
          </a:ln>
          <a:extLst>
            <a:ext uri="{909E8E84-426E-40dd-AFC4-6F175D3DCCD1}">
              <a14:hiddenFill xmlns=""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Arial" charset="0"/>
              <a:ea typeface="ＭＳ Ｐゴシック" charset="0"/>
              <a:cs typeface="ＭＳ Ｐゴシック" charset="0"/>
            </a:endParaRPr>
          </a:p>
        </p:txBody>
      </p:sp>
      <p:sp>
        <p:nvSpPr>
          <p:cNvPr id="1031" name="Line 1033"/>
          <p:cNvSpPr>
            <a:spLocks noChangeShapeType="1"/>
          </p:cNvSpPr>
          <p:nvPr userDrawn="1"/>
        </p:nvSpPr>
        <p:spPr bwMode="auto">
          <a:xfrm>
            <a:off x="228600" y="914400"/>
            <a:ext cx="8610600" cy="0"/>
          </a:xfrm>
          <a:prstGeom prst="line">
            <a:avLst/>
          </a:prstGeom>
          <a:noFill/>
          <a:ln w="19050">
            <a:solidFill>
              <a:schemeClr val="accent1"/>
            </a:solidFill>
            <a:round/>
            <a:headEnd/>
            <a:tailEnd/>
          </a:ln>
          <a:extLst>
            <a:ext uri="{909E8E84-426E-40dd-AFC4-6F175D3DCCD1}">
              <a14:hiddenFill xmlns=""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Arial" charset="0"/>
              <a:ea typeface="ＭＳ Ｐゴシック" charset="0"/>
              <a:cs typeface="ＭＳ Ｐゴシック" charset="0"/>
            </a:endParaRPr>
          </a:p>
        </p:txBody>
      </p:sp>
      <p:pic>
        <p:nvPicPr>
          <p:cNvPr id="1032" name="Picture 7" descr="safari.png"/>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80975" y="6602413"/>
            <a:ext cx="847725" cy="2460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5329203"/>
      </p:ext>
    </p:extLst>
  </p:cSld>
  <p:clrMap bg1="lt1" tx1="dk1" bg2="lt2" tx2="dk2" accent1="accent1" accent2="accent2" accent3="accent3" accent4="accent4" accent5="accent5" accent6="accent6" hlink="hlink" folHlink="folHlink"/>
  <p:sldLayoutIdLst>
    <p:sldLayoutId id="2147484668" r:id="rId1"/>
    <p:sldLayoutId id="2147484669" r:id="rId2"/>
    <p:sldLayoutId id="2147484670" r:id="rId3"/>
    <p:sldLayoutId id="2147484671" r:id="rId4"/>
    <p:sldLayoutId id="2147484672" r:id="rId5"/>
    <p:sldLayoutId id="2147484673" r:id="rId6"/>
    <p:sldLayoutId id="2147484674" r:id="rId7"/>
    <p:sldLayoutId id="2147484675" r:id="rId8"/>
    <p:sldLayoutId id="2147484676" r:id="rId9"/>
    <p:sldLayoutId id="2147484677" r:id="rId10"/>
    <p:sldLayoutId id="2147484678" r:id="rId11"/>
    <p:sldLayoutId id="2147484679"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pitchFamily="-106" charset="-128"/>
          <a:cs typeface="ＭＳ Ｐゴシック" pitchFamily="-106" charset="-128"/>
        </a:defRPr>
      </a:lvl1pPr>
      <a:lvl2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2pPr>
      <a:lvl3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3pPr>
      <a:lvl4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4pPr>
      <a:lvl5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5pPr>
      <a:lvl6pPr marL="457200" algn="l" rtl="0" fontAlgn="base">
        <a:spcBef>
          <a:spcPct val="0"/>
        </a:spcBef>
        <a:spcAft>
          <a:spcPct val="0"/>
        </a:spcAft>
        <a:defRPr sz="4000">
          <a:solidFill>
            <a:schemeClr val="tx2"/>
          </a:solidFill>
          <a:latin typeface="Garamond" pitchFamily="-106" charset="0"/>
        </a:defRPr>
      </a:lvl6pPr>
      <a:lvl7pPr marL="914400" algn="l" rtl="0" fontAlgn="base">
        <a:spcBef>
          <a:spcPct val="0"/>
        </a:spcBef>
        <a:spcAft>
          <a:spcPct val="0"/>
        </a:spcAft>
        <a:defRPr sz="4000">
          <a:solidFill>
            <a:schemeClr val="tx2"/>
          </a:solidFill>
          <a:latin typeface="Garamond" pitchFamily="-106" charset="0"/>
        </a:defRPr>
      </a:lvl7pPr>
      <a:lvl8pPr marL="1371600" algn="l" rtl="0" fontAlgn="base">
        <a:spcBef>
          <a:spcPct val="0"/>
        </a:spcBef>
        <a:spcAft>
          <a:spcPct val="0"/>
        </a:spcAft>
        <a:defRPr sz="4000">
          <a:solidFill>
            <a:schemeClr val="tx2"/>
          </a:solidFill>
          <a:latin typeface="Garamond" pitchFamily="-106" charset="0"/>
        </a:defRPr>
      </a:lvl8pPr>
      <a:lvl9pPr marL="1828800" algn="l" rtl="0" fontAlgn="base">
        <a:spcBef>
          <a:spcPct val="0"/>
        </a:spcBef>
        <a:spcAft>
          <a:spcPct val="0"/>
        </a:spcAft>
        <a:defRPr sz="4000">
          <a:solidFill>
            <a:schemeClr val="tx2"/>
          </a:solidFill>
          <a:latin typeface="Garamond" pitchFamily="-106" charset="0"/>
        </a:defRPr>
      </a:lvl9pPr>
    </p:titleStyle>
    <p:bodyStyle>
      <a:lvl1pPr marL="342900" indent="-342900" algn="l" rtl="0" eaLnBrk="0" fontAlgn="base" hangingPunct="0">
        <a:spcBef>
          <a:spcPct val="20000"/>
        </a:spcBef>
        <a:spcAft>
          <a:spcPct val="0"/>
        </a:spcAft>
        <a:buClr>
          <a:schemeClr val="accent1"/>
        </a:buClr>
        <a:buSzPct val="65000"/>
        <a:buFont typeface="Wingdings" charset="0"/>
        <a:buChar char="n"/>
        <a:defRPr sz="2400">
          <a:solidFill>
            <a:schemeClr val="tx1"/>
          </a:solidFill>
          <a:latin typeface="+mn-lt"/>
          <a:ea typeface="ＭＳ Ｐゴシック" pitchFamily="-106" charset="-128"/>
          <a:cs typeface="ＭＳ Ｐゴシック" pitchFamily="-106" charset="-128"/>
        </a:defRPr>
      </a:lvl1pPr>
      <a:lvl2pPr marL="669925" indent="-325438" algn="l" rtl="0" eaLnBrk="0" fontAlgn="base" hangingPunct="0">
        <a:spcBef>
          <a:spcPct val="20000"/>
        </a:spcBef>
        <a:spcAft>
          <a:spcPct val="0"/>
        </a:spcAft>
        <a:buClr>
          <a:schemeClr val="accent2"/>
        </a:buClr>
        <a:buSzPct val="60000"/>
        <a:buFont typeface="Wingdings" charset="0"/>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charset="0"/>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charset="0"/>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charset="0"/>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6pPr>
      <a:lvl7pPr marL="25955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7pPr>
      <a:lvl8pPr marL="30527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8pPr>
      <a:lvl9pPr marL="35099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24.tiff"/><Relationship Id="rId3" Type="http://schemas.openxmlformats.org/officeDocument/2006/relationships/image" Target="../media/image20.emf"/><Relationship Id="rId7" Type="http://schemas.openxmlformats.org/officeDocument/2006/relationships/image" Target="../media/image23.tiff"/><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2.tiff"/><Relationship Id="rId5" Type="http://schemas.openxmlformats.org/officeDocument/2006/relationships/image" Target="../media/image21.tiff"/><Relationship Id="rId10" Type="http://schemas.openxmlformats.org/officeDocument/2006/relationships/image" Target="../media/image26.tiff"/><Relationship Id="rId4" Type="http://schemas.openxmlformats.org/officeDocument/2006/relationships/image" Target="../media/image19.png"/><Relationship Id="rId9" Type="http://schemas.openxmlformats.org/officeDocument/2006/relationships/image" Target="../media/image25.tiff"/></Relationships>
</file>

<file path=ppt/slides/_rels/slide34.xml.rels><?xml version="1.0" encoding="UTF-8" standalone="yes"?>
<Relationships xmlns="http://schemas.openxmlformats.org/package/2006/relationships"><Relationship Id="rId3" Type="http://schemas.openxmlformats.org/officeDocument/2006/relationships/image" Target="../media/image23.tif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developer.nvidia.com/blog/nvidia-ampere-architecture-in-depth/"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6.tiff"/></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5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39.emf"/><Relationship Id="rId5" Type="http://schemas.openxmlformats.org/officeDocument/2006/relationships/image" Target="../media/image38.emf"/><Relationship Id="rId4" Type="http://schemas.openxmlformats.org/officeDocument/2006/relationships/image" Target="../media/image37.emf"/></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7.xml.rels><?xml version="1.0" encoding="UTF-8" standalone="yes"?>
<Relationships xmlns="http://schemas.openxmlformats.org/package/2006/relationships"><Relationship Id="rId3" Type="http://schemas.openxmlformats.org/officeDocument/2006/relationships/hyperlink" Target="https://developer.nvidia.com/blog/nvidia-hopper-architecture-in-depth/" TargetMode="External"/><Relationship Id="rId2" Type="http://schemas.openxmlformats.org/officeDocument/2006/relationships/notesSlide" Target="../notesSlides/notesSlide39.xml"/><Relationship Id="rId1" Type="http://schemas.openxmlformats.org/officeDocument/2006/relationships/slideLayout" Target="../slideLayouts/slideLayout14.xml"/><Relationship Id="rId4" Type="http://schemas.openxmlformats.org/officeDocument/2006/relationships/image" Target="../media/image42.png"/></Relationships>
</file>

<file path=ppt/slides/_rels/slide88.xml.rels><?xml version="1.0" encoding="UTF-8" standalone="yes"?>
<Relationships xmlns="http://schemas.openxmlformats.org/package/2006/relationships"><Relationship Id="rId3" Type="http://schemas.openxmlformats.org/officeDocument/2006/relationships/hyperlink" Target="https://developer.nvidia.com/blog/nvidia-hopper-architecture-in-depth/" TargetMode="External"/><Relationship Id="rId2" Type="http://schemas.openxmlformats.org/officeDocument/2006/relationships/notesSlide" Target="../notesSlides/notesSlide40.xml"/><Relationship Id="rId1" Type="http://schemas.openxmlformats.org/officeDocument/2006/relationships/slideLayout" Target="../slideLayouts/slideLayout14.xml"/><Relationship Id="rId5" Type="http://schemas.openxmlformats.org/officeDocument/2006/relationships/image" Target="../media/image44.jpg"/><Relationship Id="rId4" Type="http://schemas.openxmlformats.org/officeDocument/2006/relationships/image" Target="../media/image43.png"/></Relationships>
</file>

<file path=ppt/slides/_rels/slide89.xml.rels><?xml version="1.0" encoding="UTF-8" standalone="yes"?>
<Relationships xmlns="http://schemas.openxmlformats.org/package/2006/relationships"><Relationship Id="rId3" Type="http://schemas.openxmlformats.org/officeDocument/2006/relationships/hyperlink" Target="https://developer.nvidia.com/blog/nvidia-hopper-architecture-in-depth/" TargetMode="External"/><Relationship Id="rId2" Type="http://schemas.openxmlformats.org/officeDocument/2006/relationships/notesSlide" Target="../notesSlides/notesSlide41.xml"/><Relationship Id="rId1" Type="http://schemas.openxmlformats.org/officeDocument/2006/relationships/slideLayout" Target="../slideLayouts/slideLayout14.xml"/><Relationship Id="rId5" Type="http://schemas.openxmlformats.org/officeDocument/2006/relationships/image" Target="../media/image46.jpg"/><Relationship Id="rId4" Type="http://schemas.openxmlformats.org/officeDocument/2006/relationships/image" Target="../media/image45.jpg"/></Relationships>
</file>

<file path=ppt/slides/_rels/slide90.xml.rels><?xml version="1.0" encoding="UTF-8" standalone="yes"?>
<Relationships xmlns="http://schemas.openxmlformats.org/package/2006/relationships"><Relationship Id="rId3" Type="http://schemas.openxmlformats.org/officeDocument/2006/relationships/hyperlink" Target="https://developer.nvidia.com/blog/nvidia-hopper-architecture-in-depth/" TargetMode="External"/><Relationship Id="rId2" Type="http://schemas.openxmlformats.org/officeDocument/2006/relationships/notesSlide" Target="../notesSlides/notesSlide42.xml"/><Relationship Id="rId1" Type="http://schemas.openxmlformats.org/officeDocument/2006/relationships/slideLayout" Target="../slideLayouts/slideLayout14.xml"/><Relationship Id="rId4" Type="http://schemas.openxmlformats.org/officeDocument/2006/relationships/image" Target="../media/image47.jp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4">
            <a:extLst>
              <a:ext uri="{FF2B5EF4-FFF2-40B4-BE49-F238E27FC236}">
                <a16:creationId xmlns:a16="http://schemas.microsoft.com/office/drawing/2014/main" id="{449D8DDE-B114-874A-8B5A-CE4E2F84BF76}"/>
              </a:ext>
            </a:extLst>
          </p:cNvPr>
          <p:cNvSpPr>
            <a:spLocks noGrp="1" noChangeArrowheads="1"/>
          </p:cNvSpPr>
          <p:nvPr>
            <p:ph type="ctrTitle"/>
          </p:nvPr>
        </p:nvSpPr>
        <p:spPr>
          <a:xfrm>
            <a:off x="228600" y="717550"/>
            <a:ext cx="8686800" cy="2711450"/>
          </a:xfrm>
        </p:spPr>
        <p:txBody>
          <a:bodyPr/>
          <a:lstStyle/>
          <a:p>
            <a:pPr algn="ctr" eaLnBrk="1" hangingPunct="1"/>
            <a:br>
              <a:rPr lang="en-US" altLang="en-US" dirty="0">
                <a:ea typeface="ＭＳ Ｐゴシック" panose="020B0600070205080204" pitchFamily="34" charset="-128"/>
              </a:rPr>
            </a:br>
            <a:r>
              <a:rPr lang="en-US" altLang="zh-CN" sz="4500" b="1" dirty="0">
                <a:ea typeface="ＭＳ Ｐゴシック" panose="020B0600070205080204" pitchFamily="34" charset="-128"/>
              </a:rPr>
              <a:t>AI Chip </a:t>
            </a:r>
            <a:r>
              <a:rPr lang="en-US" altLang="en-US" sz="4500" b="1" dirty="0">
                <a:ea typeface="ＭＳ Ｐゴシック" panose="020B0600070205080204" pitchFamily="34" charset="-128"/>
              </a:rPr>
              <a:t>&amp; Systems.</a:t>
            </a:r>
            <a:br>
              <a:rPr lang="en-US" altLang="en-US" sz="4500" b="1" dirty="0">
                <a:ea typeface="ＭＳ Ｐゴシック" panose="020B0600070205080204" pitchFamily="34" charset="-128"/>
              </a:rPr>
            </a:br>
            <a:br>
              <a:rPr lang="en-US" altLang="en-US" sz="1000" b="1" dirty="0">
                <a:ea typeface="ＭＳ Ｐゴシック" panose="020B0600070205080204" pitchFamily="34" charset="-128"/>
              </a:rPr>
            </a:br>
            <a:r>
              <a:rPr lang="en-US" altLang="en-US" sz="4300" dirty="0">
                <a:solidFill>
                  <a:srgbClr val="C00000"/>
                </a:solidFill>
                <a:ea typeface="ＭＳ Ｐゴシック" panose="020B0600070205080204" pitchFamily="34" charset="-128"/>
              </a:rPr>
              <a:t>Lecture 6: Graphics Processing Units</a:t>
            </a:r>
          </a:p>
        </p:txBody>
      </p:sp>
      <p:sp>
        <p:nvSpPr>
          <p:cNvPr id="22530" name="Rectangle 5">
            <a:extLst>
              <a:ext uri="{FF2B5EF4-FFF2-40B4-BE49-F238E27FC236}">
                <a16:creationId xmlns:a16="http://schemas.microsoft.com/office/drawing/2014/main" id="{435E454D-D444-0541-B91A-9C35CDC08D6C}"/>
              </a:ext>
            </a:extLst>
          </p:cNvPr>
          <p:cNvSpPr>
            <a:spLocks noGrp="1" noChangeArrowheads="1"/>
          </p:cNvSpPr>
          <p:nvPr>
            <p:ph type="subTitle" idx="1"/>
          </p:nvPr>
        </p:nvSpPr>
        <p:spPr>
          <a:xfrm>
            <a:off x="685800" y="3810000"/>
            <a:ext cx="7848600" cy="2671763"/>
          </a:xfrm>
        </p:spPr>
        <p:txBody>
          <a:bodyPr/>
          <a:lstStyle/>
          <a:p>
            <a:pPr eaLnBrk="1" hangingPunct="1"/>
            <a:r>
              <a:rPr lang="en-US" altLang="en-US" dirty="0">
                <a:solidFill>
                  <a:srgbClr val="003399"/>
                </a:solidFill>
                <a:ea typeface="ＭＳ Ｐゴシック" panose="020B0600070205080204" pitchFamily="34" charset="-128"/>
              </a:rPr>
              <a:t>Prof. Zeke Wang</a:t>
            </a:r>
          </a:p>
          <a:p>
            <a:pPr eaLnBrk="1" hangingPunct="1"/>
            <a:endParaRPr lang="en-US" altLang="en-US" dirty="0">
              <a:solidFill>
                <a:srgbClr val="003399"/>
              </a:solidFill>
              <a:ea typeface="ＭＳ Ｐゴシック" panose="020B0600070205080204" pitchFamily="34" charset="-128"/>
            </a:endParaRPr>
          </a:p>
          <a:p>
            <a:pPr eaLnBrk="1" hangingPunct="1"/>
            <a:r>
              <a:rPr lang="en-US" altLang="en-US" dirty="0">
                <a:ea typeface="ＭＳ Ｐゴシック" panose="020B0600070205080204" pitchFamily="34" charset="-128"/>
              </a:rPr>
              <a:t>Zhejiang University</a:t>
            </a:r>
          </a:p>
          <a:p>
            <a:pPr eaLnBrk="1" hangingPunct="1"/>
            <a:r>
              <a:rPr lang="en-US" altLang="zh-CN">
                <a:ea typeface="ＭＳ Ｐゴシック" panose="020B0600070205080204" pitchFamily="34" charset="-128"/>
              </a:rPr>
              <a:t>April</a:t>
            </a:r>
            <a:r>
              <a:rPr lang="en-US" altLang="en-US">
                <a:ea typeface="ＭＳ Ｐゴシック" panose="020B0600070205080204" pitchFamily="34" charset="-128"/>
              </a:rPr>
              <a:t> 9 </a:t>
            </a:r>
            <a:r>
              <a:rPr lang="en-US" altLang="en-US" dirty="0">
                <a:ea typeface="ＭＳ Ｐゴシック" panose="020B0600070205080204" pitchFamily="34" charset="-128"/>
              </a:rPr>
              <a:t>2026</a:t>
            </a: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35163459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Recall: Comparison of Memories</a:t>
            </a:r>
            <a:endParaRPr lang="en-US" dirty="0"/>
          </a:p>
        </p:txBody>
      </p:sp>
      <p:sp>
        <p:nvSpPr>
          <p:cNvPr id="4" name="Slide Number Placeholder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574D81-B5DE-384D-B24B-566C679AE608}" type="slidenum">
              <a:rPr kumimoji="0" lang="en-US" sz="1600" b="0" i="0" u="none" strike="noStrike" kern="1200" cap="none" spc="0" normalizeH="0" baseline="0" noProof="0" smtClean="0">
                <a:ln>
                  <a:noFill/>
                </a:ln>
                <a:solidFill>
                  <a:srgbClr val="000000"/>
                </a:solidFill>
                <a:effectLst/>
                <a:uLnTx/>
                <a:uFillTx/>
                <a:latin typeface="Garamond" charset="0"/>
                <a:ea typeface="+mn-ea"/>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0000"/>
              </a:solidFill>
              <a:effectLst/>
              <a:uLnTx/>
              <a:uFillTx/>
              <a:latin typeface="Garamond" charset="0"/>
              <a:ea typeface="+mn-ea"/>
            </a:endParaRPr>
          </a:p>
        </p:txBody>
      </p:sp>
      <p:sp>
        <p:nvSpPr>
          <p:cNvPr id="10" name="等腰三角形 9">
            <a:extLst>
              <a:ext uri="{FF2B5EF4-FFF2-40B4-BE49-F238E27FC236}">
                <a16:creationId xmlns:a16="http://schemas.microsoft.com/office/drawing/2014/main" id="{5F6A812F-568A-4B3E-846B-9D79A29A29BB}"/>
              </a:ext>
            </a:extLst>
          </p:cNvPr>
          <p:cNvSpPr/>
          <p:nvPr/>
        </p:nvSpPr>
        <p:spPr bwMode="auto">
          <a:xfrm>
            <a:off x="76200" y="1524000"/>
            <a:ext cx="3064768" cy="2781300"/>
          </a:xfrm>
          <a:prstGeom prst="triangle">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itchFamily="34" charset="0"/>
            </a:endParaRPr>
          </a:p>
        </p:txBody>
      </p:sp>
      <p:cxnSp>
        <p:nvCxnSpPr>
          <p:cNvPr id="14" name="直接连接符 13">
            <a:extLst>
              <a:ext uri="{FF2B5EF4-FFF2-40B4-BE49-F238E27FC236}">
                <a16:creationId xmlns:a16="http://schemas.microsoft.com/office/drawing/2014/main" id="{809B4709-1C0A-4474-8305-EB80E30AB697}"/>
              </a:ext>
            </a:extLst>
          </p:cNvPr>
          <p:cNvCxnSpPr>
            <a:cxnSpLocks/>
          </p:cNvCxnSpPr>
          <p:nvPr/>
        </p:nvCxnSpPr>
        <p:spPr bwMode="auto">
          <a:xfrm>
            <a:off x="1117743" y="2402541"/>
            <a:ext cx="1015857"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15" name="直接连接符 14">
            <a:extLst>
              <a:ext uri="{FF2B5EF4-FFF2-40B4-BE49-F238E27FC236}">
                <a16:creationId xmlns:a16="http://schemas.microsoft.com/office/drawing/2014/main" id="{1E92D175-0254-4C08-8C18-11E204F651CB}"/>
              </a:ext>
            </a:extLst>
          </p:cNvPr>
          <p:cNvCxnSpPr>
            <a:cxnSpLocks/>
            <a:stCxn id="10" idx="1"/>
            <a:endCxn id="10" idx="5"/>
          </p:cNvCxnSpPr>
          <p:nvPr/>
        </p:nvCxnSpPr>
        <p:spPr bwMode="auto">
          <a:xfrm>
            <a:off x="842392" y="2914650"/>
            <a:ext cx="1532384"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18" name="直接连接符 17">
            <a:extLst>
              <a:ext uri="{FF2B5EF4-FFF2-40B4-BE49-F238E27FC236}">
                <a16:creationId xmlns:a16="http://schemas.microsoft.com/office/drawing/2014/main" id="{27A3096B-032F-42E9-B52B-7A44E431EEF9}"/>
              </a:ext>
            </a:extLst>
          </p:cNvPr>
          <p:cNvCxnSpPr>
            <a:cxnSpLocks/>
          </p:cNvCxnSpPr>
          <p:nvPr/>
        </p:nvCxnSpPr>
        <p:spPr bwMode="auto">
          <a:xfrm>
            <a:off x="557142" y="3393141"/>
            <a:ext cx="2109858"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20" name="直接连接符 19">
            <a:extLst>
              <a:ext uri="{FF2B5EF4-FFF2-40B4-BE49-F238E27FC236}">
                <a16:creationId xmlns:a16="http://schemas.microsoft.com/office/drawing/2014/main" id="{9B2E0894-CFE2-460D-9753-E75D250F3A66}"/>
              </a:ext>
            </a:extLst>
          </p:cNvPr>
          <p:cNvCxnSpPr>
            <a:cxnSpLocks/>
          </p:cNvCxnSpPr>
          <p:nvPr/>
        </p:nvCxnSpPr>
        <p:spPr bwMode="auto">
          <a:xfrm>
            <a:off x="316885" y="3850341"/>
            <a:ext cx="2578715" cy="0"/>
          </a:xfrm>
          <a:prstGeom prst="line">
            <a:avLst/>
          </a:prstGeom>
          <a:solidFill>
            <a:srgbClr val="C0C0C0"/>
          </a:solidFill>
          <a:ln w="19050" cap="flat" cmpd="sng" algn="ctr">
            <a:solidFill>
              <a:schemeClr val="tx1"/>
            </a:solidFill>
            <a:prstDash val="solid"/>
            <a:round/>
            <a:headEnd type="none" w="med" len="med"/>
            <a:tailEnd type="none" w="med" len="med"/>
          </a:ln>
          <a:effectLst/>
        </p:spPr>
      </p:cxnSp>
      <p:sp>
        <p:nvSpPr>
          <p:cNvPr id="29" name="文本框 28">
            <a:extLst>
              <a:ext uri="{FF2B5EF4-FFF2-40B4-BE49-F238E27FC236}">
                <a16:creationId xmlns:a16="http://schemas.microsoft.com/office/drawing/2014/main" id="{910E11CB-71C6-410B-846F-C382404DCE9D}"/>
              </a:ext>
            </a:extLst>
          </p:cNvPr>
          <p:cNvSpPr txBox="1"/>
          <p:nvPr/>
        </p:nvSpPr>
        <p:spPr>
          <a:xfrm>
            <a:off x="1191158" y="2031486"/>
            <a:ext cx="1127862" cy="369332"/>
          </a:xfrm>
          <a:prstGeom prst="rect">
            <a:avLst/>
          </a:prstGeom>
          <a:noFill/>
        </p:spPr>
        <p:txBody>
          <a:bodyPr wrap="square">
            <a:spAutoFit/>
          </a:bodyPr>
          <a:lstStyle/>
          <a:p>
            <a:r>
              <a:rPr lang="en-US" altLang="zh-CN" dirty="0">
                <a:solidFill>
                  <a:srgbClr val="C00000"/>
                </a:solidFill>
              </a:rPr>
              <a:t>SRAM</a:t>
            </a:r>
            <a:endParaRPr lang="zh-CN" altLang="en-US" dirty="0">
              <a:solidFill>
                <a:srgbClr val="C00000"/>
              </a:solidFill>
            </a:endParaRPr>
          </a:p>
        </p:txBody>
      </p:sp>
      <p:sp>
        <p:nvSpPr>
          <p:cNvPr id="30" name="文本框 29">
            <a:extLst>
              <a:ext uri="{FF2B5EF4-FFF2-40B4-BE49-F238E27FC236}">
                <a16:creationId xmlns:a16="http://schemas.microsoft.com/office/drawing/2014/main" id="{0FC63F57-3745-459C-AA72-9B0E4DD5276F}"/>
              </a:ext>
            </a:extLst>
          </p:cNvPr>
          <p:cNvSpPr txBox="1"/>
          <p:nvPr/>
        </p:nvSpPr>
        <p:spPr>
          <a:xfrm>
            <a:off x="1265964" y="2507272"/>
            <a:ext cx="1127862" cy="369332"/>
          </a:xfrm>
          <a:prstGeom prst="rect">
            <a:avLst/>
          </a:prstGeom>
          <a:noFill/>
        </p:spPr>
        <p:txBody>
          <a:bodyPr wrap="square">
            <a:spAutoFit/>
          </a:bodyPr>
          <a:lstStyle/>
          <a:p>
            <a:r>
              <a:rPr lang="en-US" altLang="zh-CN" dirty="0">
                <a:solidFill>
                  <a:schemeClr val="accent5">
                    <a:lumMod val="50000"/>
                  </a:schemeClr>
                </a:solidFill>
              </a:rPr>
              <a:t>HBM</a:t>
            </a:r>
            <a:endParaRPr lang="zh-CN" altLang="en-US" dirty="0">
              <a:solidFill>
                <a:schemeClr val="accent5">
                  <a:lumMod val="50000"/>
                </a:schemeClr>
              </a:solidFill>
            </a:endParaRPr>
          </a:p>
        </p:txBody>
      </p:sp>
      <p:sp>
        <p:nvSpPr>
          <p:cNvPr id="31" name="文本框 30">
            <a:extLst>
              <a:ext uri="{FF2B5EF4-FFF2-40B4-BE49-F238E27FC236}">
                <a16:creationId xmlns:a16="http://schemas.microsoft.com/office/drawing/2014/main" id="{1F854380-9197-491B-9236-413FC733ECDC}"/>
              </a:ext>
            </a:extLst>
          </p:cNvPr>
          <p:cNvSpPr txBox="1"/>
          <p:nvPr/>
        </p:nvSpPr>
        <p:spPr>
          <a:xfrm>
            <a:off x="1265964" y="2991452"/>
            <a:ext cx="1047438" cy="369332"/>
          </a:xfrm>
          <a:prstGeom prst="rect">
            <a:avLst/>
          </a:prstGeom>
          <a:noFill/>
        </p:spPr>
        <p:txBody>
          <a:bodyPr wrap="square">
            <a:spAutoFit/>
          </a:bodyPr>
          <a:lstStyle/>
          <a:p>
            <a:r>
              <a:rPr lang="en-US" altLang="zh-CN" dirty="0">
                <a:solidFill>
                  <a:srgbClr val="00B050"/>
                </a:solidFill>
              </a:rPr>
              <a:t>DDR</a:t>
            </a:r>
            <a:endParaRPr lang="zh-CN" altLang="en-US" dirty="0">
              <a:solidFill>
                <a:srgbClr val="00B050"/>
              </a:solidFill>
            </a:endParaRPr>
          </a:p>
        </p:txBody>
      </p:sp>
      <p:sp>
        <p:nvSpPr>
          <p:cNvPr id="32" name="文本框 31">
            <a:extLst>
              <a:ext uri="{FF2B5EF4-FFF2-40B4-BE49-F238E27FC236}">
                <a16:creationId xmlns:a16="http://schemas.microsoft.com/office/drawing/2014/main" id="{3612223D-AF90-45E1-8FF9-B461C3D1206E}"/>
              </a:ext>
            </a:extLst>
          </p:cNvPr>
          <p:cNvSpPr txBox="1"/>
          <p:nvPr/>
        </p:nvSpPr>
        <p:spPr>
          <a:xfrm>
            <a:off x="1265964" y="3473857"/>
            <a:ext cx="1127862" cy="369332"/>
          </a:xfrm>
          <a:prstGeom prst="rect">
            <a:avLst/>
          </a:prstGeom>
          <a:noFill/>
        </p:spPr>
        <p:txBody>
          <a:bodyPr wrap="square">
            <a:spAutoFit/>
          </a:bodyPr>
          <a:lstStyle/>
          <a:p>
            <a:r>
              <a:rPr lang="en-US" altLang="zh-CN" dirty="0">
                <a:solidFill>
                  <a:srgbClr val="00B0F0"/>
                </a:solidFill>
              </a:rPr>
              <a:t>SSD</a:t>
            </a:r>
            <a:endParaRPr lang="zh-CN" altLang="en-US" dirty="0">
              <a:solidFill>
                <a:srgbClr val="00B0F0"/>
              </a:solidFill>
            </a:endParaRPr>
          </a:p>
        </p:txBody>
      </p:sp>
      <p:sp>
        <p:nvSpPr>
          <p:cNvPr id="33" name="文本框 32">
            <a:extLst>
              <a:ext uri="{FF2B5EF4-FFF2-40B4-BE49-F238E27FC236}">
                <a16:creationId xmlns:a16="http://schemas.microsoft.com/office/drawing/2014/main" id="{1E6CA995-4C05-4B2F-926D-35FD1B22407F}"/>
              </a:ext>
            </a:extLst>
          </p:cNvPr>
          <p:cNvSpPr txBox="1"/>
          <p:nvPr/>
        </p:nvSpPr>
        <p:spPr>
          <a:xfrm>
            <a:off x="1251565" y="3950390"/>
            <a:ext cx="1127862" cy="369332"/>
          </a:xfrm>
          <a:prstGeom prst="rect">
            <a:avLst/>
          </a:prstGeom>
          <a:noFill/>
        </p:spPr>
        <p:txBody>
          <a:bodyPr wrap="square">
            <a:spAutoFit/>
          </a:bodyPr>
          <a:lstStyle/>
          <a:p>
            <a:r>
              <a:rPr lang="en-US" altLang="zh-CN" dirty="0">
                <a:solidFill>
                  <a:srgbClr val="0070C0"/>
                </a:solidFill>
              </a:rPr>
              <a:t>DISK</a:t>
            </a:r>
            <a:endParaRPr lang="zh-CN" altLang="en-US" dirty="0">
              <a:solidFill>
                <a:srgbClr val="0070C0"/>
              </a:solidFill>
            </a:endParaRPr>
          </a:p>
        </p:txBody>
      </p:sp>
      <p:sp>
        <p:nvSpPr>
          <p:cNvPr id="34" name="文本框 33">
            <a:extLst>
              <a:ext uri="{FF2B5EF4-FFF2-40B4-BE49-F238E27FC236}">
                <a16:creationId xmlns:a16="http://schemas.microsoft.com/office/drawing/2014/main" id="{57853F92-EE6D-4EC8-AA28-161B55F8AEDE}"/>
              </a:ext>
            </a:extLst>
          </p:cNvPr>
          <p:cNvSpPr txBox="1"/>
          <p:nvPr/>
        </p:nvSpPr>
        <p:spPr>
          <a:xfrm>
            <a:off x="1065202" y="974770"/>
            <a:ext cx="1248200" cy="369332"/>
          </a:xfrm>
          <a:prstGeom prst="rect">
            <a:avLst/>
          </a:prstGeom>
          <a:noFill/>
        </p:spPr>
        <p:txBody>
          <a:bodyPr wrap="square">
            <a:spAutoFit/>
          </a:bodyPr>
          <a:lstStyle/>
          <a:p>
            <a:r>
              <a:rPr lang="en-US" altLang="zh-CN" b="1" dirty="0"/>
              <a:t>Capacity</a:t>
            </a:r>
            <a:endParaRPr lang="zh-CN" altLang="en-US" b="1" dirty="0"/>
          </a:p>
        </p:txBody>
      </p:sp>
      <p:grpSp>
        <p:nvGrpSpPr>
          <p:cNvPr id="46" name="组合 45">
            <a:extLst>
              <a:ext uri="{FF2B5EF4-FFF2-40B4-BE49-F238E27FC236}">
                <a16:creationId xmlns:a16="http://schemas.microsoft.com/office/drawing/2014/main" id="{18ED40BE-1E8D-4913-9285-FBA3662902EC}"/>
              </a:ext>
            </a:extLst>
          </p:cNvPr>
          <p:cNvGrpSpPr/>
          <p:nvPr/>
        </p:nvGrpSpPr>
        <p:grpSpPr>
          <a:xfrm>
            <a:off x="5701672" y="992209"/>
            <a:ext cx="3064768" cy="3330633"/>
            <a:chOff x="3274060" y="634497"/>
            <a:chExt cx="2988568" cy="3421883"/>
          </a:xfrm>
        </p:grpSpPr>
        <p:sp>
          <p:nvSpPr>
            <p:cNvPr id="35" name="等腰三角形 34">
              <a:extLst>
                <a:ext uri="{FF2B5EF4-FFF2-40B4-BE49-F238E27FC236}">
                  <a16:creationId xmlns:a16="http://schemas.microsoft.com/office/drawing/2014/main" id="{38C76295-E38B-4188-919F-58252740A663}"/>
                </a:ext>
              </a:extLst>
            </p:cNvPr>
            <p:cNvSpPr/>
            <p:nvPr/>
          </p:nvSpPr>
          <p:spPr bwMode="auto">
            <a:xfrm>
              <a:off x="3274060" y="1198880"/>
              <a:ext cx="2988568" cy="2857500"/>
            </a:xfrm>
            <a:prstGeom prst="triangle">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itchFamily="34" charset="0"/>
              </a:endParaRPr>
            </a:p>
          </p:txBody>
        </p:sp>
        <p:cxnSp>
          <p:nvCxnSpPr>
            <p:cNvPr id="36" name="直接连接符 35">
              <a:extLst>
                <a:ext uri="{FF2B5EF4-FFF2-40B4-BE49-F238E27FC236}">
                  <a16:creationId xmlns:a16="http://schemas.microsoft.com/office/drawing/2014/main" id="{C8305ABD-BCE1-470A-B82D-03F9784CCA08}"/>
                </a:ext>
              </a:extLst>
            </p:cNvPr>
            <p:cNvCxnSpPr>
              <a:cxnSpLocks/>
            </p:cNvCxnSpPr>
            <p:nvPr/>
          </p:nvCxnSpPr>
          <p:spPr bwMode="auto">
            <a:xfrm>
              <a:off x="4264660" y="2153621"/>
              <a:ext cx="990600"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37" name="直接连接符 36">
              <a:extLst>
                <a:ext uri="{FF2B5EF4-FFF2-40B4-BE49-F238E27FC236}">
                  <a16:creationId xmlns:a16="http://schemas.microsoft.com/office/drawing/2014/main" id="{9C664718-B3DD-498B-B3DC-6DEF952A35B1}"/>
                </a:ext>
              </a:extLst>
            </p:cNvPr>
            <p:cNvCxnSpPr>
              <a:cxnSpLocks/>
              <a:stCxn id="35" idx="1"/>
              <a:endCxn id="35" idx="5"/>
            </p:cNvCxnSpPr>
            <p:nvPr/>
          </p:nvCxnSpPr>
          <p:spPr bwMode="auto">
            <a:xfrm>
              <a:off x="4021202" y="2627630"/>
              <a:ext cx="1494284"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38" name="直接连接符 37">
              <a:extLst>
                <a:ext uri="{FF2B5EF4-FFF2-40B4-BE49-F238E27FC236}">
                  <a16:creationId xmlns:a16="http://schemas.microsoft.com/office/drawing/2014/main" id="{8991B51B-922B-4AE3-A70B-FB1466D25279}"/>
                </a:ext>
              </a:extLst>
            </p:cNvPr>
            <p:cNvCxnSpPr>
              <a:cxnSpLocks/>
            </p:cNvCxnSpPr>
            <p:nvPr/>
          </p:nvCxnSpPr>
          <p:spPr bwMode="auto">
            <a:xfrm>
              <a:off x="3731260" y="3144221"/>
              <a:ext cx="2057400"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39" name="直接连接符 38">
              <a:extLst>
                <a:ext uri="{FF2B5EF4-FFF2-40B4-BE49-F238E27FC236}">
                  <a16:creationId xmlns:a16="http://schemas.microsoft.com/office/drawing/2014/main" id="{0C7CA705-BF89-410B-A32A-06F5627C389D}"/>
                </a:ext>
              </a:extLst>
            </p:cNvPr>
            <p:cNvCxnSpPr>
              <a:cxnSpLocks/>
            </p:cNvCxnSpPr>
            <p:nvPr/>
          </p:nvCxnSpPr>
          <p:spPr bwMode="auto">
            <a:xfrm>
              <a:off x="3502660" y="3601421"/>
              <a:ext cx="2514600" cy="0"/>
            </a:xfrm>
            <a:prstGeom prst="line">
              <a:avLst/>
            </a:prstGeom>
            <a:solidFill>
              <a:srgbClr val="C0C0C0"/>
            </a:solidFill>
            <a:ln w="19050" cap="flat" cmpd="sng" algn="ctr">
              <a:solidFill>
                <a:schemeClr val="tx1"/>
              </a:solidFill>
              <a:prstDash val="solid"/>
              <a:round/>
              <a:headEnd type="none" w="med" len="med"/>
              <a:tailEnd type="none" w="med" len="med"/>
            </a:ln>
            <a:effectLst/>
          </p:spPr>
        </p:cxnSp>
        <p:sp>
          <p:nvSpPr>
            <p:cNvPr id="40" name="文本框 39">
              <a:extLst>
                <a:ext uri="{FF2B5EF4-FFF2-40B4-BE49-F238E27FC236}">
                  <a16:creationId xmlns:a16="http://schemas.microsoft.com/office/drawing/2014/main" id="{8AB06B47-159D-40F6-849C-D218CC69BE0A}"/>
                </a:ext>
              </a:extLst>
            </p:cNvPr>
            <p:cNvSpPr txBox="1"/>
            <p:nvPr/>
          </p:nvSpPr>
          <p:spPr>
            <a:xfrm>
              <a:off x="4340860" y="1772718"/>
              <a:ext cx="1099820" cy="369332"/>
            </a:xfrm>
            <a:prstGeom prst="rect">
              <a:avLst/>
            </a:prstGeom>
            <a:noFill/>
          </p:spPr>
          <p:txBody>
            <a:bodyPr wrap="square">
              <a:spAutoFit/>
            </a:bodyPr>
            <a:lstStyle/>
            <a:p>
              <a:r>
                <a:rPr lang="en-US" altLang="zh-CN" dirty="0">
                  <a:solidFill>
                    <a:srgbClr val="0070C0"/>
                  </a:solidFill>
                </a:rPr>
                <a:t>SRAM</a:t>
              </a:r>
              <a:endParaRPr lang="zh-CN" altLang="en-US" dirty="0">
                <a:solidFill>
                  <a:srgbClr val="0070C0"/>
                </a:solidFill>
              </a:endParaRPr>
            </a:p>
          </p:txBody>
        </p:sp>
        <p:sp>
          <p:nvSpPr>
            <p:cNvPr id="41" name="文本框 40">
              <a:extLst>
                <a:ext uri="{FF2B5EF4-FFF2-40B4-BE49-F238E27FC236}">
                  <a16:creationId xmlns:a16="http://schemas.microsoft.com/office/drawing/2014/main" id="{E16E54CD-0EA7-4249-AD2E-F5648FD0A4CC}"/>
                </a:ext>
              </a:extLst>
            </p:cNvPr>
            <p:cNvSpPr txBox="1"/>
            <p:nvPr/>
          </p:nvSpPr>
          <p:spPr>
            <a:xfrm>
              <a:off x="4415666" y="2258298"/>
              <a:ext cx="1099820" cy="369332"/>
            </a:xfrm>
            <a:prstGeom prst="rect">
              <a:avLst/>
            </a:prstGeom>
            <a:noFill/>
          </p:spPr>
          <p:txBody>
            <a:bodyPr wrap="square">
              <a:spAutoFit/>
            </a:bodyPr>
            <a:lstStyle/>
            <a:p>
              <a:r>
                <a:rPr lang="en-US" altLang="zh-CN" dirty="0">
                  <a:solidFill>
                    <a:srgbClr val="00B0F0"/>
                  </a:solidFill>
                </a:rPr>
                <a:t>HBM</a:t>
              </a:r>
              <a:endParaRPr lang="zh-CN" altLang="en-US" dirty="0">
                <a:solidFill>
                  <a:srgbClr val="00B0F0"/>
                </a:solidFill>
              </a:endParaRPr>
            </a:p>
          </p:txBody>
        </p:sp>
        <p:sp>
          <p:nvSpPr>
            <p:cNvPr id="42" name="文本框 41">
              <a:extLst>
                <a:ext uri="{FF2B5EF4-FFF2-40B4-BE49-F238E27FC236}">
                  <a16:creationId xmlns:a16="http://schemas.microsoft.com/office/drawing/2014/main" id="{D1A3D8A8-44C0-4AE9-AEEC-F6D78A4167AC}"/>
                </a:ext>
              </a:extLst>
            </p:cNvPr>
            <p:cNvSpPr txBox="1"/>
            <p:nvPr/>
          </p:nvSpPr>
          <p:spPr>
            <a:xfrm>
              <a:off x="4412638" y="2746392"/>
              <a:ext cx="1022961" cy="379451"/>
            </a:xfrm>
            <a:prstGeom prst="rect">
              <a:avLst/>
            </a:prstGeom>
            <a:noFill/>
          </p:spPr>
          <p:txBody>
            <a:bodyPr wrap="square">
              <a:spAutoFit/>
            </a:bodyPr>
            <a:lstStyle/>
            <a:p>
              <a:r>
                <a:rPr lang="en-US" altLang="zh-CN" dirty="0">
                  <a:solidFill>
                    <a:srgbClr val="00B050"/>
                  </a:solidFill>
                </a:rPr>
                <a:t>DDR</a:t>
              </a:r>
              <a:endParaRPr lang="zh-CN" altLang="en-US" dirty="0">
                <a:solidFill>
                  <a:srgbClr val="00B050"/>
                </a:solidFill>
              </a:endParaRPr>
            </a:p>
          </p:txBody>
        </p:sp>
        <p:sp>
          <p:nvSpPr>
            <p:cNvPr id="43" name="文本框 42">
              <a:extLst>
                <a:ext uri="{FF2B5EF4-FFF2-40B4-BE49-F238E27FC236}">
                  <a16:creationId xmlns:a16="http://schemas.microsoft.com/office/drawing/2014/main" id="{12F50EF0-825F-4EA2-9590-73269C1FA6F0}"/>
                </a:ext>
              </a:extLst>
            </p:cNvPr>
            <p:cNvSpPr txBox="1"/>
            <p:nvPr/>
          </p:nvSpPr>
          <p:spPr>
            <a:xfrm>
              <a:off x="4408707" y="3211515"/>
              <a:ext cx="1099820" cy="369332"/>
            </a:xfrm>
            <a:prstGeom prst="rect">
              <a:avLst/>
            </a:prstGeom>
            <a:noFill/>
          </p:spPr>
          <p:txBody>
            <a:bodyPr wrap="square">
              <a:spAutoFit/>
            </a:bodyPr>
            <a:lstStyle/>
            <a:p>
              <a:r>
                <a:rPr lang="en-US" altLang="zh-CN" dirty="0">
                  <a:solidFill>
                    <a:srgbClr val="9A7542"/>
                  </a:solidFill>
                </a:rPr>
                <a:t>SSD</a:t>
              </a:r>
              <a:endParaRPr lang="zh-CN" altLang="en-US" dirty="0">
                <a:solidFill>
                  <a:srgbClr val="9A7542"/>
                </a:solidFill>
              </a:endParaRPr>
            </a:p>
          </p:txBody>
        </p:sp>
        <p:sp>
          <p:nvSpPr>
            <p:cNvPr id="44" name="文本框 43">
              <a:extLst>
                <a:ext uri="{FF2B5EF4-FFF2-40B4-BE49-F238E27FC236}">
                  <a16:creationId xmlns:a16="http://schemas.microsoft.com/office/drawing/2014/main" id="{5D6C3BAE-DED4-4F01-8605-856EC6AD6576}"/>
                </a:ext>
              </a:extLst>
            </p:cNvPr>
            <p:cNvSpPr txBox="1"/>
            <p:nvPr/>
          </p:nvSpPr>
          <p:spPr>
            <a:xfrm>
              <a:off x="4371753" y="3684348"/>
              <a:ext cx="1099820" cy="369332"/>
            </a:xfrm>
            <a:prstGeom prst="rect">
              <a:avLst/>
            </a:prstGeom>
            <a:noFill/>
          </p:spPr>
          <p:txBody>
            <a:bodyPr wrap="square">
              <a:spAutoFit/>
            </a:bodyPr>
            <a:lstStyle/>
            <a:p>
              <a:r>
                <a:rPr lang="en-US" altLang="zh-CN" dirty="0">
                  <a:solidFill>
                    <a:srgbClr val="C63535"/>
                  </a:solidFill>
                </a:rPr>
                <a:t>DISK</a:t>
              </a:r>
              <a:endParaRPr lang="zh-CN" altLang="en-US" dirty="0">
                <a:solidFill>
                  <a:srgbClr val="C63535"/>
                </a:solidFill>
              </a:endParaRPr>
            </a:p>
          </p:txBody>
        </p:sp>
        <p:sp>
          <p:nvSpPr>
            <p:cNvPr id="45" name="文本框 44">
              <a:extLst>
                <a:ext uri="{FF2B5EF4-FFF2-40B4-BE49-F238E27FC236}">
                  <a16:creationId xmlns:a16="http://schemas.microsoft.com/office/drawing/2014/main" id="{2EF5488A-9EA7-4064-8238-08B633EF3C0F}"/>
                </a:ext>
              </a:extLst>
            </p:cNvPr>
            <p:cNvSpPr txBox="1"/>
            <p:nvPr/>
          </p:nvSpPr>
          <p:spPr>
            <a:xfrm>
              <a:off x="4254407" y="634497"/>
              <a:ext cx="1217166" cy="369332"/>
            </a:xfrm>
            <a:prstGeom prst="rect">
              <a:avLst/>
            </a:prstGeom>
            <a:noFill/>
          </p:spPr>
          <p:txBody>
            <a:bodyPr wrap="square">
              <a:spAutoFit/>
            </a:bodyPr>
            <a:lstStyle/>
            <a:p>
              <a:r>
                <a:rPr lang="en-US" altLang="zh-CN" b="1" dirty="0"/>
                <a:t>Latency</a:t>
              </a:r>
              <a:endParaRPr lang="zh-CN" altLang="en-US" b="1" dirty="0"/>
            </a:p>
          </p:txBody>
        </p:sp>
      </p:grpSp>
      <p:sp>
        <p:nvSpPr>
          <p:cNvPr id="58" name="文本框 57">
            <a:extLst>
              <a:ext uri="{FF2B5EF4-FFF2-40B4-BE49-F238E27FC236}">
                <a16:creationId xmlns:a16="http://schemas.microsoft.com/office/drawing/2014/main" id="{493B04EB-CDFA-43B1-806D-B02D9A303038}"/>
              </a:ext>
            </a:extLst>
          </p:cNvPr>
          <p:cNvSpPr txBox="1"/>
          <p:nvPr/>
        </p:nvSpPr>
        <p:spPr>
          <a:xfrm>
            <a:off x="3845655" y="988311"/>
            <a:ext cx="1393029" cy="369332"/>
          </a:xfrm>
          <a:prstGeom prst="rect">
            <a:avLst/>
          </a:prstGeom>
          <a:noFill/>
        </p:spPr>
        <p:txBody>
          <a:bodyPr wrap="square">
            <a:spAutoFit/>
          </a:bodyPr>
          <a:lstStyle/>
          <a:p>
            <a:r>
              <a:rPr lang="en-US" altLang="zh-CN" b="1" dirty="0"/>
              <a:t>Bandwidth</a:t>
            </a:r>
            <a:endParaRPr lang="zh-CN" altLang="en-US" b="1" dirty="0"/>
          </a:p>
        </p:txBody>
      </p:sp>
      <p:sp>
        <p:nvSpPr>
          <p:cNvPr id="59" name="文本框 58">
            <a:extLst>
              <a:ext uri="{FF2B5EF4-FFF2-40B4-BE49-F238E27FC236}">
                <a16:creationId xmlns:a16="http://schemas.microsoft.com/office/drawing/2014/main" id="{3998BFCA-2D8D-43E4-9038-7C9AF16A3941}"/>
              </a:ext>
            </a:extLst>
          </p:cNvPr>
          <p:cNvSpPr txBox="1"/>
          <p:nvPr/>
        </p:nvSpPr>
        <p:spPr>
          <a:xfrm>
            <a:off x="2081467" y="2115154"/>
            <a:ext cx="807245" cy="276999"/>
          </a:xfrm>
          <a:prstGeom prst="rect">
            <a:avLst/>
          </a:prstGeom>
          <a:noFill/>
        </p:spPr>
        <p:txBody>
          <a:bodyPr wrap="square">
            <a:spAutoFit/>
          </a:bodyPr>
          <a:lstStyle/>
          <a:p>
            <a:r>
              <a:rPr lang="en-US" altLang="zh-CN" sz="1200" dirty="0">
                <a:solidFill>
                  <a:srgbClr val="C00000"/>
                </a:solidFill>
              </a:rPr>
              <a:t>~10MB</a:t>
            </a:r>
            <a:endParaRPr lang="zh-CN" altLang="en-US" sz="1200" dirty="0">
              <a:solidFill>
                <a:srgbClr val="C00000"/>
              </a:solidFill>
            </a:endParaRPr>
          </a:p>
        </p:txBody>
      </p:sp>
      <p:sp>
        <p:nvSpPr>
          <p:cNvPr id="60" name="文本框 59">
            <a:extLst>
              <a:ext uri="{FF2B5EF4-FFF2-40B4-BE49-F238E27FC236}">
                <a16:creationId xmlns:a16="http://schemas.microsoft.com/office/drawing/2014/main" id="{96F25C75-BF50-4F11-93A0-DF21152F68E6}"/>
              </a:ext>
            </a:extLst>
          </p:cNvPr>
          <p:cNvSpPr txBox="1"/>
          <p:nvPr/>
        </p:nvSpPr>
        <p:spPr>
          <a:xfrm>
            <a:off x="2250673" y="2525736"/>
            <a:ext cx="812454" cy="276999"/>
          </a:xfrm>
          <a:prstGeom prst="rect">
            <a:avLst/>
          </a:prstGeom>
          <a:noFill/>
        </p:spPr>
        <p:txBody>
          <a:bodyPr wrap="square">
            <a:spAutoFit/>
          </a:bodyPr>
          <a:lstStyle/>
          <a:p>
            <a:r>
              <a:rPr lang="en-US" altLang="zh-CN" sz="1200" dirty="0">
                <a:solidFill>
                  <a:srgbClr val="946A32"/>
                </a:solidFill>
              </a:rPr>
              <a:t>~10GB</a:t>
            </a:r>
            <a:endParaRPr lang="zh-CN" altLang="en-US" sz="1400" dirty="0">
              <a:solidFill>
                <a:srgbClr val="946A32"/>
              </a:solidFill>
            </a:endParaRPr>
          </a:p>
        </p:txBody>
      </p:sp>
      <p:sp>
        <p:nvSpPr>
          <p:cNvPr id="61" name="文本框 60">
            <a:extLst>
              <a:ext uri="{FF2B5EF4-FFF2-40B4-BE49-F238E27FC236}">
                <a16:creationId xmlns:a16="http://schemas.microsoft.com/office/drawing/2014/main" id="{FED45C66-07A6-4A05-BD90-7566D742875D}"/>
              </a:ext>
            </a:extLst>
          </p:cNvPr>
          <p:cNvSpPr txBox="1"/>
          <p:nvPr/>
        </p:nvSpPr>
        <p:spPr>
          <a:xfrm>
            <a:off x="2459298" y="3048865"/>
            <a:ext cx="931639" cy="276999"/>
          </a:xfrm>
          <a:prstGeom prst="rect">
            <a:avLst/>
          </a:prstGeom>
          <a:noFill/>
        </p:spPr>
        <p:txBody>
          <a:bodyPr wrap="square">
            <a:spAutoFit/>
          </a:bodyPr>
          <a:lstStyle/>
          <a:p>
            <a:r>
              <a:rPr lang="en-US" altLang="zh-CN" sz="1200" dirty="0">
                <a:solidFill>
                  <a:srgbClr val="00B050"/>
                </a:solidFill>
              </a:rPr>
              <a:t>~100GB</a:t>
            </a:r>
            <a:endParaRPr lang="zh-CN" altLang="en-US" sz="1400" dirty="0">
              <a:solidFill>
                <a:srgbClr val="00B050"/>
              </a:solidFill>
            </a:endParaRPr>
          </a:p>
        </p:txBody>
      </p:sp>
      <p:sp>
        <p:nvSpPr>
          <p:cNvPr id="62" name="文本框 61">
            <a:extLst>
              <a:ext uri="{FF2B5EF4-FFF2-40B4-BE49-F238E27FC236}">
                <a16:creationId xmlns:a16="http://schemas.microsoft.com/office/drawing/2014/main" id="{85950DE0-E0E7-40C4-AED5-E4719A7E88E8}"/>
              </a:ext>
            </a:extLst>
          </p:cNvPr>
          <p:cNvSpPr txBox="1"/>
          <p:nvPr/>
        </p:nvSpPr>
        <p:spPr>
          <a:xfrm>
            <a:off x="2740200" y="3513997"/>
            <a:ext cx="874965" cy="276945"/>
          </a:xfrm>
          <a:prstGeom prst="rect">
            <a:avLst/>
          </a:prstGeom>
          <a:noFill/>
        </p:spPr>
        <p:txBody>
          <a:bodyPr wrap="square">
            <a:spAutoFit/>
          </a:bodyPr>
          <a:lstStyle/>
          <a:p>
            <a:r>
              <a:rPr lang="en-US" altLang="zh-CN" sz="1200" dirty="0">
                <a:solidFill>
                  <a:srgbClr val="00B0F0"/>
                </a:solidFill>
              </a:rPr>
              <a:t>~1TB</a:t>
            </a:r>
            <a:endParaRPr lang="zh-CN" altLang="en-US" sz="1400" dirty="0">
              <a:solidFill>
                <a:srgbClr val="00B0F0"/>
              </a:solidFill>
            </a:endParaRPr>
          </a:p>
        </p:txBody>
      </p:sp>
      <p:sp>
        <p:nvSpPr>
          <p:cNvPr id="63" name="文本框 62">
            <a:extLst>
              <a:ext uri="{FF2B5EF4-FFF2-40B4-BE49-F238E27FC236}">
                <a16:creationId xmlns:a16="http://schemas.microsoft.com/office/drawing/2014/main" id="{D9573C6D-4F0E-471D-8EA4-5B3F885B72E6}"/>
              </a:ext>
            </a:extLst>
          </p:cNvPr>
          <p:cNvSpPr txBox="1"/>
          <p:nvPr/>
        </p:nvSpPr>
        <p:spPr>
          <a:xfrm>
            <a:off x="2967544" y="3938792"/>
            <a:ext cx="948170" cy="276999"/>
          </a:xfrm>
          <a:prstGeom prst="rect">
            <a:avLst/>
          </a:prstGeom>
          <a:noFill/>
        </p:spPr>
        <p:txBody>
          <a:bodyPr wrap="square">
            <a:spAutoFit/>
          </a:bodyPr>
          <a:lstStyle/>
          <a:p>
            <a:r>
              <a:rPr lang="en-US" altLang="zh-CN" sz="1200" dirty="0">
                <a:solidFill>
                  <a:srgbClr val="0070C0"/>
                </a:solidFill>
              </a:rPr>
              <a:t>~10TB</a:t>
            </a:r>
            <a:endParaRPr lang="zh-CN" altLang="en-US" sz="1400" dirty="0">
              <a:solidFill>
                <a:srgbClr val="0070C0"/>
              </a:solidFill>
            </a:endParaRPr>
          </a:p>
        </p:txBody>
      </p:sp>
      <p:sp>
        <p:nvSpPr>
          <p:cNvPr id="64" name="文本框 63">
            <a:extLst>
              <a:ext uri="{FF2B5EF4-FFF2-40B4-BE49-F238E27FC236}">
                <a16:creationId xmlns:a16="http://schemas.microsoft.com/office/drawing/2014/main" id="{B802552A-94A9-48D5-B80F-837A302A1D6A}"/>
              </a:ext>
            </a:extLst>
          </p:cNvPr>
          <p:cNvSpPr txBox="1"/>
          <p:nvPr/>
        </p:nvSpPr>
        <p:spPr>
          <a:xfrm>
            <a:off x="7630675" y="2162421"/>
            <a:ext cx="687658" cy="276999"/>
          </a:xfrm>
          <a:prstGeom prst="rect">
            <a:avLst/>
          </a:prstGeom>
          <a:noFill/>
        </p:spPr>
        <p:txBody>
          <a:bodyPr wrap="square">
            <a:spAutoFit/>
          </a:bodyPr>
          <a:lstStyle/>
          <a:p>
            <a:r>
              <a:rPr lang="en-US" altLang="zh-CN" sz="1200" dirty="0">
                <a:solidFill>
                  <a:srgbClr val="0070C0"/>
                </a:solidFill>
              </a:rPr>
              <a:t>~1ns</a:t>
            </a:r>
            <a:endParaRPr lang="zh-CN" altLang="en-US" sz="1200" dirty="0">
              <a:solidFill>
                <a:srgbClr val="0070C0"/>
              </a:solidFill>
            </a:endParaRPr>
          </a:p>
        </p:txBody>
      </p:sp>
      <p:sp>
        <p:nvSpPr>
          <p:cNvPr id="65" name="文本框 64">
            <a:extLst>
              <a:ext uri="{FF2B5EF4-FFF2-40B4-BE49-F238E27FC236}">
                <a16:creationId xmlns:a16="http://schemas.microsoft.com/office/drawing/2014/main" id="{7DA22A49-A189-4C28-B3CF-25A3375AE825}"/>
              </a:ext>
            </a:extLst>
          </p:cNvPr>
          <p:cNvSpPr txBox="1"/>
          <p:nvPr/>
        </p:nvSpPr>
        <p:spPr>
          <a:xfrm>
            <a:off x="7844486" y="2588548"/>
            <a:ext cx="820009" cy="276999"/>
          </a:xfrm>
          <a:prstGeom prst="rect">
            <a:avLst/>
          </a:prstGeom>
          <a:noFill/>
        </p:spPr>
        <p:txBody>
          <a:bodyPr wrap="square">
            <a:spAutoFit/>
          </a:bodyPr>
          <a:lstStyle/>
          <a:p>
            <a:r>
              <a:rPr lang="en-US" altLang="zh-CN" sz="1200" dirty="0">
                <a:solidFill>
                  <a:srgbClr val="00B0F0"/>
                </a:solidFill>
              </a:rPr>
              <a:t>~100ns</a:t>
            </a:r>
            <a:endParaRPr lang="zh-CN" altLang="en-US" sz="1200" dirty="0">
              <a:solidFill>
                <a:srgbClr val="00B0F0"/>
              </a:solidFill>
            </a:endParaRPr>
          </a:p>
        </p:txBody>
      </p:sp>
      <p:sp>
        <p:nvSpPr>
          <p:cNvPr id="66" name="文本框 65">
            <a:extLst>
              <a:ext uri="{FF2B5EF4-FFF2-40B4-BE49-F238E27FC236}">
                <a16:creationId xmlns:a16="http://schemas.microsoft.com/office/drawing/2014/main" id="{4BE7BC18-73F8-40C8-B0C1-BDF7D9780D91}"/>
              </a:ext>
            </a:extLst>
          </p:cNvPr>
          <p:cNvSpPr txBox="1"/>
          <p:nvPr/>
        </p:nvSpPr>
        <p:spPr>
          <a:xfrm>
            <a:off x="8109722" y="3074608"/>
            <a:ext cx="873345" cy="276999"/>
          </a:xfrm>
          <a:prstGeom prst="rect">
            <a:avLst/>
          </a:prstGeom>
          <a:noFill/>
        </p:spPr>
        <p:txBody>
          <a:bodyPr wrap="square">
            <a:spAutoFit/>
          </a:bodyPr>
          <a:lstStyle/>
          <a:p>
            <a:r>
              <a:rPr lang="en-US" altLang="zh-CN" sz="1200" dirty="0">
                <a:solidFill>
                  <a:srgbClr val="00B050"/>
                </a:solidFill>
              </a:rPr>
              <a:t>~100ns</a:t>
            </a:r>
            <a:endParaRPr lang="zh-CN" altLang="en-US" sz="1200" dirty="0">
              <a:solidFill>
                <a:srgbClr val="00B050"/>
              </a:solidFill>
            </a:endParaRPr>
          </a:p>
        </p:txBody>
      </p:sp>
      <p:sp>
        <p:nvSpPr>
          <p:cNvPr id="67" name="文本框 66">
            <a:extLst>
              <a:ext uri="{FF2B5EF4-FFF2-40B4-BE49-F238E27FC236}">
                <a16:creationId xmlns:a16="http://schemas.microsoft.com/office/drawing/2014/main" id="{C1F4B683-18D7-47C4-B063-67E673CDFEE6}"/>
              </a:ext>
            </a:extLst>
          </p:cNvPr>
          <p:cNvSpPr txBox="1"/>
          <p:nvPr/>
        </p:nvSpPr>
        <p:spPr>
          <a:xfrm>
            <a:off x="8338653" y="3507435"/>
            <a:ext cx="786063" cy="276999"/>
          </a:xfrm>
          <a:prstGeom prst="rect">
            <a:avLst/>
          </a:prstGeom>
          <a:noFill/>
        </p:spPr>
        <p:txBody>
          <a:bodyPr wrap="square">
            <a:spAutoFit/>
          </a:bodyPr>
          <a:lstStyle/>
          <a:p>
            <a:r>
              <a:rPr lang="en-US" altLang="zh-CN" sz="1200" dirty="0">
                <a:solidFill>
                  <a:srgbClr val="9D7949"/>
                </a:solidFill>
              </a:rPr>
              <a:t>~1us</a:t>
            </a:r>
            <a:endParaRPr lang="zh-CN" altLang="en-US" sz="1200" dirty="0">
              <a:solidFill>
                <a:srgbClr val="9D7949"/>
              </a:solidFill>
            </a:endParaRPr>
          </a:p>
        </p:txBody>
      </p:sp>
      <p:sp>
        <p:nvSpPr>
          <p:cNvPr id="68" name="文本框 67">
            <a:extLst>
              <a:ext uri="{FF2B5EF4-FFF2-40B4-BE49-F238E27FC236}">
                <a16:creationId xmlns:a16="http://schemas.microsoft.com/office/drawing/2014/main" id="{EA65E39F-BA7B-4018-9960-97B1717348FD}"/>
              </a:ext>
            </a:extLst>
          </p:cNvPr>
          <p:cNvSpPr txBox="1"/>
          <p:nvPr/>
        </p:nvSpPr>
        <p:spPr>
          <a:xfrm>
            <a:off x="8604968" y="3974804"/>
            <a:ext cx="786063" cy="276999"/>
          </a:xfrm>
          <a:prstGeom prst="rect">
            <a:avLst/>
          </a:prstGeom>
          <a:noFill/>
        </p:spPr>
        <p:txBody>
          <a:bodyPr wrap="square">
            <a:spAutoFit/>
          </a:bodyPr>
          <a:lstStyle/>
          <a:p>
            <a:r>
              <a:rPr lang="en-US" altLang="zh-CN" sz="1200" dirty="0">
                <a:solidFill>
                  <a:srgbClr val="9D7949"/>
                </a:solidFill>
              </a:rPr>
              <a:t>~1ms</a:t>
            </a:r>
            <a:endParaRPr lang="zh-CN" altLang="en-US" sz="1200" dirty="0">
              <a:solidFill>
                <a:srgbClr val="9D7949"/>
              </a:solidFill>
            </a:endParaRPr>
          </a:p>
        </p:txBody>
      </p:sp>
      <p:grpSp>
        <p:nvGrpSpPr>
          <p:cNvPr id="9" name="组合 8">
            <a:extLst>
              <a:ext uri="{FF2B5EF4-FFF2-40B4-BE49-F238E27FC236}">
                <a16:creationId xmlns:a16="http://schemas.microsoft.com/office/drawing/2014/main" id="{C4EE4413-5748-4668-805E-CE80E4163E47}"/>
              </a:ext>
            </a:extLst>
          </p:cNvPr>
          <p:cNvGrpSpPr/>
          <p:nvPr/>
        </p:nvGrpSpPr>
        <p:grpSpPr>
          <a:xfrm>
            <a:off x="3016796" y="2008066"/>
            <a:ext cx="3593184" cy="2781300"/>
            <a:chOff x="3104838" y="1080800"/>
            <a:chExt cx="3503846" cy="2857500"/>
          </a:xfrm>
        </p:grpSpPr>
        <p:sp>
          <p:nvSpPr>
            <p:cNvPr id="72" name="文本框 71">
              <a:extLst>
                <a:ext uri="{FF2B5EF4-FFF2-40B4-BE49-F238E27FC236}">
                  <a16:creationId xmlns:a16="http://schemas.microsoft.com/office/drawing/2014/main" id="{8FB02ADE-545D-4544-9F9C-4749F344C6F8}"/>
                </a:ext>
              </a:extLst>
            </p:cNvPr>
            <p:cNvSpPr txBox="1"/>
            <p:nvPr/>
          </p:nvSpPr>
          <p:spPr>
            <a:xfrm>
              <a:off x="5582477" y="1657360"/>
              <a:ext cx="875802" cy="276999"/>
            </a:xfrm>
            <a:prstGeom prst="rect">
              <a:avLst/>
            </a:prstGeom>
            <a:noFill/>
          </p:spPr>
          <p:txBody>
            <a:bodyPr wrap="square">
              <a:spAutoFit/>
            </a:bodyPr>
            <a:lstStyle/>
            <a:p>
              <a:r>
                <a:rPr lang="en-US" altLang="zh-CN" sz="1200" dirty="0">
                  <a:solidFill>
                    <a:srgbClr val="00B050"/>
                  </a:solidFill>
                </a:rPr>
                <a:t>~100GB/s</a:t>
              </a:r>
              <a:endParaRPr lang="zh-CN" altLang="en-US" sz="1400" dirty="0">
                <a:solidFill>
                  <a:srgbClr val="00B050"/>
                </a:solidFill>
              </a:endParaRPr>
            </a:p>
          </p:txBody>
        </p:sp>
        <p:grpSp>
          <p:nvGrpSpPr>
            <p:cNvPr id="8" name="组合 7">
              <a:extLst>
                <a:ext uri="{FF2B5EF4-FFF2-40B4-BE49-F238E27FC236}">
                  <a16:creationId xmlns:a16="http://schemas.microsoft.com/office/drawing/2014/main" id="{B3B619AC-9BE0-4415-A9ED-B83CD78C8B12}"/>
                </a:ext>
              </a:extLst>
            </p:cNvPr>
            <p:cNvGrpSpPr/>
            <p:nvPr/>
          </p:nvGrpSpPr>
          <p:grpSpPr>
            <a:xfrm>
              <a:off x="3104838" y="1080800"/>
              <a:ext cx="3503846" cy="2857500"/>
              <a:chOff x="2992172" y="1080800"/>
              <a:chExt cx="3616512" cy="2857500"/>
            </a:xfrm>
          </p:grpSpPr>
          <p:grpSp>
            <p:nvGrpSpPr>
              <p:cNvPr id="6" name="组合 5">
                <a:extLst>
                  <a:ext uri="{FF2B5EF4-FFF2-40B4-BE49-F238E27FC236}">
                    <a16:creationId xmlns:a16="http://schemas.microsoft.com/office/drawing/2014/main" id="{BDB1A918-B4E8-4D15-97EE-A17D4CE87EC8}"/>
                  </a:ext>
                </a:extLst>
              </p:cNvPr>
              <p:cNvGrpSpPr/>
              <p:nvPr/>
            </p:nvGrpSpPr>
            <p:grpSpPr>
              <a:xfrm rot="10800000">
                <a:off x="2992172" y="1080800"/>
                <a:ext cx="2988568" cy="2857500"/>
                <a:chOff x="838582" y="4163090"/>
                <a:chExt cx="2988568" cy="2857500"/>
              </a:xfrm>
            </p:grpSpPr>
            <p:sp>
              <p:nvSpPr>
                <p:cNvPr id="48" name="等腰三角形 47">
                  <a:extLst>
                    <a:ext uri="{FF2B5EF4-FFF2-40B4-BE49-F238E27FC236}">
                      <a16:creationId xmlns:a16="http://schemas.microsoft.com/office/drawing/2014/main" id="{597AA0EC-81D8-47B4-A5FC-2D072CF5CD06}"/>
                    </a:ext>
                  </a:extLst>
                </p:cNvPr>
                <p:cNvSpPr/>
                <p:nvPr/>
              </p:nvSpPr>
              <p:spPr bwMode="auto">
                <a:xfrm>
                  <a:off x="838582" y="4163090"/>
                  <a:ext cx="2988568" cy="2857500"/>
                </a:xfrm>
                <a:prstGeom prst="triangle">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itchFamily="34" charset="0"/>
                  </a:endParaRPr>
                </a:p>
              </p:txBody>
            </p:sp>
            <p:cxnSp>
              <p:nvCxnSpPr>
                <p:cNvPr id="49" name="直接连接符 48">
                  <a:extLst>
                    <a:ext uri="{FF2B5EF4-FFF2-40B4-BE49-F238E27FC236}">
                      <a16:creationId xmlns:a16="http://schemas.microsoft.com/office/drawing/2014/main" id="{31FC20D0-68DF-4A84-86C6-8E0CD892CBD8}"/>
                    </a:ext>
                  </a:extLst>
                </p:cNvPr>
                <p:cNvCxnSpPr>
                  <a:cxnSpLocks/>
                </p:cNvCxnSpPr>
                <p:nvPr/>
              </p:nvCxnSpPr>
              <p:spPr bwMode="auto">
                <a:xfrm>
                  <a:off x="1829182" y="5117831"/>
                  <a:ext cx="990600"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50" name="直接连接符 49">
                  <a:extLst>
                    <a:ext uri="{FF2B5EF4-FFF2-40B4-BE49-F238E27FC236}">
                      <a16:creationId xmlns:a16="http://schemas.microsoft.com/office/drawing/2014/main" id="{E4627FD8-95EB-44F8-8052-58FC7DCA3BDD}"/>
                    </a:ext>
                  </a:extLst>
                </p:cNvPr>
                <p:cNvCxnSpPr>
                  <a:cxnSpLocks/>
                  <a:stCxn id="48" idx="1"/>
                  <a:endCxn id="48" idx="5"/>
                </p:cNvCxnSpPr>
                <p:nvPr/>
              </p:nvCxnSpPr>
              <p:spPr bwMode="auto">
                <a:xfrm>
                  <a:off x="1585724" y="5591840"/>
                  <a:ext cx="1494284"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51" name="直接连接符 50">
                  <a:extLst>
                    <a:ext uri="{FF2B5EF4-FFF2-40B4-BE49-F238E27FC236}">
                      <a16:creationId xmlns:a16="http://schemas.microsoft.com/office/drawing/2014/main" id="{A72C27BE-6C27-474A-983B-135D4B1345F2}"/>
                    </a:ext>
                  </a:extLst>
                </p:cNvPr>
                <p:cNvCxnSpPr>
                  <a:cxnSpLocks/>
                </p:cNvCxnSpPr>
                <p:nvPr/>
              </p:nvCxnSpPr>
              <p:spPr bwMode="auto">
                <a:xfrm>
                  <a:off x="1295782" y="6108431"/>
                  <a:ext cx="2057400"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52" name="直接连接符 51">
                  <a:extLst>
                    <a:ext uri="{FF2B5EF4-FFF2-40B4-BE49-F238E27FC236}">
                      <a16:creationId xmlns:a16="http://schemas.microsoft.com/office/drawing/2014/main" id="{E905979B-8F01-4F65-AC20-91412D16C18A}"/>
                    </a:ext>
                  </a:extLst>
                </p:cNvPr>
                <p:cNvCxnSpPr>
                  <a:cxnSpLocks/>
                </p:cNvCxnSpPr>
                <p:nvPr/>
              </p:nvCxnSpPr>
              <p:spPr bwMode="auto">
                <a:xfrm>
                  <a:off x="1067182" y="6565631"/>
                  <a:ext cx="2514600" cy="0"/>
                </a:xfrm>
                <a:prstGeom prst="line">
                  <a:avLst/>
                </a:prstGeom>
                <a:solidFill>
                  <a:srgbClr val="C0C0C0"/>
                </a:solidFill>
                <a:ln w="19050" cap="flat" cmpd="sng" algn="ctr">
                  <a:solidFill>
                    <a:schemeClr val="tx1"/>
                  </a:solidFill>
                  <a:prstDash val="solid"/>
                  <a:round/>
                  <a:headEnd type="none" w="med" len="med"/>
                  <a:tailEnd type="none" w="med" len="med"/>
                </a:ln>
                <a:effectLst/>
              </p:spPr>
            </p:cxnSp>
          </p:grpSp>
          <p:sp>
            <p:nvSpPr>
              <p:cNvPr id="53" name="文本框 52">
                <a:extLst>
                  <a:ext uri="{FF2B5EF4-FFF2-40B4-BE49-F238E27FC236}">
                    <a16:creationId xmlns:a16="http://schemas.microsoft.com/office/drawing/2014/main" id="{592D7CA1-8A0C-46C3-942F-FCD650D71370}"/>
                  </a:ext>
                </a:extLst>
              </p:cNvPr>
              <p:cNvSpPr txBox="1"/>
              <p:nvPr/>
            </p:nvSpPr>
            <p:spPr>
              <a:xfrm>
                <a:off x="4128301" y="3039834"/>
                <a:ext cx="1025015" cy="369332"/>
              </a:xfrm>
              <a:prstGeom prst="rect">
                <a:avLst/>
              </a:prstGeom>
              <a:noFill/>
            </p:spPr>
            <p:txBody>
              <a:bodyPr wrap="square">
                <a:spAutoFit/>
              </a:bodyPr>
              <a:lstStyle/>
              <a:p>
                <a:r>
                  <a:rPr lang="en-US" altLang="zh-CN" dirty="0">
                    <a:solidFill>
                      <a:srgbClr val="C00000"/>
                    </a:solidFill>
                  </a:rPr>
                  <a:t>DISK</a:t>
                </a:r>
                <a:endParaRPr lang="zh-CN" altLang="en-US" dirty="0">
                  <a:solidFill>
                    <a:srgbClr val="C00000"/>
                  </a:solidFill>
                </a:endParaRPr>
              </a:p>
            </p:txBody>
          </p:sp>
          <p:sp>
            <p:nvSpPr>
              <p:cNvPr id="54" name="文本框 53">
                <a:extLst>
                  <a:ext uri="{FF2B5EF4-FFF2-40B4-BE49-F238E27FC236}">
                    <a16:creationId xmlns:a16="http://schemas.microsoft.com/office/drawing/2014/main" id="{E3CD996F-3B85-4018-92D9-3B75413FF2A4}"/>
                  </a:ext>
                </a:extLst>
              </p:cNvPr>
              <p:cNvSpPr txBox="1"/>
              <p:nvPr/>
            </p:nvSpPr>
            <p:spPr>
              <a:xfrm>
                <a:off x="4167726" y="2580337"/>
                <a:ext cx="679946" cy="379451"/>
              </a:xfrm>
              <a:prstGeom prst="rect">
                <a:avLst/>
              </a:prstGeom>
              <a:noFill/>
            </p:spPr>
            <p:txBody>
              <a:bodyPr wrap="square">
                <a:spAutoFit/>
              </a:bodyPr>
              <a:lstStyle/>
              <a:p>
                <a:r>
                  <a:rPr lang="en-US" altLang="zh-CN" dirty="0">
                    <a:solidFill>
                      <a:schemeClr val="accent5">
                        <a:lumMod val="50000"/>
                      </a:schemeClr>
                    </a:solidFill>
                  </a:rPr>
                  <a:t>SSD</a:t>
                </a:r>
                <a:endParaRPr lang="zh-CN" altLang="en-US" dirty="0">
                  <a:solidFill>
                    <a:schemeClr val="accent5">
                      <a:lumMod val="50000"/>
                    </a:schemeClr>
                  </a:solidFill>
                </a:endParaRPr>
              </a:p>
            </p:txBody>
          </p:sp>
          <p:sp>
            <p:nvSpPr>
              <p:cNvPr id="55" name="文本框 54">
                <a:extLst>
                  <a:ext uri="{FF2B5EF4-FFF2-40B4-BE49-F238E27FC236}">
                    <a16:creationId xmlns:a16="http://schemas.microsoft.com/office/drawing/2014/main" id="{5CF97F12-9499-4278-9153-1589E9C49384}"/>
                  </a:ext>
                </a:extLst>
              </p:cNvPr>
              <p:cNvSpPr txBox="1"/>
              <p:nvPr/>
            </p:nvSpPr>
            <p:spPr>
              <a:xfrm>
                <a:off x="4128300" y="2082170"/>
                <a:ext cx="1010858" cy="379451"/>
              </a:xfrm>
              <a:prstGeom prst="rect">
                <a:avLst/>
              </a:prstGeom>
              <a:noFill/>
            </p:spPr>
            <p:txBody>
              <a:bodyPr wrap="square">
                <a:spAutoFit/>
              </a:bodyPr>
              <a:lstStyle/>
              <a:p>
                <a:r>
                  <a:rPr lang="en-US" altLang="zh-CN" dirty="0">
                    <a:solidFill>
                      <a:srgbClr val="00B050"/>
                    </a:solidFill>
                  </a:rPr>
                  <a:t>DDR</a:t>
                </a:r>
                <a:endParaRPr lang="zh-CN" altLang="en-US" dirty="0">
                  <a:solidFill>
                    <a:srgbClr val="00B050"/>
                  </a:solidFill>
                </a:endParaRPr>
              </a:p>
            </p:txBody>
          </p:sp>
          <p:sp>
            <p:nvSpPr>
              <p:cNvPr id="56" name="文本框 55">
                <a:extLst>
                  <a:ext uri="{FF2B5EF4-FFF2-40B4-BE49-F238E27FC236}">
                    <a16:creationId xmlns:a16="http://schemas.microsoft.com/office/drawing/2014/main" id="{B7474121-3392-4679-B2AB-79965328970E}"/>
                  </a:ext>
                </a:extLst>
              </p:cNvPr>
              <p:cNvSpPr txBox="1"/>
              <p:nvPr/>
            </p:nvSpPr>
            <p:spPr>
              <a:xfrm>
                <a:off x="4115225" y="1604868"/>
                <a:ext cx="1099820" cy="369332"/>
              </a:xfrm>
              <a:prstGeom prst="rect">
                <a:avLst/>
              </a:prstGeom>
              <a:noFill/>
            </p:spPr>
            <p:txBody>
              <a:bodyPr wrap="square">
                <a:spAutoFit/>
              </a:bodyPr>
              <a:lstStyle/>
              <a:p>
                <a:r>
                  <a:rPr lang="en-US" altLang="zh-CN" dirty="0">
                    <a:solidFill>
                      <a:srgbClr val="00B0F0"/>
                    </a:solidFill>
                  </a:rPr>
                  <a:t>HBM</a:t>
                </a:r>
                <a:endParaRPr lang="zh-CN" altLang="en-US" dirty="0">
                  <a:solidFill>
                    <a:srgbClr val="00B0F0"/>
                  </a:solidFill>
                </a:endParaRPr>
              </a:p>
            </p:txBody>
          </p:sp>
          <p:sp>
            <p:nvSpPr>
              <p:cNvPr id="57" name="文本框 56">
                <a:extLst>
                  <a:ext uri="{FF2B5EF4-FFF2-40B4-BE49-F238E27FC236}">
                    <a16:creationId xmlns:a16="http://schemas.microsoft.com/office/drawing/2014/main" id="{31121AB9-E232-402C-B6CF-F8C20E18945E}"/>
                  </a:ext>
                </a:extLst>
              </p:cNvPr>
              <p:cNvSpPr txBox="1"/>
              <p:nvPr/>
            </p:nvSpPr>
            <p:spPr>
              <a:xfrm>
                <a:off x="4023854" y="1161907"/>
                <a:ext cx="1099820" cy="369332"/>
              </a:xfrm>
              <a:prstGeom prst="rect">
                <a:avLst/>
              </a:prstGeom>
              <a:noFill/>
            </p:spPr>
            <p:txBody>
              <a:bodyPr wrap="square">
                <a:spAutoFit/>
              </a:bodyPr>
              <a:lstStyle/>
              <a:p>
                <a:r>
                  <a:rPr lang="en-US" altLang="zh-CN" dirty="0">
                    <a:solidFill>
                      <a:srgbClr val="0070C0"/>
                    </a:solidFill>
                  </a:rPr>
                  <a:t>SRAM</a:t>
                </a:r>
                <a:endParaRPr lang="zh-CN" altLang="en-US" dirty="0">
                  <a:solidFill>
                    <a:srgbClr val="0070C0"/>
                  </a:solidFill>
                </a:endParaRPr>
              </a:p>
            </p:txBody>
          </p:sp>
          <p:sp>
            <p:nvSpPr>
              <p:cNvPr id="69" name="文本框 68">
                <a:extLst>
                  <a:ext uri="{FF2B5EF4-FFF2-40B4-BE49-F238E27FC236}">
                    <a16:creationId xmlns:a16="http://schemas.microsoft.com/office/drawing/2014/main" id="{5E4A026E-0612-48F7-A6D6-7D0EAE7FC238}"/>
                  </a:ext>
                </a:extLst>
              </p:cNvPr>
              <p:cNvSpPr txBox="1"/>
              <p:nvPr/>
            </p:nvSpPr>
            <p:spPr>
              <a:xfrm>
                <a:off x="4813475" y="3130259"/>
                <a:ext cx="856348" cy="276999"/>
              </a:xfrm>
              <a:prstGeom prst="rect">
                <a:avLst/>
              </a:prstGeom>
              <a:noFill/>
            </p:spPr>
            <p:txBody>
              <a:bodyPr wrap="square">
                <a:spAutoFit/>
              </a:bodyPr>
              <a:lstStyle/>
              <a:p>
                <a:r>
                  <a:rPr lang="en-US" altLang="zh-CN" sz="1200" dirty="0">
                    <a:solidFill>
                      <a:srgbClr val="C00000"/>
                    </a:solidFill>
                  </a:rPr>
                  <a:t>~10MB/s</a:t>
                </a:r>
                <a:endParaRPr lang="zh-CN" altLang="en-US" sz="1200" dirty="0">
                  <a:solidFill>
                    <a:srgbClr val="C00000"/>
                  </a:solidFill>
                </a:endParaRPr>
              </a:p>
            </p:txBody>
          </p:sp>
          <p:sp>
            <p:nvSpPr>
              <p:cNvPr id="70" name="文本框 69">
                <a:extLst>
                  <a:ext uri="{FF2B5EF4-FFF2-40B4-BE49-F238E27FC236}">
                    <a16:creationId xmlns:a16="http://schemas.microsoft.com/office/drawing/2014/main" id="{89A8A9E6-6A83-418C-8A0C-F66C64D3ADDE}"/>
                  </a:ext>
                </a:extLst>
              </p:cNvPr>
              <p:cNvSpPr txBox="1"/>
              <p:nvPr/>
            </p:nvSpPr>
            <p:spPr>
              <a:xfrm>
                <a:off x="5083887" y="2652889"/>
                <a:ext cx="792254" cy="276999"/>
              </a:xfrm>
              <a:prstGeom prst="rect">
                <a:avLst/>
              </a:prstGeom>
              <a:noFill/>
            </p:spPr>
            <p:txBody>
              <a:bodyPr wrap="square">
                <a:spAutoFit/>
              </a:bodyPr>
              <a:lstStyle/>
              <a:p>
                <a:r>
                  <a:rPr lang="en-US" altLang="zh-CN" sz="1200" dirty="0">
                    <a:solidFill>
                      <a:srgbClr val="946A32"/>
                    </a:solidFill>
                  </a:rPr>
                  <a:t>~1GB/s</a:t>
                </a:r>
                <a:endParaRPr lang="zh-CN" altLang="en-US" sz="1400" dirty="0">
                  <a:solidFill>
                    <a:srgbClr val="946A32"/>
                  </a:solidFill>
                </a:endParaRPr>
              </a:p>
            </p:txBody>
          </p:sp>
          <p:sp>
            <p:nvSpPr>
              <p:cNvPr id="71" name="文本框 70">
                <a:extLst>
                  <a:ext uri="{FF2B5EF4-FFF2-40B4-BE49-F238E27FC236}">
                    <a16:creationId xmlns:a16="http://schemas.microsoft.com/office/drawing/2014/main" id="{2D9F4407-1097-4672-9BBA-0F04D906342D}"/>
                  </a:ext>
                </a:extLst>
              </p:cNvPr>
              <p:cNvSpPr txBox="1"/>
              <p:nvPr/>
            </p:nvSpPr>
            <p:spPr>
              <a:xfrm>
                <a:off x="5319013" y="2220630"/>
                <a:ext cx="839178" cy="276999"/>
              </a:xfrm>
              <a:prstGeom prst="rect">
                <a:avLst/>
              </a:prstGeom>
              <a:noFill/>
            </p:spPr>
            <p:txBody>
              <a:bodyPr wrap="square">
                <a:spAutoFit/>
              </a:bodyPr>
              <a:lstStyle/>
              <a:p>
                <a:r>
                  <a:rPr lang="en-US" altLang="zh-CN" sz="1200" dirty="0">
                    <a:solidFill>
                      <a:srgbClr val="00B050"/>
                    </a:solidFill>
                  </a:rPr>
                  <a:t>~10GB/s</a:t>
                </a:r>
                <a:endParaRPr lang="zh-CN" altLang="en-US" sz="1400" dirty="0">
                  <a:solidFill>
                    <a:srgbClr val="00B050"/>
                  </a:solidFill>
                </a:endParaRPr>
              </a:p>
            </p:txBody>
          </p:sp>
          <p:sp>
            <p:nvSpPr>
              <p:cNvPr id="73" name="文本框 72">
                <a:extLst>
                  <a:ext uri="{FF2B5EF4-FFF2-40B4-BE49-F238E27FC236}">
                    <a16:creationId xmlns:a16="http://schemas.microsoft.com/office/drawing/2014/main" id="{34402B4A-E572-49C0-85BB-D379DEFABD8A}"/>
                  </a:ext>
                </a:extLst>
              </p:cNvPr>
              <p:cNvSpPr txBox="1"/>
              <p:nvPr/>
            </p:nvSpPr>
            <p:spPr>
              <a:xfrm>
                <a:off x="5816429" y="1225251"/>
                <a:ext cx="792255" cy="276999"/>
              </a:xfrm>
              <a:prstGeom prst="rect">
                <a:avLst/>
              </a:prstGeom>
              <a:noFill/>
            </p:spPr>
            <p:txBody>
              <a:bodyPr wrap="square">
                <a:spAutoFit/>
              </a:bodyPr>
              <a:lstStyle/>
              <a:p>
                <a:r>
                  <a:rPr lang="en-US" altLang="zh-CN" sz="1200" dirty="0">
                    <a:solidFill>
                      <a:srgbClr val="00B050"/>
                    </a:solidFill>
                  </a:rPr>
                  <a:t>~1TB/s</a:t>
                </a:r>
                <a:endParaRPr lang="zh-CN" altLang="en-US" sz="1400" dirty="0">
                  <a:solidFill>
                    <a:srgbClr val="00B050"/>
                  </a:solidFill>
                </a:endParaRPr>
              </a:p>
            </p:txBody>
          </p:sp>
        </p:grpSp>
      </p:grpSp>
    </p:spTree>
    <p:extLst>
      <p:ext uri="{BB962C8B-B14F-4D97-AF65-F5344CB8AC3E}">
        <p14:creationId xmlns:p14="http://schemas.microsoft.com/office/powerpoint/2010/main" val="27923717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p:custDataLst>
              <p:tags r:id="rId1"/>
            </p:custDataLst>
          </p:nvPr>
        </p:nvSpPr>
        <p:spPr/>
        <p:txBody>
          <a:bodyPr/>
          <a:lstStyle/>
          <a:p>
            <a:r>
              <a:rPr lang="en-US" dirty="0"/>
              <a:t>Recall: FF vs. SRAM vs. DRAM vs. SSD</a:t>
            </a:r>
            <a:endParaRPr lang="en-GB" dirty="0"/>
          </a:p>
        </p:txBody>
      </p:sp>
      <p:sp>
        <p:nvSpPr>
          <p:cNvPr id="40965" name="Content Placeholder 17"/>
          <p:cNvSpPr>
            <a:spLocks noGrp="1"/>
          </p:cNvSpPr>
          <p:nvPr>
            <p:ph idx="1"/>
          </p:nvPr>
        </p:nvSpPr>
        <p:spPr>
          <a:xfrm>
            <a:off x="385763" y="990600"/>
            <a:ext cx="7996237" cy="5457095"/>
          </a:xfrm>
        </p:spPr>
        <p:txBody>
          <a:bodyPr/>
          <a:lstStyle/>
          <a:p>
            <a:pPr>
              <a:spcBef>
                <a:spcPts val="1108"/>
              </a:spcBef>
            </a:pPr>
            <a:r>
              <a:rPr lang="en-US" sz="2215" dirty="0"/>
              <a:t>Flip-Flops</a:t>
            </a:r>
            <a:r>
              <a:rPr lang="en-US" altLang="zh-CN" sz="2215" dirty="0"/>
              <a:t> (~K)</a:t>
            </a:r>
          </a:p>
          <a:p>
            <a:pPr lvl="1"/>
            <a:r>
              <a:rPr lang="en-US" sz="1846" dirty="0">
                <a:solidFill>
                  <a:srgbClr val="008000"/>
                </a:solidFill>
              </a:rPr>
              <a:t>Very fast, parallel access</a:t>
            </a:r>
          </a:p>
          <a:p>
            <a:pPr lvl="1"/>
            <a:r>
              <a:rPr lang="en-US" sz="1846" dirty="0">
                <a:solidFill>
                  <a:srgbClr val="C00000"/>
                </a:solidFill>
              </a:rPr>
              <a:t>Very expensive</a:t>
            </a:r>
            <a:r>
              <a:rPr lang="en-US" sz="1846" dirty="0">
                <a:solidFill>
                  <a:schemeClr val="accent2"/>
                </a:solidFill>
              </a:rPr>
              <a:t> </a:t>
            </a:r>
            <a:r>
              <a:rPr lang="en-US" sz="1846" dirty="0"/>
              <a:t>(one bit costs tens of transistors)</a:t>
            </a:r>
          </a:p>
          <a:p>
            <a:pPr lvl="1"/>
            <a:endParaRPr lang="en-US" sz="1000" dirty="0"/>
          </a:p>
          <a:p>
            <a:pPr>
              <a:spcBef>
                <a:spcPts val="1108"/>
              </a:spcBef>
            </a:pPr>
            <a:r>
              <a:rPr lang="en-US" sz="2215" dirty="0"/>
              <a:t>Static RAM </a:t>
            </a:r>
            <a:r>
              <a:rPr lang="en-US" altLang="zh-CN" sz="2215" dirty="0"/>
              <a:t>(~M)</a:t>
            </a:r>
            <a:endParaRPr lang="en-US" sz="2215" dirty="0"/>
          </a:p>
          <a:p>
            <a:pPr lvl="1"/>
            <a:r>
              <a:rPr lang="en-US" sz="1846" dirty="0">
                <a:solidFill>
                  <a:srgbClr val="008000"/>
                </a:solidFill>
              </a:rPr>
              <a:t>Relatively fast</a:t>
            </a:r>
            <a:r>
              <a:rPr lang="en-US" sz="1846" dirty="0"/>
              <a:t>, </a:t>
            </a:r>
            <a:r>
              <a:rPr lang="en-US" sz="1846" dirty="0">
                <a:solidFill>
                  <a:srgbClr val="CC0000"/>
                </a:solidFill>
              </a:rPr>
              <a:t>only one data word at a time</a:t>
            </a:r>
          </a:p>
          <a:p>
            <a:pPr lvl="1"/>
            <a:r>
              <a:rPr lang="en-US" sz="1846" dirty="0">
                <a:solidFill>
                  <a:srgbClr val="C00000"/>
                </a:solidFill>
              </a:rPr>
              <a:t>Expensive</a:t>
            </a:r>
            <a:r>
              <a:rPr lang="en-US" sz="1846" dirty="0">
                <a:solidFill>
                  <a:srgbClr val="008000"/>
                </a:solidFill>
              </a:rPr>
              <a:t> </a:t>
            </a:r>
            <a:r>
              <a:rPr lang="en-US" sz="1846" dirty="0"/>
              <a:t>(one bit costs 6+ transistors)</a:t>
            </a:r>
          </a:p>
          <a:p>
            <a:pPr lvl="1"/>
            <a:endParaRPr lang="en-US" sz="1000" dirty="0"/>
          </a:p>
          <a:p>
            <a:pPr>
              <a:spcBef>
                <a:spcPts val="1108"/>
              </a:spcBef>
            </a:pPr>
            <a:r>
              <a:rPr lang="en-US" sz="2215" dirty="0"/>
              <a:t>Dynamic RAM (</a:t>
            </a:r>
            <a:r>
              <a:rPr lang="en-US" altLang="zh-CN" sz="2215" dirty="0"/>
              <a:t>~</a:t>
            </a:r>
            <a:r>
              <a:rPr lang="en-US" sz="2215" dirty="0"/>
              <a:t>G)</a:t>
            </a:r>
          </a:p>
          <a:p>
            <a:pPr lvl="1"/>
            <a:r>
              <a:rPr lang="en-US" sz="1846" dirty="0">
                <a:solidFill>
                  <a:srgbClr val="CC0000"/>
                </a:solidFill>
              </a:rPr>
              <a:t>Slower</a:t>
            </a:r>
            <a:r>
              <a:rPr lang="en-US" sz="1846" dirty="0"/>
              <a:t>, </a:t>
            </a:r>
            <a:r>
              <a:rPr lang="en-US" sz="1846" dirty="0">
                <a:solidFill>
                  <a:srgbClr val="CC0000"/>
                </a:solidFill>
              </a:rPr>
              <a:t>one data word at a time</a:t>
            </a:r>
            <a:r>
              <a:rPr lang="en-US" sz="1846" dirty="0"/>
              <a:t>, </a:t>
            </a:r>
            <a:r>
              <a:rPr lang="en-US" sz="1846" dirty="0">
                <a:solidFill>
                  <a:srgbClr val="CC0000"/>
                </a:solidFill>
              </a:rPr>
              <a:t>reading destroys content </a:t>
            </a:r>
            <a:r>
              <a:rPr lang="en-US" sz="1846" dirty="0"/>
              <a:t>(refresh), </a:t>
            </a:r>
            <a:r>
              <a:rPr lang="en-US" sz="1846" dirty="0">
                <a:solidFill>
                  <a:srgbClr val="CC0000"/>
                </a:solidFill>
              </a:rPr>
              <a:t>needs special process for manufacturing</a:t>
            </a:r>
          </a:p>
          <a:p>
            <a:pPr lvl="1"/>
            <a:r>
              <a:rPr lang="en-US" sz="1846" dirty="0">
                <a:solidFill>
                  <a:srgbClr val="008000"/>
                </a:solidFill>
              </a:rPr>
              <a:t>Cheap</a:t>
            </a:r>
            <a:r>
              <a:rPr lang="en-US" sz="1846" dirty="0"/>
              <a:t> (one bit costs only one transistor plus one capacitor)</a:t>
            </a:r>
          </a:p>
          <a:p>
            <a:pPr lvl="1"/>
            <a:endParaRPr lang="en-US" sz="1000" dirty="0"/>
          </a:p>
          <a:p>
            <a:pPr>
              <a:spcBef>
                <a:spcPts val="1108"/>
              </a:spcBef>
            </a:pPr>
            <a:r>
              <a:rPr lang="en-US" altLang="zh-CN" sz="2215" dirty="0"/>
              <a:t>F</a:t>
            </a:r>
            <a:r>
              <a:rPr lang="en-US" sz="2215" dirty="0"/>
              <a:t>lash </a:t>
            </a:r>
            <a:r>
              <a:rPr lang="en-US" altLang="zh-CN" sz="2215" dirty="0"/>
              <a:t>M</a:t>
            </a:r>
            <a:r>
              <a:rPr lang="en-US" sz="2215" dirty="0"/>
              <a:t>emory</a:t>
            </a:r>
            <a:r>
              <a:rPr lang="en-US" altLang="zh-CN" sz="2215" dirty="0"/>
              <a:t> (~T)</a:t>
            </a:r>
            <a:endParaRPr lang="en-US" sz="2215" dirty="0"/>
          </a:p>
          <a:p>
            <a:pPr lvl="1"/>
            <a:r>
              <a:rPr lang="en-US" sz="1846" dirty="0">
                <a:solidFill>
                  <a:srgbClr val="CC0000"/>
                </a:solidFill>
              </a:rPr>
              <a:t>Much slower</a:t>
            </a:r>
            <a:r>
              <a:rPr lang="en-US" sz="1846" dirty="0"/>
              <a:t>, </a:t>
            </a:r>
            <a:r>
              <a:rPr lang="en-US" sz="1846" dirty="0">
                <a:solidFill>
                  <a:srgbClr val="CC0000"/>
                </a:solidFill>
              </a:rPr>
              <a:t>access takes a long time</a:t>
            </a:r>
            <a:r>
              <a:rPr lang="en-US" sz="1846" dirty="0"/>
              <a:t>, </a:t>
            </a:r>
            <a:r>
              <a:rPr lang="en-US" sz="1846" dirty="0">
                <a:solidFill>
                  <a:schemeClr val="accent6"/>
                </a:solidFill>
              </a:rPr>
              <a:t>non-volatile</a:t>
            </a:r>
          </a:p>
          <a:p>
            <a:pPr lvl="1"/>
            <a:r>
              <a:rPr lang="en-US" sz="1846" dirty="0">
                <a:solidFill>
                  <a:schemeClr val="accent6"/>
                </a:solidFill>
              </a:rPr>
              <a:t>Very cheap </a:t>
            </a:r>
            <a:r>
              <a:rPr lang="en-US" sz="1846" dirty="0"/>
              <a:t>(one transistor stores </a:t>
            </a:r>
            <a:r>
              <a:rPr lang="en-US" altLang="zh-CN" sz="1846" dirty="0"/>
              <a:t>16</a:t>
            </a:r>
            <a:r>
              <a:rPr lang="en-US" sz="1846" dirty="0"/>
              <a:t> bits or no transistors involved) </a:t>
            </a:r>
          </a:p>
        </p:txBody>
      </p:sp>
      <p:sp>
        <p:nvSpPr>
          <p:cNvPr id="2" name="Slide Number Placeholder 1">
            <a:extLst>
              <a:ext uri="{FF2B5EF4-FFF2-40B4-BE49-F238E27FC236}">
                <a16:creationId xmlns:a16="http://schemas.microsoft.com/office/drawing/2014/main" id="{CF064F6F-7F77-447C-AF3E-9F8612DAA4C8}"/>
              </a:ext>
            </a:extLst>
          </p:cNvPr>
          <p:cNvSpPr>
            <a:spLocks noGrp="1"/>
          </p:cNvSpPr>
          <p:nvPr>
            <p:ph type="sldNum" sz="quarter" idx="11"/>
          </p:nvPr>
        </p:nvSpPr>
        <p:spPr/>
        <p:txBody>
          <a:bodyPr/>
          <a:lstStyle/>
          <a:p>
            <a:pPr>
              <a:defRPr/>
            </a:pPr>
            <a:fld id="{EDED06B6-2C69-284D-99A3-4B74281122AB}" type="slidenum">
              <a:rPr lang="en-US" altLang="en-US" smtClean="0"/>
              <a:pPr>
                <a:defRPr/>
              </a:pPr>
              <a:t>3</a:t>
            </a:fld>
            <a:endParaRPr lang="en-US" altLang="en-US"/>
          </a:p>
        </p:txBody>
      </p:sp>
    </p:spTree>
    <p:extLst>
      <p:ext uri="{BB962C8B-B14F-4D97-AF65-F5344CB8AC3E}">
        <p14:creationId xmlns:p14="http://schemas.microsoft.com/office/powerpoint/2010/main" val="408877008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096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6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965">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0965">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965">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965">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96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437A45-6AF8-B740-A88A-8FA9A16D46DA}"/>
              </a:ext>
            </a:extLst>
          </p:cNvPr>
          <p:cNvSpPr>
            <a:spLocks noGrp="1"/>
          </p:cNvSpPr>
          <p:nvPr>
            <p:ph idx="1"/>
          </p:nvPr>
        </p:nvSpPr>
        <p:spPr>
          <a:xfrm>
            <a:off x="152400" y="1066801"/>
            <a:ext cx="8991600" cy="1828800"/>
          </a:xfrm>
        </p:spPr>
        <p:txBody>
          <a:bodyPr/>
          <a:lstStyle/>
          <a:p>
            <a:r>
              <a:rPr lang="en-US" altLang="en-US" b="1" dirty="0">
                <a:ea typeface="ＭＳ Ｐゴシック" panose="020B0600070205080204" pitchFamily="34" charset="-128"/>
              </a:rPr>
              <a:t>SRAM</a:t>
            </a:r>
          </a:p>
          <a:p>
            <a:pPr lvl="1"/>
            <a:r>
              <a:rPr lang="en-US" altLang="zh-CN" b="1" dirty="0">
                <a:ea typeface="ＭＳ Ｐゴシック" panose="020B0600070205080204" pitchFamily="34" charset="-128"/>
              </a:rPr>
              <a:t>Goal</a:t>
            </a:r>
            <a:r>
              <a:rPr lang="en-US" altLang="zh-CN" dirty="0">
                <a:ea typeface="ＭＳ Ｐゴシック" panose="020B0600070205080204" pitchFamily="34" charset="-128"/>
              </a:rPr>
              <a:t>: buffering data on chip to reduce external memory traffic</a:t>
            </a:r>
            <a:endParaRPr lang="en-US" altLang="en-US" dirty="0">
              <a:ea typeface="ＭＳ Ｐゴシック" panose="020B0600070205080204" pitchFamily="34" charset="-128"/>
            </a:endParaRPr>
          </a:p>
          <a:p>
            <a:pPr lvl="1"/>
            <a:r>
              <a:rPr lang="en-US" altLang="zh-CN" b="1" dirty="0">
                <a:solidFill>
                  <a:srgbClr val="0432FF"/>
                </a:solidFill>
                <a:ea typeface="ＭＳ Ｐゴシック" panose="020B0600070205080204" pitchFamily="34" charset="-128"/>
              </a:rPr>
              <a:t>Advantage</a:t>
            </a:r>
            <a:r>
              <a:rPr lang="en-US" altLang="zh-CN" dirty="0">
                <a:solidFill>
                  <a:srgbClr val="0432FF"/>
                </a:solidFill>
                <a:ea typeface="ＭＳ Ｐゴシック" panose="020B0600070205080204" pitchFamily="34" charset="-128"/>
              </a:rPr>
              <a:t>: random access still keeps high performance</a:t>
            </a:r>
          </a:p>
          <a:p>
            <a:pPr lvl="1"/>
            <a:r>
              <a:rPr lang="en-US" altLang="en-US" b="1" dirty="0">
                <a:solidFill>
                  <a:srgbClr val="C00000"/>
                </a:solidFill>
                <a:ea typeface="ＭＳ Ｐゴシック" panose="020B0600070205080204" pitchFamily="34" charset="-128"/>
              </a:rPr>
              <a:t>Disadvantage</a:t>
            </a:r>
            <a:r>
              <a:rPr lang="en-US" altLang="en-US" dirty="0">
                <a:solidFill>
                  <a:srgbClr val="C00000"/>
                </a:solidFill>
                <a:ea typeface="ＭＳ Ｐゴシック" panose="020B0600070205080204" pitchFamily="34" charset="-128"/>
              </a:rPr>
              <a:t>: low capacity (multiple MBs)</a:t>
            </a:r>
          </a:p>
          <a:p>
            <a:pPr lvl="1"/>
            <a:endParaRPr lang="en-US" altLang="en-US" dirty="0">
              <a:ea typeface="ＭＳ Ｐゴシック" panose="020B0600070205080204" pitchFamily="34" charset="-128"/>
            </a:endParaRPr>
          </a:p>
          <a:p>
            <a:r>
              <a:rPr lang="en-US" altLang="en-US" b="1" dirty="0">
                <a:ea typeface="ＭＳ Ｐゴシック" panose="020B0600070205080204" pitchFamily="34" charset="-128"/>
              </a:rPr>
              <a:t>Where to Use SRAM?</a:t>
            </a:r>
          </a:p>
          <a:p>
            <a:pPr lvl="1"/>
            <a:r>
              <a:rPr lang="en-US" altLang="zh-CN" dirty="0">
                <a:ea typeface="ＭＳ Ｐゴシック" panose="020B0600070205080204" pitchFamily="34" charset="-128"/>
              </a:rPr>
              <a:t>Cache in CPU</a:t>
            </a:r>
          </a:p>
          <a:p>
            <a:pPr lvl="1"/>
            <a:r>
              <a:rPr lang="en-US" altLang="en-US" dirty="0">
                <a:ea typeface="ＭＳ Ｐゴシック" panose="020B0600070205080204" pitchFamily="34" charset="-128"/>
              </a:rPr>
              <a:t>Shared memory in GPU</a:t>
            </a:r>
          </a:p>
          <a:p>
            <a:pPr lvl="1"/>
            <a:r>
              <a:rPr lang="en-US" altLang="en-US" dirty="0">
                <a:ea typeface="ＭＳ Ｐゴシック" panose="020B0600070205080204" pitchFamily="34" charset="-128"/>
              </a:rPr>
              <a:t>On-chip buffer in AI accelerator</a:t>
            </a:r>
          </a:p>
          <a:p>
            <a:pPr lvl="1"/>
            <a:endParaRPr lang="en-US" altLang="en-US" dirty="0">
              <a:ea typeface="ＭＳ Ｐゴシック" panose="020B0600070205080204" pitchFamily="34" charset="-128"/>
            </a:endParaRPr>
          </a:p>
          <a:p>
            <a:r>
              <a:rPr lang="en-US" altLang="en-US" b="1" dirty="0">
                <a:ea typeface="ＭＳ Ｐゴシック" panose="020B0600070205080204" pitchFamily="34" charset="-128"/>
              </a:rPr>
              <a:t>How to Use SRAM?</a:t>
            </a:r>
          </a:p>
          <a:p>
            <a:pPr lvl="1"/>
            <a:r>
              <a:rPr lang="en-US" altLang="en-US" dirty="0">
                <a:ea typeface="ＭＳ Ｐゴシック" panose="020B0600070205080204" pitchFamily="34" charset="-128"/>
              </a:rPr>
              <a:t>Multiple small separate SRAMs: low latency and high throughput </a:t>
            </a:r>
          </a:p>
          <a:p>
            <a:pPr lvl="1"/>
            <a:r>
              <a:rPr lang="en-US" altLang="en-US" dirty="0">
                <a:ea typeface="ＭＳ Ｐゴシック" panose="020B0600070205080204" pitchFamily="34" charset="-128"/>
              </a:rPr>
              <a:t>Banked design: wide access ports</a:t>
            </a:r>
          </a:p>
        </p:txBody>
      </p:sp>
      <p:sp>
        <p:nvSpPr>
          <p:cNvPr id="174082" name="Title 1">
            <a:extLst>
              <a:ext uri="{FF2B5EF4-FFF2-40B4-BE49-F238E27FC236}">
                <a16:creationId xmlns:a16="http://schemas.microsoft.com/office/drawing/2014/main" id="{870A9667-E5FC-9E4C-B613-3B6D100D7F9C}"/>
              </a:ext>
            </a:extLst>
          </p:cNvPr>
          <p:cNvSpPr>
            <a:spLocks noGrp="1"/>
          </p:cNvSpPr>
          <p:nvPr>
            <p:ph type="title"/>
          </p:nvPr>
        </p:nvSpPr>
        <p:spPr>
          <a:xfrm>
            <a:off x="228600" y="152400"/>
            <a:ext cx="8610600" cy="717550"/>
          </a:xfrm>
        </p:spPr>
        <p:txBody>
          <a:bodyPr/>
          <a:lstStyle/>
          <a:p>
            <a:r>
              <a:rPr lang="en-US" altLang="en-US" dirty="0">
                <a:ea typeface="ＭＳ Ｐゴシック" panose="020B0600070205080204" pitchFamily="34" charset="-128"/>
              </a:rPr>
              <a:t>Recall: SRAM Summary</a:t>
            </a:r>
          </a:p>
        </p:txBody>
      </p:sp>
      <p:sp>
        <p:nvSpPr>
          <p:cNvPr id="174083" name="Slide Number Placeholder 3">
            <a:extLst>
              <a:ext uri="{FF2B5EF4-FFF2-40B4-BE49-F238E27FC236}">
                <a16:creationId xmlns:a16="http://schemas.microsoft.com/office/drawing/2014/main" id="{6743E49A-D30A-D34B-AB55-81603DC5AE5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0C3F288-8AA4-884D-B567-7DAEFB5762FE}"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166961984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0BD3E-B184-AF49-BE98-F2BDC1EE43B1}"/>
              </a:ext>
            </a:extLst>
          </p:cNvPr>
          <p:cNvSpPr>
            <a:spLocks noGrp="1"/>
          </p:cNvSpPr>
          <p:nvPr>
            <p:ph type="title"/>
          </p:nvPr>
        </p:nvSpPr>
        <p:spPr>
          <a:xfrm>
            <a:off x="228600" y="152400"/>
            <a:ext cx="8915400" cy="884238"/>
          </a:xfrm>
        </p:spPr>
        <p:txBody>
          <a:bodyPr/>
          <a:lstStyle/>
          <a:p>
            <a:r>
              <a:rPr lang="en-US" sz="3800" dirty="0"/>
              <a:t>Recall: A Large Fraction of CPU is SRAM</a:t>
            </a:r>
          </a:p>
        </p:txBody>
      </p:sp>
      <p:sp>
        <p:nvSpPr>
          <p:cNvPr id="3" name="Slide Number Placeholder 2">
            <a:extLst>
              <a:ext uri="{FF2B5EF4-FFF2-40B4-BE49-F238E27FC236}">
                <a16:creationId xmlns:a16="http://schemas.microsoft.com/office/drawing/2014/main" id="{CC5B30E3-279B-F14D-A29D-88A8C7C91E56}"/>
              </a:ext>
            </a:extLst>
          </p:cNvPr>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E6ABE56-5E07-4208-997F-19E78ED34494}"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pic>
        <p:nvPicPr>
          <p:cNvPr id="6" name="Picture 3">
            <a:extLst>
              <a:ext uri="{FF2B5EF4-FFF2-40B4-BE49-F238E27FC236}">
                <a16:creationId xmlns:a16="http://schemas.microsoft.com/office/drawing/2014/main" id="{07AE04DA-471F-40CD-AA7F-0EC209F55D70}"/>
              </a:ext>
            </a:extLst>
          </p:cNvPr>
          <p:cNvPicPr>
            <a:picLocks noChangeAspect="1"/>
          </p:cNvPicPr>
          <p:nvPr/>
        </p:nvPicPr>
        <p:blipFill>
          <a:blip r:embed="rId2"/>
          <a:stretch>
            <a:fillRect/>
          </a:stretch>
        </p:blipFill>
        <p:spPr>
          <a:xfrm>
            <a:off x="1467453" y="1156194"/>
            <a:ext cx="5613400" cy="3505200"/>
          </a:xfrm>
          <a:prstGeom prst="rect">
            <a:avLst/>
          </a:prstGeom>
        </p:spPr>
      </p:pic>
      <p:sp>
        <p:nvSpPr>
          <p:cNvPr id="7" name="Content Placeholder 2">
            <a:extLst>
              <a:ext uri="{FF2B5EF4-FFF2-40B4-BE49-F238E27FC236}">
                <a16:creationId xmlns:a16="http://schemas.microsoft.com/office/drawing/2014/main" id="{6E4F1E56-768E-4E08-B27D-5743627DDB20}"/>
              </a:ext>
            </a:extLst>
          </p:cNvPr>
          <p:cNvSpPr txBox="1">
            <a:spLocks/>
          </p:cNvSpPr>
          <p:nvPr/>
        </p:nvSpPr>
        <p:spPr>
          <a:xfrm>
            <a:off x="152400" y="4572000"/>
            <a:ext cx="8991600" cy="1739688"/>
          </a:xfrm>
          <a:prstGeom prst="rect">
            <a:avLst/>
          </a:prstGeom>
        </p:spPr>
        <p:txBody>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pPr lvl="1"/>
            <a:endParaRPr lang="en-US" altLang="en-US" kern="0" dirty="0">
              <a:ea typeface="ＭＳ Ｐゴシック" panose="020B0600070205080204" pitchFamily="34" charset="-128"/>
            </a:endParaRPr>
          </a:p>
          <a:p>
            <a:r>
              <a:rPr lang="en-US" altLang="en-US" b="1" kern="0" dirty="0">
                <a:ea typeface="ＭＳ Ｐゴシック" panose="020B0600070205080204" pitchFamily="34" charset="-128"/>
              </a:rPr>
              <a:t>SRAM (Cache) in a CPU</a:t>
            </a:r>
          </a:p>
          <a:p>
            <a:pPr lvl="1"/>
            <a:r>
              <a:rPr lang="en-US" altLang="en-US" kern="0" dirty="0">
                <a:ea typeface="ＭＳ Ｐゴシック" panose="020B0600070205080204" pitchFamily="34" charset="-128"/>
              </a:rPr>
              <a:t>Half chip area is occupied by cache</a:t>
            </a:r>
          </a:p>
          <a:p>
            <a:pPr lvl="1"/>
            <a:r>
              <a:rPr lang="en-US" altLang="en-US" kern="0" dirty="0">
                <a:ea typeface="ＭＳ Ｐゴシック" panose="020B0600070205080204" pitchFamily="34" charset="-128"/>
              </a:rPr>
              <a:t>10MB (2.5MB/core * 4 cores)</a:t>
            </a:r>
          </a:p>
        </p:txBody>
      </p:sp>
    </p:spTree>
    <p:extLst>
      <p:ext uri="{BB962C8B-B14F-4D97-AF65-F5344CB8AC3E}">
        <p14:creationId xmlns:p14="http://schemas.microsoft.com/office/powerpoint/2010/main" val="59923401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hart 14"/>
          <p:cNvGraphicFramePr>
            <a:graphicFrameLocks/>
          </p:cNvGraphicFramePr>
          <p:nvPr/>
        </p:nvGraphicFramePr>
        <p:xfrm>
          <a:off x="74706" y="1204631"/>
          <a:ext cx="8994588" cy="4647529"/>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p:cNvSpPr>
            <a:spLocks noGrp="1"/>
          </p:cNvSpPr>
          <p:nvPr>
            <p:ph type="title"/>
          </p:nvPr>
        </p:nvSpPr>
        <p:spPr/>
        <p:txBody>
          <a:bodyPr>
            <a:normAutofit fontScale="90000"/>
          </a:bodyPr>
          <a:lstStyle/>
          <a:p>
            <a:r>
              <a:rPr lang="en-US" dirty="0"/>
              <a:t>Recall: DRAM Capacity, Bandwidth &amp; Latency</a:t>
            </a:r>
          </a:p>
        </p:txBody>
      </p:sp>
      <p:sp>
        <p:nvSpPr>
          <p:cNvPr id="9" name="TextBox 8"/>
          <p:cNvSpPr txBox="1"/>
          <p:nvPr/>
        </p:nvSpPr>
        <p:spPr>
          <a:xfrm>
            <a:off x="7744727" y="1230673"/>
            <a:ext cx="100540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4D3B62"/>
                </a:solidFill>
                <a:effectLst/>
                <a:uLnTx/>
                <a:uFillTx/>
                <a:latin typeface="Tahoma"/>
                <a:ea typeface="+mn-ea"/>
                <a:cs typeface="+mn-cs"/>
              </a:rPr>
              <a:t>128x</a:t>
            </a:r>
          </a:p>
        </p:txBody>
      </p:sp>
      <p:sp>
        <p:nvSpPr>
          <p:cNvPr id="10" name="TextBox 9"/>
          <p:cNvSpPr txBox="1"/>
          <p:nvPr/>
        </p:nvSpPr>
        <p:spPr>
          <a:xfrm>
            <a:off x="7949911" y="2556978"/>
            <a:ext cx="800219"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35742A"/>
                </a:solidFill>
                <a:effectLst/>
                <a:uLnTx/>
                <a:uFillTx/>
                <a:latin typeface="Tahoma"/>
                <a:ea typeface="+mn-ea"/>
                <a:cs typeface="+mn-cs"/>
              </a:rPr>
              <a:t>20x</a:t>
            </a:r>
          </a:p>
        </p:txBody>
      </p:sp>
      <p:sp>
        <p:nvSpPr>
          <p:cNvPr id="11" name="TextBox 10"/>
          <p:cNvSpPr txBox="1"/>
          <p:nvPr/>
        </p:nvSpPr>
        <p:spPr>
          <a:xfrm>
            <a:off x="7860143" y="4202002"/>
            <a:ext cx="88998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FF4136"/>
                </a:solidFill>
                <a:effectLst/>
                <a:uLnTx/>
                <a:uFillTx/>
                <a:latin typeface="Tahoma"/>
                <a:ea typeface="+mn-ea"/>
                <a:cs typeface="+mn-cs"/>
              </a:rPr>
              <a:t>1.3x</a:t>
            </a:r>
            <a:endParaRPr kumimoji="0" lang="en-US" sz="3200" b="0" i="0" u="none" strike="noStrike" kern="1200" cap="none" spc="0" normalizeH="0" baseline="0" noProof="0" dirty="0">
              <a:ln>
                <a:noFill/>
              </a:ln>
              <a:solidFill>
                <a:srgbClr val="FF4136"/>
              </a:solidFill>
              <a:effectLst/>
              <a:uLnTx/>
              <a:uFillTx/>
              <a:latin typeface="Tahoma"/>
              <a:ea typeface="+mn-ea"/>
              <a:cs typeface="+mn-cs"/>
            </a:endParaRPr>
          </a:p>
        </p:txBody>
      </p:sp>
    </p:spTree>
    <p:extLst>
      <p:ext uri="{BB962C8B-B14F-4D97-AF65-F5344CB8AC3E}">
        <p14:creationId xmlns:p14="http://schemas.microsoft.com/office/powerpoint/2010/main" val="29723704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graphicEl>
                                              <a:chart seriesIdx="-3" categoryIdx="-3" bldStep="gridLegend"/>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graphicEl>
                                              <a:chart seriesIdx="0" categoryIdx="-4" bldStep="series"/>
                                            </p:graphicEl>
                                          </p:spTgt>
                                        </p:tgtEl>
                                        <p:attrNameLst>
                                          <p:attrName>style.visibility</p:attrName>
                                        </p:attrNameLst>
                                      </p:cBhvr>
                                      <p:to>
                                        <p:strVal val="visible"/>
                                      </p:to>
                                    </p:set>
                                  </p:childTnLst>
                                </p:cTn>
                              </p:par>
                            </p:childTnLst>
                          </p:cTn>
                        </p:par>
                        <p:par>
                          <p:cTn id="11" fill="hold">
                            <p:stCondLst>
                              <p:cond delay="0"/>
                            </p:stCondLst>
                            <p:childTnLst>
                              <p:par>
                                <p:cTn id="12" presetID="5" presetClass="entr" presetSubtype="1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checkerboard(across)">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5">
                                            <p:graphicEl>
                                              <a:chart seriesIdx="1" categoryIdx="-4" bldStep="series"/>
                                            </p:graphicEl>
                                          </p:spTgt>
                                        </p:tgtEl>
                                        <p:attrNameLst>
                                          <p:attrName>style.visibility</p:attrName>
                                        </p:attrNameLst>
                                      </p:cBhvr>
                                      <p:to>
                                        <p:strVal val="visible"/>
                                      </p:to>
                                    </p:set>
                                    <p:animEffect transition="in" filter="wipe(left)">
                                      <p:cBhvr>
                                        <p:cTn id="19" dur="500"/>
                                        <p:tgtEl>
                                          <p:spTgt spid="15">
                                            <p:graphicEl>
                                              <a:chart seriesIdx="1" categoryIdx="-4" bldStep="series"/>
                                            </p:graphicEl>
                                          </p:spTgt>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
                                            <p:graphicEl>
                                              <a:chart seriesIdx="2" categoryIdx="-4" bldStep="series"/>
                                            </p:graphicEl>
                                          </p:spTgt>
                                        </p:tgtEl>
                                        <p:attrNameLst>
                                          <p:attrName>style.visibility</p:attrName>
                                        </p:attrNameLst>
                                      </p:cBhvr>
                                      <p:to>
                                        <p:strVal val="visible"/>
                                      </p:to>
                                    </p:set>
                                    <p:animEffect transition="in" filter="wipe(left)">
                                      <p:cBhvr>
                                        <p:cTn id="28" dur="2000"/>
                                        <p:tgtEl>
                                          <p:spTgt spid="15">
                                            <p:graphicEl>
                                              <a:chart seriesIdx="2" categoryIdx="-4" bldStep="series"/>
                                            </p:graphicEl>
                                          </p:spTgt>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p:bldSub>
          <a:bldChart bld="series"/>
        </p:bldSub>
      </p:bldGraphic>
      <p:bldP spid="9" grpId="0"/>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Title 1">
            <a:extLst>
              <a:ext uri="{FF2B5EF4-FFF2-40B4-BE49-F238E27FC236}">
                <a16:creationId xmlns:a16="http://schemas.microsoft.com/office/drawing/2014/main" id="{A594C4F6-41C9-AA4E-9CF4-C65776A26177}"/>
              </a:ext>
            </a:extLst>
          </p:cNvPr>
          <p:cNvSpPr>
            <a:spLocks noGrp="1"/>
          </p:cNvSpPr>
          <p:nvPr>
            <p:ph type="title"/>
          </p:nvPr>
        </p:nvSpPr>
        <p:spPr/>
        <p:txBody>
          <a:bodyPr/>
          <a:lstStyle/>
          <a:p>
            <a:r>
              <a:rPr lang="en-US" altLang="zh-CN" sz="3800" dirty="0">
                <a:ea typeface="ＭＳ Ｐゴシック" panose="020B0600070205080204" pitchFamily="34" charset="-128"/>
              </a:rPr>
              <a:t>Recall: Key Messages behind Memory</a:t>
            </a:r>
            <a:endParaRPr lang="en-US" altLang="en-US" sz="3800" dirty="0">
              <a:ea typeface="ＭＳ Ｐゴシック" panose="020B0600070205080204" pitchFamily="34" charset="-128"/>
            </a:endParaRPr>
          </a:p>
        </p:txBody>
      </p:sp>
      <p:sp>
        <p:nvSpPr>
          <p:cNvPr id="162818" name="Content Placeholder 2">
            <a:extLst>
              <a:ext uri="{FF2B5EF4-FFF2-40B4-BE49-F238E27FC236}">
                <a16:creationId xmlns:a16="http://schemas.microsoft.com/office/drawing/2014/main" id="{6F443C80-D482-5D45-BFCC-37AF02940D13}"/>
              </a:ext>
            </a:extLst>
          </p:cNvPr>
          <p:cNvSpPr>
            <a:spLocks noGrp="1"/>
          </p:cNvSpPr>
          <p:nvPr>
            <p:ph idx="1"/>
          </p:nvPr>
        </p:nvSpPr>
        <p:spPr>
          <a:xfrm>
            <a:off x="228600" y="996950"/>
            <a:ext cx="8610600" cy="5194300"/>
          </a:xfrm>
        </p:spPr>
        <p:txBody>
          <a:bodyPr/>
          <a:lstStyle/>
          <a:p>
            <a:r>
              <a:rPr lang="en-US" altLang="en-US" dirty="0">
                <a:ea typeface="ＭＳ Ｐゴシック" panose="020B0600070205080204" pitchFamily="34" charset="-128"/>
              </a:rPr>
              <a:t>Memory Optimizations aim at </a:t>
            </a:r>
            <a:r>
              <a:rPr lang="en-US" altLang="zh-CN" dirty="0">
                <a:ea typeface="ＭＳ Ｐゴシック" panose="020B0600070205080204" pitchFamily="34" charset="-128"/>
              </a:rPr>
              <a:t>size, bandwidth, not latency.</a:t>
            </a:r>
          </a:p>
          <a:p>
            <a:pPr marL="0" indent="0">
              <a:buNone/>
            </a:pPr>
            <a:endParaRPr lang="en-US" altLang="zh-CN" dirty="0">
              <a:ea typeface="ＭＳ Ｐゴシック" panose="020B0600070205080204" pitchFamily="34" charset="-128"/>
            </a:endParaRPr>
          </a:p>
          <a:p>
            <a:r>
              <a:rPr lang="en-US" altLang="zh-CN" dirty="0">
                <a:ea typeface="ＭＳ Ｐゴシック" panose="020B0600070205080204" pitchFamily="34" charset="-128"/>
              </a:rPr>
              <a:t>A memory read/write may need a few DDR operations, e.g., ACTIVATE, Column, </a:t>
            </a:r>
            <a:r>
              <a:rPr lang="en-US" altLang="zh-CN" dirty="0" err="1">
                <a:ea typeface="ＭＳ Ｐゴシック" panose="020B0600070205080204" pitchFamily="34" charset="-128"/>
              </a:rPr>
              <a:t>Prechange</a:t>
            </a:r>
            <a:r>
              <a:rPr lang="en-US" altLang="zh-CN" dirty="0">
                <a:ea typeface="ＭＳ Ｐゴシック" panose="020B0600070205080204" pitchFamily="34" charset="-128"/>
              </a:rPr>
              <a:t>, within a memory chip… </a:t>
            </a:r>
          </a:p>
          <a:p>
            <a:endParaRPr lang="en-US" altLang="en-US" dirty="0">
              <a:ea typeface="ＭＳ Ｐゴシック" panose="020B0600070205080204" pitchFamily="34" charset="-128"/>
            </a:endParaRPr>
          </a:p>
          <a:p>
            <a:r>
              <a:rPr lang="en-US" altLang="zh-CN" dirty="0">
                <a:ea typeface="ＭＳ Ｐゴシック" panose="020B0600070205080204" pitchFamily="34" charset="-128"/>
              </a:rPr>
              <a:t>Different access sequence leads to different throughput, sequential (mainly row buffer hit) &gt; random (mainly row buffer miss). </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Random access is slow due to low row buffer miss rate. </a:t>
            </a:r>
          </a:p>
          <a:p>
            <a:pPr>
              <a:buFont typeface="Wingdings" pitchFamily="2" charset="2"/>
              <a:buNone/>
            </a:pPr>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162819" name="Slide Number Placeholder 3">
            <a:extLst>
              <a:ext uri="{FF2B5EF4-FFF2-40B4-BE49-F238E27FC236}">
                <a16:creationId xmlns:a16="http://schemas.microsoft.com/office/drawing/2014/main" id="{14D4F4F1-BA6F-D746-BC25-5FB556F3546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BAC512C-1931-0F42-BD99-785F5686D17F}"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96208894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a:extLst>
              <a:ext uri="{FF2B5EF4-FFF2-40B4-BE49-F238E27FC236}">
                <a16:creationId xmlns:a16="http://schemas.microsoft.com/office/drawing/2014/main" id="{7B873679-9C11-B743-81C1-9F07D16C48D6}"/>
              </a:ext>
            </a:extLst>
          </p:cNvPr>
          <p:cNvSpPr>
            <a:spLocks noGrp="1" noChangeArrowheads="1"/>
          </p:cNvSpPr>
          <p:nvPr>
            <p:ph type="title"/>
          </p:nvPr>
        </p:nvSpPr>
        <p:spPr/>
        <p:txBody>
          <a:bodyPr/>
          <a:lstStyle/>
          <a:p>
            <a:r>
              <a:rPr lang="en-US" altLang="en-US" dirty="0">
                <a:ea typeface="ＭＳ Ｐゴシック" panose="020B0600070205080204" pitchFamily="34" charset="-128"/>
              </a:rPr>
              <a:t>Recall: DRAM vs. SRAM</a:t>
            </a:r>
          </a:p>
        </p:txBody>
      </p:sp>
      <p:sp>
        <p:nvSpPr>
          <p:cNvPr id="93186" name="Content Placeholder 2">
            <a:extLst>
              <a:ext uri="{FF2B5EF4-FFF2-40B4-BE49-F238E27FC236}">
                <a16:creationId xmlns:a16="http://schemas.microsoft.com/office/drawing/2014/main" id="{A5A04FE6-7803-5A44-A638-A84D42DEE7CF}"/>
              </a:ext>
            </a:extLst>
          </p:cNvPr>
          <p:cNvSpPr>
            <a:spLocks noGrp="1" noChangeArrowheads="1"/>
          </p:cNvSpPr>
          <p:nvPr>
            <p:ph idx="1"/>
          </p:nvPr>
        </p:nvSpPr>
        <p:spPr>
          <a:xfrm>
            <a:off x="228600" y="996950"/>
            <a:ext cx="8610600" cy="5194300"/>
          </a:xfrm>
        </p:spPr>
        <p:txBody>
          <a:bodyPr/>
          <a:lstStyle/>
          <a:p>
            <a:r>
              <a:rPr lang="en-US" altLang="en-US" b="1" dirty="0">
                <a:ea typeface="ＭＳ Ｐゴシック" panose="020B0600070205080204" pitchFamily="34" charset="-128"/>
              </a:rPr>
              <a:t>DRAM</a:t>
            </a:r>
          </a:p>
          <a:p>
            <a:pPr lvl="1"/>
            <a:r>
              <a:rPr lang="en-US" altLang="en-US" dirty="0">
                <a:solidFill>
                  <a:srgbClr val="FF0000"/>
                </a:solidFill>
                <a:ea typeface="ＭＳ Ｐゴシック" panose="020B0600070205080204" pitchFamily="34" charset="-128"/>
              </a:rPr>
              <a:t>Slower access </a:t>
            </a:r>
            <a:r>
              <a:rPr lang="en-US" altLang="en-US" dirty="0">
                <a:ea typeface="ＭＳ Ｐゴシック" panose="020B0600070205080204" pitchFamily="34" charset="-128"/>
              </a:rPr>
              <a:t>(capacitor)</a:t>
            </a:r>
          </a:p>
          <a:p>
            <a:pPr lvl="1"/>
            <a:r>
              <a:rPr lang="en-US" altLang="en-US" dirty="0">
                <a:solidFill>
                  <a:schemeClr val="accent6">
                    <a:lumMod val="75000"/>
                  </a:schemeClr>
                </a:solidFill>
                <a:ea typeface="ＭＳ Ｐゴシック" panose="020B0600070205080204" pitchFamily="34" charset="-128"/>
              </a:rPr>
              <a:t>Higher density </a:t>
            </a:r>
            <a:r>
              <a:rPr lang="en-US" altLang="en-US" dirty="0">
                <a:ea typeface="ＭＳ Ｐゴシック" panose="020B0600070205080204" pitchFamily="34" charset="-128"/>
              </a:rPr>
              <a:t>(1T 1C cell)</a:t>
            </a:r>
          </a:p>
          <a:p>
            <a:pPr lvl="1"/>
            <a:r>
              <a:rPr lang="en-US" altLang="en-US" dirty="0">
                <a:solidFill>
                  <a:schemeClr val="accent6">
                    <a:lumMod val="75000"/>
                  </a:schemeClr>
                </a:solidFill>
                <a:ea typeface="ＭＳ Ｐゴシック" panose="020B0600070205080204" pitchFamily="34" charset="-128"/>
              </a:rPr>
              <a:t>Lower cost</a:t>
            </a:r>
          </a:p>
          <a:p>
            <a:pPr lvl="1"/>
            <a:r>
              <a:rPr lang="en-US" altLang="en-US" dirty="0">
                <a:solidFill>
                  <a:srgbClr val="FF0000"/>
                </a:solidFill>
                <a:ea typeface="ＭＳ Ｐゴシック" panose="020B0600070205080204" pitchFamily="34" charset="-128"/>
              </a:rPr>
              <a:t>Requires refresh </a:t>
            </a:r>
            <a:r>
              <a:rPr lang="en-US" altLang="en-US" dirty="0">
                <a:ea typeface="ＭＳ Ｐゴシック" panose="020B0600070205080204" pitchFamily="34" charset="-128"/>
              </a:rPr>
              <a:t>(power, performance, circuitry)</a:t>
            </a:r>
          </a:p>
          <a:p>
            <a:pPr lvl="1"/>
            <a:r>
              <a:rPr lang="en-US" altLang="en-US" dirty="0">
                <a:solidFill>
                  <a:srgbClr val="FF0000"/>
                </a:solidFill>
                <a:ea typeface="ＭＳ Ｐゴシック" panose="020B0600070205080204" pitchFamily="34" charset="-128"/>
              </a:rPr>
              <a:t>Manufacturing requires putting capacitor and logic together</a:t>
            </a:r>
          </a:p>
          <a:p>
            <a:pPr lvl="1"/>
            <a:endParaRPr lang="en-US" altLang="en-US" dirty="0">
              <a:ea typeface="ＭＳ Ｐゴシック" panose="020B0600070205080204" pitchFamily="34" charset="-128"/>
            </a:endParaRPr>
          </a:p>
          <a:p>
            <a:r>
              <a:rPr lang="en-US" altLang="en-US" b="1" dirty="0">
                <a:ea typeface="ＭＳ Ｐゴシック" panose="020B0600070205080204" pitchFamily="34" charset="-128"/>
              </a:rPr>
              <a:t>SRAM</a:t>
            </a:r>
          </a:p>
          <a:p>
            <a:pPr lvl="1"/>
            <a:r>
              <a:rPr lang="en-US" altLang="en-US" dirty="0">
                <a:solidFill>
                  <a:schemeClr val="accent6">
                    <a:lumMod val="75000"/>
                  </a:schemeClr>
                </a:solidFill>
                <a:ea typeface="ＭＳ Ｐゴシック" panose="020B0600070205080204" pitchFamily="34" charset="-128"/>
              </a:rPr>
              <a:t>Faster access </a:t>
            </a:r>
            <a:r>
              <a:rPr lang="en-US" altLang="en-US" dirty="0">
                <a:ea typeface="ＭＳ Ｐゴシック" panose="020B0600070205080204" pitchFamily="34" charset="-128"/>
              </a:rPr>
              <a:t>(no capacitor)</a:t>
            </a:r>
          </a:p>
          <a:p>
            <a:pPr lvl="1"/>
            <a:r>
              <a:rPr lang="en-US" altLang="en-US" dirty="0">
                <a:solidFill>
                  <a:srgbClr val="FF0000"/>
                </a:solidFill>
                <a:ea typeface="ＭＳ Ｐゴシック" panose="020B0600070205080204" pitchFamily="34" charset="-128"/>
              </a:rPr>
              <a:t>Lower density </a:t>
            </a:r>
            <a:r>
              <a:rPr lang="en-US" altLang="en-US" dirty="0">
                <a:ea typeface="ＭＳ Ｐゴシック" panose="020B0600070205080204" pitchFamily="34" charset="-128"/>
              </a:rPr>
              <a:t>(6T cell)</a:t>
            </a:r>
          </a:p>
          <a:p>
            <a:pPr lvl="1"/>
            <a:r>
              <a:rPr lang="en-US" altLang="en-US" dirty="0">
                <a:solidFill>
                  <a:srgbClr val="FF0000"/>
                </a:solidFill>
                <a:ea typeface="ＭＳ Ｐゴシック" panose="020B0600070205080204" pitchFamily="34" charset="-128"/>
              </a:rPr>
              <a:t>Higher cost</a:t>
            </a:r>
          </a:p>
          <a:p>
            <a:pPr lvl="1"/>
            <a:r>
              <a:rPr lang="en-US" altLang="en-US" dirty="0">
                <a:solidFill>
                  <a:schemeClr val="accent6">
                    <a:lumMod val="75000"/>
                  </a:schemeClr>
                </a:solidFill>
                <a:ea typeface="ＭＳ Ｐゴシック" panose="020B0600070205080204" pitchFamily="34" charset="-128"/>
              </a:rPr>
              <a:t>No need for refresh</a:t>
            </a:r>
          </a:p>
          <a:p>
            <a:pPr lvl="1"/>
            <a:r>
              <a:rPr lang="en-US" altLang="en-US" dirty="0">
                <a:solidFill>
                  <a:schemeClr val="accent6">
                    <a:lumMod val="75000"/>
                  </a:schemeClr>
                </a:solidFill>
                <a:ea typeface="ＭＳ Ｐゴシック" panose="020B0600070205080204" pitchFamily="34" charset="-128"/>
              </a:rPr>
              <a:t>Manufacturing compatible with logic process </a:t>
            </a:r>
            <a:r>
              <a:rPr lang="en-US" altLang="en-US" dirty="0">
                <a:ea typeface="ＭＳ Ｐゴシック" panose="020B0600070205080204" pitchFamily="34" charset="-128"/>
              </a:rPr>
              <a:t>(no capacitor)</a:t>
            </a:r>
          </a:p>
        </p:txBody>
      </p:sp>
      <p:sp>
        <p:nvSpPr>
          <p:cNvPr id="93187" name="Slide Number Placeholder 3">
            <a:extLst>
              <a:ext uri="{FF2B5EF4-FFF2-40B4-BE49-F238E27FC236}">
                <a16:creationId xmlns:a16="http://schemas.microsoft.com/office/drawing/2014/main" id="{8770E6A6-842F-9745-B750-85EC5AA0C84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FBB20A8-99A5-4749-A81C-2429B3AF98B5}"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dirty="0">
                <a:latin typeface="Garamond" charset="0"/>
                <a:ea typeface="ＭＳ Ｐゴシック" charset="0"/>
                <a:cs typeface="ＭＳ Ｐゴシック" charset="0"/>
              </a:rPr>
              <a:t>Recall: HBM</a:t>
            </a:r>
          </a:p>
        </p:txBody>
      </p:sp>
      <p:sp>
        <p:nvSpPr>
          <p:cNvPr id="3" name="Content Placeholder 2"/>
          <p:cNvSpPr>
            <a:spLocks noGrp="1"/>
          </p:cNvSpPr>
          <p:nvPr>
            <p:ph idx="1"/>
          </p:nvPr>
        </p:nvSpPr>
        <p:spPr>
          <a:xfrm>
            <a:off x="77788" y="4572000"/>
            <a:ext cx="9142412" cy="1520088"/>
          </a:xfrm>
        </p:spPr>
        <p:txBody>
          <a:bodyPr/>
          <a:lstStyle/>
          <a:p>
            <a:pPr marL="457200" indent="-457200"/>
            <a:r>
              <a:rPr lang="en-US" sz="2200" dirty="0">
                <a:latin typeface="Tahoma" charset="0"/>
                <a:ea typeface="ＭＳ Ｐゴシック" charset="0"/>
                <a:cs typeface="ＭＳ Ｐゴシック" charset="0"/>
              </a:rPr>
              <a:t>HBM stack:</a:t>
            </a:r>
          </a:p>
          <a:p>
            <a:pPr marL="784225" lvl="1" indent="-457200"/>
            <a:r>
              <a:rPr lang="en-US" sz="2000" dirty="0">
                <a:latin typeface="Tahoma" charset="0"/>
                <a:ea typeface="ＭＳ Ｐゴシック" charset="0"/>
              </a:rPr>
              <a:t>It is used in conjunction with high-</a:t>
            </a:r>
            <a:r>
              <a:rPr lang="en-US" altLang="zh-CN" sz="2000" dirty="0">
                <a:latin typeface="Tahoma" charset="0"/>
                <a:ea typeface="ＭＳ Ｐゴシック" charset="0"/>
              </a:rPr>
              <a:t>end</a:t>
            </a:r>
            <a:r>
              <a:rPr lang="en-US" sz="2000" dirty="0">
                <a:latin typeface="Tahoma" charset="0"/>
                <a:ea typeface="ＭＳ Ｐゴシック" charset="0"/>
              </a:rPr>
              <a:t> </a:t>
            </a:r>
            <a:r>
              <a:rPr lang="en-US" altLang="zh-CN" sz="2000" dirty="0">
                <a:latin typeface="Tahoma" charset="0"/>
                <a:ea typeface="ＭＳ Ｐゴシック" charset="0"/>
              </a:rPr>
              <a:t>GPUs</a:t>
            </a:r>
            <a:r>
              <a:rPr lang="en-US" sz="2000" dirty="0">
                <a:latin typeface="Tahoma" charset="0"/>
                <a:ea typeface="ＭＳ Ｐゴシック" charset="0"/>
              </a:rPr>
              <a:t>, AI ASICs and FPGAs.</a:t>
            </a:r>
          </a:p>
          <a:p>
            <a:pPr marL="784225" lvl="1" indent="-457200"/>
            <a:r>
              <a:rPr lang="en-US" sz="2000" dirty="0">
                <a:latin typeface="Tahoma" charset="0"/>
                <a:ea typeface="ＭＳ Ｐゴシック" charset="0"/>
              </a:rPr>
              <a:t>Each stack has 4/8 DRAM dies and a logic die. </a:t>
            </a:r>
          </a:p>
          <a:p>
            <a:pPr marL="457200" indent="-457200"/>
            <a:endParaRPr lang="en-US" dirty="0">
              <a:latin typeface="Tahoma" charset="0"/>
              <a:ea typeface="ＭＳ Ｐゴシック" charset="0"/>
              <a:cs typeface="ＭＳ Ｐゴシック" charset="0"/>
            </a:endParaRPr>
          </a:p>
        </p:txBody>
      </p:sp>
      <p:sp>
        <p:nvSpPr>
          <p:cNvPr id="41988" name="Slide Number Placeholder 3"/>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FACC37B-4193-6B41-BD19-714F8F64D345}" type="slidenum">
              <a:rPr kumimoji="0" lang="en-US" sz="1600" b="0" i="0" u="none" strike="noStrike" kern="1200" cap="none" spc="0" normalizeH="0" baseline="0" noProof="0">
                <a:ln>
                  <a:noFill/>
                </a:ln>
                <a:solidFill>
                  <a:srgbClr val="000000"/>
                </a:solidFill>
                <a:effectLst/>
                <a:uLnTx/>
                <a:uFillTx/>
                <a:latin typeface="Garamond" charset="0"/>
                <a:ea typeface="ＭＳ Ｐゴシック" charset="0"/>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0000"/>
              </a:solidFill>
              <a:effectLst/>
              <a:uLnTx/>
              <a:uFillTx/>
              <a:latin typeface="Garamond" charset="0"/>
              <a:ea typeface="ＭＳ Ｐゴシック" charset="0"/>
              <a:cs typeface="Arial" charset="0"/>
            </a:endParaRPr>
          </a:p>
        </p:txBody>
      </p:sp>
      <p:pic>
        <p:nvPicPr>
          <p:cNvPr id="535554" name="Picture 2">
            <a:extLst>
              <a:ext uri="{FF2B5EF4-FFF2-40B4-BE49-F238E27FC236}">
                <a16:creationId xmlns:a16="http://schemas.microsoft.com/office/drawing/2014/main" id="{3002C430-3FDE-4B91-8243-B7094D7D2A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990600"/>
            <a:ext cx="7442200" cy="3280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709357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dirty="0">
                <a:latin typeface="Garamond" charset="0"/>
                <a:ea typeface="ＭＳ Ｐゴシック" charset="0"/>
                <a:cs typeface="ＭＳ Ｐゴシック" charset="0"/>
              </a:rPr>
              <a:t>Recall: HBM in Nvidia A100</a:t>
            </a:r>
          </a:p>
        </p:txBody>
      </p:sp>
      <p:sp>
        <p:nvSpPr>
          <p:cNvPr id="41988" name="Slide Number Placeholder 3"/>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FACC37B-4193-6B41-BD19-714F8F64D345}" type="slidenum">
              <a:rPr kumimoji="0" lang="en-US" sz="1600" b="0" i="0" u="none" strike="noStrike" kern="1200" cap="none" spc="0" normalizeH="0" baseline="0" noProof="0">
                <a:ln>
                  <a:noFill/>
                </a:ln>
                <a:solidFill>
                  <a:srgbClr val="000000"/>
                </a:solidFill>
                <a:effectLst/>
                <a:uLnTx/>
                <a:uFillTx/>
                <a:latin typeface="Garamond" charset="0"/>
                <a:ea typeface="ＭＳ Ｐゴシック" charset="0"/>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0000"/>
              </a:solidFill>
              <a:effectLst/>
              <a:uLnTx/>
              <a:uFillTx/>
              <a:latin typeface="Garamond" charset="0"/>
              <a:ea typeface="ＭＳ Ｐゴシック" charset="0"/>
              <a:cs typeface="Arial" charset="0"/>
            </a:endParaRPr>
          </a:p>
        </p:txBody>
      </p:sp>
      <p:sp>
        <p:nvSpPr>
          <p:cNvPr id="9" name="Content Placeholder 2">
            <a:extLst>
              <a:ext uri="{FF2B5EF4-FFF2-40B4-BE49-F238E27FC236}">
                <a16:creationId xmlns:a16="http://schemas.microsoft.com/office/drawing/2014/main" id="{4FF95D64-A1CE-4DD7-A2A6-D5B6E278B3EC}"/>
              </a:ext>
            </a:extLst>
          </p:cNvPr>
          <p:cNvSpPr>
            <a:spLocks noGrp="1"/>
          </p:cNvSpPr>
          <p:nvPr>
            <p:ph idx="1"/>
          </p:nvPr>
        </p:nvSpPr>
        <p:spPr>
          <a:xfrm>
            <a:off x="533400" y="5812625"/>
            <a:ext cx="7543800" cy="616915"/>
          </a:xfrm>
        </p:spPr>
        <p:txBody>
          <a:bodyPr/>
          <a:lstStyle/>
          <a:p>
            <a:pPr>
              <a:buFont typeface="Wingdings" pitchFamily="2" charset="2"/>
              <a:buNone/>
            </a:pPr>
            <a:r>
              <a:rPr lang="en-US" altLang="en-US" dirty="0">
                <a:ea typeface="ＭＳ Ｐゴシック" panose="020B0600070205080204" pitchFamily="34" charset="-128"/>
              </a:rPr>
              <a:t>A100 GPU: 6 HBM2 stacks at the left/right side.</a:t>
            </a:r>
          </a:p>
        </p:txBody>
      </p:sp>
      <p:pic>
        <p:nvPicPr>
          <p:cNvPr id="536578" name="Picture 2" descr="NVIDIA A100 GPU Benchmarks for Deep Learning">
            <a:extLst>
              <a:ext uri="{FF2B5EF4-FFF2-40B4-BE49-F238E27FC236}">
                <a16:creationId xmlns:a16="http://schemas.microsoft.com/office/drawing/2014/main" id="{5AD7809C-41DE-4B05-932C-17954E2FCD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464" y="1045374"/>
            <a:ext cx="8290871" cy="476725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6">
            <a:extLst>
              <a:ext uri="{FF2B5EF4-FFF2-40B4-BE49-F238E27FC236}">
                <a16:creationId xmlns:a16="http://schemas.microsoft.com/office/drawing/2014/main" id="{44002756-1F24-435A-ACBA-AEC8A82FDF86}"/>
              </a:ext>
            </a:extLst>
          </p:cNvPr>
          <p:cNvSpPr/>
          <p:nvPr/>
        </p:nvSpPr>
        <p:spPr>
          <a:xfrm flipV="1">
            <a:off x="3200400" y="2209800"/>
            <a:ext cx="609600" cy="22860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36">
            <a:extLst>
              <a:ext uri="{FF2B5EF4-FFF2-40B4-BE49-F238E27FC236}">
                <a16:creationId xmlns:a16="http://schemas.microsoft.com/office/drawing/2014/main" id="{ADA7525A-1184-4FD5-9A74-1C93479B48D2}"/>
              </a:ext>
            </a:extLst>
          </p:cNvPr>
          <p:cNvSpPr/>
          <p:nvPr/>
        </p:nvSpPr>
        <p:spPr>
          <a:xfrm flipV="1">
            <a:off x="5181600" y="2232550"/>
            <a:ext cx="600829" cy="2240499"/>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72398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76200" y="228600"/>
            <a:ext cx="9296400" cy="1066800"/>
          </a:xfrm>
        </p:spPr>
        <p:txBody>
          <a:bodyPr/>
          <a:lstStyle/>
          <a:p>
            <a:r>
              <a:rPr lang="en-US" dirty="0">
                <a:latin typeface="Garamond" charset="0"/>
                <a:ea typeface="ＭＳ Ｐゴシック" charset="0"/>
                <a:cs typeface="ＭＳ Ｐゴシック" charset="0"/>
              </a:rPr>
              <a:t>Recall: Advantage and Disadvantage of HBM</a:t>
            </a:r>
          </a:p>
        </p:txBody>
      </p:sp>
      <p:sp>
        <p:nvSpPr>
          <p:cNvPr id="41988" name="Slide Number Placeholder 3"/>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FACC37B-4193-6B41-BD19-714F8F64D345}" type="slidenum">
              <a:rPr kumimoji="0" lang="en-US" sz="1600" b="0" i="0" u="none" strike="noStrike" kern="1200" cap="none" spc="0" normalizeH="0" baseline="0" noProof="0">
                <a:ln>
                  <a:noFill/>
                </a:ln>
                <a:solidFill>
                  <a:srgbClr val="000000"/>
                </a:solidFill>
                <a:effectLst/>
                <a:uLnTx/>
                <a:uFillTx/>
                <a:latin typeface="Garamond" charset="0"/>
                <a:ea typeface="ＭＳ Ｐゴシック" charset="0"/>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a:ln>
                <a:noFill/>
              </a:ln>
              <a:solidFill>
                <a:srgbClr val="000000"/>
              </a:solidFill>
              <a:effectLst/>
              <a:uLnTx/>
              <a:uFillTx/>
              <a:latin typeface="Garamond" charset="0"/>
              <a:ea typeface="ＭＳ Ｐゴシック" charset="0"/>
              <a:cs typeface="Arial" charset="0"/>
            </a:endParaRPr>
          </a:p>
        </p:txBody>
      </p:sp>
      <p:sp>
        <p:nvSpPr>
          <p:cNvPr id="10" name="Content Placeholder 2">
            <a:extLst>
              <a:ext uri="{FF2B5EF4-FFF2-40B4-BE49-F238E27FC236}">
                <a16:creationId xmlns:a16="http://schemas.microsoft.com/office/drawing/2014/main" id="{F073B657-9B6B-4F01-B8B2-61AE904DEDD0}"/>
              </a:ext>
            </a:extLst>
          </p:cNvPr>
          <p:cNvSpPr>
            <a:spLocks noGrp="1"/>
          </p:cNvSpPr>
          <p:nvPr>
            <p:ph idx="1"/>
          </p:nvPr>
        </p:nvSpPr>
        <p:spPr>
          <a:xfrm>
            <a:off x="152400" y="1143000"/>
            <a:ext cx="8839200" cy="1520088"/>
          </a:xfrm>
        </p:spPr>
        <p:txBody>
          <a:bodyPr/>
          <a:lstStyle/>
          <a:p>
            <a:pPr marL="457200" indent="-457200"/>
            <a:r>
              <a:rPr lang="en-US" sz="2200" b="1" dirty="0">
                <a:latin typeface="Tahoma" charset="0"/>
                <a:ea typeface="ＭＳ Ｐゴシック" charset="0"/>
                <a:cs typeface="ＭＳ Ｐゴシック" charset="0"/>
              </a:rPr>
              <a:t>Advantage of HBM:</a:t>
            </a:r>
          </a:p>
          <a:p>
            <a:pPr marL="784225" lvl="1" indent="-457200"/>
            <a:r>
              <a:rPr lang="en-US" sz="2000" dirty="0">
                <a:solidFill>
                  <a:srgbClr val="0070C0"/>
                </a:solidFill>
                <a:latin typeface="Tahoma" charset="0"/>
                <a:ea typeface="ＭＳ Ｐゴシック" charset="0"/>
              </a:rPr>
              <a:t>High bandwidth</a:t>
            </a:r>
            <a:r>
              <a:rPr lang="en-US" sz="2000" dirty="0">
                <a:latin typeface="Tahoma" charset="0"/>
                <a:ea typeface="ＭＳ Ｐゴシック" charset="0"/>
              </a:rPr>
              <a:t>: ~500GB/s per stack.</a:t>
            </a:r>
          </a:p>
          <a:p>
            <a:pPr marL="784225" lvl="1" indent="-457200"/>
            <a:r>
              <a:rPr lang="en-US" sz="2000" dirty="0">
                <a:solidFill>
                  <a:srgbClr val="0070C0"/>
                </a:solidFill>
                <a:latin typeface="Tahoma" charset="0"/>
                <a:ea typeface="ＭＳ Ｐゴシック" charset="0"/>
              </a:rPr>
              <a:t>Low power consumption: </a:t>
            </a:r>
            <a:r>
              <a:rPr lang="en-US" sz="2000" dirty="0">
                <a:latin typeface="Tahoma" charset="0"/>
                <a:ea typeface="ＭＳ Ｐゴシック" charset="0"/>
              </a:rPr>
              <a:t>due to running without termination. </a:t>
            </a:r>
          </a:p>
          <a:p>
            <a:pPr marL="457200" indent="-457200"/>
            <a:endParaRPr lang="en-US" dirty="0">
              <a:latin typeface="Tahoma" charset="0"/>
              <a:ea typeface="ＭＳ Ｐゴシック" charset="0"/>
              <a:cs typeface="ＭＳ Ｐゴシック" charset="0"/>
            </a:endParaRPr>
          </a:p>
        </p:txBody>
      </p:sp>
      <p:sp>
        <p:nvSpPr>
          <p:cNvPr id="11" name="Content Placeholder 2">
            <a:extLst>
              <a:ext uri="{FF2B5EF4-FFF2-40B4-BE49-F238E27FC236}">
                <a16:creationId xmlns:a16="http://schemas.microsoft.com/office/drawing/2014/main" id="{A38323C3-CC14-43E2-8D39-3D616E61E035}"/>
              </a:ext>
            </a:extLst>
          </p:cNvPr>
          <p:cNvSpPr txBox="1">
            <a:spLocks/>
          </p:cNvSpPr>
          <p:nvPr/>
        </p:nvSpPr>
        <p:spPr bwMode="auto">
          <a:xfrm>
            <a:off x="152400" y="2743200"/>
            <a:ext cx="8839200" cy="1520088"/>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charset="0"/>
              <a:buChar char="n"/>
              <a:defRPr sz="2400">
                <a:solidFill>
                  <a:schemeClr val="tx1"/>
                </a:solidFill>
                <a:latin typeface="+mn-lt"/>
                <a:ea typeface="ＭＳ Ｐゴシック" pitchFamily="-105" charset="-128"/>
                <a:cs typeface="ＭＳ Ｐゴシック" pitchFamily="-105" charset="-128"/>
              </a:defRPr>
            </a:lvl1pPr>
            <a:lvl2pPr marL="669925" indent="-325438" algn="l" rtl="0" eaLnBrk="0" fontAlgn="base" hangingPunct="0">
              <a:spcBef>
                <a:spcPct val="20000"/>
              </a:spcBef>
              <a:spcAft>
                <a:spcPct val="0"/>
              </a:spcAft>
              <a:buClr>
                <a:schemeClr val="accent2"/>
              </a:buClr>
              <a:buSzPct val="60000"/>
              <a:buFont typeface="Wingdings" charset="0"/>
              <a:buChar char="q"/>
              <a:defRPr sz="2200">
                <a:solidFill>
                  <a:schemeClr val="tx1"/>
                </a:solidFill>
                <a:latin typeface="+mn-lt"/>
                <a:ea typeface="ＭＳ Ｐゴシック" pitchFamily="-105" charset="-128"/>
              </a:defRPr>
            </a:lvl2pPr>
            <a:lvl3pPr marL="1022350" indent="-350838" algn="l" rtl="0" eaLnBrk="0" fontAlgn="base" hangingPunct="0">
              <a:spcBef>
                <a:spcPct val="20000"/>
              </a:spcBef>
              <a:spcAft>
                <a:spcPct val="0"/>
              </a:spcAft>
              <a:buClr>
                <a:schemeClr val="accent1"/>
              </a:buClr>
              <a:buSzPct val="65000"/>
              <a:buFont typeface="Wingdings" charset="0"/>
              <a:buChar char="n"/>
              <a:defRPr sz="2000">
                <a:solidFill>
                  <a:schemeClr val="tx1"/>
                </a:solidFill>
                <a:latin typeface="+mn-lt"/>
                <a:ea typeface="ＭＳ Ｐゴシック" pitchFamily="-105" charset="-128"/>
              </a:defRPr>
            </a:lvl3pPr>
            <a:lvl4pPr marL="1339850" indent="-315913" algn="l" rtl="0" eaLnBrk="0" fontAlgn="base" hangingPunct="0">
              <a:spcBef>
                <a:spcPct val="20000"/>
              </a:spcBef>
              <a:spcAft>
                <a:spcPct val="0"/>
              </a:spcAft>
              <a:buClr>
                <a:schemeClr val="accent2"/>
              </a:buClr>
              <a:buSzPct val="70000"/>
              <a:buFont typeface="Wingdings" charset="0"/>
              <a:buChar char="q"/>
              <a:defRPr>
                <a:solidFill>
                  <a:schemeClr val="tx1"/>
                </a:solidFill>
                <a:latin typeface="+mn-lt"/>
                <a:ea typeface="ＭＳ Ｐゴシック" pitchFamily="-105" charset="-128"/>
              </a:defRPr>
            </a:lvl4pPr>
            <a:lvl5pPr marL="1681163" indent="-339725" algn="l" rtl="0" eaLnBrk="0" fontAlgn="base" hangingPunct="0">
              <a:spcBef>
                <a:spcPct val="20000"/>
              </a:spcBef>
              <a:spcAft>
                <a:spcPct val="0"/>
              </a:spcAft>
              <a:buClr>
                <a:schemeClr val="accent1"/>
              </a:buClr>
              <a:buSzPct val="75000"/>
              <a:buFont typeface="Wingdings" charset="0"/>
              <a:buChar char="§"/>
              <a:defRPr sz="1600">
                <a:solidFill>
                  <a:schemeClr val="tx1"/>
                </a:solidFill>
                <a:latin typeface="+mn-lt"/>
                <a:ea typeface="ＭＳ Ｐゴシック" pitchFamily="-105"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pPr marL="457200" indent="-457200"/>
            <a:r>
              <a:rPr lang="en-US" sz="2200" b="1" kern="0" dirty="0">
                <a:latin typeface="Tahoma" charset="0"/>
                <a:ea typeface="ＭＳ Ｐゴシック" charset="0"/>
                <a:cs typeface="ＭＳ Ｐゴシック" charset="0"/>
              </a:rPr>
              <a:t>Disadvantage of HBM:</a:t>
            </a:r>
          </a:p>
          <a:p>
            <a:pPr marL="784225" lvl="1" indent="-457200"/>
            <a:r>
              <a:rPr lang="en-US" sz="2000" kern="0" dirty="0">
                <a:solidFill>
                  <a:srgbClr val="C00000"/>
                </a:solidFill>
                <a:latin typeface="Tahoma" charset="0"/>
                <a:ea typeface="ＭＳ Ｐゴシック" charset="0"/>
              </a:rPr>
              <a:t>Less flexibility</a:t>
            </a:r>
            <a:r>
              <a:rPr lang="en-US" sz="2000" kern="0" dirty="0">
                <a:latin typeface="Tahoma" charset="0"/>
                <a:ea typeface="ＭＳ Ｐゴシック" charset="0"/>
              </a:rPr>
              <a:t>: fixed, in the same package with compute chip.</a:t>
            </a:r>
          </a:p>
          <a:p>
            <a:pPr marL="784225" lvl="1" indent="-457200"/>
            <a:r>
              <a:rPr lang="en-US" sz="2000" kern="0" dirty="0">
                <a:solidFill>
                  <a:srgbClr val="C00000"/>
                </a:solidFill>
                <a:latin typeface="Tahoma" charset="0"/>
                <a:ea typeface="ＭＳ Ｐゴシック" charset="0"/>
              </a:rPr>
              <a:t>Low capacity</a:t>
            </a:r>
            <a:r>
              <a:rPr lang="en-US" sz="2000" kern="0" dirty="0">
                <a:latin typeface="Tahoma" charset="0"/>
                <a:ea typeface="ＭＳ Ｐゴシック" charset="0"/>
              </a:rPr>
              <a:t>: really close to compute chip.</a:t>
            </a:r>
          </a:p>
          <a:p>
            <a:pPr marL="784225" lvl="1" indent="-457200"/>
            <a:r>
              <a:rPr lang="en-US" sz="2000" kern="0" dirty="0">
                <a:solidFill>
                  <a:srgbClr val="C00000"/>
                </a:solidFill>
                <a:latin typeface="Tahoma" charset="0"/>
                <a:ea typeface="ＭＳ Ｐゴシック" charset="0"/>
              </a:rPr>
              <a:t>High cost</a:t>
            </a:r>
            <a:r>
              <a:rPr lang="en-US" sz="2000" kern="0" dirty="0">
                <a:latin typeface="Tahoma" charset="0"/>
                <a:ea typeface="ＭＳ Ｐゴシック" charset="0"/>
              </a:rPr>
              <a:t>: strict condition. </a:t>
            </a:r>
          </a:p>
          <a:p>
            <a:pPr marL="457200" indent="-457200"/>
            <a:endParaRPr lang="en-US" kern="0" dirty="0">
              <a:latin typeface="Tahoma" charset="0"/>
              <a:ea typeface="ＭＳ Ｐゴシック" charset="0"/>
              <a:cs typeface="ＭＳ Ｐゴシック" charset="0"/>
            </a:endParaRPr>
          </a:p>
        </p:txBody>
      </p:sp>
    </p:spTree>
    <p:extLst>
      <p:ext uri="{BB962C8B-B14F-4D97-AF65-F5344CB8AC3E}">
        <p14:creationId xmlns:p14="http://schemas.microsoft.com/office/powerpoint/2010/main" val="39045370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dirty="0">
                <a:latin typeface="Garamond" charset="0"/>
                <a:ea typeface="ＭＳ Ｐゴシック" charset="0"/>
                <a:cs typeface="ＭＳ Ｐゴシック" charset="0"/>
              </a:rPr>
              <a:t>Recall: NVME SSD</a:t>
            </a:r>
          </a:p>
        </p:txBody>
      </p:sp>
      <p:sp>
        <p:nvSpPr>
          <p:cNvPr id="41988" name="Slide Number Placeholder 3"/>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FACC37B-4193-6B41-BD19-714F8F64D345}" type="slidenum">
              <a:rPr kumimoji="0" lang="en-US" sz="1600" b="0" i="0" u="none" strike="noStrike" kern="1200" cap="none" spc="0" normalizeH="0" baseline="0" noProof="0">
                <a:ln>
                  <a:noFill/>
                </a:ln>
                <a:solidFill>
                  <a:srgbClr val="000000"/>
                </a:solidFill>
                <a:effectLst/>
                <a:uLnTx/>
                <a:uFillTx/>
                <a:latin typeface="Garamond" charset="0"/>
                <a:ea typeface="ＭＳ Ｐゴシック" charset="0"/>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600" b="0" i="0" u="none" strike="noStrike" kern="1200" cap="none" spc="0" normalizeH="0" baseline="0" noProof="0">
              <a:ln>
                <a:noFill/>
              </a:ln>
              <a:solidFill>
                <a:srgbClr val="000000"/>
              </a:solidFill>
              <a:effectLst/>
              <a:uLnTx/>
              <a:uFillTx/>
              <a:latin typeface="Garamond" charset="0"/>
              <a:ea typeface="ＭＳ Ｐゴシック" charset="0"/>
              <a:cs typeface="Arial" charset="0"/>
            </a:endParaRPr>
          </a:p>
        </p:txBody>
      </p:sp>
      <p:sp>
        <p:nvSpPr>
          <p:cNvPr id="24" name="TextBox 6">
            <a:extLst>
              <a:ext uri="{FF2B5EF4-FFF2-40B4-BE49-F238E27FC236}">
                <a16:creationId xmlns:a16="http://schemas.microsoft.com/office/drawing/2014/main" id="{72E294B8-800C-4D16-85D3-AF8E8A99A6CC}"/>
              </a:ext>
            </a:extLst>
          </p:cNvPr>
          <p:cNvSpPr txBox="1"/>
          <p:nvPr/>
        </p:nvSpPr>
        <p:spPr>
          <a:xfrm>
            <a:off x="271518" y="5486409"/>
            <a:ext cx="8567682" cy="830997"/>
          </a:xfrm>
          <a:prstGeom prst="rect">
            <a:avLst/>
          </a:prstGeom>
          <a:noFill/>
        </p:spPr>
        <p:txBody>
          <a:bodyPr wrap="square" rtlCol="0">
            <a:spAutoFit/>
          </a:bodyPr>
          <a:lstStyle/>
          <a:p>
            <a:pPr marL="285750" indent="-285750">
              <a:buFont typeface="Arial" charset="0"/>
              <a:buChar char="•"/>
            </a:pPr>
            <a:r>
              <a:rPr lang="en-US" sz="2400" dirty="0">
                <a:solidFill>
                  <a:srgbClr val="0070C0"/>
                </a:solidFill>
                <a:latin typeface="Comic Sans MS" panose="030F0702030302020204" pitchFamily="66" charset="0"/>
                <a:sym typeface="Wingdings" panose="05000000000000000000" pitchFamily="2" charset="2"/>
              </a:rPr>
              <a:t>Advantage: Large memory size, e.g., 16TB per SSD</a:t>
            </a:r>
          </a:p>
          <a:p>
            <a:pPr marL="285750" indent="-285750">
              <a:buFont typeface="Arial" charset="0"/>
              <a:buChar char="•"/>
            </a:pPr>
            <a:r>
              <a:rPr lang="en-US" altLang="zh-CN" sz="2400" dirty="0">
                <a:solidFill>
                  <a:srgbClr val="FF0000"/>
                </a:solidFill>
                <a:latin typeface="Comic Sans MS" panose="030F0702030302020204" pitchFamily="66" charset="0"/>
              </a:rPr>
              <a:t>Disadvantage: Low throughput, high latency, hard to use</a:t>
            </a:r>
            <a:endParaRPr lang="en-US" sz="2400" dirty="0">
              <a:solidFill>
                <a:srgbClr val="FF0000"/>
              </a:solidFill>
              <a:latin typeface="Comic Sans MS" panose="030F0702030302020204" pitchFamily="66" charset="0"/>
            </a:endParaRPr>
          </a:p>
        </p:txBody>
      </p:sp>
      <p:pic>
        <p:nvPicPr>
          <p:cNvPr id="25" name="Picture 66">
            <a:extLst>
              <a:ext uri="{FF2B5EF4-FFF2-40B4-BE49-F238E27FC236}">
                <a16:creationId xmlns:a16="http://schemas.microsoft.com/office/drawing/2014/main" id="{712E911C-0ED5-4423-902C-C33ED710CE11}"/>
              </a:ext>
            </a:extLst>
          </p:cNvPr>
          <p:cNvPicPr>
            <a:picLocks noChangeAspect="1"/>
          </p:cNvPicPr>
          <p:nvPr/>
        </p:nvPicPr>
        <p:blipFill>
          <a:blip r:embed="rId2"/>
          <a:stretch>
            <a:fillRect/>
          </a:stretch>
        </p:blipFill>
        <p:spPr>
          <a:xfrm>
            <a:off x="3314270" y="1370329"/>
            <a:ext cx="5486400" cy="3656171"/>
          </a:xfrm>
          <a:prstGeom prst="rect">
            <a:avLst/>
          </a:prstGeom>
        </p:spPr>
      </p:pic>
      <p:sp>
        <p:nvSpPr>
          <p:cNvPr id="26" name="TextBox 67">
            <a:extLst>
              <a:ext uri="{FF2B5EF4-FFF2-40B4-BE49-F238E27FC236}">
                <a16:creationId xmlns:a16="http://schemas.microsoft.com/office/drawing/2014/main" id="{CA77C132-A113-4EAC-9304-EF8E410FB226}"/>
              </a:ext>
            </a:extLst>
          </p:cNvPr>
          <p:cNvSpPr txBox="1"/>
          <p:nvPr/>
        </p:nvSpPr>
        <p:spPr>
          <a:xfrm>
            <a:off x="1642772" y="5106122"/>
            <a:ext cx="6995826" cy="215444"/>
          </a:xfrm>
          <a:prstGeom prst="rect">
            <a:avLst/>
          </a:prstGeom>
          <a:noFill/>
        </p:spPr>
        <p:txBody>
          <a:bodyPr wrap="square" rtlCol="0">
            <a:spAutoFit/>
          </a:bodyPr>
          <a:lstStyle/>
          <a:p>
            <a:r>
              <a:rPr lang="en-US" sz="800" dirty="0"/>
              <a:t>Samsung PM853T 960GB Enterprise SSD (from https://</a:t>
            </a:r>
            <a:r>
              <a:rPr lang="en-US" sz="800" dirty="0" err="1"/>
              <a:t>www.tweaktown.com</a:t>
            </a:r>
            <a:r>
              <a:rPr lang="en-US" sz="800" dirty="0"/>
              <a:t>/reviews/6695/samsung-pm853t-960gb-enterprise-ssd-review/</a:t>
            </a:r>
            <a:r>
              <a:rPr lang="en-US" sz="800" dirty="0" err="1"/>
              <a:t>index.html</a:t>
            </a:r>
            <a:r>
              <a:rPr lang="en-US" sz="800" dirty="0"/>
              <a:t>)</a:t>
            </a:r>
          </a:p>
        </p:txBody>
      </p:sp>
      <p:grpSp>
        <p:nvGrpSpPr>
          <p:cNvPr id="27" name="Group 68">
            <a:extLst>
              <a:ext uri="{FF2B5EF4-FFF2-40B4-BE49-F238E27FC236}">
                <a16:creationId xmlns:a16="http://schemas.microsoft.com/office/drawing/2014/main" id="{D0FD819C-78EE-46A0-BE28-CB65C9BFFE60}"/>
              </a:ext>
            </a:extLst>
          </p:cNvPr>
          <p:cNvGrpSpPr/>
          <p:nvPr/>
        </p:nvGrpSpPr>
        <p:grpSpPr>
          <a:xfrm>
            <a:off x="647270" y="1295400"/>
            <a:ext cx="3755751" cy="3732529"/>
            <a:chOff x="593451" y="2363471"/>
            <a:chExt cx="3755751" cy="3732529"/>
          </a:xfrm>
        </p:grpSpPr>
        <p:cxnSp>
          <p:nvCxnSpPr>
            <p:cNvPr id="28" name="Straight Connector 69">
              <a:extLst>
                <a:ext uri="{FF2B5EF4-FFF2-40B4-BE49-F238E27FC236}">
                  <a16:creationId xmlns:a16="http://schemas.microsoft.com/office/drawing/2014/main" id="{AFCFC9BE-2416-4756-B878-DF41E8301E37}"/>
                </a:ext>
              </a:extLst>
            </p:cNvPr>
            <p:cNvCxnSpPr>
              <a:cxnSpLocks/>
              <a:stCxn id="29" idx="3"/>
            </p:cNvCxnSpPr>
            <p:nvPr/>
          </p:nvCxnSpPr>
          <p:spPr bwMode="auto">
            <a:xfrm>
              <a:off x="2955651" y="4343400"/>
              <a:ext cx="1393551" cy="304800"/>
            </a:xfrm>
            <a:prstGeom prst="line">
              <a:avLst/>
            </a:prstGeom>
            <a:solidFill>
              <a:srgbClr val="C0C0C0"/>
            </a:solidFill>
            <a:ln w="19050" cap="flat" cmpd="sng" algn="ctr">
              <a:solidFill>
                <a:schemeClr val="tx1"/>
              </a:solidFill>
              <a:prstDash val="solid"/>
              <a:round/>
              <a:headEnd type="none" w="med" len="med"/>
              <a:tailEnd type="oval" w="med" len="med"/>
            </a:ln>
            <a:effectLst/>
          </p:spPr>
        </p:cxnSp>
        <p:sp>
          <p:nvSpPr>
            <p:cNvPr id="29" name="Rounded Rectangle 39">
              <a:extLst>
                <a:ext uri="{FF2B5EF4-FFF2-40B4-BE49-F238E27FC236}">
                  <a16:creationId xmlns:a16="http://schemas.microsoft.com/office/drawing/2014/main" id="{94E634BC-73A9-4039-8B51-713838B27AF6}"/>
                </a:ext>
              </a:extLst>
            </p:cNvPr>
            <p:cNvSpPr/>
            <p:nvPr/>
          </p:nvSpPr>
          <p:spPr bwMode="auto">
            <a:xfrm>
              <a:off x="593451" y="2590800"/>
              <a:ext cx="2362200" cy="3505200"/>
            </a:xfrm>
            <a:prstGeom prst="roundRect">
              <a:avLst>
                <a:gd name="adj" fmla="val 7733"/>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CH" b="1" i="0" u="none" strike="noStrike" cap="none" normalizeH="0" baseline="0">
                <a:ln>
                  <a:noFill/>
                </a:ln>
                <a:solidFill>
                  <a:schemeClr val="tx1"/>
                </a:solidFill>
                <a:effectLst/>
                <a:latin typeface="Cambria" panose="02040503050406030204" pitchFamily="18" charset="0"/>
              </a:endParaRPr>
            </a:p>
          </p:txBody>
        </p:sp>
        <p:grpSp>
          <p:nvGrpSpPr>
            <p:cNvPr id="30" name="Group 71">
              <a:extLst>
                <a:ext uri="{FF2B5EF4-FFF2-40B4-BE49-F238E27FC236}">
                  <a16:creationId xmlns:a16="http://schemas.microsoft.com/office/drawing/2014/main" id="{D42A499D-0A2D-4EA7-985E-533E49F9FCFA}"/>
                </a:ext>
              </a:extLst>
            </p:cNvPr>
            <p:cNvGrpSpPr/>
            <p:nvPr/>
          </p:nvGrpSpPr>
          <p:grpSpPr>
            <a:xfrm>
              <a:off x="712472" y="2836450"/>
              <a:ext cx="2118399" cy="559346"/>
              <a:chOff x="859262" y="3792451"/>
              <a:chExt cx="2118399" cy="559346"/>
            </a:xfrm>
          </p:grpSpPr>
          <p:sp>
            <p:nvSpPr>
              <p:cNvPr id="42" name="Rectangle 83">
                <a:extLst>
                  <a:ext uri="{FF2B5EF4-FFF2-40B4-BE49-F238E27FC236}">
                    <a16:creationId xmlns:a16="http://schemas.microsoft.com/office/drawing/2014/main" id="{2C212D30-8BB6-4D3C-AF6E-B75E60578B5E}"/>
                  </a:ext>
                </a:extLst>
              </p:cNvPr>
              <p:cNvSpPr/>
              <p:nvPr/>
            </p:nvSpPr>
            <p:spPr bwMode="auto">
              <a:xfrm>
                <a:off x="859262" y="3792451"/>
                <a:ext cx="609600" cy="559346"/>
              </a:xfrm>
              <a:prstGeom prst="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H" b="1" i="0" u="none" strike="noStrike" cap="none" normalizeH="0" baseline="0" dirty="0">
                    <a:ln>
                      <a:noFill/>
                    </a:ln>
                    <a:solidFill>
                      <a:schemeClr val="tx1"/>
                    </a:solidFill>
                    <a:effectLst/>
                    <a:latin typeface="Cambria" panose="02040503050406030204" pitchFamily="18" charset="0"/>
                  </a:rPr>
                  <a:t>Core</a:t>
                </a:r>
              </a:p>
            </p:txBody>
          </p:sp>
          <p:sp>
            <p:nvSpPr>
              <p:cNvPr id="43" name="Rectangle 84">
                <a:extLst>
                  <a:ext uri="{FF2B5EF4-FFF2-40B4-BE49-F238E27FC236}">
                    <a16:creationId xmlns:a16="http://schemas.microsoft.com/office/drawing/2014/main" id="{255CC970-F4E6-42FC-9872-ADBB1803A2FD}"/>
                  </a:ext>
                </a:extLst>
              </p:cNvPr>
              <p:cNvSpPr/>
              <p:nvPr/>
            </p:nvSpPr>
            <p:spPr bwMode="auto">
              <a:xfrm>
                <a:off x="1613661" y="3792451"/>
                <a:ext cx="609600" cy="559346"/>
              </a:xfrm>
              <a:prstGeom prst="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H" b="1" i="0" u="none" strike="noStrike" cap="none" normalizeH="0" baseline="0" dirty="0">
                    <a:ln>
                      <a:noFill/>
                    </a:ln>
                    <a:solidFill>
                      <a:schemeClr val="tx1"/>
                    </a:solidFill>
                    <a:effectLst/>
                    <a:latin typeface="Cambria" panose="02040503050406030204" pitchFamily="18" charset="0"/>
                  </a:rPr>
                  <a:t>Core</a:t>
                </a:r>
              </a:p>
            </p:txBody>
          </p:sp>
          <p:sp>
            <p:nvSpPr>
              <p:cNvPr id="44" name="Rectangle 85">
                <a:extLst>
                  <a:ext uri="{FF2B5EF4-FFF2-40B4-BE49-F238E27FC236}">
                    <a16:creationId xmlns:a16="http://schemas.microsoft.com/office/drawing/2014/main" id="{F51464C8-3B5B-4E19-A9AF-2B59422554FF}"/>
                  </a:ext>
                </a:extLst>
              </p:cNvPr>
              <p:cNvSpPr/>
              <p:nvPr/>
            </p:nvSpPr>
            <p:spPr bwMode="auto">
              <a:xfrm>
                <a:off x="2368061" y="3792451"/>
                <a:ext cx="609600" cy="559346"/>
              </a:xfrm>
              <a:prstGeom prst="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H" b="1" i="0" u="none" strike="noStrike" cap="none" normalizeH="0" baseline="0" dirty="0">
                    <a:ln>
                      <a:noFill/>
                    </a:ln>
                    <a:solidFill>
                      <a:schemeClr val="tx1"/>
                    </a:solidFill>
                    <a:effectLst/>
                    <a:latin typeface="Cambria" panose="02040503050406030204" pitchFamily="18" charset="0"/>
                  </a:rPr>
                  <a:t>Core</a:t>
                </a:r>
              </a:p>
            </p:txBody>
          </p:sp>
        </p:grpSp>
        <p:sp>
          <p:nvSpPr>
            <p:cNvPr id="31" name="Rectangle 72">
              <a:extLst>
                <a:ext uri="{FF2B5EF4-FFF2-40B4-BE49-F238E27FC236}">
                  <a16:creationId xmlns:a16="http://schemas.microsoft.com/office/drawing/2014/main" id="{9F1ADEF5-1DEB-4278-A7E4-95A9AF7C6ACA}"/>
                </a:ext>
              </a:extLst>
            </p:cNvPr>
            <p:cNvSpPr/>
            <p:nvPr/>
          </p:nvSpPr>
          <p:spPr bwMode="auto">
            <a:xfrm>
              <a:off x="1108350" y="3555270"/>
              <a:ext cx="1178364" cy="585790"/>
            </a:xfrm>
            <a:prstGeom prst="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H" b="1" i="0" u="none" strike="noStrike" cap="none" normalizeH="0" baseline="0" dirty="0">
                  <a:ln>
                    <a:noFill/>
                  </a:ln>
                  <a:solidFill>
                    <a:schemeClr val="tx1"/>
                  </a:solidFill>
                  <a:effectLst/>
                  <a:latin typeface="Cambria" panose="02040503050406030204" pitchFamily="18" charset="0"/>
                </a:rPr>
                <a:t>HW</a:t>
              </a:r>
            </a:p>
            <a:p>
              <a:pPr marL="0" marR="0" indent="0" algn="ctr" defTabSz="914400" rtl="0" eaLnBrk="1" fontAlgn="base" latinLnBrk="0" hangingPunct="1">
                <a:lnSpc>
                  <a:spcPct val="100000"/>
                </a:lnSpc>
                <a:spcBef>
                  <a:spcPct val="0"/>
                </a:spcBef>
                <a:spcAft>
                  <a:spcPct val="0"/>
                </a:spcAft>
                <a:buClrTx/>
                <a:buSzTx/>
                <a:buFontTx/>
                <a:buNone/>
                <a:tabLst/>
              </a:pPr>
              <a:r>
                <a:rPr kumimoji="0" lang="en-CH" b="1" i="0" u="none" strike="noStrike" cap="none" normalizeH="0" baseline="0" dirty="0">
                  <a:ln>
                    <a:noFill/>
                  </a:ln>
                  <a:solidFill>
                    <a:schemeClr val="tx1"/>
                  </a:solidFill>
                  <a:effectLst/>
                  <a:latin typeface="Cambria" panose="02040503050406030204" pitchFamily="18" charset="0"/>
                </a:rPr>
                <a:t>Flash </a:t>
              </a:r>
              <a:r>
                <a:rPr lang="en-CH" b="1" dirty="0">
                  <a:latin typeface="Cambria" panose="02040503050406030204" pitchFamily="18" charset="0"/>
                </a:rPr>
                <a:t>Ctrl.</a:t>
              </a:r>
              <a:endParaRPr kumimoji="0" lang="en-CH" b="1" i="0" u="none" strike="noStrike" cap="none" normalizeH="0" baseline="0" dirty="0">
                <a:ln>
                  <a:noFill/>
                </a:ln>
                <a:solidFill>
                  <a:schemeClr val="tx1"/>
                </a:solidFill>
                <a:effectLst/>
                <a:latin typeface="Cambria" panose="02040503050406030204" pitchFamily="18" charset="0"/>
              </a:endParaRPr>
            </a:p>
          </p:txBody>
        </p:sp>
        <p:sp>
          <p:nvSpPr>
            <p:cNvPr id="32" name="Rectangle 73">
              <a:extLst>
                <a:ext uri="{FF2B5EF4-FFF2-40B4-BE49-F238E27FC236}">
                  <a16:creationId xmlns:a16="http://schemas.microsoft.com/office/drawing/2014/main" id="{6053BB69-ECB0-4445-B9F5-BCAAA41617C2}"/>
                </a:ext>
              </a:extLst>
            </p:cNvPr>
            <p:cNvSpPr/>
            <p:nvPr/>
          </p:nvSpPr>
          <p:spPr bwMode="auto">
            <a:xfrm>
              <a:off x="1156981" y="3618418"/>
              <a:ext cx="1178364" cy="585790"/>
            </a:xfrm>
            <a:prstGeom prst="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H" b="1" i="0" u="none" strike="noStrike" cap="none" normalizeH="0" baseline="0" dirty="0">
                  <a:ln>
                    <a:noFill/>
                  </a:ln>
                  <a:solidFill>
                    <a:schemeClr val="tx1"/>
                  </a:solidFill>
                  <a:effectLst/>
                  <a:latin typeface="Cambria" panose="02040503050406030204" pitchFamily="18" charset="0"/>
                </a:rPr>
                <a:t>HW</a:t>
              </a:r>
            </a:p>
            <a:p>
              <a:pPr marL="0" marR="0" indent="0" algn="ctr" defTabSz="914400" rtl="0" eaLnBrk="1" fontAlgn="base" latinLnBrk="0" hangingPunct="1">
                <a:lnSpc>
                  <a:spcPct val="100000"/>
                </a:lnSpc>
                <a:spcBef>
                  <a:spcPct val="0"/>
                </a:spcBef>
                <a:spcAft>
                  <a:spcPct val="0"/>
                </a:spcAft>
                <a:buClrTx/>
                <a:buSzTx/>
                <a:buFontTx/>
                <a:buNone/>
                <a:tabLst/>
              </a:pPr>
              <a:r>
                <a:rPr kumimoji="0" lang="en-CH" b="1" i="0" u="none" strike="noStrike" cap="none" normalizeH="0" baseline="0" dirty="0">
                  <a:ln>
                    <a:noFill/>
                  </a:ln>
                  <a:solidFill>
                    <a:schemeClr val="tx1"/>
                  </a:solidFill>
                  <a:effectLst/>
                  <a:latin typeface="Cambria" panose="02040503050406030204" pitchFamily="18" charset="0"/>
                </a:rPr>
                <a:t>Flash </a:t>
              </a:r>
              <a:r>
                <a:rPr lang="en-CH" b="1" dirty="0">
                  <a:latin typeface="Cambria" panose="02040503050406030204" pitchFamily="18" charset="0"/>
                </a:rPr>
                <a:t>Ctrl.</a:t>
              </a:r>
              <a:endParaRPr kumimoji="0" lang="en-CH" b="1" i="0" u="none" strike="noStrike" cap="none" normalizeH="0" baseline="0" dirty="0">
                <a:ln>
                  <a:noFill/>
                </a:ln>
                <a:solidFill>
                  <a:schemeClr val="tx1"/>
                </a:solidFill>
                <a:effectLst/>
                <a:latin typeface="Cambria" panose="02040503050406030204" pitchFamily="18" charset="0"/>
              </a:endParaRPr>
            </a:p>
          </p:txBody>
        </p:sp>
        <p:sp>
          <p:nvSpPr>
            <p:cNvPr id="33" name="Rectangle 74">
              <a:extLst>
                <a:ext uri="{FF2B5EF4-FFF2-40B4-BE49-F238E27FC236}">
                  <a16:creationId xmlns:a16="http://schemas.microsoft.com/office/drawing/2014/main" id="{74ADBA9C-452F-4FAD-826D-B94718F71174}"/>
                </a:ext>
              </a:extLst>
            </p:cNvPr>
            <p:cNvSpPr/>
            <p:nvPr/>
          </p:nvSpPr>
          <p:spPr bwMode="auto">
            <a:xfrm>
              <a:off x="1212070" y="3688668"/>
              <a:ext cx="1178364" cy="585790"/>
            </a:xfrm>
            <a:prstGeom prst="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H" b="1" i="0" u="none" strike="noStrike" cap="none" normalizeH="0" baseline="0" dirty="0">
                  <a:ln>
                    <a:noFill/>
                  </a:ln>
                  <a:solidFill>
                    <a:schemeClr val="tx1"/>
                  </a:solidFill>
                  <a:effectLst/>
                  <a:latin typeface="Cambria" panose="02040503050406030204" pitchFamily="18" charset="0"/>
                </a:rPr>
                <a:t>HW</a:t>
              </a:r>
            </a:p>
            <a:p>
              <a:pPr marL="0" marR="0" indent="0" algn="ctr" defTabSz="914400" rtl="0" eaLnBrk="1" fontAlgn="base" latinLnBrk="0" hangingPunct="1">
                <a:lnSpc>
                  <a:spcPct val="100000"/>
                </a:lnSpc>
                <a:spcBef>
                  <a:spcPct val="0"/>
                </a:spcBef>
                <a:spcAft>
                  <a:spcPct val="0"/>
                </a:spcAft>
                <a:buClrTx/>
                <a:buSzTx/>
                <a:buFontTx/>
                <a:buNone/>
                <a:tabLst/>
              </a:pPr>
              <a:r>
                <a:rPr kumimoji="0" lang="en-CH" b="1" i="0" u="none" strike="noStrike" cap="none" normalizeH="0" baseline="0" dirty="0">
                  <a:ln>
                    <a:noFill/>
                  </a:ln>
                  <a:solidFill>
                    <a:schemeClr val="tx1"/>
                  </a:solidFill>
                  <a:effectLst/>
                  <a:latin typeface="Cambria" panose="02040503050406030204" pitchFamily="18" charset="0"/>
                </a:rPr>
                <a:t>Flash </a:t>
              </a:r>
              <a:r>
                <a:rPr lang="en-CH" b="1" dirty="0">
                  <a:latin typeface="Cambria" panose="02040503050406030204" pitchFamily="18" charset="0"/>
                </a:rPr>
                <a:t>Ctrl.</a:t>
              </a:r>
              <a:endParaRPr kumimoji="0" lang="en-CH" b="1" i="0" u="none" strike="noStrike" cap="none" normalizeH="0" baseline="0" dirty="0">
                <a:ln>
                  <a:noFill/>
                </a:ln>
                <a:solidFill>
                  <a:schemeClr val="tx1"/>
                </a:solidFill>
                <a:effectLst/>
                <a:latin typeface="Cambria" panose="02040503050406030204" pitchFamily="18" charset="0"/>
              </a:endParaRPr>
            </a:p>
          </p:txBody>
        </p:sp>
        <p:sp>
          <p:nvSpPr>
            <p:cNvPr id="34" name="Rectangle 75">
              <a:extLst>
                <a:ext uri="{FF2B5EF4-FFF2-40B4-BE49-F238E27FC236}">
                  <a16:creationId xmlns:a16="http://schemas.microsoft.com/office/drawing/2014/main" id="{83C77683-3E73-4CCD-AA5A-3F4F24C317DF}"/>
                </a:ext>
              </a:extLst>
            </p:cNvPr>
            <p:cNvSpPr/>
            <p:nvPr/>
          </p:nvSpPr>
          <p:spPr bwMode="auto">
            <a:xfrm>
              <a:off x="1267159" y="3757626"/>
              <a:ext cx="1178364" cy="585790"/>
            </a:xfrm>
            <a:prstGeom prst="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H" b="1" i="0" u="none" strike="noStrike" cap="none" normalizeH="0" baseline="0" dirty="0">
                  <a:ln>
                    <a:noFill/>
                  </a:ln>
                  <a:solidFill>
                    <a:schemeClr val="tx1"/>
                  </a:solidFill>
                  <a:effectLst/>
                  <a:latin typeface="Cambria" panose="02040503050406030204" pitchFamily="18" charset="0"/>
                </a:rPr>
                <a:t>HW</a:t>
              </a:r>
            </a:p>
            <a:p>
              <a:pPr marL="0" marR="0" indent="0" algn="ctr" defTabSz="914400" rtl="0" eaLnBrk="1" fontAlgn="base" latinLnBrk="0" hangingPunct="1">
                <a:lnSpc>
                  <a:spcPct val="100000"/>
                </a:lnSpc>
                <a:spcBef>
                  <a:spcPct val="0"/>
                </a:spcBef>
                <a:spcAft>
                  <a:spcPct val="0"/>
                </a:spcAft>
                <a:buClrTx/>
                <a:buSzTx/>
                <a:buFontTx/>
                <a:buNone/>
                <a:tabLst/>
              </a:pPr>
              <a:r>
                <a:rPr kumimoji="0" lang="en-CH" b="1" i="0" u="none" strike="noStrike" cap="none" normalizeH="0" baseline="0" dirty="0">
                  <a:ln>
                    <a:noFill/>
                  </a:ln>
                  <a:solidFill>
                    <a:schemeClr val="tx1"/>
                  </a:solidFill>
                  <a:effectLst/>
                  <a:latin typeface="Cambria" panose="02040503050406030204" pitchFamily="18" charset="0"/>
                </a:rPr>
                <a:t>Flash </a:t>
              </a:r>
              <a:r>
                <a:rPr lang="en-CH" b="1" dirty="0">
                  <a:latin typeface="Cambria" panose="02040503050406030204" pitchFamily="18" charset="0"/>
                </a:rPr>
                <a:t>Ctrl.</a:t>
              </a:r>
              <a:endParaRPr kumimoji="0" lang="en-CH" b="1" i="0" u="none" strike="noStrike" cap="none" normalizeH="0" baseline="0" dirty="0">
                <a:ln>
                  <a:noFill/>
                </a:ln>
                <a:solidFill>
                  <a:schemeClr val="tx1"/>
                </a:solidFill>
                <a:effectLst/>
                <a:latin typeface="Cambria" panose="02040503050406030204" pitchFamily="18" charset="0"/>
              </a:endParaRPr>
            </a:p>
          </p:txBody>
        </p:sp>
        <p:sp>
          <p:nvSpPr>
            <p:cNvPr id="35" name="Rounded Rectangle 55">
              <a:extLst>
                <a:ext uri="{FF2B5EF4-FFF2-40B4-BE49-F238E27FC236}">
                  <a16:creationId xmlns:a16="http://schemas.microsoft.com/office/drawing/2014/main" id="{3476141B-685A-4767-AF56-384DDC229C2C}"/>
                </a:ext>
              </a:extLst>
            </p:cNvPr>
            <p:cNvSpPr/>
            <p:nvPr/>
          </p:nvSpPr>
          <p:spPr bwMode="auto">
            <a:xfrm>
              <a:off x="700823" y="4497080"/>
              <a:ext cx="2147455" cy="1508288"/>
            </a:xfrm>
            <a:prstGeom prst="roundRect">
              <a:avLst>
                <a:gd name="adj" fmla="val 7733"/>
              </a:avLst>
            </a:prstGeom>
            <a:solidFill>
              <a:schemeClr val="bg1">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CH" b="1" i="0" u="none" strike="noStrike" cap="none" normalizeH="0" baseline="0">
                <a:ln>
                  <a:noFill/>
                </a:ln>
                <a:solidFill>
                  <a:schemeClr val="tx1"/>
                </a:solidFill>
                <a:effectLst/>
                <a:latin typeface="Cambria" panose="02040503050406030204" pitchFamily="18" charset="0"/>
              </a:endParaRPr>
            </a:p>
          </p:txBody>
        </p:sp>
        <p:sp>
          <p:nvSpPr>
            <p:cNvPr id="36" name="Rectangle 77">
              <a:extLst>
                <a:ext uri="{FF2B5EF4-FFF2-40B4-BE49-F238E27FC236}">
                  <a16:creationId xmlns:a16="http://schemas.microsoft.com/office/drawing/2014/main" id="{78171ACA-C99C-45F3-9B49-E64C77ECD38A}"/>
                </a:ext>
              </a:extLst>
            </p:cNvPr>
            <p:cNvSpPr/>
            <p:nvPr/>
          </p:nvSpPr>
          <p:spPr bwMode="auto">
            <a:xfrm>
              <a:off x="760442" y="4598785"/>
              <a:ext cx="2022459" cy="361419"/>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b="1" dirty="0">
                  <a:latin typeface="Cambria" panose="02040503050406030204" pitchFamily="18" charset="0"/>
                </a:rPr>
                <a:t>Request Handler</a:t>
              </a:r>
              <a:endParaRPr kumimoji="0" lang="en-CH" b="1" i="0" u="none" strike="noStrike" cap="none" normalizeH="0" baseline="0" dirty="0">
                <a:ln>
                  <a:noFill/>
                </a:ln>
                <a:solidFill>
                  <a:schemeClr val="tx1"/>
                </a:solidFill>
                <a:effectLst/>
                <a:latin typeface="Cambria" panose="02040503050406030204" pitchFamily="18" charset="0"/>
              </a:endParaRPr>
            </a:p>
          </p:txBody>
        </p:sp>
        <p:sp>
          <p:nvSpPr>
            <p:cNvPr id="37" name="Rectangle 78">
              <a:extLst>
                <a:ext uri="{FF2B5EF4-FFF2-40B4-BE49-F238E27FC236}">
                  <a16:creationId xmlns:a16="http://schemas.microsoft.com/office/drawing/2014/main" id="{79CF76FC-5F86-4658-B21A-894C7D3E49AC}"/>
                </a:ext>
              </a:extLst>
            </p:cNvPr>
            <p:cNvSpPr/>
            <p:nvPr/>
          </p:nvSpPr>
          <p:spPr bwMode="auto">
            <a:xfrm>
              <a:off x="760442" y="5070514"/>
              <a:ext cx="2022459" cy="361419"/>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a:ln>
                    <a:noFill/>
                  </a:ln>
                  <a:solidFill>
                    <a:schemeClr val="tx1"/>
                  </a:solidFill>
                  <a:effectLst/>
                  <a:latin typeface="Cambria" panose="02040503050406030204" pitchFamily="18" charset="0"/>
                </a:rPr>
                <a:t>ECC/Randomizer</a:t>
              </a:r>
              <a:endParaRPr kumimoji="0" lang="en-CH" b="1" i="0" u="none" strike="noStrike" cap="none" normalizeH="0" baseline="0" dirty="0">
                <a:ln>
                  <a:noFill/>
                </a:ln>
                <a:solidFill>
                  <a:schemeClr val="tx1"/>
                </a:solidFill>
                <a:effectLst/>
                <a:latin typeface="Cambria" panose="02040503050406030204" pitchFamily="18" charset="0"/>
              </a:endParaRPr>
            </a:p>
          </p:txBody>
        </p:sp>
        <p:sp>
          <p:nvSpPr>
            <p:cNvPr id="38" name="Rectangle 79">
              <a:extLst>
                <a:ext uri="{FF2B5EF4-FFF2-40B4-BE49-F238E27FC236}">
                  <a16:creationId xmlns:a16="http://schemas.microsoft.com/office/drawing/2014/main" id="{B3468435-757A-4280-B364-5ABAE4702415}"/>
                </a:ext>
              </a:extLst>
            </p:cNvPr>
            <p:cNvSpPr/>
            <p:nvPr/>
          </p:nvSpPr>
          <p:spPr bwMode="auto">
            <a:xfrm>
              <a:off x="760442" y="5540072"/>
              <a:ext cx="2022459" cy="361419"/>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a:ln>
                    <a:noFill/>
                  </a:ln>
                  <a:solidFill>
                    <a:schemeClr val="tx1"/>
                  </a:solidFill>
                  <a:effectLst/>
                  <a:latin typeface="Cambria" panose="02040503050406030204" pitchFamily="18" charset="0"/>
                </a:rPr>
                <a:t>Encryption Engine</a:t>
              </a:r>
              <a:endParaRPr kumimoji="0" lang="en-CH" b="1" i="0" u="none" strike="noStrike" cap="none" normalizeH="0" baseline="0" dirty="0">
                <a:ln>
                  <a:noFill/>
                </a:ln>
                <a:solidFill>
                  <a:schemeClr val="tx1"/>
                </a:solidFill>
                <a:effectLst/>
                <a:latin typeface="Cambria" panose="02040503050406030204" pitchFamily="18" charset="0"/>
              </a:endParaRPr>
            </a:p>
          </p:txBody>
        </p:sp>
        <p:sp>
          <p:nvSpPr>
            <p:cNvPr id="39" name="Rounded Rectangle 37">
              <a:extLst>
                <a:ext uri="{FF2B5EF4-FFF2-40B4-BE49-F238E27FC236}">
                  <a16:creationId xmlns:a16="http://schemas.microsoft.com/office/drawing/2014/main" id="{297783F9-58E8-47E8-86F5-5BC214FC3A35}"/>
                </a:ext>
              </a:extLst>
            </p:cNvPr>
            <p:cNvSpPr/>
            <p:nvPr/>
          </p:nvSpPr>
          <p:spPr bwMode="auto">
            <a:xfrm>
              <a:off x="765669" y="2363471"/>
              <a:ext cx="2012003" cy="393357"/>
            </a:xfrm>
            <a:prstGeom prst="roundRect">
              <a:avLst/>
            </a:prstGeom>
            <a:solidFill>
              <a:srgbClr val="CDFFF5"/>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CH" b="1" dirty="0">
                  <a:latin typeface="Cambria" panose="02040503050406030204" pitchFamily="18" charset="0"/>
                </a:rPr>
                <a:t>SSD Controller</a:t>
              </a:r>
              <a:endParaRPr kumimoji="0" lang="en-CH" b="1" i="0" u="none" strike="noStrike" cap="none" normalizeH="0" baseline="0" dirty="0">
                <a:ln>
                  <a:noFill/>
                </a:ln>
                <a:solidFill>
                  <a:schemeClr val="tx1"/>
                </a:solidFill>
                <a:effectLst/>
                <a:latin typeface="Cambria" panose="02040503050406030204" pitchFamily="18" charset="0"/>
              </a:endParaRPr>
            </a:p>
          </p:txBody>
        </p:sp>
        <p:cxnSp>
          <p:nvCxnSpPr>
            <p:cNvPr id="40" name="Straight Connector 81">
              <a:extLst>
                <a:ext uri="{FF2B5EF4-FFF2-40B4-BE49-F238E27FC236}">
                  <a16:creationId xmlns:a16="http://schemas.microsoft.com/office/drawing/2014/main" id="{BAB298B3-D340-4D9E-A832-DA657D83275A}"/>
                </a:ext>
              </a:extLst>
            </p:cNvPr>
            <p:cNvCxnSpPr>
              <a:cxnSpLocks/>
            </p:cNvCxnSpPr>
            <p:nvPr/>
          </p:nvCxnSpPr>
          <p:spPr bwMode="auto">
            <a:xfrm flipH="1">
              <a:off x="760442" y="4343400"/>
              <a:ext cx="506718" cy="175763"/>
            </a:xfrm>
            <a:prstGeom prst="line">
              <a:avLst/>
            </a:prstGeom>
            <a:solidFill>
              <a:srgbClr val="C0C0C0"/>
            </a:solidFill>
            <a:ln w="9525" cap="flat" cmpd="sng" algn="ctr">
              <a:solidFill>
                <a:schemeClr val="tx1"/>
              </a:solidFill>
              <a:prstDash val="dash"/>
              <a:round/>
              <a:headEnd type="none" w="med" len="med"/>
              <a:tailEnd type="none" w="med" len="med"/>
            </a:ln>
            <a:effectLst/>
          </p:spPr>
        </p:cxnSp>
        <p:cxnSp>
          <p:nvCxnSpPr>
            <p:cNvPr id="41" name="Straight Connector 82">
              <a:extLst>
                <a:ext uri="{FF2B5EF4-FFF2-40B4-BE49-F238E27FC236}">
                  <a16:creationId xmlns:a16="http://schemas.microsoft.com/office/drawing/2014/main" id="{799B812D-AB99-4134-85BA-2D1137A1FA5E}"/>
                </a:ext>
              </a:extLst>
            </p:cNvPr>
            <p:cNvCxnSpPr>
              <a:cxnSpLocks/>
            </p:cNvCxnSpPr>
            <p:nvPr/>
          </p:nvCxnSpPr>
          <p:spPr bwMode="auto">
            <a:xfrm>
              <a:off x="2445524" y="4354080"/>
              <a:ext cx="332148" cy="150311"/>
            </a:xfrm>
            <a:prstGeom prst="line">
              <a:avLst/>
            </a:prstGeom>
            <a:solidFill>
              <a:srgbClr val="C0C0C0"/>
            </a:solidFill>
            <a:ln w="9525" cap="flat" cmpd="sng" algn="ctr">
              <a:solidFill>
                <a:schemeClr val="tx1"/>
              </a:solidFill>
              <a:prstDash val="dash"/>
              <a:round/>
              <a:headEnd type="none" w="med" len="med"/>
              <a:tailEnd type="none" w="med" len="med"/>
            </a:ln>
            <a:effectLst/>
          </p:spPr>
        </p:cxnSp>
      </p:grpSp>
      <p:grpSp>
        <p:nvGrpSpPr>
          <p:cNvPr id="45" name="Group 86">
            <a:extLst>
              <a:ext uri="{FF2B5EF4-FFF2-40B4-BE49-F238E27FC236}">
                <a16:creationId xmlns:a16="http://schemas.microsoft.com/office/drawing/2014/main" id="{0E1C3B02-338C-4625-BB8C-8ACEA7668CAA}"/>
              </a:ext>
            </a:extLst>
          </p:cNvPr>
          <p:cNvGrpSpPr/>
          <p:nvPr/>
        </p:nvGrpSpPr>
        <p:grpSpPr>
          <a:xfrm>
            <a:off x="5825003" y="1054718"/>
            <a:ext cx="2209800" cy="2449211"/>
            <a:chOff x="5771184" y="2122789"/>
            <a:chExt cx="2209800" cy="2449211"/>
          </a:xfrm>
        </p:grpSpPr>
        <p:cxnSp>
          <p:nvCxnSpPr>
            <p:cNvPr id="46" name="Straight Connector 87">
              <a:extLst>
                <a:ext uri="{FF2B5EF4-FFF2-40B4-BE49-F238E27FC236}">
                  <a16:creationId xmlns:a16="http://schemas.microsoft.com/office/drawing/2014/main" id="{D2E73022-AB20-43CD-84CC-836464E34267}"/>
                </a:ext>
              </a:extLst>
            </p:cNvPr>
            <p:cNvCxnSpPr>
              <a:cxnSpLocks/>
              <a:stCxn id="50" idx="2"/>
            </p:cNvCxnSpPr>
            <p:nvPr/>
          </p:nvCxnSpPr>
          <p:spPr bwMode="auto">
            <a:xfrm flipH="1">
              <a:off x="5895010" y="2895600"/>
              <a:ext cx="882176" cy="360506"/>
            </a:xfrm>
            <a:prstGeom prst="line">
              <a:avLst/>
            </a:prstGeom>
            <a:solidFill>
              <a:srgbClr val="C0C0C0"/>
            </a:solidFill>
            <a:ln w="19050" cap="flat" cmpd="sng" algn="ctr">
              <a:solidFill>
                <a:schemeClr val="tx1"/>
              </a:solidFill>
              <a:prstDash val="solid"/>
              <a:round/>
              <a:headEnd type="none" w="med" len="med"/>
              <a:tailEnd type="oval" w="med" len="med"/>
            </a:ln>
            <a:effectLst/>
          </p:spPr>
        </p:cxnSp>
        <p:cxnSp>
          <p:nvCxnSpPr>
            <p:cNvPr id="47" name="Straight Connector 88">
              <a:extLst>
                <a:ext uri="{FF2B5EF4-FFF2-40B4-BE49-F238E27FC236}">
                  <a16:creationId xmlns:a16="http://schemas.microsoft.com/office/drawing/2014/main" id="{1397A4E8-2B18-4DD8-B713-FCA2C6FC7179}"/>
                </a:ext>
              </a:extLst>
            </p:cNvPr>
            <p:cNvCxnSpPr>
              <a:cxnSpLocks/>
            </p:cNvCxnSpPr>
            <p:nvPr/>
          </p:nvCxnSpPr>
          <p:spPr bwMode="auto">
            <a:xfrm flipH="1">
              <a:off x="6705600" y="2911042"/>
              <a:ext cx="71438" cy="377915"/>
            </a:xfrm>
            <a:prstGeom prst="line">
              <a:avLst/>
            </a:prstGeom>
            <a:solidFill>
              <a:srgbClr val="C0C0C0"/>
            </a:solidFill>
            <a:ln w="19050" cap="flat" cmpd="sng" algn="ctr">
              <a:solidFill>
                <a:schemeClr val="tx1"/>
              </a:solidFill>
              <a:prstDash val="solid"/>
              <a:round/>
              <a:headEnd type="none" w="med" len="med"/>
              <a:tailEnd type="oval" w="med" len="med"/>
            </a:ln>
            <a:effectLst/>
          </p:spPr>
        </p:cxnSp>
        <p:cxnSp>
          <p:nvCxnSpPr>
            <p:cNvPr id="48" name="Straight Connector 89">
              <a:extLst>
                <a:ext uri="{FF2B5EF4-FFF2-40B4-BE49-F238E27FC236}">
                  <a16:creationId xmlns:a16="http://schemas.microsoft.com/office/drawing/2014/main" id="{CB93C7E0-ECFD-4431-987E-E13CDB77444D}"/>
                </a:ext>
              </a:extLst>
            </p:cNvPr>
            <p:cNvCxnSpPr>
              <a:cxnSpLocks/>
              <a:stCxn id="50" idx="2"/>
            </p:cNvCxnSpPr>
            <p:nvPr/>
          </p:nvCxnSpPr>
          <p:spPr bwMode="auto">
            <a:xfrm flipH="1">
              <a:off x="5816950" y="2895600"/>
              <a:ext cx="960236" cy="1676400"/>
            </a:xfrm>
            <a:prstGeom prst="line">
              <a:avLst/>
            </a:prstGeom>
            <a:solidFill>
              <a:srgbClr val="C0C0C0"/>
            </a:solidFill>
            <a:ln w="19050" cap="flat" cmpd="sng" algn="ctr">
              <a:solidFill>
                <a:schemeClr val="tx1"/>
              </a:solidFill>
              <a:prstDash val="solid"/>
              <a:round/>
              <a:headEnd type="none" w="med" len="med"/>
              <a:tailEnd type="oval" w="med" len="med"/>
            </a:ln>
            <a:effectLst/>
          </p:spPr>
        </p:cxnSp>
        <p:cxnSp>
          <p:nvCxnSpPr>
            <p:cNvPr id="49" name="Straight Connector 90">
              <a:extLst>
                <a:ext uri="{FF2B5EF4-FFF2-40B4-BE49-F238E27FC236}">
                  <a16:creationId xmlns:a16="http://schemas.microsoft.com/office/drawing/2014/main" id="{62F972BA-1E61-406C-B196-5D0AA5A78401}"/>
                </a:ext>
              </a:extLst>
            </p:cNvPr>
            <p:cNvCxnSpPr>
              <a:cxnSpLocks/>
              <a:stCxn id="50" idx="2"/>
            </p:cNvCxnSpPr>
            <p:nvPr/>
          </p:nvCxnSpPr>
          <p:spPr bwMode="auto">
            <a:xfrm flipH="1">
              <a:off x="6770564" y="2895600"/>
              <a:ext cx="6622" cy="1451670"/>
            </a:xfrm>
            <a:prstGeom prst="line">
              <a:avLst/>
            </a:prstGeom>
            <a:solidFill>
              <a:srgbClr val="C0C0C0"/>
            </a:solidFill>
            <a:ln w="19050" cap="flat" cmpd="sng" algn="ctr">
              <a:solidFill>
                <a:schemeClr val="tx1"/>
              </a:solidFill>
              <a:prstDash val="solid"/>
              <a:round/>
              <a:headEnd type="none" w="med" len="med"/>
              <a:tailEnd type="oval" w="med" len="med"/>
            </a:ln>
            <a:effectLst/>
          </p:spPr>
        </p:cxnSp>
        <p:sp>
          <p:nvSpPr>
            <p:cNvPr id="50" name="Rounded Rectangle 30">
              <a:extLst>
                <a:ext uri="{FF2B5EF4-FFF2-40B4-BE49-F238E27FC236}">
                  <a16:creationId xmlns:a16="http://schemas.microsoft.com/office/drawing/2014/main" id="{B334BEF0-F9BF-463E-BE0C-6787CA0546F9}"/>
                </a:ext>
              </a:extLst>
            </p:cNvPr>
            <p:cNvSpPr/>
            <p:nvPr/>
          </p:nvSpPr>
          <p:spPr bwMode="auto">
            <a:xfrm>
              <a:off x="5771184" y="2502243"/>
              <a:ext cx="2012003" cy="393357"/>
            </a:xfrm>
            <a:prstGeom prst="roundRect">
              <a:avLst/>
            </a:prstGeom>
            <a:solidFill>
              <a:srgbClr val="F8BFFF"/>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CH" b="1" dirty="0">
                  <a:latin typeface="Cambria" panose="02040503050406030204" pitchFamily="18" charset="0"/>
                </a:rPr>
                <a:t>NAND Packages</a:t>
              </a:r>
              <a:endParaRPr kumimoji="0" lang="en-CH" sz="1800" b="1" i="0" u="none" strike="noStrike" cap="none" normalizeH="0" baseline="0" dirty="0">
                <a:ln>
                  <a:noFill/>
                </a:ln>
                <a:solidFill>
                  <a:schemeClr val="tx1"/>
                </a:solidFill>
                <a:effectLst/>
                <a:latin typeface="Cambria" panose="02040503050406030204" pitchFamily="18" charset="0"/>
              </a:endParaRPr>
            </a:p>
          </p:txBody>
        </p:sp>
        <p:sp>
          <p:nvSpPr>
            <p:cNvPr id="51" name="TextBox 92">
              <a:extLst>
                <a:ext uri="{FF2B5EF4-FFF2-40B4-BE49-F238E27FC236}">
                  <a16:creationId xmlns:a16="http://schemas.microsoft.com/office/drawing/2014/main" id="{F4CA09EF-2EEF-4BD8-A4E9-AD37A93C222C}"/>
                </a:ext>
              </a:extLst>
            </p:cNvPr>
            <p:cNvSpPr txBox="1"/>
            <p:nvPr/>
          </p:nvSpPr>
          <p:spPr>
            <a:xfrm>
              <a:off x="5771184" y="2122789"/>
              <a:ext cx="2209800" cy="369332"/>
            </a:xfrm>
            <a:prstGeom prst="rect">
              <a:avLst/>
            </a:prstGeom>
            <a:noFill/>
          </p:spPr>
          <p:txBody>
            <a:bodyPr wrap="square" rtlCol="0" anchor="ctr">
              <a:spAutoFit/>
            </a:bodyPr>
            <a:lstStyle/>
            <a:p>
              <a:pPr algn="ctr"/>
              <a:r>
                <a:rPr lang="en-CH" b="1" i="1" dirty="0">
                  <a:solidFill>
                    <a:srgbClr val="0432FF"/>
                  </a:solidFill>
                  <a:latin typeface="Cambria" panose="02040503050406030204" pitchFamily="18" charset="0"/>
                </a:rPr>
                <a:t>8×128 GB = 1 TB</a:t>
              </a:r>
            </a:p>
          </p:txBody>
        </p:sp>
      </p:grpSp>
      <p:grpSp>
        <p:nvGrpSpPr>
          <p:cNvPr id="52" name="Group 93">
            <a:extLst>
              <a:ext uri="{FF2B5EF4-FFF2-40B4-BE49-F238E27FC236}">
                <a16:creationId xmlns:a16="http://schemas.microsoft.com/office/drawing/2014/main" id="{61AB4DE8-897B-4BB0-872F-11FF211820C7}"/>
              </a:ext>
            </a:extLst>
          </p:cNvPr>
          <p:cNvGrpSpPr/>
          <p:nvPr/>
        </p:nvGrpSpPr>
        <p:grpSpPr>
          <a:xfrm>
            <a:off x="2989950" y="1054718"/>
            <a:ext cx="2430780" cy="1611011"/>
            <a:chOff x="2936131" y="2122789"/>
            <a:chExt cx="2430780" cy="1611011"/>
          </a:xfrm>
        </p:grpSpPr>
        <p:cxnSp>
          <p:nvCxnSpPr>
            <p:cNvPr id="53" name="Straight Connector 94">
              <a:extLst>
                <a:ext uri="{FF2B5EF4-FFF2-40B4-BE49-F238E27FC236}">
                  <a16:creationId xmlns:a16="http://schemas.microsoft.com/office/drawing/2014/main" id="{A16F4660-7F4E-47A7-BD51-8ADA1D665177}"/>
                </a:ext>
              </a:extLst>
            </p:cNvPr>
            <p:cNvCxnSpPr>
              <a:cxnSpLocks/>
              <a:stCxn id="54" idx="2"/>
            </p:cNvCxnSpPr>
            <p:nvPr/>
          </p:nvCxnSpPr>
          <p:spPr bwMode="auto">
            <a:xfrm>
              <a:off x="4277428" y="2895600"/>
              <a:ext cx="199359" cy="838200"/>
            </a:xfrm>
            <a:prstGeom prst="line">
              <a:avLst/>
            </a:prstGeom>
            <a:solidFill>
              <a:srgbClr val="C0C0C0"/>
            </a:solidFill>
            <a:ln w="19050" cap="flat" cmpd="sng" algn="ctr">
              <a:solidFill>
                <a:schemeClr val="tx1"/>
              </a:solidFill>
              <a:prstDash val="solid"/>
              <a:round/>
              <a:headEnd type="none" w="med" len="med"/>
              <a:tailEnd type="oval" w="med" len="med"/>
            </a:ln>
            <a:effectLst/>
          </p:spPr>
        </p:cxnSp>
        <p:sp>
          <p:nvSpPr>
            <p:cNvPr id="54" name="Rounded Rectangle 2">
              <a:extLst>
                <a:ext uri="{FF2B5EF4-FFF2-40B4-BE49-F238E27FC236}">
                  <a16:creationId xmlns:a16="http://schemas.microsoft.com/office/drawing/2014/main" id="{CCE975F1-BB7F-46BA-BB07-871084C1F4AD}"/>
                </a:ext>
              </a:extLst>
            </p:cNvPr>
            <p:cNvSpPr/>
            <p:nvPr/>
          </p:nvSpPr>
          <p:spPr bwMode="auto">
            <a:xfrm>
              <a:off x="3271426" y="2502243"/>
              <a:ext cx="2012003" cy="393357"/>
            </a:xfrm>
            <a:prstGeom prst="roundRect">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CH" b="1" dirty="0">
                  <a:latin typeface="Cambria" panose="02040503050406030204" pitchFamily="18" charset="0"/>
                </a:rPr>
                <a:t>LPDDR DRAM</a:t>
              </a:r>
              <a:endParaRPr kumimoji="0" lang="en-CH" sz="1800" b="1" i="0" u="none" strike="noStrike" cap="none" normalizeH="0" baseline="0" dirty="0">
                <a:ln>
                  <a:noFill/>
                </a:ln>
                <a:solidFill>
                  <a:schemeClr val="tx1"/>
                </a:solidFill>
                <a:effectLst/>
                <a:latin typeface="Cambria" panose="02040503050406030204" pitchFamily="18" charset="0"/>
              </a:endParaRPr>
            </a:p>
          </p:txBody>
        </p:sp>
        <p:sp>
          <p:nvSpPr>
            <p:cNvPr id="55" name="TextBox 96">
              <a:extLst>
                <a:ext uri="{FF2B5EF4-FFF2-40B4-BE49-F238E27FC236}">
                  <a16:creationId xmlns:a16="http://schemas.microsoft.com/office/drawing/2014/main" id="{74B102F2-6878-4292-AB72-04C1F4152D2F}"/>
                </a:ext>
              </a:extLst>
            </p:cNvPr>
            <p:cNvSpPr txBox="1"/>
            <p:nvPr/>
          </p:nvSpPr>
          <p:spPr>
            <a:xfrm>
              <a:off x="2936131" y="2122789"/>
              <a:ext cx="2430780" cy="369332"/>
            </a:xfrm>
            <a:prstGeom prst="rect">
              <a:avLst/>
            </a:prstGeom>
            <a:noFill/>
          </p:spPr>
          <p:txBody>
            <a:bodyPr wrap="square" rtlCol="0" anchor="ctr">
              <a:spAutoFit/>
            </a:bodyPr>
            <a:lstStyle/>
            <a:p>
              <a:pPr algn="ctr"/>
              <a:r>
                <a:rPr lang="en-CH" b="1" i="1" dirty="0">
                  <a:solidFill>
                    <a:srgbClr val="0432FF"/>
                  </a:solidFill>
                  <a:latin typeface="Cambria" panose="02040503050406030204" pitchFamily="18" charset="0"/>
                </a:rPr>
                <a:t>0.001×1,024 = 1 GB</a:t>
              </a:r>
            </a:p>
          </p:txBody>
        </p:sp>
      </p:grpSp>
    </p:spTree>
    <p:extLst>
      <p:ext uri="{BB962C8B-B14F-4D97-AF65-F5344CB8AC3E}">
        <p14:creationId xmlns:p14="http://schemas.microsoft.com/office/powerpoint/2010/main" val="37075506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4">
                                            <p:txEl>
                                              <p:pRg st="0" end="0"/>
                                            </p:txEl>
                                          </p:spTgt>
                                        </p:tgtEl>
                                        <p:attrNameLst>
                                          <p:attrName>style.visibility</p:attrName>
                                        </p:attrNameLst>
                                      </p:cBhvr>
                                      <p:to>
                                        <p:strVal val="visible"/>
                                      </p:to>
                                    </p:set>
                                    <p:anim calcmode="lin" valueType="num">
                                      <p:cBhvr additive="base">
                                        <p:cTn id="25"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4">
                                            <p:txEl>
                                              <p:pRg st="1" end="1"/>
                                            </p:txEl>
                                          </p:spTgt>
                                        </p:tgtEl>
                                        <p:attrNameLst>
                                          <p:attrName>style.visibility</p:attrName>
                                        </p:attrNameLst>
                                      </p:cBhvr>
                                      <p:to>
                                        <p:strVal val="visible"/>
                                      </p:to>
                                    </p:set>
                                    <p:anim calcmode="lin" valueType="num">
                                      <p:cBhvr additive="base">
                                        <p:cTn id="31" dur="500" fill="hold"/>
                                        <p:tgtEl>
                                          <p:spTgt spid="24">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Recall: Comparison of Memories</a:t>
            </a:r>
            <a:endParaRPr lang="en-US" dirty="0"/>
          </a:p>
        </p:txBody>
      </p:sp>
      <p:sp>
        <p:nvSpPr>
          <p:cNvPr id="4" name="Slide Number Placeholder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574D81-B5DE-384D-B24B-566C679AE608}" type="slidenum">
              <a:rPr kumimoji="0" lang="en-US" sz="1600" b="0" i="0" u="none" strike="noStrike" kern="1200" cap="none" spc="0" normalizeH="0" baseline="0" noProof="0" smtClean="0">
                <a:ln>
                  <a:noFill/>
                </a:ln>
                <a:solidFill>
                  <a:srgbClr val="000000"/>
                </a:solidFill>
                <a:effectLst/>
                <a:uLnTx/>
                <a:uFillTx/>
                <a:latin typeface="Garamond" charset="0"/>
                <a:ea typeface="+mn-ea"/>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600" b="0" i="0" u="none" strike="noStrike" kern="1200" cap="none" spc="0" normalizeH="0" baseline="0" noProof="0">
              <a:ln>
                <a:noFill/>
              </a:ln>
              <a:solidFill>
                <a:srgbClr val="000000"/>
              </a:solidFill>
              <a:effectLst/>
              <a:uLnTx/>
              <a:uFillTx/>
              <a:latin typeface="Garamond" charset="0"/>
              <a:ea typeface="+mn-ea"/>
            </a:endParaRPr>
          </a:p>
        </p:txBody>
      </p:sp>
      <p:sp>
        <p:nvSpPr>
          <p:cNvPr id="10" name="等腰三角形 9">
            <a:extLst>
              <a:ext uri="{FF2B5EF4-FFF2-40B4-BE49-F238E27FC236}">
                <a16:creationId xmlns:a16="http://schemas.microsoft.com/office/drawing/2014/main" id="{5F6A812F-568A-4B3E-846B-9D79A29A29BB}"/>
              </a:ext>
            </a:extLst>
          </p:cNvPr>
          <p:cNvSpPr/>
          <p:nvPr/>
        </p:nvSpPr>
        <p:spPr bwMode="auto">
          <a:xfrm>
            <a:off x="76200" y="1524000"/>
            <a:ext cx="3064768" cy="2781300"/>
          </a:xfrm>
          <a:prstGeom prst="triangle">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itchFamily="34" charset="0"/>
            </a:endParaRPr>
          </a:p>
        </p:txBody>
      </p:sp>
      <p:cxnSp>
        <p:nvCxnSpPr>
          <p:cNvPr id="14" name="直接连接符 13">
            <a:extLst>
              <a:ext uri="{FF2B5EF4-FFF2-40B4-BE49-F238E27FC236}">
                <a16:creationId xmlns:a16="http://schemas.microsoft.com/office/drawing/2014/main" id="{809B4709-1C0A-4474-8305-EB80E30AB697}"/>
              </a:ext>
            </a:extLst>
          </p:cNvPr>
          <p:cNvCxnSpPr>
            <a:cxnSpLocks/>
          </p:cNvCxnSpPr>
          <p:nvPr/>
        </p:nvCxnSpPr>
        <p:spPr bwMode="auto">
          <a:xfrm>
            <a:off x="1117743" y="2402541"/>
            <a:ext cx="1015857"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15" name="直接连接符 14">
            <a:extLst>
              <a:ext uri="{FF2B5EF4-FFF2-40B4-BE49-F238E27FC236}">
                <a16:creationId xmlns:a16="http://schemas.microsoft.com/office/drawing/2014/main" id="{1E92D175-0254-4C08-8C18-11E204F651CB}"/>
              </a:ext>
            </a:extLst>
          </p:cNvPr>
          <p:cNvCxnSpPr>
            <a:cxnSpLocks/>
            <a:stCxn id="10" idx="1"/>
            <a:endCxn id="10" idx="5"/>
          </p:cNvCxnSpPr>
          <p:nvPr/>
        </p:nvCxnSpPr>
        <p:spPr bwMode="auto">
          <a:xfrm>
            <a:off x="842392" y="2914650"/>
            <a:ext cx="1532384"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18" name="直接连接符 17">
            <a:extLst>
              <a:ext uri="{FF2B5EF4-FFF2-40B4-BE49-F238E27FC236}">
                <a16:creationId xmlns:a16="http://schemas.microsoft.com/office/drawing/2014/main" id="{27A3096B-032F-42E9-B52B-7A44E431EEF9}"/>
              </a:ext>
            </a:extLst>
          </p:cNvPr>
          <p:cNvCxnSpPr>
            <a:cxnSpLocks/>
          </p:cNvCxnSpPr>
          <p:nvPr/>
        </p:nvCxnSpPr>
        <p:spPr bwMode="auto">
          <a:xfrm>
            <a:off x="557142" y="3393141"/>
            <a:ext cx="2109858"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20" name="直接连接符 19">
            <a:extLst>
              <a:ext uri="{FF2B5EF4-FFF2-40B4-BE49-F238E27FC236}">
                <a16:creationId xmlns:a16="http://schemas.microsoft.com/office/drawing/2014/main" id="{9B2E0894-CFE2-460D-9753-E75D250F3A66}"/>
              </a:ext>
            </a:extLst>
          </p:cNvPr>
          <p:cNvCxnSpPr>
            <a:cxnSpLocks/>
          </p:cNvCxnSpPr>
          <p:nvPr/>
        </p:nvCxnSpPr>
        <p:spPr bwMode="auto">
          <a:xfrm>
            <a:off x="316885" y="3850341"/>
            <a:ext cx="2578715" cy="0"/>
          </a:xfrm>
          <a:prstGeom prst="line">
            <a:avLst/>
          </a:prstGeom>
          <a:solidFill>
            <a:srgbClr val="C0C0C0"/>
          </a:solidFill>
          <a:ln w="19050" cap="flat" cmpd="sng" algn="ctr">
            <a:solidFill>
              <a:schemeClr val="tx1"/>
            </a:solidFill>
            <a:prstDash val="solid"/>
            <a:round/>
            <a:headEnd type="none" w="med" len="med"/>
            <a:tailEnd type="none" w="med" len="med"/>
          </a:ln>
          <a:effectLst/>
        </p:spPr>
      </p:cxnSp>
      <p:sp>
        <p:nvSpPr>
          <p:cNvPr id="29" name="文本框 28">
            <a:extLst>
              <a:ext uri="{FF2B5EF4-FFF2-40B4-BE49-F238E27FC236}">
                <a16:creationId xmlns:a16="http://schemas.microsoft.com/office/drawing/2014/main" id="{910E11CB-71C6-410B-846F-C382404DCE9D}"/>
              </a:ext>
            </a:extLst>
          </p:cNvPr>
          <p:cNvSpPr txBox="1"/>
          <p:nvPr/>
        </p:nvSpPr>
        <p:spPr>
          <a:xfrm>
            <a:off x="1191158" y="2031486"/>
            <a:ext cx="1127862" cy="369332"/>
          </a:xfrm>
          <a:prstGeom prst="rect">
            <a:avLst/>
          </a:prstGeom>
          <a:noFill/>
        </p:spPr>
        <p:txBody>
          <a:bodyPr wrap="square">
            <a:spAutoFit/>
          </a:bodyPr>
          <a:lstStyle/>
          <a:p>
            <a:r>
              <a:rPr lang="en-US" altLang="zh-CN" dirty="0">
                <a:solidFill>
                  <a:srgbClr val="C00000"/>
                </a:solidFill>
              </a:rPr>
              <a:t>SRAM</a:t>
            </a:r>
            <a:endParaRPr lang="zh-CN" altLang="en-US" dirty="0">
              <a:solidFill>
                <a:srgbClr val="C00000"/>
              </a:solidFill>
            </a:endParaRPr>
          </a:p>
        </p:txBody>
      </p:sp>
      <p:sp>
        <p:nvSpPr>
          <p:cNvPr id="30" name="文本框 29">
            <a:extLst>
              <a:ext uri="{FF2B5EF4-FFF2-40B4-BE49-F238E27FC236}">
                <a16:creationId xmlns:a16="http://schemas.microsoft.com/office/drawing/2014/main" id="{0FC63F57-3745-459C-AA72-9B0E4DD5276F}"/>
              </a:ext>
            </a:extLst>
          </p:cNvPr>
          <p:cNvSpPr txBox="1"/>
          <p:nvPr/>
        </p:nvSpPr>
        <p:spPr>
          <a:xfrm>
            <a:off x="1265964" y="2507272"/>
            <a:ext cx="1127862" cy="369332"/>
          </a:xfrm>
          <a:prstGeom prst="rect">
            <a:avLst/>
          </a:prstGeom>
          <a:noFill/>
        </p:spPr>
        <p:txBody>
          <a:bodyPr wrap="square">
            <a:spAutoFit/>
          </a:bodyPr>
          <a:lstStyle/>
          <a:p>
            <a:r>
              <a:rPr lang="en-US" altLang="zh-CN" dirty="0">
                <a:solidFill>
                  <a:schemeClr val="accent5">
                    <a:lumMod val="50000"/>
                  </a:schemeClr>
                </a:solidFill>
              </a:rPr>
              <a:t>HBM</a:t>
            </a:r>
            <a:endParaRPr lang="zh-CN" altLang="en-US" dirty="0">
              <a:solidFill>
                <a:schemeClr val="accent5">
                  <a:lumMod val="50000"/>
                </a:schemeClr>
              </a:solidFill>
            </a:endParaRPr>
          </a:p>
        </p:txBody>
      </p:sp>
      <p:sp>
        <p:nvSpPr>
          <p:cNvPr id="31" name="文本框 30">
            <a:extLst>
              <a:ext uri="{FF2B5EF4-FFF2-40B4-BE49-F238E27FC236}">
                <a16:creationId xmlns:a16="http://schemas.microsoft.com/office/drawing/2014/main" id="{1F854380-9197-491B-9236-413FC733ECDC}"/>
              </a:ext>
            </a:extLst>
          </p:cNvPr>
          <p:cNvSpPr txBox="1"/>
          <p:nvPr/>
        </p:nvSpPr>
        <p:spPr>
          <a:xfrm>
            <a:off x="1265964" y="2991452"/>
            <a:ext cx="1047438" cy="369332"/>
          </a:xfrm>
          <a:prstGeom prst="rect">
            <a:avLst/>
          </a:prstGeom>
          <a:noFill/>
        </p:spPr>
        <p:txBody>
          <a:bodyPr wrap="square">
            <a:spAutoFit/>
          </a:bodyPr>
          <a:lstStyle/>
          <a:p>
            <a:r>
              <a:rPr lang="en-US" altLang="zh-CN" dirty="0">
                <a:solidFill>
                  <a:srgbClr val="00B050"/>
                </a:solidFill>
              </a:rPr>
              <a:t>DDR</a:t>
            </a:r>
            <a:endParaRPr lang="zh-CN" altLang="en-US" dirty="0">
              <a:solidFill>
                <a:srgbClr val="00B050"/>
              </a:solidFill>
            </a:endParaRPr>
          </a:p>
        </p:txBody>
      </p:sp>
      <p:sp>
        <p:nvSpPr>
          <p:cNvPr id="32" name="文本框 31">
            <a:extLst>
              <a:ext uri="{FF2B5EF4-FFF2-40B4-BE49-F238E27FC236}">
                <a16:creationId xmlns:a16="http://schemas.microsoft.com/office/drawing/2014/main" id="{3612223D-AF90-45E1-8FF9-B461C3D1206E}"/>
              </a:ext>
            </a:extLst>
          </p:cNvPr>
          <p:cNvSpPr txBox="1"/>
          <p:nvPr/>
        </p:nvSpPr>
        <p:spPr>
          <a:xfrm>
            <a:off x="1265964" y="3473857"/>
            <a:ext cx="1127862" cy="369332"/>
          </a:xfrm>
          <a:prstGeom prst="rect">
            <a:avLst/>
          </a:prstGeom>
          <a:noFill/>
        </p:spPr>
        <p:txBody>
          <a:bodyPr wrap="square">
            <a:spAutoFit/>
          </a:bodyPr>
          <a:lstStyle/>
          <a:p>
            <a:r>
              <a:rPr lang="en-US" altLang="zh-CN" dirty="0">
                <a:solidFill>
                  <a:srgbClr val="00B0F0"/>
                </a:solidFill>
              </a:rPr>
              <a:t>SSD</a:t>
            </a:r>
            <a:endParaRPr lang="zh-CN" altLang="en-US" dirty="0">
              <a:solidFill>
                <a:srgbClr val="00B0F0"/>
              </a:solidFill>
            </a:endParaRPr>
          </a:p>
        </p:txBody>
      </p:sp>
      <p:sp>
        <p:nvSpPr>
          <p:cNvPr id="33" name="文本框 32">
            <a:extLst>
              <a:ext uri="{FF2B5EF4-FFF2-40B4-BE49-F238E27FC236}">
                <a16:creationId xmlns:a16="http://schemas.microsoft.com/office/drawing/2014/main" id="{1E6CA995-4C05-4B2F-926D-35FD1B22407F}"/>
              </a:ext>
            </a:extLst>
          </p:cNvPr>
          <p:cNvSpPr txBox="1"/>
          <p:nvPr/>
        </p:nvSpPr>
        <p:spPr>
          <a:xfrm>
            <a:off x="1251565" y="3950390"/>
            <a:ext cx="1127862" cy="369332"/>
          </a:xfrm>
          <a:prstGeom prst="rect">
            <a:avLst/>
          </a:prstGeom>
          <a:noFill/>
        </p:spPr>
        <p:txBody>
          <a:bodyPr wrap="square">
            <a:spAutoFit/>
          </a:bodyPr>
          <a:lstStyle/>
          <a:p>
            <a:r>
              <a:rPr lang="en-US" altLang="zh-CN" dirty="0">
                <a:solidFill>
                  <a:srgbClr val="0070C0"/>
                </a:solidFill>
              </a:rPr>
              <a:t>DISK</a:t>
            </a:r>
            <a:endParaRPr lang="zh-CN" altLang="en-US" dirty="0">
              <a:solidFill>
                <a:srgbClr val="0070C0"/>
              </a:solidFill>
            </a:endParaRPr>
          </a:p>
        </p:txBody>
      </p:sp>
      <p:sp>
        <p:nvSpPr>
          <p:cNvPr id="34" name="文本框 33">
            <a:extLst>
              <a:ext uri="{FF2B5EF4-FFF2-40B4-BE49-F238E27FC236}">
                <a16:creationId xmlns:a16="http://schemas.microsoft.com/office/drawing/2014/main" id="{57853F92-EE6D-4EC8-AA28-161B55F8AEDE}"/>
              </a:ext>
            </a:extLst>
          </p:cNvPr>
          <p:cNvSpPr txBox="1"/>
          <p:nvPr/>
        </p:nvSpPr>
        <p:spPr>
          <a:xfrm>
            <a:off x="1065202" y="974770"/>
            <a:ext cx="1248200" cy="369332"/>
          </a:xfrm>
          <a:prstGeom prst="rect">
            <a:avLst/>
          </a:prstGeom>
          <a:noFill/>
        </p:spPr>
        <p:txBody>
          <a:bodyPr wrap="square">
            <a:spAutoFit/>
          </a:bodyPr>
          <a:lstStyle/>
          <a:p>
            <a:r>
              <a:rPr lang="en-US" altLang="zh-CN" b="1" dirty="0"/>
              <a:t>Capacity</a:t>
            </a:r>
            <a:endParaRPr lang="zh-CN" altLang="en-US" b="1" dirty="0"/>
          </a:p>
        </p:txBody>
      </p:sp>
      <p:grpSp>
        <p:nvGrpSpPr>
          <p:cNvPr id="46" name="组合 45">
            <a:extLst>
              <a:ext uri="{FF2B5EF4-FFF2-40B4-BE49-F238E27FC236}">
                <a16:creationId xmlns:a16="http://schemas.microsoft.com/office/drawing/2014/main" id="{18ED40BE-1E8D-4913-9285-FBA3662902EC}"/>
              </a:ext>
            </a:extLst>
          </p:cNvPr>
          <p:cNvGrpSpPr/>
          <p:nvPr/>
        </p:nvGrpSpPr>
        <p:grpSpPr>
          <a:xfrm>
            <a:off x="5701672" y="992209"/>
            <a:ext cx="3064768" cy="3330633"/>
            <a:chOff x="3274060" y="634497"/>
            <a:chExt cx="2988568" cy="3421883"/>
          </a:xfrm>
        </p:grpSpPr>
        <p:sp>
          <p:nvSpPr>
            <p:cNvPr id="35" name="等腰三角形 34">
              <a:extLst>
                <a:ext uri="{FF2B5EF4-FFF2-40B4-BE49-F238E27FC236}">
                  <a16:creationId xmlns:a16="http://schemas.microsoft.com/office/drawing/2014/main" id="{38C76295-E38B-4188-919F-58252740A663}"/>
                </a:ext>
              </a:extLst>
            </p:cNvPr>
            <p:cNvSpPr/>
            <p:nvPr/>
          </p:nvSpPr>
          <p:spPr bwMode="auto">
            <a:xfrm>
              <a:off x="3274060" y="1198880"/>
              <a:ext cx="2988568" cy="2857500"/>
            </a:xfrm>
            <a:prstGeom prst="triangle">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itchFamily="34" charset="0"/>
              </a:endParaRPr>
            </a:p>
          </p:txBody>
        </p:sp>
        <p:cxnSp>
          <p:nvCxnSpPr>
            <p:cNvPr id="36" name="直接连接符 35">
              <a:extLst>
                <a:ext uri="{FF2B5EF4-FFF2-40B4-BE49-F238E27FC236}">
                  <a16:creationId xmlns:a16="http://schemas.microsoft.com/office/drawing/2014/main" id="{C8305ABD-BCE1-470A-B82D-03F9784CCA08}"/>
                </a:ext>
              </a:extLst>
            </p:cNvPr>
            <p:cNvCxnSpPr>
              <a:cxnSpLocks/>
            </p:cNvCxnSpPr>
            <p:nvPr/>
          </p:nvCxnSpPr>
          <p:spPr bwMode="auto">
            <a:xfrm>
              <a:off x="4264660" y="2153621"/>
              <a:ext cx="990600"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37" name="直接连接符 36">
              <a:extLst>
                <a:ext uri="{FF2B5EF4-FFF2-40B4-BE49-F238E27FC236}">
                  <a16:creationId xmlns:a16="http://schemas.microsoft.com/office/drawing/2014/main" id="{9C664718-B3DD-498B-B3DC-6DEF952A35B1}"/>
                </a:ext>
              </a:extLst>
            </p:cNvPr>
            <p:cNvCxnSpPr>
              <a:cxnSpLocks/>
              <a:stCxn id="35" idx="1"/>
              <a:endCxn id="35" idx="5"/>
            </p:cNvCxnSpPr>
            <p:nvPr/>
          </p:nvCxnSpPr>
          <p:spPr bwMode="auto">
            <a:xfrm>
              <a:off x="4021202" y="2627630"/>
              <a:ext cx="1494284"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38" name="直接连接符 37">
              <a:extLst>
                <a:ext uri="{FF2B5EF4-FFF2-40B4-BE49-F238E27FC236}">
                  <a16:creationId xmlns:a16="http://schemas.microsoft.com/office/drawing/2014/main" id="{8991B51B-922B-4AE3-A70B-FB1466D25279}"/>
                </a:ext>
              </a:extLst>
            </p:cNvPr>
            <p:cNvCxnSpPr>
              <a:cxnSpLocks/>
            </p:cNvCxnSpPr>
            <p:nvPr/>
          </p:nvCxnSpPr>
          <p:spPr bwMode="auto">
            <a:xfrm>
              <a:off x="3731260" y="3144221"/>
              <a:ext cx="2057400"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39" name="直接连接符 38">
              <a:extLst>
                <a:ext uri="{FF2B5EF4-FFF2-40B4-BE49-F238E27FC236}">
                  <a16:creationId xmlns:a16="http://schemas.microsoft.com/office/drawing/2014/main" id="{0C7CA705-BF89-410B-A32A-06F5627C389D}"/>
                </a:ext>
              </a:extLst>
            </p:cNvPr>
            <p:cNvCxnSpPr>
              <a:cxnSpLocks/>
            </p:cNvCxnSpPr>
            <p:nvPr/>
          </p:nvCxnSpPr>
          <p:spPr bwMode="auto">
            <a:xfrm>
              <a:off x="3502660" y="3601421"/>
              <a:ext cx="2514600" cy="0"/>
            </a:xfrm>
            <a:prstGeom prst="line">
              <a:avLst/>
            </a:prstGeom>
            <a:solidFill>
              <a:srgbClr val="C0C0C0"/>
            </a:solidFill>
            <a:ln w="19050" cap="flat" cmpd="sng" algn="ctr">
              <a:solidFill>
                <a:schemeClr val="tx1"/>
              </a:solidFill>
              <a:prstDash val="solid"/>
              <a:round/>
              <a:headEnd type="none" w="med" len="med"/>
              <a:tailEnd type="none" w="med" len="med"/>
            </a:ln>
            <a:effectLst/>
          </p:spPr>
        </p:cxnSp>
        <p:sp>
          <p:nvSpPr>
            <p:cNvPr id="40" name="文本框 39">
              <a:extLst>
                <a:ext uri="{FF2B5EF4-FFF2-40B4-BE49-F238E27FC236}">
                  <a16:creationId xmlns:a16="http://schemas.microsoft.com/office/drawing/2014/main" id="{8AB06B47-159D-40F6-849C-D218CC69BE0A}"/>
                </a:ext>
              </a:extLst>
            </p:cNvPr>
            <p:cNvSpPr txBox="1"/>
            <p:nvPr/>
          </p:nvSpPr>
          <p:spPr>
            <a:xfrm>
              <a:off x="4340860" y="1772718"/>
              <a:ext cx="1099820" cy="369332"/>
            </a:xfrm>
            <a:prstGeom prst="rect">
              <a:avLst/>
            </a:prstGeom>
            <a:noFill/>
          </p:spPr>
          <p:txBody>
            <a:bodyPr wrap="square">
              <a:spAutoFit/>
            </a:bodyPr>
            <a:lstStyle/>
            <a:p>
              <a:r>
                <a:rPr lang="en-US" altLang="zh-CN" dirty="0">
                  <a:solidFill>
                    <a:srgbClr val="0070C0"/>
                  </a:solidFill>
                </a:rPr>
                <a:t>SRAM</a:t>
              </a:r>
              <a:endParaRPr lang="zh-CN" altLang="en-US" dirty="0">
                <a:solidFill>
                  <a:srgbClr val="0070C0"/>
                </a:solidFill>
              </a:endParaRPr>
            </a:p>
          </p:txBody>
        </p:sp>
        <p:sp>
          <p:nvSpPr>
            <p:cNvPr id="41" name="文本框 40">
              <a:extLst>
                <a:ext uri="{FF2B5EF4-FFF2-40B4-BE49-F238E27FC236}">
                  <a16:creationId xmlns:a16="http://schemas.microsoft.com/office/drawing/2014/main" id="{E16E54CD-0EA7-4249-AD2E-F5648FD0A4CC}"/>
                </a:ext>
              </a:extLst>
            </p:cNvPr>
            <p:cNvSpPr txBox="1"/>
            <p:nvPr/>
          </p:nvSpPr>
          <p:spPr>
            <a:xfrm>
              <a:off x="4415666" y="2258298"/>
              <a:ext cx="1099820" cy="369332"/>
            </a:xfrm>
            <a:prstGeom prst="rect">
              <a:avLst/>
            </a:prstGeom>
            <a:noFill/>
          </p:spPr>
          <p:txBody>
            <a:bodyPr wrap="square">
              <a:spAutoFit/>
            </a:bodyPr>
            <a:lstStyle/>
            <a:p>
              <a:r>
                <a:rPr lang="en-US" altLang="zh-CN" dirty="0">
                  <a:solidFill>
                    <a:srgbClr val="00B0F0"/>
                  </a:solidFill>
                </a:rPr>
                <a:t>HBM</a:t>
              </a:r>
              <a:endParaRPr lang="zh-CN" altLang="en-US" dirty="0">
                <a:solidFill>
                  <a:srgbClr val="00B0F0"/>
                </a:solidFill>
              </a:endParaRPr>
            </a:p>
          </p:txBody>
        </p:sp>
        <p:sp>
          <p:nvSpPr>
            <p:cNvPr id="42" name="文本框 41">
              <a:extLst>
                <a:ext uri="{FF2B5EF4-FFF2-40B4-BE49-F238E27FC236}">
                  <a16:creationId xmlns:a16="http://schemas.microsoft.com/office/drawing/2014/main" id="{D1A3D8A8-44C0-4AE9-AEEC-F6D78A4167AC}"/>
                </a:ext>
              </a:extLst>
            </p:cNvPr>
            <p:cNvSpPr txBox="1"/>
            <p:nvPr/>
          </p:nvSpPr>
          <p:spPr>
            <a:xfrm>
              <a:off x="4412638" y="2746392"/>
              <a:ext cx="1022961" cy="379451"/>
            </a:xfrm>
            <a:prstGeom prst="rect">
              <a:avLst/>
            </a:prstGeom>
            <a:noFill/>
          </p:spPr>
          <p:txBody>
            <a:bodyPr wrap="square">
              <a:spAutoFit/>
            </a:bodyPr>
            <a:lstStyle/>
            <a:p>
              <a:r>
                <a:rPr lang="en-US" altLang="zh-CN" dirty="0">
                  <a:solidFill>
                    <a:srgbClr val="00B050"/>
                  </a:solidFill>
                </a:rPr>
                <a:t>DDR</a:t>
              </a:r>
              <a:endParaRPr lang="zh-CN" altLang="en-US" dirty="0">
                <a:solidFill>
                  <a:srgbClr val="00B050"/>
                </a:solidFill>
              </a:endParaRPr>
            </a:p>
          </p:txBody>
        </p:sp>
        <p:sp>
          <p:nvSpPr>
            <p:cNvPr id="43" name="文本框 42">
              <a:extLst>
                <a:ext uri="{FF2B5EF4-FFF2-40B4-BE49-F238E27FC236}">
                  <a16:creationId xmlns:a16="http://schemas.microsoft.com/office/drawing/2014/main" id="{12F50EF0-825F-4EA2-9590-73269C1FA6F0}"/>
                </a:ext>
              </a:extLst>
            </p:cNvPr>
            <p:cNvSpPr txBox="1"/>
            <p:nvPr/>
          </p:nvSpPr>
          <p:spPr>
            <a:xfrm>
              <a:off x="4408707" y="3211515"/>
              <a:ext cx="1099820" cy="369332"/>
            </a:xfrm>
            <a:prstGeom prst="rect">
              <a:avLst/>
            </a:prstGeom>
            <a:noFill/>
          </p:spPr>
          <p:txBody>
            <a:bodyPr wrap="square">
              <a:spAutoFit/>
            </a:bodyPr>
            <a:lstStyle/>
            <a:p>
              <a:r>
                <a:rPr lang="en-US" altLang="zh-CN" dirty="0">
                  <a:solidFill>
                    <a:srgbClr val="9A7542"/>
                  </a:solidFill>
                </a:rPr>
                <a:t>SSD</a:t>
              </a:r>
              <a:endParaRPr lang="zh-CN" altLang="en-US" dirty="0">
                <a:solidFill>
                  <a:srgbClr val="9A7542"/>
                </a:solidFill>
              </a:endParaRPr>
            </a:p>
          </p:txBody>
        </p:sp>
        <p:sp>
          <p:nvSpPr>
            <p:cNvPr id="44" name="文本框 43">
              <a:extLst>
                <a:ext uri="{FF2B5EF4-FFF2-40B4-BE49-F238E27FC236}">
                  <a16:creationId xmlns:a16="http://schemas.microsoft.com/office/drawing/2014/main" id="{5D6C3BAE-DED4-4F01-8605-856EC6AD6576}"/>
                </a:ext>
              </a:extLst>
            </p:cNvPr>
            <p:cNvSpPr txBox="1"/>
            <p:nvPr/>
          </p:nvSpPr>
          <p:spPr>
            <a:xfrm>
              <a:off x="4371753" y="3684348"/>
              <a:ext cx="1099820" cy="369332"/>
            </a:xfrm>
            <a:prstGeom prst="rect">
              <a:avLst/>
            </a:prstGeom>
            <a:noFill/>
          </p:spPr>
          <p:txBody>
            <a:bodyPr wrap="square">
              <a:spAutoFit/>
            </a:bodyPr>
            <a:lstStyle/>
            <a:p>
              <a:r>
                <a:rPr lang="en-US" altLang="zh-CN" dirty="0">
                  <a:solidFill>
                    <a:srgbClr val="C63535"/>
                  </a:solidFill>
                </a:rPr>
                <a:t>DISK</a:t>
              </a:r>
              <a:endParaRPr lang="zh-CN" altLang="en-US" dirty="0">
                <a:solidFill>
                  <a:srgbClr val="C63535"/>
                </a:solidFill>
              </a:endParaRPr>
            </a:p>
          </p:txBody>
        </p:sp>
        <p:sp>
          <p:nvSpPr>
            <p:cNvPr id="45" name="文本框 44">
              <a:extLst>
                <a:ext uri="{FF2B5EF4-FFF2-40B4-BE49-F238E27FC236}">
                  <a16:creationId xmlns:a16="http://schemas.microsoft.com/office/drawing/2014/main" id="{2EF5488A-9EA7-4064-8238-08B633EF3C0F}"/>
                </a:ext>
              </a:extLst>
            </p:cNvPr>
            <p:cNvSpPr txBox="1"/>
            <p:nvPr/>
          </p:nvSpPr>
          <p:spPr>
            <a:xfrm>
              <a:off x="4254407" y="634497"/>
              <a:ext cx="1217166" cy="369332"/>
            </a:xfrm>
            <a:prstGeom prst="rect">
              <a:avLst/>
            </a:prstGeom>
            <a:noFill/>
          </p:spPr>
          <p:txBody>
            <a:bodyPr wrap="square">
              <a:spAutoFit/>
            </a:bodyPr>
            <a:lstStyle/>
            <a:p>
              <a:r>
                <a:rPr lang="en-US" altLang="zh-CN" b="1" dirty="0"/>
                <a:t>Latency</a:t>
              </a:r>
              <a:endParaRPr lang="zh-CN" altLang="en-US" b="1" dirty="0"/>
            </a:p>
          </p:txBody>
        </p:sp>
      </p:grpSp>
      <p:sp>
        <p:nvSpPr>
          <p:cNvPr id="58" name="文本框 57">
            <a:extLst>
              <a:ext uri="{FF2B5EF4-FFF2-40B4-BE49-F238E27FC236}">
                <a16:creationId xmlns:a16="http://schemas.microsoft.com/office/drawing/2014/main" id="{493B04EB-CDFA-43B1-806D-B02D9A303038}"/>
              </a:ext>
            </a:extLst>
          </p:cNvPr>
          <p:cNvSpPr txBox="1"/>
          <p:nvPr/>
        </p:nvSpPr>
        <p:spPr>
          <a:xfrm>
            <a:off x="3845655" y="988311"/>
            <a:ext cx="1393029" cy="369332"/>
          </a:xfrm>
          <a:prstGeom prst="rect">
            <a:avLst/>
          </a:prstGeom>
          <a:noFill/>
        </p:spPr>
        <p:txBody>
          <a:bodyPr wrap="square">
            <a:spAutoFit/>
          </a:bodyPr>
          <a:lstStyle/>
          <a:p>
            <a:r>
              <a:rPr lang="en-US" altLang="zh-CN" b="1" dirty="0"/>
              <a:t>Bandwidth</a:t>
            </a:r>
            <a:endParaRPr lang="zh-CN" altLang="en-US" b="1" dirty="0"/>
          </a:p>
        </p:txBody>
      </p:sp>
      <p:sp>
        <p:nvSpPr>
          <p:cNvPr id="59" name="文本框 58">
            <a:extLst>
              <a:ext uri="{FF2B5EF4-FFF2-40B4-BE49-F238E27FC236}">
                <a16:creationId xmlns:a16="http://schemas.microsoft.com/office/drawing/2014/main" id="{3998BFCA-2D8D-43E4-9038-7C9AF16A3941}"/>
              </a:ext>
            </a:extLst>
          </p:cNvPr>
          <p:cNvSpPr txBox="1"/>
          <p:nvPr/>
        </p:nvSpPr>
        <p:spPr>
          <a:xfrm>
            <a:off x="2081467" y="2115154"/>
            <a:ext cx="807245" cy="276999"/>
          </a:xfrm>
          <a:prstGeom prst="rect">
            <a:avLst/>
          </a:prstGeom>
          <a:noFill/>
        </p:spPr>
        <p:txBody>
          <a:bodyPr wrap="square">
            <a:spAutoFit/>
          </a:bodyPr>
          <a:lstStyle/>
          <a:p>
            <a:r>
              <a:rPr lang="en-US" altLang="zh-CN" sz="1200" dirty="0">
                <a:solidFill>
                  <a:srgbClr val="C00000"/>
                </a:solidFill>
              </a:rPr>
              <a:t>~10MB</a:t>
            </a:r>
            <a:endParaRPr lang="zh-CN" altLang="en-US" sz="1200" dirty="0">
              <a:solidFill>
                <a:srgbClr val="C00000"/>
              </a:solidFill>
            </a:endParaRPr>
          </a:p>
        </p:txBody>
      </p:sp>
      <p:sp>
        <p:nvSpPr>
          <p:cNvPr id="60" name="文本框 59">
            <a:extLst>
              <a:ext uri="{FF2B5EF4-FFF2-40B4-BE49-F238E27FC236}">
                <a16:creationId xmlns:a16="http://schemas.microsoft.com/office/drawing/2014/main" id="{96F25C75-BF50-4F11-93A0-DF21152F68E6}"/>
              </a:ext>
            </a:extLst>
          </p:cNvPr>
          <p:cNvSpPr txBox="1"/>
          <p:nvPr/>
        </p:nvSpPr>
        <p:spPr>
          <a:xfrm>
            <a:off x="2250673" y="2525736"/>
            <a:ext cx="812454" cy="276999"/>
          </a:xfrm>
          <a:prstGeom prst="rect">
            <a:avLst/>
          </a:prstGeom>
          <a:noFill/>
        </p:spPr>
        <p:txBody>
          <a:bodyPr wrap="square">
            <a:spAutoFit/>
          </a:bodyPr>
          <a:lstStyle/>
          <a:p>
            <a:r>
              <a:rPr lang="en-US" altLang="zh-CN" sz="1200" dirty="0">
                <a:solidFill>
                  <a:srgbClr val="946A32"/>
                </a:solidFill>
              </a:rPr>
              <a:t>~10GB</a:t>
            </a:r>
            <a:endParaRPr lang="zh-CN" altLang="en-US" sz="1400" dirty="0">
              <a:solidFill>
                <a:srgbClr val="946A32"/>
              </a:solidFill>
            </a:endParaRPr>
          </a:p>
        </p:txBody>
      </p:sp>
      <p:sp>
        <p:nvSpPr>
          <p:cNvPr id="61" name="文本框 60">
            <a:extLst>
              <a:ext uri="{FF2B5EF4-FFF2-40B4-BE49-F238E27FC236}">
                <a16:creationId xmlns:a16="http://schemas.microsoft.com/office/drawing/2014/main" id="{FED45C66-07A6-4A05-BD90-7566D742875D}"/>
              </a:ext>
            </a:extLst>
          </p:cNvPr>
          <p:cNvSpPr txBox="1"/>
          <p:nvPr/>
        </p:nvSpPr>
        <p:spPr>
          <a:xfrm>
            <a:off x="2459298" y="3048865"/>
            <a:ext cx="931639" cy="276999"/>
          </a:xfrm>
          <a:prstGeom prst="rect">
            <a:avLst/>
          </a:prstGeom>
          <a:noFill/>
        </p:spPr>
        <p:txBody>
          <a:bodyPr wrap="square">
            <a:spAutoFit/>
          </a:bodyPr>
          <a:lstStyle/>
          <a:p>
            <a:r>
              <a:rPr lang="en-US" altLang="zh-CN" sz="1200" dirty="0">
                <a:solidFill>
                  <a:srgbClr val="00B050"/>
                </a:solidFill>
              </a:rPr>
              <a:t>~100GB</a:t>
            </a:r>
            <a:endParaRPr lang="zh-CN" altLang="en-US" sz="1400" dirty="0">
              <a:solidFill>
                <a:srgbClr val="00B050"/>
              </a:solidFill>
            </a:endParaRPr>
          </a:p>
        </p:txBody>
      </p:sp>
      <p:sp>
        <p:nvSpPr>
          <p:cNvPr id="62" name="文本框 61">
            <a:extLst>
              <a:ext uri="{FF2B5EF4-FFF2-40B4-BE49-F238E27FC236}">
                <a16:creationId xmlns:a16="http://schemas.microsoft.com/office/drawing/2014/main" id="{85950DE0-E0E7-40C4-AED5-E4719A7E88E8}"/>
              </a:ext>
            </a:extLst>
          </p:cNvPr>
          <p:cNvSpPr txBox="1"/>
          <p:nvPr/>
        </p:nvSpPr>
        <p:spPr>
          <a:xfrm>
            <a:off x="2740200" y="3513997"/>
            <a:ext cx="874965" cy="276945"/>
          </a:xfrm>
          <a:prstGeom prst="rect">
            <a:avLst/>
          </a:prstGeom>
          <a:noFill/>
        </p:spPr>
        <p:txBody>
          <a:bodyPr wrap="square">
            <a:spAutoFit/>
          </a:bodyPr>
          <a:lstStyle/>
          <a:p>
            <a:r>
              <a:rPr lang="en-US" altLang="zh-CN" sz="1200" dirty="0">
                <a:solidFill>
                  <a:srgbClr val="00B0F0"/>
                </a:solidFill>
              </a:rPr>
              <a:t>~1TB</a:t>
            </a:r>
            <a:endParaRPr lang="zh-CN" altLang="en-US" sz="1400" dirty="0">
              <a:solidFill>
                <a:srgbClr val="00B0F0"/>
              </a:solidFill>
            </a:endParaRPr>
          </a:p>
        </p:txBody>
      </p:sp>
      <p:sp>
        <p:nvSpPr>
          <p:cNvPr id="63" name="文本框 62">
            <a:extLst>
              <a:ext uri="{FF2B5EF4-FFF2-40B4-BE49-F238E27FC236}">
                <a16:creationId xmlns:a16="http://schemas.microsoft.com/office/drawing/2014/main" id="{D9573C6D-4F0E-471D-8EA4-5B3F885B72E6}"/>
              </a:ext>
            </a:extLst>
          </p:cNvPr>
          <p:cNvSpPr txBox="1"/>
          <p:nvPr/>
        </p:nvSpPr>
        <p:spPr>
          <a:xfrm>
            <a:off x="2967544" y="3938792"/>
            <a:ext cx="948170" cy="276999"/>
          </a:xfrm>
          <a:prstGeom prst="rect">
            <a:avLst/>
          </a:prstGeom>
          <a:noFill/>
        </p:spPr>
        <p:txBody>
          <a:bodyPr wrap="square">
            <a:spAutoFit/>
          </a:bodyPr>
          <a:lstStyle/>
          <a:p>
            <a:r>
              <a:rPr lang="en-US" altLang="zh-CN" sz="1200" dirty="0">
                <a:solidFill>
                  <a:srgbClr val="0070C0"/>
                </a:solidFill>
              </a:rPr>
              <a:t>~10TB</a:t>
            </a:r>
            <a:endParaRPr lang="zh-CN" altLang="en-US" sz="1400" dirty="0">
              <a:solidFill>
                <a:srgbClr val="0070C0"/>
              </a:solidFill>
            </a:endParaRPr>
          </a:p>
        </p:txBody>
      </p:sp>
      <p:sp>
        <p:nvSpPr>
          <p:cNvPr id="64" name="文本框 63">
            <a:extLst>
              <a:ext uri="{FF2B5EF4-FFF2-40B4-BE49-F238E27FC236}">
                <a16:creationId xmlns:a16="http://schemas.microsoft.com/office/drawing/2014/main" id="{B802552A-94A9-48D5-B80F-837A302A1D6A}"/>
              </a:ext>
            </a:extLst>
          </p:cNvPr>
          <p:cNvSpPr txBox="1"/>
          <p:nvPr/>
        </p:nvSpPr>
        <p:spPr>
          <a:xfrm>
            <a:off x="7630675" y="2162421"/>
            <a:ext cx="687658" cy="276999"/>
          </a:xfrm>
          <a:prstGeom prst="rect">
            <a:avLst/>
          </a:prstGeom>
          <a:noFill/>
        </p:spPr>
        <p:txBody>
          <a:bodyPr wrap="square">
            <a:spAutoFit/>
          </a:bodyPr>
          <a:lstStyle/>
          <a:p>
            <a:r>
              <a:rPr lang="en-US" altLang="zh-CN" sz="1200" dirty="0">
                <a:solidFill>
                  <a:srgbClr val="0070C0"/>
                </a:solidFill>
              </a:rPr>
              <a:t>~1ns</a:t>
            </a:r>
            <a:endParaRPr lang="zh-CN" altLang="en-US" sz="1200" dirty="0">
              <a:solidFill>
                <a:srgbClr val="0070C0"/>
              </a:solidFill>
            </a:endParaRPr>
          </a:p>
        </p:txBody>
      </p:sp>
      <p:sp>
        <p:nvSpPr>
          <p:cNvPr id="65" name="文本框 64">
            <a:extLst>
              <a:ext uri="{FF2B5EF4-FFF2-40B4-BE49-F238E27FC236}">
                <a16:creationId xmlns:a16="http://schemas.microsoft.com/office/drawing/2014/main" id="{7DA22A49-A189-4C28-B3CF-25A3375AE825}"/>
              </a:ext>
            </a:extLst>
          </p:cNvPr>
          <p:cNvSpPr txBox="1"/>
          <p:nvPr/>
        </p:nvSpPr>
        <p:spPr>
          <a:xfrm>
            <a:off x="7844486" y="2588548"/>
            <a:ext cx="820009" cy="276999"/>
          </a:xfrm>
          <a:prstGeom prst="rect">
            <a:avLst/>
          </a:prstGeom>
          <a:noFill/>
        </p:spPr>
        <p:txBody>
          <a:bodyPr wrap="square">
            <a:spAutoFit/>
          </a:bodyPr>
          <a:lstStyle/>
          <a:p>
            <a:r>
              <a:rPr lang="en-US" altLang="zh-CN" sz="1200" dirty="0">
                <a:solidFill>
                  <a:srgbClr val="00B0F0"/>
                </a:solidFill>
              </a:rPr>
              <a:t>~100ns</a:t>
            </a:r>
            <a:endParaRPr lang="zh-CN" altLang="en-US" sz="1200" dirty="0">
              <a:solidFill>
                <a:srgbClr val="00B0F0"/>
              </a:solidFill>
            </a:endParaRPr>
          </a:p>
        </p:txBody>
      </p:sp>
      <p:sp>
        <p:nvSpPr>
          <p:cNvPr id="66" name="文本框 65">
            <a:extLst>
              <a:ext uri="{FF2B5EF4-FFF2-40B4-BE49-F238E27FC236}">
                <a16:creationId xmlns:a16="http://schemas.microsoft.com/office/drawing/2014/main" id="{4BE7BC18-73F8-40C8-B0C1-BDF7D9780D91}"/>
              </a:ext>
            </a:extLst>
          </p:cNvPr>
          <p:cNvSpPr txBox="1"/>
          <p:nvPr/>
        </p:nvSpPr>
        <p:spPr>
          <a:xfrm>
            <a:off x="8109722" y="3074608"/>
            <a:ext cx="873345" cy="276999"/>
          </a:xfrm>
          <a:prstGeom prst="rect">
            <a:avLst/>
          </a:prstGeom>
          <a:noFill/>
        </p:spPr>
        <p:txBody>
          <a:bodyPr wrap="square">
            <a:spAutoFit/>
          </a:bodyPr>
          <a:lstStyle/>
          <a:p>
            <a:r>
              <a:rPr lang="en-US" altLang="zh-CN" sz="1200" dirty="0">
                <a:solidFill>
                  <a:srgbClr val="00B050"/>
                </a:solidFill>
              </a:rPr>
              <a:t>~100ns</a:t>
            </a:r>
            <a:endParaRPr lang="zh-CN" altLang="en-US" sz="1200" dirty="0">
              <a:solidFill>
                <a:srgbClr val="00B050"/>
              </a:solidFill>
            </a:endParaRPr>
          </a:p>
        </p:txBody>
      </p:sp>
      <p:sp>
        <p:nvSpPr>
          <p:cNvPr id="67" name="文本框 66">
            <a:extLst>
              <a:ext uri="{FF2B5EF4-FFF2-40B4-BE49-F238E27FC236}">
                <a16:creationId xmlns:a16="http://schemas.microsoft.com/office/drawing/2014/main" id="{C1F4B683-18D7-47C4-B063-67E673CDFEE6}"/>
              </a:ext>
            </a:extLst>
          </p:cNvPr>
          <p:cNvSpPr txBox="1"/>
          <p:nvPr/>
        </p:nvSpPr>
        <p:spPr>
          <a:xfrm>
            <a:off x="8338653" y="3507435"/>
            <a:ext cx="786063" cy="276999"/>
          </a:xfrm>
          <a:prstGeom prst="rect">
            <a:avLst/>
          </a:prstGeom>
          <a:noFill/>
        </p:spPr>
        <p:txBody>
          <a:bodyPr wrap="square">
            <a:spAutoFit/>
          </a:bodyPr>
          <a:lstStyle/>
          <a:p>
            <a:r>
              <a:rPr lang="en-US" altLang="zh-CN" sz="1200" dirty="0">
                <a:solidFill>
                  <a:srgbClr val="9D7949"/>
                </a:solidFill>
              </a:rPr>
              <a:t>~1us</a:t>
            </a:r>
            <a:endParaRPr lang="zh-CN" altLang="en-US" sz="1200" dirty="0">
              <a:solidFill>
                <a:srgbClr val="9D7949"/>
              </a:solidFill>
            </a:endParaRPr>
          </a:p>
        </p:txBody>
      </p:sp>
      <p:sp>
        <p:nvSpPr>
          <p:cNvPr id="68" name="文本框 67">
            <a:extLst>
              <a:ext uri="{FF2B5EF4-FFF2-40B4-BE49-F238E27FC236}">
                <a16:creationId xmlns:a16="http://schemas.microsoft.com/office/drawing/2014/main" id="{EA65E39F-BA7B-4018-9960-97B1717348FD}"/>
              </a:ext>
            </a:extLst>
          </p:cNvPr>
          <p:cNvSpPr txBox="1"/>
          <p:nvPr/>
        </p:nvSpPr>
        <p:spPr>
          <a:xfrm>
            <a:off x="8604968" y="3974804"/>
            <a:ext cx="786063" cy="276999"/>
          </a:xfrm>
          <a:prstGeom prst="rect">
            <a:avLst/>
          </a:prstGeom>
          <a:noFill/>
        </p:spPr>
        <p:txBody>
          <a:bodyPr wrap="square">
            <a:spAutoFit/>
          </a:bodyPr>
          <a:lstStyle/>
          <a:p>
            <a:r>
              <a:rPr lang="en-US" altLang="zh-CN" sz="1200" dirty="0">
                <a:solidFill>
                  <a:srgbClr val="9D7949"/>
                </a:solidFill>
              </a:rPr>
              <a:t>~1ms</a:t>
            </a:r>
            <a:endParaRPr lang="zh-CN" altLang="en-US" sz="1200" dirty="0">
              <a:solidFill>
                <a:srgbClr val="9D7949"/>
              </a:solidFill>
            </a:endParaRPr>
          </a:p>
        </p:txBody>
      </p:sp>
      <p:grpSp>
        <p:nvGrpSpPr>
          <p:cNvPr id="9" name="组合 8">
            <a:extLst>
              <a:ext uri="{FF2B5EF4-FFF2-40B4-BE49-F238E27FC236}">
                <a16:creationId xmlns:a16="http://schemas.microsoft.com/office/drawing/2014/main" id="{C4EE4413-5748-4668-805E-CE80E4163E47}"/>
              </a:ext>
            </a:extLst>
          </p:cNvPr>
          <p:cNvGrpSpPr/>
          <p:nvPr/>
        </p:nvGrpSpPr>
        <p:grpSpPr>
          <a:xfrm>
            <a:off x="3016796" y="2008066"/>
            <a:ext cx="3593184" cy="2781300"/>
            <a:chOff x="3104838" y="1080800"/>
            <a:chExt cx="3503846" cy="2857500"/>
          </a:xfrm>
        </p:grpSpPr>
        <p:sp>
          <p:nvSpPr>
            <p:cNvPr id="72" name="文本框 71">
              <a:extLst>
                <a:ext uri="{FF2B5EF4-FFF2-40B4-BE49-F238E27FC236}">
                  <a16:creationId xmlns:a16="http://schemas.microsoft.com/office/drawing/2014/main" id="{8FB02ADE-545D-4544-9F9C-4749F344C6F8}"/>
                </a:ext>
              </a:extLst>
            </p:cNvPr>
            <p:cNvSpPr txBox="1"/>
            <p:nvPr/>
          </p:nvSpPr>
          <p:spPr>
            <a:xfrm>
              <a:off x="5582477" y="1657360"/>
              <a:ext cx="875802" cy="276999"/>
            </a:xfrm>
            <a:prstGeom prst="rect">
              <a:avLst/>
            </a:prstGeom>
            <a:noFill/>
          </p:spPr>
          <p:txBody>
            <a:bodyPr wrap="square">
              <a:spAutoFit/>
            </a:bodyPr>
            <a:lstStyle/>
            <a:p>
              <a:r>
                <a:rPr lang="en-US" altLang="zh-CN" sz="1200" dirty="0">
                  <a:solidFill>
                    <a:srgbClr val="00B050"/>
                  </a:solidFill>
                </a:rPr>
                <a:t>~100GB/s</a:t>
              </a:r>
              <a:endParaRPr lang="zh-CN" altLang="en-US" sz="1400" dirty="0">
                <a:solidFill>
                  <a:srgbClr val="00B050"/>
                </a:solidFill>
              </a:endParaRPr>
            </a:p>
          </p:txBody>
        </p:sp>
        <p:grpSp>
          <p:nvGrpSpPr>
            <p:cNvPr id="8" name="组合 7">
              <a:extLst>
                <a:ext uri="{FF2B5EF4-FFF2-40B4-BE49-F238E27FC236}">
                  <a16:creationId xmlns:a16="http://schemas.microsoft.com/office/drawing/2014/main" id="{B3B619AC-9BE0-4415-A9ED-B83CD78C8B12}"/>
                </a:ext>
              </a:extLst>
            </p:cNvPr>
            <p:cNvGrpSpPr/>
            <p:nvPr/>
          </p:nvGrpSpPr>
          <p:grpSpPr>
            <a:xfrm>
              <a:off x="3104838" y="1080800"/>
              <a:ext cx="3503846" cy="2857500"/>
              <a:chOff x="2992172" y="1080800"/>
              <a:chExt cx="3616512" cy="2857500"/>
            </a:xfrm>
          </p:grpSpPr>
          <p:grpSp>
            <p:nvGrpSpPr>
              <p:cNvPr id="6" name="组合 5">
                <a:extLst>
                  <a:ext uri="{FF2B5EF4-FFF2-40B4-BE49-F238E27FC236}">
                    <a16:creationId xmlns:a16="http://schemas.microsoft.com/office/drawing/2014/main" id="{BDB1A918-B4E8-4D15-97EE-A17D4CE87EC8}"/>
                  </a:ext>
                </a:extLst>
              </p:cNvPr>
              <p:cNvGrpSpPr/>
              <p:nvPr/>
            </p:nvGrpSpPr>
            <p:grpSpPr>
              <a:xfrm rot="10800000">
                <a:off x="2992172" y="1080800"/>
                <a:ext cx="2988568" cy="2857500"/>
                <a:chOff x="838582" y="4163090"/>
                <a:chExt cx="2988568" cy="2857500"/>
              </a:xfrm>
            </p:grpSpPr>
            <p:sp>
              <p:nvSpPr>
                <p:cNvPr id="48" name="等腰三角形 47">
                  <a:extLst>
                    <a:ext uri="{FF2B5EF4-FFF2-40B4-BE49-F238E27FC236}">
                      <a16:creationId xmlns:a16="http://schemas.microsoft.com/office/drawing/2014/main" id="{597AA0EC-81D8-47B4-A5FC-2D072CF5CD06}"/>
                    </a:ext>
                  </a:extLst>
                </p:cNvPr>
                <p:cNvSpPr/>
                <p:nvPr/>
              </p:nvSpPr>
              <p:spPr bwMode="auto">
                <a:xfrm>
                  <a:off x="838582" y="4163090"/>
                  <a:ext cx="2988568" cy="2857500"/>
                </a:xfrm>
                <a:prstGeom prst="triangle">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itchFamily="34" charset="0"/>
                  </a:endParaRPr>
                </a:p>
              </p:txBody>
            </p:sp>
            <p:cxnSp>
              <p:nvCxnSpPr>
                <p:cNvPr id="49" name="直接连接符 48">
                  <a:extLst>
                    <a:ext uri="{FF2B5EF4-FFF2-40B4-BE49-F238E27FC236}">
                      <a16:creationId xmlns:a16="http://schemas.microsoft.com/office/drawing/2014/main" id="{31FC20D0-68DF-4A84-86C6-8E0CD892CBD8}"/>
                    </a:ext>
                  </a:extLst>
                </p:cNvPr>
                <p:cNvCxnSpPr>
                  <a:cxnSpLocks/>
                </p:cNvCxnSpPr>
                <p:nvPr/>
              </p:nvCxnSpPr>
              <p:spPr bwMode="auto">
                <a:xfrm>
                  <a:off x="1829182" y="5117831"/>
                  <a:ext cx="990600"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50" name="直接连接符 49">
                  <a:extLst>
                    <a:ext uri="{FF2B5EF4-FFF2-40B4-BE49-F238E27FC236}">
                      <a16:creationId xmlns:a16="http://schemas.microsoft.com/office/drawing/2014/main" id="{E4627FD8-95EB-44F8-8052-58FC7DCA3BDD}"/>
                    </a:ext>
                  </a:extLst>
                </p:cNvPr>
                <p:cNvCxnSpPr>
                  <a:cxnSpLocks/>
                  <a:stCxn id="48" idx="1"/>
                  <a:endCxn id="48" idx="5"/>
                </p:cNvCxnSpPr>
                <p:nvPr/>
              </p:nvCxnSpPr>
              <p:spPr bwMode="auto">
                <a:xfrm>
                  <a:off x="1585724" y="5591840"/>
                  <a:ext cx="1494284"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51" name="直接连接符 50">
                  <a:extLst>
                    <a:ext uri="{FF2B5EF4-FFF2-40B4-BE49-F238E27FC236}">
                      <a16:creationId xmlns:a16="http://schemas.microsoft.com/office/drawing/2014/main" id="{A72C27BE-6C27-474A-983B-135D4B1345F2}"/>
                    </a:ext>
                  </a:extLst>
                </p:cNvPr>
                <p:cNvCxnSpPr>
                  <a:cxnSpLocks/>
                </p:cNvCxnSpPr>
                <p:nvPr/>
              </p:nvCxnSpPr>
              <p:spPr bwMode="auto">
                <a:xfrm>
                  <a:off x="1295782" y="6108431"/>
                  <a:ext cx="2057400"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52" name="直接连接符 51">
                  <a:extLst>
                    <a:ext uri="{FF2B5EF4-FFF2-40B4-BE49-F238E27FC236}">
                      <a16:creationId xmlns:a16="http://schemas.microsoft.com/office/drawing/2014/main" id="{E905979B-8F01-4F65-AC20-91412D16C18A}"/>
                    </a:ext>
                  </a:extLst>
                </p:cNvPr>
                <p:cNvCxnSpPr>
                  <a:cxnSpLocks/>
                </p:cNvCxnSpPr>
                <p:nvPr/>
              </p:nvCxnSpPr>
              <p:spPr bwMode="auto">
                <a:xfrm>
                  <a:off x="1067182" y="6565631"/>
                  <a:ext cx="2514600" cy="0"/>
                </a:xfrm>
                <a:prstGeom prst="line">
                  <a:avLst/>
                </a:prstGeom>
                <a:solidFill>
                  <a:srgbClr val="C0C0C0"/>
                </a:solidFill>
                <a:ln w="19050" cap="flat" cmpd="sng" algn="ctr">
                  <a:solidFill>
                    <a:schemeClr val="tx1"/>
                  </a:solidFill>
                  <a:prstDash val="solid"/>
                  <a:round/>
                  <a:headEnd type="none" w="med" len="med"/>
                  <a:tailEnd type="none" w="med" len="med"/>
                </a:ln>
                <a:effectLst/>
              </p:spPr>
            </p:cxnSp>
          </p:grpSp>
          <p:sp>
            <p:nvSpPr>
              <p:cNvPr id="53" name="文本框 52">
                <a:extLst>
                  <a:ext uri="{FF2B5EF4-FFF2-40B4-BE49-F238E27FC236}">
                    <a16:creationId xmlns:a16="http://schemas.microsoft.com/office/drawing/2014/main" id="{592D7CA1-8A0C-46C3-942F-FCD650D71370}"/>
                  </a:ext>
                </a:extLst>
              </p:cNvPr>
              <p:cNvSpPr txBox="1"/>
              <p:nvPr/>
            </p:nvSpPr>
            <p:spPr>
              <a:xfrm>
                <a:off x="4128301" y="3039834"/>
                <a:ext cx="1025015" cy="369332"/>
              </a:xfrm>
              <a:prstGeom prst="rect">
                <a:avLst/>
              </a:prstGeom>
              <a:noFill/>
            </p:spPr>
            <p:txBody>
              <a:bodyPr wrap="square">
                <a:spAutoFit/>
              </a:bodyPr>
              <a:lstStyle/>
              <a:p>
                <a:r>
                  <a:rPr lang="en-US" altLang="zh-CN" dirty="0">
                    <a:solidFill>
                      <a:srgbClr val="C00000"/>
                    </a:solidFill>
                  </a:rPr>
                  <a:t>DISK</a:t>
                </a:r>
                <a:endParaRPr lang="zh-CN" altLang="en-US" dirty="0">
                  <a:solidFill>
                    <a:srgbClr val="C00000"/>
                  </a:solidFill>
                </a:endParaRPr>
              </a:p>
            </p:txBody>
          </p:sp>
          <p:sp>
            <p:nvSpPr>
              <p:cNvPr id="54" name="文本框 53">
                <a:extLst>
                  <a:ext uri="{FF2B5EF4-FFF2-40B4-BE49-F238E27FC236}">
                    <a16:creationId xmlns:a16="http://schemas.microsoft.com/office/drawing/2014/main" id="{E3CD996F-3B85-4018-92D9-3B75413FF2A4}"/>
                  </a:ext>
                </a:extLst>
              </p:cNvPr>
              <p:cNvSpPr txBox="1"/>
              <p:nvPr/>
            </p:nvSpPr>
            <p:spPr>
              <a:xfrm>
                <a:off x="4167726" y="2580337"/>
                <a:ext cx="679946" cy="379451"/>
              </a:xfrm>
              <a:prstGeom prst="rect">
                <a:avLst/>
              </a:prstGeom>
              <a:noFill/>
            </p:spPr>
            <p:txBody>
              <a:bodyPr wrap="square">
                <a:spAutoFit/>
              </a:bodyPr>
              <a:lstStyle/>
              <a:p>
                <a:r>
                  <a:rPr lang="en-US" altLang="zh-CN" dirty="0">
                    <a:solidFill>
                      <a:schemeClr val="accent5">
                        <a:lumMod val="50000"/>
                      </a:schemeClr>
                    </a:solidFill>
                  </a:rPr>
                  <a:t>SSD</a:t>
                </a:r>
                <a:endParaRPr lang="zh-CN" altLang="en-US" dirty="0">
                  <a:solidFill>
                    <a:schemeClr val="accent5">
                      <a:lumMod val="50000"/>
                    </a:schemeClr>
                  </a:solidFill>
                </a:endParaRPr>
              </a:p>
            </p:txBody>
          </p:sp>
          <p:sp>
            <p:nvSpPr>
              <p:cNvPr id="55" name="文本框 54">
                <a:extLst>
                  <a:ext uri="{FF2B5EF4-FFF2-40B4-BE49-F238E27FC236}">
                    <a16:creationId xmlns:a16="http://schemas.microsoft.com/office/drawing/2014/main" id="{5CF97F12-9499-4278-9153-1589E9C49384}"/>
                  </a:ext>
                </a:extLst>
              </p:cNvPr>
              <p:cNvSpPr txBox="1"/>
              <p:nvPr/>
            </p:nvSpPr>
            <p:spPr>
              <a:xfrm>
                <a:off x="4128300" y="2082170"/>
                <a:ext cx="1010858" cy="379451"/>
              </a:xfrm>
              <a:prstGeom prst="rect">
                <a:avLst/>
              </a:prstGeom>
              <a:noFill/>
            </p:spPr>
            <p:txBody>
              <a:bodyPr wrap="square">
                <a:spAutoFit/>
              </a:bodyPr>
              <a:lstStyle/>
              <a:p>
                <a:r>
                  <a:rPr lang="en-US" altLang="zh-CN" dirty="0">
                    <a:solidFill>
                      <a:srgbClr val="00B050"/>
                    </a:solidFill>
                  </a:rPr>
                  <a:t>DDR</a:t>
                </a:r>
                <a:endParaRPr lang="zh-CN" altLang="en-US" dirty="0">
                  <a:solidFill>
                    <a:srgbClr val="00B050"/>
                  </a:solidFill>
                </a:endParaRPr>
              </a:p>
            </p:txBody>
          </p:sp>
          <p:sp>
            <p:nvSpPr>
              <p:cNvPr id="56" name="文本框 55">
                <a:extLst>
                  <a:ext uri="{FF2B5EF4-FFF2-40B4-BE49-F238E27FC236}">
                    <a16:creationId xmlns:a16="http://schemas.microsoft.com/office/drawing/2014/main" id="{B7474121-3392-4679-B2AB-79965328970E}"/>
                  </a:ext>
                </a:extLst>
              </p:cNvPr>
              <p:cNvSpPr txBox="1"/>
              <p:nvPr/>
            </p:nvSpPr>
            <p:spPr>
              <a:xfrm>
                <a:off x="4115225" y="1604868"/>
                <a:ext cx="1099820" cy="369332"/>
              </a:xfrm>
              <a:prstGeom prst="rect">
                <a:avLst/>
              </a:prstGeom>
              <a:noFill/>
            </p:spPr>
            <p:txBody>
              <a:bodyPr wrap="square">
                <a:spAutoFit/>
              </a:bodyPr>
              <a:lstStyle/>
              <a:p>
                <a:r>
                  <a:rPr lang="en-US" altLang="zh-CN" dirty="0">
                    <a:solidFill>
                      <a:srgbClr val="00B0F0"/>
                    </a:solidFill>
                  </a:rPr>
                  <a:t>HBM</a:t>
                </a:r>
                <a:endParaRPr lang="zh-CN" altLang="en-US" dirty="0">
                  <a:solidFill>
                    <a:srgbClr val="00B0F0"/>
                  </a:solidFill>
                </a:endParaRPr>
              </a:p>
            </p:txBody>
          </p:sp>
          <p:sp>
            <p:nvSpPr>
              <p:cNvPr id="57" name="文本框 56">
                <a:extLst>
                  <a:ext uri="{FF2B5EF4-FFF2-40B4-BE49-F238E27FC236}">
                    <a16:creationId xmlns:a16="http://schemas.microsoft.com/office/drawing/2014/main" id="{31121AB9-E232-402C-B6CF-F8C20E18945E}"/>
                  </a:ext>
                </a:extLst>
              </p:cNvPr>
              <p:cNvSpPr txBox="1"/>
              <p:nvPr/>
            </p:nvSpPr>
            <p:spPr>
              <a:xfrm>
                <a:off x="4023854" y="1161907"/>
                <a:ext cx="1099820" cy="369332"/>
              </a:xfrm>
              <a:prstGeom prst="rect">
                <a:avLst/>
              </a:prstGeom>
              <a:noFill/>
            </p:spPr>
            <p:txBody>
              <a:bodyPr wrap="square">
                <a:spAutoFit/>
              </a:bodyPr>
              <a:lstStyle/>
              <a:p>
                <a:r>
                  <a:rPr lang="en-US" altLang="zh-CN" dirty="0">
                    <a:solidFill>
                      <a:srgbClr val="0070C0"/>
                    </a:solidFill>
                  </a:rPr>
                  <a:t>SRAM</a:t>
                </a:r>
                <a:endParaRPr lang="zh-CN" altLang="en-US" dirty="0">
                  <a:solidFill>
                    <a:srgbClr val="0070C0"/>
                  </a:solidFill>
                </a:endParaRPr>
              </a:p>
            </p:txBody>
          </p:sp>
          <p:sp>
            <p:nvSpPr>
              <p:cNvPr id="69" name="文本框 68">
                <a:extLst>
                  <a:ext uri="{FF2B5EF4-FFF2-40B4-BE49-F238E27FC236}">
                    <a16:creationId xmlns:a16="http://schemas.microsoft.com/office/drawing/2014/main" id="{5E4A026E-0612-48F7-A6D6-7D0EAE7FC238}"/>
                  </a:ext>
                </a:extLst>
              </p:cNvPr>
              <p:cNvSpPr txBox="1"/>
              <p:nvPr/>
            </p:nvSpPr>
            <p:spPr>
              <a:xfrm>
                <a:off x="4813475" y="3130259"/>
                <a:ext cx="856348" cy="276999"/>
              </a:xfrm>
              <a:prstGeom prst="rect">
                <a:avLst/>
              </a:prstGeom>
              <a:noFill/>
            </p:spPr>
            <p:txBody>
              <a:bodyPr wrap="square">
                <a:spAutoFit/>
              </a:bodyPr>
              <a:lstStyle/>
              <a:p>
                <a:r>
                  <a:rPr lang="en-US" altLang="zh-CN" sz="1200" dirty="0">
                    <a:solidFill>
                      <a:srgbClr val="C00000"/>
                    </a:solidFill>
                  </a:rPr>
                  <a:t>~10MB/s</a:t>
                </a:r>
                <a:endParaRPr lang="zh-CN" altLang="en-US" sz="1200" dirty="0">
                  <a:solidFill>
                    <a:srgbClr val="C00000"/>
                  </a:solidFill>
                </a:endParaRPr>
              </a:p>
            </p:txBody>
          </p:sp>
          <p:sp>
            <p:nvSpPr>
              <p:cNvPr id="70" name="文本框 69">
                <a:extLst>
                  <a:ext uri="{FF2B5EF4-FFF2-40B4-BE49-F238E27FC236}">
                    <a16:creationId xmlns:a16="http://schemas.microsoft.com/office/drawing/2014/main" id="{89A8A9E6-6A83-418C-8A0C-F66C64D3ADDE}"/>
                  </a:ext>
                </a:extLst>
              </p:cNvPr>
              <p:cNvSpPr txBox="1"/>
              <p:nvPr/>
            </p:nvSpPr>
            <p:spPr>
              <a:xfrm>
                <a:off x="5083887" y="2652889"/>
                <a:ext cx="792254" cy="276999"/>
              </a:xfrm>
              <a:prstGeom prst="rect">
                <a:avLst/>
              </a:prstGeom>
              <a:noFill/>
            </p:spPr>
            <p:txBody>
              <a:bodyPr wrap="square">
                <a:spAutoFit/>
              </a:bodyPr>
              <a:lstStyle/>
              <a:p>
                <a:r>
                  <a:rPr lang="en-US" altLang="zh-CN" sz="1200" dirty="0">
                    <a:solidFill>
                      <a:srgbClr val="946A32"/>
                    </a:solidFill>
                  </a:rPr>
                  <a:t>~1GB/s</a:t>
                </a:r>
                <a:endParaRPr lang="zh-CN" altLang="en-US" sz="1400" dirty="0">
                  <a:solidFill>
                    <a:srgbClr val="946A32"/>
                  </a:solidFill>
                </a:endParaRPr>
              </a:p>
            </p:txBody>
          </p:sp>
          <p:sp>
            <p:nvSpPr>
              <p:cNvPr id="71" name="文本框 70">
                <a:extLst>
                  <a:ext uri="{FF2B5EF4-FFF2-40B4-BE49-F238E27FC236}">
                    <a16:creationId xmlns:a16="http://schemas.microsoft.com/office/drawing/2014/main" id="{2D9F4407-1097-4672-9BBA-0F04D906342D}"/>
                  </a:ext>
                </a:extLst>
              </p:cNvPr>
              <p:cNvSpPr txBox="1"/>
              <p:nvPr/>
            </p:nvSpPr>
            <p:spPr>
              <a:xfrm>
                <a:off x="5319013" y="2220630"/>
                <a:ext cx="839178" cy="276999"/>
              </a:xfrm>
              <a:prstGeom prst="rect">
                <a:avLst/>
              </a:prstGeom>
              <a:noFill/>
            </p:spPr>
            <p:txBody>
              <a:bodyPr wrap="square">
                <a:spAutoFit/>
              </a:bodyPr>
              <a:lstStyle/>
              <a:p>
                <a:r>
                  <a:rPr lang="en-US" altLang="zh-CN" sz="1200" dirty="0">
                    <a:solidFill>
                      <a:srgbClr val="00B050"/>
                    </a:solidFill>
                  </a:rPr>
                  <a:t>~10GB/s</a:t>
                </a:r>
                <a:endParaRPr lang="zh-CN" altLang="en-US" sz="1400" dirty="0">
                  <a:solidFill>
                    <a:srgbClr val="00B050"/>
                  </a:solidFill>
                </a:endParaRPr>
              </a:p>
            </p:txBody>
          </p:sp>
          <p:sp>
            <p:nvSpPr>
              <p:cNvPr id="73" name="文本框 72">
                <a:extLst>
                  <a:ext uri="{FF2B5EF4-FFF2-40B4-BE49-F238E27FC236}">
                    <a16:creationId xmlns:a16="http://schemas.microsoft.com/office/drawing/2014/main" id="{34402B4A-E572-49C0-85BB-D379DEFABD8A}"/>
                  </a:ext>
                </a:extLst>
              </p:cNvPr>
              <p:cNvSpPr txBox="1"/>
              <p:nvPr/>
            </p:nvSpPr>
            <p:spPr>
              <a:xfrm>
                <a:off x="5816429" y="1225251"/>
                <a:ext cx="792255" cy="276999"/>
              </a:xfrm>
              <a:prstGeom prst="rect">
                <a:avLst/>
              </a:prstGeom>
              <a:noFill/>
            </p:spPr>
            <p:txBody>
              <a:bodyPr wrap="square">
                <a:spAutoFit/>
              </a:bodyPr>
              <a:lstStyle/>
              <a:p>
                <a:r>
                  <a:rPr lang="en-US" altLang="zh-CN" sz="1200" dirty="0">
                    <a:solidFill>
                      <a:srgbClr val="00B050"/>
                    </a:solidFill>
                  </a:rPr>
                  <a:t>~1TB/s</a:t>
                </a:r>
                <a:endParaRPr lang="zh-CN" altLang="en-US" sz="1400" dirty="0">
                  <a:solidFill>
                    <a:srgbClr val="00B050"/>
                  </a:solidFill>
                </a:endParaRPr>
              </a:p>
            </p:txBody>
          </p:sp>
        </p:grpSp>
      </p:grpSp>
    </p:spTree>
    <p:extLst>
      <p:ext uri="{BB962C8B-B14F-4D97-AF65-F5344CB8AC3E}">
        <p14:creationId xmlns:p14="http://schemas.microsoft.com/office/powerpoint/2010/main" val="112651097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66A54685-732A-4400-9BF3-FAF4AE5FB4C9}"/>
              </a:ext>
            </a:extLst>
          </p:cNvPr>
          <p:cNvPicPr>
            <a:picLocks noChangeAspect="1"/>
          </p:cNvPicPr>
          <p:nvPr/>
        </p:nvPicPr>
        <p:blipFill>
          <a:blip r:embed="rId2"/>
          <a:stretch>
            <a:fillRect/>
          </a:stretch>
        </p:blipFill>
        <p:spPr>
          <a:xfrm>
            <a:off x="-13138" y="908019"/>
            <a:ext cx="9144000" cy="5238364"/>
          </a:xfrm>
          <a:prstGeom prst="rect">
            <a:avLst/>
          </a:prstGeom>
        </p:spPr>
      </p:pic>
      <p:sp>
        <p:nvSpPr>
          <p:cNvPr id="4" name="灯片编号占位符 3">
            <a:extLst>
              <a:ext uri="{FF2B5EF4-FFF2-40B4-BE49-F238E27FC236}">
                <a16:creationId xmlns:a16="http://schemas.microsoft.com/office/drawing/2014/main" id="{55751EBB-48F2-4EBC-BFD3-511916AA9A95}"/>
              </a:ext>
            </a:extLst>
          </p:cNvPr>
          <p:cNvSpPr>
            <a:spLocks noGrp="1"/>
          </p:cNvSpPr>
          <p:nvPr>
            <p:ph type="sldNum" sz="quarter" idx="11"/>
          </p:nvPr>
        </p:nvSpPr>
        <p:spPr>
          <a:xfrm>
            <a:off x="6630988" y="6330394"/>
            <a:ext cx="2133600" cy="457200"/>
          </a:xfrm>
        </p:spPr>
        <p:txBody>
          <a:bodyPr/>
          <a:lstStyle/>
          <a:p>
            <a:pPr>
              <a:defRPr/>
            </a:pPr>
            <a:fld id="{753DEEF8-87BA-7144-9648-F84693A6E11D}" type="slidenum">
              <a:rPr lang="en-US" altLang="en-US" smtClean="0"/>
              <a:pPr>
                <a:defRPr/>
              </a:pPr>
              <a:t>14</a:t>
            </a:fld>
            <a:endParaRPr lang="en-US" altLang="en-US"/>
          </a:p>
        </p:txBody>
      </p:sp>
      <p:sp>
        <p:nvSpPr>
          <p:cNvPr id="157" name="Rectangle 36">
            <a:extLst>
              <a:ext uri="{FF2B5EF4-FFF2-40B4-BE49-F238E27FC236}">
                <a16:creationId xmlns:a16="http://schemas.microsoft.com/office/drawing/2014/main" id="{24589136-D5B5-41F9-AC76-5B4107FF66CB}"/>
              </a:ext>
            </a:extLst>
          </p:cNvPr>
          <p:cNvSpPr/>
          <p:nvPr/>
        </p:nvSpPr>
        <p:spPr>
          <a:xfrm flipV="1">
            <a:off x="8153400" y="2286000"/>
            <a:ext cx="914400" cy="8382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Title 1">
            <a:extLst>
              <a:ext uri="{FF2B5EF4-FFF2-40B4-BE49-F238E27FC236}">
                <a16:creationId xmlns:a16="http://schemas.microsoft.com/office/drawing/2014/main" id="{9D44D825-827C-4862-B6D5-ADA7CEAD3407}"/>
              </a:ext>
            </a:extLst>
          </p:cNvPr>
          <p:cNvSpPr>
            <a:spLocks noGrp="1" noChangeArrowheads="1"/>
          </p:cNvSpPr>
          <p:nvPr>
            <p:ph type="title"/>
          </p:nvPr>
        </p:nvSpPr>
        <p:spPr>
          <a:xfrm>
            <a:off x="228600" y="0"/>
            <a:ext cx="8610600" cy="914400"/>
          </a:xfrm>
        </p:spPr>
        <p:txBody>
          <a:bodyPr anchor="ctr"/>
          <a:lstStyle/>
          <a:p>
            <a:r>
              <a:rPr lang="en-US" altLang="en-US" b="1" dirty="0">
                <a:ea typeface="ＭＳ Ｐゴシック" panose="020B0600070205080204" pitchFamily="34" charset="-128"/>
              </a:rPr>
              <a:t>Where Are We?</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42105863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8600" y="152400"/>
            <a:ext cx="8610600" cy="845127"/>
          </a:xfrm>
        </p:spPr>
        <p:txBody>
          <a:bodyPr anchor="ctr" anchorCtr="0"/>
          <a:lstStyle/>
          <a:p>
            <a:r>
              <a:rPr lang="en-US" dirty="0"/>
              <a:t>Agenda for Today</a:t>
            </a:r>
          </a:p>
        </p:txBody>
      </p:sp>
      <p:sp>
        <p:nvSpPr>
          <p:cNvPr id="3" name="Marcador de contenido 2"/>
          <p:cNvSpPr>
            <a:spLocks noGrp="1"/>
          </p:cNvSpPr>
          <p:nvPr>
            <p:ph idx="1"/>
          </p:nvPr>
        </p:nvSpPr>
        <p:spPr/>
        <p:txBody>
          <a:bodyPr>
            <a:normAutofit/>
          </a:bodyPr>
          <a:lstStyle/>
          <a:p>
            <a:r>
              <a:rPr lang="en-US" dirty="0">
                <a:solidFill>
                  <a:srgbClr val="0432FF"/>
                </a:solidFill>
                <a:ea typeface="ヒラギノ角ゴ Pro W3" pitchFamily="-108" charset="-128"/>
                <a:cs typeface="ヒラギノ角ゴ Pro W3" pitchFamily="-108" charset="-128"/>
              </a:rPr>
              <a:t>Why GPU? </a:t>
            </a:r>
          </a:p>
          <a:p>
            <a:pPr marL="0" indent="0">
              <a:buNone/>
            </a:pPr>
            <a:endParaRPr lang="en-US" dirty="0">
              <a:solidFill>
                <a:srgbClr val="0000FF"/>
              </a:solidFill>
              <a:ea typeface="ヒラギノ角ゴ Pro W3" pitchFamily="-108" charset="-128"/>
              <a:cs typeface="ヒラギノ角ゴ Pro W3" pitchFamily="-108" charset="-128"/>
            </a:endParaRPr>
          </a:p>
          <a:p>
            <a:r>
              <a:rPr lang="en-US" altLang="zh-CN" dirty="0">
                <a:ea typeface="ヒラギノ角ゴ Pro W3" pitchFamily="-108" charset="-128"/>
                <a:cs typeface="ヒラギノ角ゴ Pro W3" pitchFamily="-108" charset="-128"/>
              </a:rPr>
              <a:t>Hardware Execution Model</a:t>
            </a:r>
          </a:p>
          <a:p>
            <a:endParaRPr lang="en-US" dirty="0">
              <a:ea typeface="ヒラギノ角ゴ Pro W3" pitchFamily="-108" charset="-128"/>
              <a:cs typeface="ヒラギノ角ゴ Pro W3" pitchFamily="-108" charset="-128"/>
            </a:endParaRPr>
          </a:p>
          <a:p>
            <a:r>
              <a:rPr lang="en-US" dirty="0">
                <a:ea typeface="ヒラギノ角ゴ Pro W3" pitchFamily="-108" charset="-128"/>
              </a:rPr>
              <a:t>Programming Model</a:t>
            </a:r>
          </a:p>
          <a:p>
            <a:pPr lvl="1"/>
            <a:r>
              <a:rPr lang="en-US" dirty="0">
                <a:ea typeface="ヒラギノ角ゴ Pro W3" pitchFamily="-108" charset="-128"/>
                <a:cs typeface="ヒラギノ角ゴ Pro W3" pitchFamily="-108" charset="-128"/>
              </a:rPr>
              <a:t>SISD</a:t>
            </a:r>
            <a:r>
              <a:rPr lang="zh-CN" altLang="en-US" dirty="0">
                <a:ea typeface="ヒラギノ角ゴ Pro W3" pitchFamily="-108" charset="-128"/>
                <a:cs typeface="ヒラギノ角ゴ Pro W3" pitchFamily="-108" charset="-128"/>
              </a:rPr>
              <a:t> </a:t>
            </a:r>
            <a:r>
              <a:rPr lang="en-US" altLang="zh-CN" dirty="0">
                <a:ea typeface="ヒラギノ角ゴ Pro W3" pitchFamily="-108" charset="-128"/>
                <a:cs typeface="ヒラギノ角ゴ Pro W3" pitchFamily="-108" charset="-128"/>
              </a:rPr>
              <a:t>vs. SIMD vs. SPMD</a:t>
            </a:r>
          </a:p>
          <a:p>
            <a:pPr lvl="1"/>
            <a:r>
              <a:rPr lang="en-US" dirty="0">
                <a:ea typeface="ヒラギノ角ゴ Pro W3" pitchFamily="-108" charset="-128"/>
                <a:cs typeface="ヒラギノ角ゴ Pro W3" pitchFamily="-108" charset="-128"/>
              </a:rPr>
              <a:t>GPU Programming Example</a:t>
            </a:r>
          </a:p>
          <a:p>
            <a:pPr marL="344487" lvl="1" indent="0">
              <a:buNone/>
            </a:pPr>
            <a:endParaRPr lang="en-US" dirty="0">
              <a:ea typeface="ヒラギノ角ゴ Pro W3" pitchFamily="-108" charset="-128"/>
              <a:cs typeface="ヒラギノ角ゴ Pro W3" pitchFamily="-108" charset="-128"/>
            </a:endParaRPr>
          </a:p>
          <a:p>
            <a:pPr lvl="0">
              <a:buClr>
                <a:srgbClr val="CC9900"/>
              </a:buClr>
            </a:pPr>
            <a:r>
              <a:rPr lang="en-US" altLang="zh-CN" dirty="0">
                <a:solidFill>
                  <a:srgbClr val="000000"/>
                </a:solidFill>
                <a:ea typeface="ヒラギノ角ゴ Pro W3" pitchFamily="-108" charset="-128"/>
                <a:cs typeface="ヒラギノ角ゴ Pro W3" pitchFamily="-108" charset="-128"/>
              </a:rPr>
              <a:t>Advance</a:t>
            </a:r>
          </a:p>
          <a:p>
            <a:pPr lvl="1">
              <a:buClr>
                <a:srgbClr val="CC9900"/>
              </a:buClr>
            </a:pPr>
            <a:r>
              <a:rPr lang="en-US" altLang="zh-CN" dirty="0">
                <a:solidFill>
                  <a:srgbClr val="000000"/>
                </a:solidFill>
                <a:ea typeface="ヒラギノ角ゴ Pro W3" pitchFamily="-108" charset="-128"/>
                <a:cs typeface="ヒラギノ角ゴ Pro W3" pitchFamily="-108" charset="-128"/>
              </a:rPr>
              <a:t>SIMT (Hardware) &amp; Warp (Software)</a:t>
            </a:r>
          </a:p>
          <a:p>
            <a:pPr lvl="2"/>
            <a:endParaRPr lang="en-US" dirty="0">
              <a:ea typeface="ヒラギノ角ゴ Pro W3" pitchFamily="-108" charset="-128"/>
              <a:cs typeface="ヒラギノ角ゴ Pro W3" pitchFamily="-108" charset="-128"/>
            </a:endParaRP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15</a:t>
            </a:fld>
            <a:endParaRPr lang="en-US" altLang="en-US"/>
          </a:p>
        </p:txBody>
      </p:sp>
      <p:sp>
        <p:nvSpPr>
          <p:cNvPr id="5" name="Rectangle 4">
            <a:extLst>
              <a:ext uri="{FF2B5EF4-FFF2-40B4-BE49-F238E27FC236}">
                <a16:creationId xmlns:a16="http://schemas.microsoft.com/office/drawing/2014/main" id="{3EAB8116-126C-5648-BEF0-E6606F73B7C9}"/>
              </a:ext>
            </a:extLst>
          </p:cNvPr>
          <p:cNvSpPr>
            <a:spLocks noChangeArrowheads="1"/>
          </p:cNvSpPr>
          <p:nvPr/>
        </p:nvSpPr>
        <p:spPr bwMode="auto">
          <a:xfrm>
            <a:off x="280336" y="997527"/>
            <a:ext cx="4596464" cy="533400"/>
          </a:xfrm>
          <a:prstGeom prst="rect">
            <a:avLst/>
          </a:prstGeom>
          <a:noFill/>
          <a:ln w="38100">
            <a:solidFill>
              <a:srgbClr val="FF0000"/>
            </a:solidFill>
            <a:miter lim="800000"/>
            <a:headEnd/>
            <a:tailEnd/>
          </a:ln>
          <a:effectLst>
            <a:outerShdw blurRad="63500" dist="23000" dir="5400000" rotWithShape="0">
              <a:srgbClr val="000000">
                <a:alpha val="34998"/>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Tahoma" charset="0"/>
              <a:ea typeface="ＭＳ Ｐゴシック" charset="-128"/>
              <a:cs typeface="+mn-cs"/>
            </a:endParaRPr>
          </a:p>
        </p:txBody>
      </p:sp>
    </p:spTree>
    <p:extLst>
      <p:ext uri="{BB962C8B-B14F-4D97-AF65-F5344CB8AC3E}">
        <p14:creationId xmlns:p14="http://schemas.microsoft.com/office/powerpoint/2010/main" val="227939646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68F9301F-200A-4C9F-9BC7-A9CA02E8A85A}"/>
              </a:ext>
            </a:extLst>
          </p:cNvPr>
          <p:cNvSpPr/>
          <p:nvPr/>
        </p:nvSpPr>
        <p:spPr>
          <a:xfrm>
            <a:off x="2069292" y="951862"/>
            <a:ext cx="4788490" cy="461665"/>
          </a:xfrm>
          <a:prstGeom prst="rect">
            <a:avLst/>
          </a:prstGeom>
        </p:spPr>
        <p:txBody>
          <a:bodyPr wrap="none">
            <a:spAutoFit/>
          </a:bodyPr>
          <a:lstStyle/>
          <a:p>
            <a:r>
              <a:rPr lang="en-US" altLang="zh-CN" sz="2400" dirty="0">
                <a:solidFill>
                  <a:srgbClr val="C00000"/>
                </a:solidFill>
                <a:cs typeface="+mj-cs"/>
              </a:rPr>
              <a:t>Motivation of In-network Computing</a:t>
            </a:r>
            <a:endParaRPr lang="zh-CN" altLang="en-US" sz="1200" dirty="0"/>
          </a:p>
        </p:txBody>
      </p:sp>
      <p:sp>
        <p:nvSpPr>
          <p:cNvPr id="54" name="Rectangle 2">
            <a:extLst>
              <a:ext uri="{FF2B5EF4-FFF2-40B4-BE49-F238E27FC236}">
                <a16:creationId xmlns:a16="http://schemas.microsoft.com/office/drawing/2014/main" id="{82D9D992-8110-4752-809A-6133FEB65846}"/>
              </a:ext>
            </a:extLst>
          </p:cNvPr>
          <p:cNvSpPr/>
          <p:nvPr/>
        </p:nvSpPr>
        <p:spPr>
          <a:xfrm>
            <a:off x="-152400" y="-203200"/>
            <a:ext cx="9601199" cy="70612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55" name="TextBox 3">
            <a:extLst>
              <a:ext uri="{FF2B5EF4-FFF2-40B4-BE49-F238E27FC236}">
                <a16:creationId xmlns:a16="http://schemas.microsoft.com/office/drawing/2014/main" id="{1B997306-FA4F-4F7B-8126-9FAAA79FA40E}"/>
              </a:ext>
            </a:extLst>
          </p:cNvPr>
          <p:cNvSpPr txBox="1"/>
          <p:nvPr/>
        </p:nvSpPr>
        <p:spPr>
          <a:xfrm>
            <a:off x="1904192" y="2280498"/>
            <a:ext cx="5257800" cy="584775"/>
          </a:xfrm>
          <a:prstGeom prst="rect">
            <a:avLst/>
          </a:prstGeom>
          <a:noFill/>
        </p:spPr>
        <p:txBody>
          <a:bodyPr wrap="square" rtlCol="0">
            <a:spAutoFit/>
          </a:bodyPr>
          <a:lstStyle/>
          <a:p>
            <a:pPr algn="ctr"/>
            <a:r>
              <a:rPr lang="en-US" sz="3200" b="1" i="1" dirty="0">
                <a:solidFill>
                  <a:schemeClr val="bg1"/>
                </a:solidFill>
              </a:rPr>
              <a:t>Why GPU?</a:t>
            </a:r>
            <a:endParaRPr lang="en-US" sz="3200" b="1" i="1" u="sng" dirty="0">
              <a:solidFill>
                <a:schemeClr val="bg1"/>
              </a:solidFill>
            </a:endParaRPr>
          </a:p>
        </p:txBody>
      </p:sp>
      <p:sp>
        <p:nvSpPr>
          <p:cNvPr id="6" name="TextBox 3">
            <a:extLst>
              <a:ext uri="{FF2B5EF4-FFF2-40B4-BE49-F238E27FC236}">
                <a16:creationId xmlns:a16="http://schemas.microsoft.com/office/drawing/2014/main" id="{F6980324-3454-4E1B-BD07-1AD74581D1ED}"/>
              </a:ext>
            </a:extLst>
          </p:cNvPr>
          <p:cNvSpPr txBox="1"/>
          <p:nvPr/>
        </p:nvSpPr>
        <p:spPr>
          <a:xfrm>
            <a:off x="1676400" y="3984474"/>
            <a:ext cx="6018992" cy="584775"/>
          </a:xfrm>
          <a:prstGeom prst="rect">
            <a:avLst/>
          </a:prstGeom>
          <a:noFill/>
        </p:spPr>
        <p:txBody>
          <a:bodyPr wrap="square" rtlCol="0">
            <a:spAutoFit/>
          </a:bodyPr>
          <a:lstStyle/>
          <a:p>
            <a:pPr algn="ctr"/>
            <a:r>
              <a:rPr lang="en-US" sz="3200" b="1" dirty="0">
                <a:solidFill>
                  <a:srgbClr val="00B0F0"/>
                </a:solidFill>
              </a:rPr>
              <a:t>Need More Computing Power.</a:t>
            </a:r>
            <a:endParaRPr lang="en-US" sz="3200" b="1" u="sng" dirty="0">
              <a:solidFill>
                <a:srgbClr val="00B0F0"/>
              </a:solidFill>
            </a:endParaRPr>
          </a:p>
        </p:txBody>
      </p:sp>
    </p:spTree>
    <p:custDataLst>
      <p:tags r:id="rId1"/>
    </p:custDataLst>
    <p:extLst>
      <p:ext uri="{BB962C8B-B14F-4D97-AF65-F5344CB8AC3E}">
        <p14:creationId xmlns:p14="http://schemas.microsoft.com/office/powerpoint/2010/main" val="14221787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a:xfrm>
            <a:off x="76200" y="152400"/>
            <a:ext cx="9067800" cy="697468"/>
          </a:xfrm>
        </p:spPr>
        <p:txBody>
          <a:bodyPr/>
          <a:lstStyle/>
          <a:p>
            <a:r>
              <a:rPr lang="en-US" altLang="zh-CN" sz="3600" dirty="0" err="1"/>
              <a:t>OpenAI</a:t>
            </a:r>
            <a:r>
              <a:rPr lang="en-US" altLang="zh-CN" sz="3600" dirty="0"/>
              <a:t>: Compute Power Needed by NN Model</a:t>
            </a:r>
            <a:endParaRPr lang="en-US" altLang="zh-CN" sz="3600" dirty="0">
              <a:solidFill>
                <a:schemeClr val="tx1"/>
              </a:solidFill>
            </a:endParaRPr>
          </a:p>
        </p:txBody>
      </p:sp>
      <p:graphicFrame>
        <p:nvGraphicFramePr>
          <p:cNvPr id="10" name="表格 9">
            <a:extLst>
              <a:ext uri="{FF2B5EF4-FFF2-40B4-BE49-F238E27FC236}">
                <a16:creationId xmlns:a16="http://schemas.microsoft.com/office/drawing/2014/main" id="{DA0B954E-E1AC-4970-A731-F030B8B0AF15}"/>
              </a:ext>
            </a:extLst>
          </p:cNvPr>
          <p:cNvGraphicFramePr>
            <a:graphicFrameLocks noGrp="1"/>
          </p:cNvGraphicFramePr>
          <p:nvPr>
            <p:extLst>
              <p:ext uri="{D42A27DB-BD31-4B8C-83A1-F6EECF244321}">
                <p14:modId xmlns:p14="http://schemas.microsoft.com/office/powerpoint/2010/main" val="3326373124"/>
              </p:ext>
            </p:extLst>
          </p:nvPr>
        </p:nvGraphicFramePr>
        <p:xfrm>
          <a:off x="3429000" y="1082767"/>
          <a:ext cx="3886200" cy="1395545"/>
        </p:xfrm>
        <a:graphic>
          <a:graphicData uri="http://schemas.openxmlformats.org/drawingml/2006/table">
            <a:tbl>
              <a:tblPr firstRow="1" bandRow="1">
                <a:tableStyleId>{5C22544A-7EE6-4342-B048-85BDC9FD1C3A}</a:tableStyleId>
              </a:tblPr>
              <a:tblGrid>
                <a:gridCol w="1148472">
                  <a:extLst>
                    <a:ext uri="{9D8B030D-6E8A-4147-A177-3AD203B41FA5}">
                      <a16:colId xmlns:a16="http://schemas.microsoft.com/office/drawing/2014/main" val="952048787"/>
                    </a:ext>
                  </a:extLst>
                </a:gridCol>
                <a:gridCol w="1025165">
                  <a:extLst>
                    <a:ext uri="{9D8B030D-6E8A-4147-A177-3AD203B41FA5}">
                      <a16:colId xmlns:a16="http://schemas.microsoft.com/office/drawing/2014/main" val="1254833874"/>
                    </a:ext>
                  </a:extLst>
                </a:gridCol>
                <a:gridCol w="1712563">
                  <a:extLst>
                    <a:ext uri="{9D8B030D-6E8A-4147-A177-3AD203B41FA5}">
                      <a16:colId xmlns:a16="http://schemas.microsoft.com/office/drawing/2014/main" val="4227519858"/>
                    </a:ext>
                  </a:extLst>
                </a:gridCol>
              </a:tblGrid>
              <a:tr h="550080">
                <a:tc>
                  <a:txBody>
                    <a:bodyPr/>
                    <a:lstStyle/>
                    <a:p>
                      <a:pPr algn="ctr"/>
                      <a:r>
                        <a:rPr lang="en-US" altLang="zh-CN" sz="1400" dirty="0">
                          <a:solidFill>
                            <a:srgbClr val="0432FF"/>
                          </a:solidFill>
                          <a:latin typeface="Times New Roman" panose="02020603050405020304" pitchFamily="18" charset="0"/>
                          <a:cs typeface="Times New Roman" panose="02020603050405020304" pitchFamily="18" charset="0"/>
                        </a:rPr>
                        <a:t>Model</a:t>
                      </a:r>
                      <a:endParaRPr lang="zh-CN" altLang="en-US" sz="1400" dirty="0">
                        <a:solidFill>
                          <a:srgbClr val="0432FF"/>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400" dirty="0">
                          <a:solidFill>
                            <a:srgbClr val="0432FF"/>
                          </a:solidFill>
                          <a:latin typeface="Times New Roman" panose="02020603050405020304" pitchFamily="18" charset="0"/>
                          <a:cs typeface="Times New Roman" panose="02020603050405020304" pitchFamily="18" charset="0"/>
                        </a:rPr>
                        <a:t>Model Size</a:t>
                      </a:r>
                      <a:endParaRPr lang="zh-CN" altLang="en-US" sz="1400" dirty="0">
                        <a:solidFill>
                          <a:srgbClr val="0432FF"/>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432FF"/>
                          </a:solidFill>
                          <a:effectLst/>
                          <a:uLnTx/>
                          <a:uFillTx/>
                          <a:latin typeface="Times New Roman" panose="02020603050405020304" pitchFamily="18" charset="0"/>
                          <a:ea typeface="+mn-ea"/>
                          <a:cs typeface="Times New Roman" panose="02020603050405020304" pitchFamily="18" charset="0"/>
                        </a:rPr>
                        <a:t>Compute/iteration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432FF"/>
                          </a:solidFill>
                          <a:effectLst/>
                          <a:uLnTx/>
                          <a:uFillTx/>
                          <a:latin typeface="Times New Roman" panose="02020603050405020304" pitchFamily="18" charset="0"/>
                          <a:ea typeface="+mn-ea"/>
                          <a:cs typeface="Times New Roman" panose="02020603050405020304" pitchFamily="18" charset="0"/>
                        </a:rPr>
                        <a:t>(</a:t>
                      </a:r>
                      <a:r>
                        <a:rPr kumimoji="0" lang="en-US" altLang="zh-CN" sz="1200" b="1" i="0" u="none" strike="noStrike" kern="1200" cap="none" spc="0" normalizeH="0" baseline="0" noProof="0" dirty="0">
                          <a:ln>
                            <a:noFill/>
                          </a:ln>
                          <a:solidFill>
                            <a:srgbClr val="0432FF"/>
                          </a:solidFill>
                          <a:effectLst/>
                          <a:uLnTx/>
                          <a:uFillTx/>
                          <a:latin typeface="Times New Roman" panose="02020603050405020304" pitchFamily="18" charset="0"/>
                          <a:ea typeface="+mn-ea"/>
                          <a:cs typeface="Times New Roman" panose="02020603050405020304" pitchFamily="18" charset="0"/>
                        </a:rPr>
                        <a:t>OPs</a:t>
                      </a:r>
                      <a:r>
                        <a:rPr kumimoji="0" lang="en-US" altLang="zh-CN" sz="1400" b="1" i="0" u="none" strike="noStrike" kern="1200" cap="none" spc="0" normalizeH="0" baseline="0" noProof="0" dirty="0">
                          <a:ln>
                            <a:noFill/>
                          </a:ln>
                          <a:solidFill>
                            <a:srgbClr val="0432FF"/>
                          </a:solidFill>
                          <a:effectLst/>
                          <a:uLnTx/>
                          <a:uFillTx/>
                          <a:latin typeface="Times New Roman" panose="02020603050405020304" pitchFamily="18" charset="0"/>
                          <a:ea typeface="+mn-ea"/>
                          <a:cs typeface="Times New Roman" panose="02020603050405020304" pitchFamily="18" charset="0"/>
                        </a:rPr>
                        <a:t>)</a:t>
                      </a:r>
                      <a:endParaRPr lang="zh-CN" altLang="en-US" sz="1400" dirty="0">
                        <a:solidFill>
                          <a:srgbClr val="0432FF"/>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1156061"/>
                  </a:ext>
                </a:extLst>
              </a:tr>
              <a:tr h="381174">
                <a:tc>
                  <a:txBody>
                    <a:bodyPr/>
                    <a:lstStyle/>
                    <a:p>
                      <a:pPr algn="ctr"/>
                      <a:r>
                        <a:rPr lang="en-US" altLang="zh-CN" sz="1400" b="1" dirty="0">
                          <a:latin typeface="Times New Roman" panose="02020603050405020304" pitchFamily="18" charset="0"/>
                          <a:cs typeface="Times New Roman" panose="02020603050405020304" pitchFamily="18" charset="0"/>
                        </a:rPr>
                        <a:t>VGG 19</a:t>
                      </a:r>
                      <a:endParaRPr lang="zh-CN" altLang="en-US" sz="14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400" dirty="0">
                          <a:latin typeface="Times New Roman" panose="02020603050405020304" pitchFamily="18" charset="0"/>
                          <a:cs typeface="Times New Roman" panose="02020603050405020304" pitchFamily="18" charset="0"/>
                        </a:rPr>
                        <a:t>114M</a:t>
                      </a:r>
                      <a:endParaRPr lang="zh-CN" altLang="en-US" sz="1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400" dirty="0">
                          <a:latin typeface="Times New Roman" panose="02020603050405020304" pitchFamily="18" charset="0"/>
                          <a:cs typeface="Times New Roman" panose="02020603050405020304" pitchFamily="18" charset="0"/>
                        </a:rPr>
                        <a:t>~19.6 B</a:t>
                      </a:r>
                      <a:endParaRPr lang="zh-CN" altLang="en-US"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89580593"/>
                  </a:ext>
                </a:extLst>
              </a:tr>
              <a:tr h="4642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GPT-3</a:t>
                      </a:r>
                      <a:r>
                        <a:rPr lang="zh-CN" altLang="en-US" sz="1400" b="1" dirty="0">
                          <a:latin typeface="Times New Roman" panose="02020603050405020304" pitchFamily="18" charset="0"/>
                          <a:cs typeface="Times New Roman" panose="02020603050405020304" pitchFamily="18" charset="0"/>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Times New Roman" panose="02020603050405020304" pitchFamily="18" charset="0"/>
                          <a:cs typeface="Times New Roman" panose="02020603050405020304" pitchFamily="18" charset="0"/>
                        </a:rPr>
                        <a:t>175B</a:t>
                      </a:r>
                      <a:endParaRPr lang="zh-CN" altLang="en-US" sz="1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Times New Roman" panose="02020603050405020304" pitchFamily="18" charset="0"/>
                          <a:cs typeface="Times New Roman" panose="02020603050405020304" pitchFamily="18" charset="0"/>
                        </a:rPr>
                        <a:t>~250 T</a:t>
                      </a:r>
                      <a:endParaRPr lang="zh-CN" altLang="en-US"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601670"/>
                  </a:ext>
                </a:extLst>
              </a:tr>
            </a:tbl>
          </a:graphicData>
        </a:graphic>
      </p:graphicFrame>
      <p:sp>
        <p:nvSpPr>
          <p:cNvPr id="8" name="矩形 7">
            <a:extLst>
              <a:ext uri="{FF2B5EF4-FFF2-40B4-BE49-F238E27FC236}">
                <a16:creationId xmlns:a16="http://schemas.microsoft.com/office/drawing/2014/main" id="{40ABA14E-6680-4A2A-8553-696C160516A8}"/>
              </a:ext>
            </a:extLst>
          </p:cNvPr>
          <p:cNvSpPr/>
          <p:nvPr/>
        </p:nvSpPr>
        <p:spPr>
          <a:xfrm>
            <a:off x="412641" y="1535668"/>
            <a:ext cx="3031599" cy="369332"/>
          </a:xfrm>
          <a:prstGeom prst="rect">
            <a:avLst/>
          </a:prstGeom>
        </p:spPr>
        <p:txBody>
          <a:bodyPr wrap="none">
            <a:spAutoFit/>
          </a:bodyPr>
          <a:lstStyle/>
          <a:p>
            <a:r>
              <a:rPr lang="en-US" altLang="zh-CN" b="1" dirty="0">
                <a:latin typeface="Times New Roman" panose="02020603050405020304" pitchFamily="18" charset="0"/>
                <a:cs typeface="Times New Roman" panose="02020603050405020304" pitchFamily="18" charset="0"/>
              </a:rPr>
              <a:t>One Forward Pass of Model:</a:t>
            </a:r>
            <a:endParaRPr lang="zh-CN" altLang="en-US" dirty="0"/>
          </a:p>
        </p:txBody>
      </p:sp>
      <p:graphicFrame>
        <p:nvGraphicFramePr>
          <p:cNvPr id="9" name="内容占位符 8">
            <a:extLst>
              <a:ext uri="{FF2B5EF4-FFF2-40B4-BE49-F238E27FC236}">
                <a16:creationId xmlns:a16="http://schemas.microsoft.com/office/drawing/2014/main" id="{F47F814A-E7BE-4096-BB98-DAB7846AEE35}"/>
              </a:ext>
            </a:extLst>
          </p:cNvPr>
          <p:cNvGraphicFramePr>
            <a:graphicFrameLocks noGrp="1"/>
          </p:cNvGraphicFramePr>
          <p:nvPr>
            <p:ph idx="1"/>
          </p:nvPr>
        </p:nvGraphicFramePr>
        <p:xfrm>
          <a:off x="800100" y="2495245"/>
          <a:ext cx="7543800" cy="392747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900536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graphicEl>
                                              <a:chart seriesIdx="-3" categoryIdx="-3" bldStep="gridLegend"/>
                                            </p:graphicEl>
                                          </p:spTgt>
                                        </p:tgtEl>
                                        <p:attrNameLst>
                                          <p:attrName>style.visibility</p:attrName>
                                        </p:attrNameLst>
                                      </p:cBhvr>
                                      <p:to>
                                        <p:strVal val="visible"/>
                                      </p:to>
                                    </p:set>
                                    <p:animEffect transition="in" filter="wipe(left)">
                                      <p:cBhvr>
                                        <p:cTn id="7" dur="500"/>
                                        <p:tgtEl>
                                          <p:spTgt spid="9">
                                            <p:graphicEl>
                                              <a:chart seriesIdx="-3" categoryIdx="-3" bldStep="gridLegend"/>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graphicEl>
                                              <a:chart seriesIdx="0" categoryIdx="-4" bldStep="series"/>
                                            </p:graphicEl>
                                          </p:spTgt>
                                        </p:tgtEl>
                                        <p:attrNameLst>
                                          <p:attrName>style.visibility</p:attrName>
                                        </p:attrNameLst>
                                      </p:cBhvr>
                                      <p:to>
                                        <p:strVal val="visible"/>
                                      </p:to>
                                    </p:set>
                                    <p:animEffect transition="in" filter="wipe(left)">
                                      <p:cBhvr>
                                        <p:cTn id="12" dur="500"/>
                                        <p:tgtEl>
                                          <p:spTgt spid="9">
                                            <p:graphicEl>
                                              <a:chart seriesIdx="0" categoryIdx="-4" bldStep="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graphicEl>
                                              <a:chart seriesIdx="1" categoryIdx="-4" bldStep="series"/>
                                            </p:graphicEl>
                                          </p:spTgt>
                                        </p:tgtEl>
                                        <p:attrNameLst>
                                          <p:attrName>style.visibility</p:attrName>
                                        </p:attrNameLst>
                                      </p:cBhvr>
                                      <p:to>
                                        <p:strVal val="visible"/>
                                      </p:to>
                                    </p:set>
                                    <p:animEffect transition="in" filter="wipe(left)">
                                      <p:cBhvr>
                                        <p:cTn id="17" dur="500"/>
                                        <p:tgtEl>
                                          <p:spTgt spid="9">
                                            <p:graphicEl>
                                              <a:chart seriesIdx="1" categoryIdx="-4" bldStep="series"/>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graphicEl>
                                              <a:chart seriesIdx="2" categoryIdx="-4" bldStep="series"/>
                                            </p:graphicEl>
                                          </p:spTgt>
                                        </p:tgtEl>
                                        <p:attrNameLst>
                                          <p:attrName>style.visibility</p:attrName>
                                        </p:attrNameLst>
                                      </p:cBhvr>
                                      <p:to>
                                        <p:strVal val="visible"/>
                                      </p:to>
                                    </p:set>
                                    <p:animEffect transition="in" filter="wipe(left)">
                                      <p:cBhvr>
                                        <p:cTn id="22" dur="500"/>
                                        <p:tgtEl>
                                          <p:spTgt spid="9">
                                            <p:graphicEl>
                                              <a:chart seriesIdx="2" categoryIdx="-4" bldStep="series"/>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graphicEl>
                                              <a:chart seriesIdx="3" categoryIdx="-4" bldStep="series"/>
                                            </p:graphicEl>
                                          </p:spTgt>
                                        </p:tgtEl>
                                        <p:attrNameLst>
                                          <p:attrName>style.visibility</p:attrName>
                                        </p:attrNameLst>
                                      </p:cBhvr>
                                      <p:to>
                                        <p:strVal val="visible"/>
                                      </p:to>
                                    </p:set>
                                    <p:animEffect transition="in" filter="wipe(left)">
                                      <p:cBhvr>
                                        <p:cTn id="27" dur="500"/>
                                        <p:tgtEl>
                                          <p:spTgt spid="9">
                                            <p:graphicEl>
                                              <a:chart seriesIdx="3" categoryIdx="-4" bldStep="series"/>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graphicEl>
                                              <a:chart seriesIdx="4" categoryIdx="-4" bldStep="series"/>
                                            </p:graphicEl>
                                          </p:spTgt>
                                        </p:tgtEl>
                                        <p:attrNameLst>
                                          <p:attrName>style.visibility</p:attrName>
                                        </p:attrNameLst>
                                      </p:cBhvr>
                                      <p:to>
                                        <p:strVal val="visible"/>
                                      </p:to>
                                    </p:set>
                                    <p:animEffect transition="in" filter="wipe(left)">
                                      <p:cBhvr>
                                        <p:cTn id="32" dur="500"/>
                                        <p:tgtEl>
                                          <p:spTgt spid="9">
                                            <p:graphicEl>
                                              <a:chart seriesIdx="4" categoryIdx="-4" bldStep="series"/>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
                                            <p:graphicEl>
                                              <a:chart seriesIdx="5" categoryIdx="-4" bldStep="series"/>
                                            </p:graphicEl>
                                          </p:spTgt>
                                        </p:tgtEl>
                                        <p:attrNameLst>
                                          <p:attrName>style.visibility</p:attrName>
                                        </p:attrNameLst>
                                      </p:cBhvr>
                                      <p:to>
                                        <p:strVal val="visible"/>
                                      </p:to>
                                    </p:set>
                                    <p:animEffect transition="in" filter="wipe(left)">
                                      <p:cBhvr>
                                        <p:cTn id="37" dur="500"/>
                                        <p:tgtEl>
                                          <p:spTgt spid="9">
                                            <p:graphicEl>
                                              <a:chart seriesIdx="5"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uiExpand="1">
        <p:bldSub>
          <a:bldChart bld="series"/>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contenido 2"/>
          <p:cNvSpPr>
            <a:spLocks noGrp="1"/>
          </p:cNvSpPr>
          <p:nvPr>
            <p:ph idx="1"/>
          </p:nvPr>
        </p:nvSpPr>
        <p:spPr>
          <a:xfrm>
            <a:off x="235605" y="3671279"/>
            <a:ext cx="4495800" cy="2709469"/>
          </a:xfrm>
        </p:spPr>
        <p:txBody>
          <a:bodyPr/>
          <a:lstStyle/>
          <a:p>
            <a:r>
              <a:rPr lang="en-US" b="1" dirty="0">
                <a:cs typeface="Verdana"/>
              </a:rPr>
              <a:t>CPU</a:t>
            </a:r>
            <a:r>
              <a:rPr lang="en-US" dirty="0">
                <a:cs typeface="Verdana"/>
              </a:rPr>
              <a:t>: </a:t>
            </a:r>
          </a:p>
          <a:p>
            <a:pPr lvl="1"/>
            <a:r>
              <a:rPr lang="en-US" altLang="zh-CN" dirty="0">
                <a:solidFill>
                  <a:srgbClr val="FF0000"/>
                </a:solidFill>
                <a:cs typeface="Verdana"/>
              </a:rPr>
              <a:t>Few complex cores</a:t>
            </a:r>
          </a:p>
          <a:p>
            <a:pPr lvl="1"/>
            <a:r>
              <a:rPr lang="en-US" altLang="zh-CN" dirty="0">
                <a:solidFill>
                  <a:srgbClr val="0432FF"/>
                </a:solidFill>
                <a:cs typeface="Verdana"/>
              </a:rPr>
              <a:t>Larger cache </a:t>
            </a:r>
            <a:r>
              <a:rPr lang="en-US" altLang="zh-CN" dirty="0">
                <a:cs typeface="Verdana"/>
              </a:rPr>
              <a:t>for low memory latency</a:t>
            </a:r>
          </a:p>
          <a:p>
            <a:pPr lvl="1"/>
            <a:r>
              <a:rPr lang="en-US" dirty="0">
                <a:solidFill>
                  <a:srgbClr val="0432FF"/>
                </a:solidFill>
                <a:cs typeface="Verdana"/>
              </a:rPr>
              <a:t>Large</a:t>
            </a:r>
            <a:r>
              <a:rPr lang="en-US" dirty="0">
                <a:cs typeface="Verdana"/>
              </a:rPr>
              <a:t> and </a:t>
            </a:r>
            <a:r>
              <a:rPr lang="en-US" dirty="0">
                <a:solidFill>
                  <a:srgbClr val="FF0000"/>
                </a:solidFill>
                <a:cs typeface="Verdana"/>
              </a:rPr>
              <a:t>slow</a:t>
            </a:r>
            <a:r>
              <a:rPr lang="en-US" dirty="0">
                <a:cs typeface="Verdana"/>
              </a:rPr>
              <a:t> memory</a:t>
            </a:r>
          </a:p>
        </p:txBody>
      </p:sp>
      <p:sp>
        <p:nvSpPr>
          <p:cNvPr id="135" name="Título 134"/>
          <p:cNvSpPr>
            <a:spLocks noGrp="1"/>
          </p:cNvSpPr>
          <p:nvPr>
            <p:ph type="title"/>
          </p:nvPr>
        </p:nvSpPr>
        <p:spPr/>
        <p:txBody>
          <a:bodyPr/>
          <a:lstStyle/>
          <a:p>
            <a:r>
              <a:rPr lang="en-US" dirty="0"/>
              <a:t>CPU vs GPU</a:t>
            </a:r>
            <a:r>
              <a:rPr lang="zh-CN" altLang="en-US" dirty="0"/>
              <a:t>： </a:t>
            </a:r>
            <a:r>
              <a:rPr lang="en-US" altLang="zh-CN" dirty="0"/>
              <a:t>Compute Perspective</a:t>
            </a:r>
            <a:endParaRPr lang="en-US" dirty="0"/>
          </a:p>
        </p:txBody>
      </p:sp>
      <p:sp>
        <p:nvSpPr>
          <p:cNvPr id="2" name="Marcador de número de diapositiva 1"/>
          <p:cNvSpPr>
            <a:spLocks noGrp="1"/>
          </p:cNvSpPr>
          <p:nvPr>
            <p:ph type="sldNum" sz="quarter" idx="11"/>
          </p:nvPr>
        </p:nvSpPr>
        <p:spPr/>
        <p:txBody>
          <a:bodyPr/>
          <a:lstStyle/>
          <a:p>
            <a:fld id="{323594FA-E141-4234-AE05-360401972BE7}" type="slidenum">
              <a:rPr lang="en-US" altLang="en-US" smtClean="0"/>
              <a:pPr/>
              <a:t>18</a:t>
            </a:fld>
            <a:endParaRPr lang="en-US" altLang="en-US"/>
          </a:p>
        </p:txBody>
      </p:sp>
      <p:sp>
        <p:nvSpPr>
          <p:cNvPr id="137" name="object 4">
            <a:extLst>
              <a:ext uri="{FF2B5EF4-FFF2-40B4-BE49-F238E27FC236}">
                <a16:creationId xmlns:a16="http://schemas.microsoft.com/office/drawing/2014/main" id="{461A2A4B-C973-49B2-A825-BAD28AEBAFF5}"/>
              </a:ext>
            </a:extLst>
          </p:cNvPr>
          <p:cNvSpPr/>
          <p:nvPr/>
        </p:nvSpPr>
        <p:spPr>
          <a:xfrm>
            <a:off x="533400" y="1077437"/>
            <a:ext cx="3436503" cy="2280304"/>
          </a:xfrm>
          <a:prstGeom prst="rect">
            <a:avLst/>
          </a:prstGeom>
          <a:blipFill>
            <a:blip r:embed="rId2" cstate="print"/>
            <a:stretch>
              <a:fillRect/>
            </a:stretch>
          </a:blipFill>
        </p:spPr>
        <p:txBody>
          <a:bodyPr wrap="square" lIns="0" tIns="0" rIns="0" bIns="0" rtlCol="0"/>
          <a:lstStyle/>
          <a:p>
            <a:endParaRPr/>
          </a:p>
        </p:txBody>
      </p:sp>
      <p:sp>
        <p:nvSpPr>
          <p:cNvPr id="138" name="object 5">
            <a:extLst>
              <a:ext uri="{FF2B5EF4-FFF2-40B4-BE49-F238E27FC236}">
                <a16:creationId xmlns:a16="http://schemas.microsoft.com/office/drawing/2014/main" id="{F5BC8D28-1895-46BB-B758-605109FBD4E1}"/>
              </a:ext>
            </a:extLst>
          </p:cNvPr>
          <p:cNvSpPr/>
          <p:nvPr/>
        </p:nvSpPr>
        <p:spPr>
          <a:xfrm>
            <a:off x="4833938" y="1150789"/>
            <a:ext cx="3886200" cy="2133600"/>
          </a:xfrm>
          <a:prstGeom prst="rect">
            <a:avLst/>
          </a:prstGeom>
          <a:blipFill>
            <a:blip r:embed="rId3" cstate="print"/>
            <a:stretch>
              <a:fillRect/>
            </a:stretch>
          </a:blipFill>
        </p:spPr>
        <p:txBody>
          <a:bodyPr wrap="square" lIns="0" tIns="0" rIns="0" bIns="0" rtlCol="0"/>
          <a:lstStyle/>
          <a:p>
            <a:endParaRPr/>
          </a:p>
        </p:txBody>
      </p:sp>
      <p:sp>
        <p:nvSpPr>
          <p:cNvPr id="139" name="Marcador de contenido 2">
            <a:extLst>
              <a:ext uri="{FF2B5EF4-FFF2-40B4-BE49-F238E27FC236}">
                <a16:creationId xmlns:a16="http://schemas.microsoft.com/office/drawing/2014/main" id="{8A180C66-88DA-4F62-9D0F-36D9272B9C06}"/>
              </a:ext>
            </a:extLst>
          </p:cNvPr>
          <p:cNvSpPr txBox="1">
            <a:spLocks/>
          </p:cNvSpPr>
          <p:nvPr/>
        </p:nvSpPr>
        <p:spPr bwMode="auto">
          <a:xfrm>
            <a:off x="4648200" y="3675676"/>
            <a:ext cx="4495800" cy="2709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r>
              <a:rPr lang="en-US" b="1" kern="0" dirty="0">
                <a:cs typeface="Verdana"/>
              </a:rPr>
              <a:t>GPU</a:t>
            </a:r>
            <a:r>
              <a:rPr lang="en-US" kern="0" dirty="0">
                <a:cs typeface="Verdana"/>
              </a:rPr>
              <a:t>: </a:t>
            </a:r>
          </a:p>
          <a:p>
            <a:pPr lvl="1"/>
            <a:r>
              <a:rPr lang="en-US" altLang="zh-CN" kern="0" dirty="0">
                <a:solidFill>
                  <a:srgbClr val="0432FF"/>
                </a:solidFill>
                <a:cs typeface="Verdana"/>
              </a:rPr>
              <a:t>Lots of simple cores</a:t>
            </a:r>
          </a:p>
          <a:p>
            <a:pPr lvl="1"/>
            <a:r>
              <a:rPr lang="en-US" altLang="zh-CN" kern="0" dirty="0">
                <a:solidFill>
                  <a:srgbClr val="FF0000"/>
                </a:solidFill>
                <a:cs typeface="Verdana"/>
              </a:rPr>
              <a:t>Small cache </a:t>
            </a:r>
            <a:r>
              <a:rPr lang="en-US" altLang="zh-CN" kern="0" dirty="0">
                <a:cs typeface="Verdana"/>
              </a:rPr>
              <a:t>for low memory latency</a:t>
            </a:r>
          </a:p>
          <a:p>
            <a:pPr lvl="1"/>
            <a:r>
              <a:rPr lang="en-US" kern="0" dirty="0">
                <a:solidFill>
                  <a:srgbClr val="FF0000"/>
                </a:solidFill>
                <a:cs typeface="Verdana"/>
              </a:rPr>
              <a:t>Small</a:t>
            </a:r>
            <a:r>
              <a:rPr lang="en-US" kern="0" dirty="0">
                <a:cs typeface="Verdana"/>
              </a:rPr>
              <a:t> and </a:t>
            </a:r>
            <a:r>
              <a:rPr lang="en-US" kern="0" dirty="0">
                <a:solidFill>
                  <a:srgbClr val="0432FF"/>
                </a:solidFill>
                <a:cs typeface="Verdana"/>
              </a:rPr>
              <a:t>fast</a:t>
            </a:r>
            <a:r>
              <a:rPr lang="en-US" kern="0" dirty="0">
                <a:cs typeface="Verdana"/>
              </a:rPr>
              <a:t> memory</a:t>
            </a:r>
          </a:p>
        </p:txBody>
      </p:sp>
    </p:spTree>
    <p:extLst>
      <p:ext uri="{BB962C8B-B14F-4D97-AF65-F5344CB8AC3E}">
        <p14:creationId xmlns:p14="http://schemas.microsoft.com/office/powerpoint/2010/main" val="36871403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9">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9">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9">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 grpId="0" animBg="1"/>
      <p:bldP spid="13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a:xfrm>
            <a:off x="76200" y="152400"/>
            <a:ext cx="9372600" cy="697468"/>
          </a:xfrm>
        </p:spPr>
        <p:txBody>
          <a:bodyPr/>
          <a:lstStyle/>
          <a:p>
            <a:r>
              <a:rPr lang="en-US" altLang="zh-CN" sz="3200" dirty="0"/>
              <a:t>State-of-the-art CPU GPU and FPGA</a:t>
            </a:r>
            <a:endParaRPr lang="en-US" altLang="zh-CN" sz="3200" dirty="0">
              <a:solidFill>
                <a:schemeClr val="tx1"/>
              </a:solidFill>
            </a:endParaRPr>
          </a:p>
        </p:txBody>
      </p:sp>
      <p:graphicFrame>
        <p:nvGraphicFramePr>
          <p:cNvPr id="4" name="Table 5">
            <a:extLst>
              <a:ext uri="{FF2B5EF4-FFF2-40B4-BE49-F238E27FC236}">
                <a16:creationId xmlns:a16="http://schemas.microsoft.com/office/drawing/2014/main" id="{06536517-8F4F-4199-9EA5-E16CBE2B56B3}"/>
              </a:ext>
            </a:extLst>
          </p:cNvPr>
          <p:cNvGraphicFramePr>
            <a:graphicFrameLocks noGrp="1"/>
          </p:cNvGraphicFramePr>
          <p:nvPr>
            <p:extLst>
              <p:ext uri="{D42A27DB-BD31-4B8C-83A1-F6EECF244321}">
                <p14:modId xmlns:p14="http://schemas.microsoft.com/office/powerpoint/2010/main" val="3933515839"/>
              </p:ext>
            </p:extLst>
          </p:nvPr>
        </p:nvGraphicFramePr>
        <p:xfrm>
          <a:off x="328559" y="1828800"/>
          <a:ext cx="8486882" cy="28117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278082">
                  <a:extLst>
                    <a:ext uri="{9D8B030D-6E8A-4147-A177-3AD203B41FA5}">
                      <a16:colId xmlns:a16="http://schemas.microsoft.com/office/drawing/2014/main" val="1580565294"/>
                    </a:ext>
                  </a:extLst>
                </a:gridCol>
                <a:gridCol w="1441359">
                  <a:extLst>
                    <a:ext uri="{9D8B030D-6E8A-4147-A177-3AD203B41FA5}">
                      <a16:colId xmlns:a16="http://schemas.microsoft.com/office/drawing/2014/main" val="108976409"/>
                    </a:ext>
                  </a:extLst>
                </a:gridCol>
                <a:gridCol w="1828800">
                  <a:extLst>
                    <a:ext uri="{9D8B030D-6E8A-4147-A177-3AD203B41FA5}">
                      <a16:colId xmlns:a16="http://schemas.microsoft.com/office/drawing/2014/main" val="753782186"/>
                    </a:ext>
                  </a:extLst>
                </a:gridCol>
                <a:gridCol w="1499269">
                  <a:extLst>
                    <a:ext uri="{9D8B030D-6E8A-4147-A177-3AD203B41FA5}">
                      <a16:colId xmlns:a16="http://schemas.microsoft.com/office/drawing/2014/main" val="2743234395"/>
                    </a:ext>
                  </a:extLst>
                </a:gridCol>
                <a:gridCol w="1396331">
                  <a:extLst>
                    <a:ext uri="{9D8B030D-6E8A-4147-A177-3AD203B41FA5}">
                      <a16:colId xmlns:a16="http://schemas.microsoft.com/office/drawing/2014/main" val="2943297131"/>
                    </a:ext>
                  </a:extLst>
                </a:gridCol>
                <a:gridCol w="1043041">
                  <a:extLst>
                    <a:ext uri="{9D8B030D-6E8A-4147-A177-3AD203B41FA5}">
                      <a16:colId xmlns:a16="http://schemas.microsoft.com/office/drawing/2014/main" val="3639835837"/>
                    </a:ext>
                  </a:extLst>
                </a:gridCol>
              </a:tblGrid>
              <a:tr h="480060">
                <a:tc>
                  <a:txBody>
                    <a:bodyPr/>
                    <a:lstStyle/>
                    <a:p>
                      <a:pPr algn="ctr">
                        <a:lnSpc>
                          <a:spcPct val="100000"/>
                        </a:lnSpc>
                      </a:pPr>
                      <a:endParaRPr lang="en-CN" sz="1400" dirty="0">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solidFill>
                            <a:schemeClr val="tx1"/>
                          </a:solidFill>
                          <a:latin typeface="+mn-lt"/>
                        </a:rPr>
                        <a:t>Cores (Threads)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latin typeface="+mn-lt"/>
                        </a:rPr>
                        <a:t>TFLOPS</a:t>
                      </a:r>
                      <a:endParaRPr lang="en-CN" sz="1400" dirty="0">
                        <a:solidFill>
                          <a:schemeClr val="tx1"/>
                        </a:solidFill>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solidFill>
                            <a:schemeClr val="tx1"/>
                          </a:solidFill>
                          <a:latin typeface="+mn-lt"/>
                        </a:rPr>
                        <a:t>Memory Size (Bandwidth)</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solidFill>
                            <a:schemeClr val="tx1"/>
                          </a:solidFill>
                          <a:latin typeface="+mn-lt"/>
                        </a:rPr>
                        <a:t>PCIe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solidFill>
                            <a:schemeClr val="tx1"/>
                          </a:solidFill>
                          <a:latin typeface="+mn-lt"/>
                        </a:rPr>
                        <a:t>Network</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818669"/>
                  </a:ext>
                </a:extLst>
              </a:tr>
              <a:tr h="6858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b="1" dirty="0">
                          <a:latin typeface="+mn-lt"/>
                        </a:rPr>
                        <a:t>CPU (</a:t>
                      </a:r>
                      <a:r>
                        <a:rPr lang="en-US" sz="1400" b="1" dirty="0">
                          <a:latin typeface="+mn-lt"/>
                        </a:rPr>
                        <a:t>AMD </a:t>
                      </a:r>
                      <a:r>
                        <a:rPr lang="en-US" sz="1400" b="1" dirty="0" err="1">
                          <a:latin typeface="+mn-lt"/>
                        </a:rPr>
                        <a:t>Threadripper</a:t>
                      </a:r>
                      <a:r>
                        <a:rPr lang="en-US" sz="1400" b="1" dirty="0">
                          <a:latin typeface="+mn-lt"/>
                        </a:rPr>
                        <a:t> 3995WX</a:t>
                      </a:r>
                      <a:r>
                        <a:rPr lang="en-CN" sz="1400" b="1" dirty="0">
                          <a:latin typeface="+mn-lt"/>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latin typeface="+mn-lt"/>
                        </a:rPr>
                        <a:t>64 (128)</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2.8 (FP32), </a:t>
                      </a:r>
                    </a:p>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1.4 (FP64)</a:t>
                      </a:r>
                    </a:p>
                    <a:p>
                      <a:pPr algn="ctr">
                        <a:lnSpc>
                          <a:spcPct val="100000"/>
                        </a:lnSpc>
                      </a:pPr>
                      <a:endParaRPr lang="en-CN" sz="1400" dirty="0">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latin typeface="+mn-lt"/>
                        </a:rPr>
                        <a:t>512GB </a:t>
                      </a:r>
                      <a:endParaRPr lang="en-US" sz="1400" dirty="0">
                        <a:latin typeface="+mn-lt"/>
                      </a:endParaRPr>
                    </a:p>
                    <a:p>
                      <a:pPr algn="ctr">
                        <a:lnSpc>
                          <a:spcPct val="100000"/>
                        </a:lnSpc>
                      </a:pPr>
                      <a:r>
                        <a:rPr lang="en-CN" sz="1400" dirty="0">
                          <a:latin typeface="+mn-lt"/>
                        </a:rPr>
                        <a:t>(</a:t>
                      </a:r>
                      <a:r>
                        <a:rPr lang="en-US" altLang="zh-CN" sz="1400" dirty="0">
                          <a:latin typeface="+mn-lt"/>
                        </a:rPr>
                        <a:t>80</a:t>
                      </a:r>
                      <a:r>
                        <a:rPr lang="en-CN" sz="1400" dirty="0">
                          <a:latin typeface="+mn-lt"/>
                        </a:rPr>
                        <a:t>GB/s)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latin typeface="+mn-lt"/>
                        </a:rPr>
                        <a:t>3</a:t>
                      </a:r>
                      <a:r>
                        <a:rPr lang="en-US" altLang="zh-CN" sz="1400" dirty="0">
                          <a:latin typeface="+mn-lt"/>
                        </a:rPr>
                        <a:t>2</a:t>
                      </a:r>
                      <a:r>
                        <a:rPr lang="en-CN" sz="1400" dirty="0">
                          <a:latin typeface="+mn-lt"/>
                        </a:rPr>
                        <a:t>.0GB/s </a:t>
                      </a:r>
                      <a:endParaRPr lang="en-US" sz="1400" dirty="0">
                        <a:latin typeface="+mn-lt"/>
                      </a:endParaRPr>
                    </a:p>
                    <a:p>
                      <a:pPr algn="ctr">
                        <a:lnSpc>
                          <a:spcPct val="100000"/>
                        </a:lnSpc>
                      </a:pPr>
                      <a:r>
                        <a:rPr lang="en-CN" sz="1400" dirty="0">
                          <a:latin typeface="+mn-lt"/>
                        </a:rPr>
                        <a:t>(PCIe 4.0</a:t>
                      </a:r>
                      <a:r>
                        <a:rPr lang="zh-CN" altLang="en-US" sz="1400" dirty="0">
                          <a:latin typeface="+mn-lt"/>
                        </a:rPr>
                        <a:t> </a:t>
                      </a:r>
                      <a:r>
                        <a:rPr lang="en-CN" sz="1400" dirty="0">
                          <a:latin typeface="+mn-lt"/>
                        </a:rPr>
                        <a:t>X</a:t>
                      </a:r>
                      <a:r>
                        <a:rPr lang="en-US" altLang="zh-CN" sz="1400" dirty="0">
                          <a:latin typeface="+mn-lt"/>
                        </a:rPr>
                        <a:t>16</a:t>
                      </a:r>
                      <a:r>
                        <a:rPr lang="en-CN" sz="1400" dirty="0">
                          <a:latin typeface="+mn-lt"/>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latin typeface="+mn-lt"/>
                        </a:rPr>
                        <a:t>No</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2051521"/>
                  </a:ext>
                </a:extLst>
              </a:tr>
              <a:tr h="891540">
                <a:tc>
                  <a:txBody>
                    <a:bodyPr/>
                    <a:lstStyle/>
                    <a:p>
                      <a:pPr algn="ctr">
                        <a:lnSpc>
                          <a:spcPct val="100000"/>
                        </a:lnSpc>
                      </a:pPr>
                      <a:r>
                        <a:rPr lang="en-CN" sz="1400" b="1" dirty="0">
                          <a:solidFill>
                            <a:srgbClr val="0432FF"/>
                          </a:solidFill>
                          <a:latin typeface="+mn-lt"/>
                        </a:rPr>
                        <a:t>GPU (Nvidia </a:t>
                      </a:r>
                      <a:r>
                        <a:rPr lang="en-US" altLang="zh-CN" sz="1400" b="1" dirty="0">
                          <a:solidFill>
                            <a:srgbClr val="0432FF"/>
                          </a:solidFill>
                          <a:latin typeface="+mn-lt"/>
                        </a:rPr>
                        <a:t>H</a:t>
                      </a:r>
                      <a:r>
                        <a:rPr lang="en-CN" sz="1400" b="1" dirty="0">
                          <a:solidFill>
                            <a:srgbClr val="0432FF"/>
                          </a:solidFill>
                          <a:latin typeface="+mn-lt"/>
                        </a:rPr>
                        <a:t>100)</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altLang="zh-CN" sz="1400" dirty="0">
                          <a:solidFill>
                            <a:srgbClr val="0432FF"/>
                          </a:solidFill>
                          <a:latin typeface="+mn-lt"/>
                        </a:rPr>
                        <a:t>18432</a:t>
                      </a:r>
                      <a:r>
                        <a:rPr lang="zh-CN" altLang="en-US" sz="1400" dirty="0">
                          <a:solidFill>
                            <a:srgbClr val="0432FF"/>
                          </a:solidFill>
                          <a:latin typeface="+mn-lt"/>
                        </a:rPr>
                        <a:t> </a:t>
                      </a:r>
                      <a:r>
                        <a:rPr lang="en-US" altLang="zh-CN" sz="1400" dirty="0">
                          <a:solidFill>
                            <a:srgbClr val="0432FF"/>
                          </a:solidFill>
                          <a:latin typeface="+mn-lt"/>
                        </a:rPr>
                        <a:t>(128K)</a:t>
                      </a:r>
                      <a:endParaRPr lang="en-CN" sz="1400" dirty="0">
                        <a:solidFill>
                          <a:srgbClr val="0432FF"/>
                        </a:solidFill>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sz="1400" dirty="0">
                          <a:solidFill>
                            <a:srgbClr val="0432FF"/>
                          </a:solidFill>
                          <a:latin typeface="+mn-lt"/>
                        </a:rPr>
                        <a:t>67</a:t>
                      </a:r>
                      <a:r>
                        <a:rPr lang="en-CN" sz="1400" dirty="0">
                          <a:solidFill>
                            <a:srgbClr val="0432FF"/>
                          </a:solidFill>
                          <a:latin typeface="+mn-lt"/>
                        </a:rPr>
                        <a:t> (FP32),</a:t>
                      </a:r>
                    </a:p>
                    <a:p>
                      <a:pPr algn="ctr">
                        <a:lnSpc>
                          <a:spcPct val="100000"/>
                        </a:lnSpc>
                      </a:pPr>
                      <a:r>
                        <a:rPr lang="en-US" sz="1400" dirty="0">
                          <a:solidFill>
                            <a:srgbClr val="0432FF"/>
                          </a:solidFill>
                          <a:latin typeface="+mn-lt"/>
                        </a:rPr>
                        <a:t>34</a:t>
                      </a:r>
                      <a:r>
                        <a:rPr lang="en-CN" sz="1400" dirty="0">
                          <a:solidFill>
                            <a:srgbClr val="0432FF"/>
                          </a:solidFill>
                          <a:latin typeface="+mn-lt"/>
                        </a:rPr>
                        <a:t> (FP64),</a:t>
                      </a:r>
                    </a:p>
                    <a:p>
                      <a:pPr algn="ctr">
                        <a:lnSpc>
                          <a:spcPct val="100000"/>
                        </a:lnSpc>
                      </a:pPr>
                      <a:r>
                        <a:rPr lang="en-US" sz="1400" dirty="0">
                          <a:solidFill>
                            <a:srgbClr val="0432FF"/>
                          </a:solidFill>
                          <a:latin typeface="+mn-lt"/>
                        </a:rPr>
                        <a:t>989</a:t>
                      </a:r>
                      <a:r>
                        <a:rPr lang="en-CN" sz="1400" dirty="0">
                          <a:solidFill>
                            <a:srgbClr val="0432FF"/>
                          </a:solidFill>
                          <a:latin typeface="+mn-lt"/>
                        </a:rPr>
                        <a:t> (FP32, Tensor),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432FF"/>
                          </a:solidFill>
                          <a:latin typeface="+mn-lt"/>
                        </a:rPr>
                        <a:t>1979</a:t>
                      </a:r>
                      <a:r>
                        <a:rPr lang="en-CN" sz="1400" dirty="0">
                          <a:solidFill>
                            <a:srgbClr val="0432FF"/>
                          </a:solidFill>
                          <a:latin typeface="+mn-lt"/>
                        </a:rPr>
                        <a:t> (FP16, Tensor)</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solidFill>
                            <a:srgbClr val="0432FF"/>
                          </a:solidFill>
                          <a:latin typeface="+mn-lt"/>
                        </a:rPr>
                        <a:t>80GB </a:t>
                      </a:r>
                      <a:endParaRPr lang="en-US" sz="1400" dirty="0">
                        <a:solidFill>
                          <a:srgbClr val="0432FF"/>
                        </a:solidFill>
                        <a:latin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solidFill>
                            <a:srgbClr val="0432FF"/>
                          </a:solidFill>
                          <a:latin typeface="+mn-lt"/>
                        </a:rPr>
                        <a:t>(</a:t>
                      </a:r>
                      <a:r>
                        <a:rPr lang="en-US" sz="1400" dirty="0">
                          <a:solidFill>
                            <a:srgbClr val="0432FF"/>
                          </a:solidFill>
                          <a:latin typeface="+mn-lt"/>
                        </a:rPr>
                        <a:t>3350</a:t>
                      </a:r>
                      <a:r>
                        <a:rPr lang="en-CN" sz="1400" dirty="0">
                          <a:solidFill>
                            <a:srgbClr val="0432FF"/>
                          </a:solidFill>
                          <a:latin typeface="+mn-lt"/>
                        </a:rPr>
                        <a:t>GB/s)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432FF"/>
                          </a:solidFill>
                          <a:latin typeface="+mn-lt"/>
                        </a:rPr>
                        <a:t>64</a:t>
                      </a:r>
                      <a:r>
                        <a:rPr lang="en-CN" sz="1400" dirty="0">
                          <a:solidFill>
                            <a:srgbClr val="0432FF"/>
                          </a:solidFill>
                          <a:latin typeface="+mn-lt"/>
                        </a:rPr>
                        <a:t>.0GB/s </a:t>
                      </a:r>
                      <a:endParaRPr lang="en-US" sz="1400" dirty="0">
                        <a:solidFill>
                          <a:srgbClr val="0432FF"/>
                        </a:solidFill>
                        <a:latin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solidFill>
                            <a:srgbClr val="0432FF"/>
                          </a:solidFill>
                          <a:latin typeface="+mn-lt"/>
                        </a:rPr>
                        <a:t>(PCIe </a:t>
                      </a:r>
                      <a:r>
                        <a:rPr lang="en-US" sz="1400" dirty="0">
                          <a:solidFill>
                            <a:srgbClr val="0432FF"/>
                          </a:solidFill>
                          <a:latin typeface="+mn-lt"/>
                        </a:rPr>
                        <a:t>5</a:t>
                      </a:r>
                      <a:r>
                        <a:rPr lang="en-CN" sz="1400" dirty="0">
                          <a:solidFill>
                            <a:srgbClr val="0432FF"/>
                          </a:solidFill>
                          <a:latin typeface="+mn-lt"/>
                        </a:rPr>
                        <a:t>.0</a:t>
                      </a:r>
                      <a:r>
                        <a:rPr lang="zh-CN" altLang="en-US" sz="1400" dirty="0">
                          <a:solidFill>
                            <a:srgbClr val="0432FF"/>
                          </a:solidFill>
                          <a:latin typeface="+mn-lt"/>
                        </a:rPr>
                        <a:t> </a:t>
                      </a:r>
                      <a:r>
                        <a:rPr lang="en-CN" sz="1400" dirty="0">
                          <a:solidFill>
                            <a:srgbClr val="0432FF"/>
                          </a:solidFill>
                          <a:latin typeface="+mn-lt"/>
                        </a:rPr>
                        <a:t>X</a:t>
                      </a:r>
                      <a:r>
                        <a:rPr lang="en-US" altLang="zh-CN" sz="1400" dirty="0">
                          <a:solidFill>
                            <a:srgbClr val="0432FF"/>
                          </a:solidFill>
                          <a:latin typeface="+mn-lt"/>
                        </a:rPr>
                        <a:t>16</a:t>
                      </a:r>
                      <a:r>
                        <a:rPr lang="en-CN" sz="1400" dirty="0">
                          <a:solidFill>
                            <a:srgbClr val="0432FF"/>
                          </a:solidFill>
                          <a:latin typeface="+mn-lt"/>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solidFill>
                            <a:srgbClr val="0432FF"/>
                          </a:solidFill>
                          <a:latin typeface="+mn-lt"/>
                        </a:rPr>
                        <a:t>No</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4776214"/>
                  </a:ext>
                </a:extLst>
              </a:tr>
              <a:tr h="685800">
                <a:tc>
                  <a:txBody>
                    <a:bodyPr/>
                    <a:lstStyle/>
                    <a:p>
                      <a:pPr algn="ctr">
                        <a:lnSpc>
                          <a:spcPct val="100000"/>
                        </a:lnSpc>
                      </a:pPr>
                      <a:r>
                        <a:rPr lang="en-CN" sz="1400" b="1" dirty="0">
                          <a:latin typeface="+mn-lt"/>
                        </a:rPr>
                        <a:t>FPGA (U280)</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kern="1200" dirty="0">
                          <a:solidFill>
                            <a:schemeClr val="dk1"/>
                          </a:solidFill>
                          <a:effectLst/>
                          <a:latin typeface="+mn-lt"/>
                          <a:ea typeface="+mn-ea"/>
                          <a:cs typeface="+mn-cs"/>
                        </a:rPr>
                        <a:t>9,024 </a:t>
                      </a:r>
                      <a:endParaRPr lang="en-CN" sz="1400" dirty="0">
                        <a:effectLst/>
                      </a:endParaRPr>
                    </a:p>
                    <a:p>
                      <a:pPr algn="ctr">
                        <a:lnSpc>
                          <a:spcPct val="100000"/>
                        </a:lnSpc>
                      </a:pPr>
                      <a:r>
                        <a:rPr lang="en-CN" sz="1400" dirty="0">
                          <a:latin typeface="+mn-lt"/>
                        </a:rPr>
                        <a:t>(25x18 </a:t>
                      </a:r>
                      <a:r>
                        <a:rPr lang="en-CN" sz="1400" dirty="0">
                          <a:solidFill>
                            <a:schemeClr val="accent2"/>
                          </a:solidFill>
                          <a:latin typeface="+mn-lt"/>
                        </a:rPr>
                        <a:t>MULs</a:t>
                      </a:r>
                      <a:r>
                        <a:rPr lang="en-CN" sz="1400" dirty="0">
                          <a:latin typeface="+mn-lt"/>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1.8 (FP32)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40GB </a:t>
                      </a:r>
                      <a:endParaRPr lang="en-US" sz="1400" dirty="0">
                        <a:latin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a:t>
                      </a:r>
                      <a:r>
                        <a:rPr lang="en-US" altLang="zh-CN" sz="1400" dirty="0">
                          <a:latin typeface="+mn-lt"/>
                        </a:rPr>
                        <a:t>460</a:t>
                      </a:r>
                      <a:r>
                        <a:rPr lang="en-CN" sz="1400" dirty="0">
                          <a:latin typeface="+mn-lt"/>
                        </a:rPr>
                        <a:t>GB/s)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1</a:t>
                      </a:r>
                      <a:r>
                        <a:rPr lang="en-US" altLang="zh-CN" sz="1400" dirty="0">
                          <a:latin typeface="+mn-lt"/>
                        </a:rPr>
                        <a:t>6</a:t>
                      </a:r>
                      <a:r>
                        <a:rPr lang="en-CN" sz="1400" dirty="0">
                          <a:latin typeface="+mn-lt"/>
                        </a:rPr>
                        <a:t>.0GB/s </a:t>
                      </a:r>
                      <a:endParaRPr lang="en-US" sz="1400" dirty="0">
                        <a:latin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(PCIe 4.0</a:t>
                      </a:r>
                      <a:r>
                        <a:rPr lang="zh-CN" altLang="en-US" sz="1400" dirty="0">
                          <a:latin typeface="+mn-lt"/>
                        </a:rPr>
                        <a:t> </a:t>
                      </a:r>
                      <a:r>
                        <a:rPr lang="en-CN" sz="1400" dirty="0">
                          <a:latin typeface="+mn-lt"/>
                        </a:rPr>
                        <a:t>X</a:t>
                      </a:r>
                      <a:r>
                        <a:rPr lang="en-US" altLang="zh-CN" sz="1400" dirty="0">
                          <a:latin typeface="+mn-lt"/>
                        </a:rPr>
                        <a:t>8</a:t>
                      </a:r>
                      <a:r>
                        <a:rPr lang="en-CN" sz="1400" dirty="0">
                          <a:latin typeface="+mn-lt"/>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Yes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0744454"/>
                  </a:ext>
                </a:extLst>
              </a:tr>
            </a:tbl>
          </a:graphicData>
        </a:graphic>
      </p:graphicFrame>
    </p:spTree>
    <p:extLst>
      <p:ext uri="{BB962C8B-B14F-4D97-AF65-F5344CB8AC3E}">
        <p14:creationId xmlns:p14="http://schemas.microsoft.com/office/powerpoint/2010/main" val="178918894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ítulo 134"/>
          <p:cNvSpPr>
            <a:spLocks noGrp="1"/>
          </p:cNvSpPr>
          <p:nvPr>
            <p:ph type="title"/>
          </p:nvPr>
        </p:nvSpPr>
        <p:spPr/>
        <p:txBody>
          <a:bodyPr/>
          <a:lstStyle/>
          <a:p>
            <a:r>
              <a:rPr lang="en-US" dirty="0"/>
              <a:t>Relationship between CPU and GPU </a:t>
            </a:r>
          </a:p>
        </p:txBody>
      </p:sp>
      <p:sp>
        <p:nvSpPr>
          <p:cNvPr id="2" name="Marcador de número de diapositiva 1"/>
          <p:cNvSpPr>
            <a:spLocks noGrp="1"/>
          </p:cNvSpPr>
          <p:nvPr>
            <p:ph type="sldNum" sz="quarter" idx="11"/>
          </p:nvPr>
        </p:nvSpPr>
        <p:spPr/>
        <p:txBody>
          <a:bodyPr/>
          <a:lstStyle/>
          <a:p>
            <a:fld id="{323594FA-E141-4234-AE05-360401972BE7}" type="slidenum">
              <a:rPr lang="en-US" altLang="en-US" smtClean="0"/>
              <a:pPr/>
              <a:t>20</a:t>
            </a:fld>
            <a:endParaRPr lang="en-US" altLang="en-US"/>
          </a:p>
        </p:txBody>
      </p:sp>
      <p:sp>
        <p:nvSpPr>
          <p:cNvPr id="138" name="object 5">
            <a:extLst>
              <a:ext uri="{FF2B5EF4-FFF2-40B4-BE49-F238E27FC236}">
                <a16:creationId xmlns:a16="http://schemas.microsoft.com/office/drawing/2014/main" id="{3B3141E0-6402-4992-AAA7-9A4BE1FCFD7E}"/>
              </a:ext>
            </a:extLst>
          </p:cNvPr>
          <p:cNvSpPr/>
          <p:nvPr/>
        </p:nvSpPr>
        <p:spPr>
          <a:xfrm>
            <a:off x="250581" y="1763269"/>
            <a:ext cx="2642616" cy="2037587"/>
          </a:xfrm>
          <a:prstGeom prst="rect">
            <a:avLst/>
          </a:prstGeom>
          <a:blipFill>
            <a:blip r:embed="rId2" cstate="print"/>
            <a:stretch>
              <a:fillRect/>
            </a:stretch>
          </a:blipFill>
        </p:spPr>
        <p:txBody>
          <a:bodyPr wrap="square" lIns="0" tIns="0" rIns="0" bIns="0" rtlCol="0"/>
          <a:lstStyle/>
          <a:p>
            <a:endParaRPr dirty="0"/>
          </a:p>
        </p:txBody>
      </p:sp>
      <p:sp>
        <p:nvSpPr>
          <p:cNvPr id="139" name="object 6">
            <a:extLst>
              <a:ext uri="{FF2B5EF4-FFF2-40B4-BE49-F238E27FC236}">
                <a16:creationId xmlns:a16="http://schemas.microsoft.com/office/drawing/2014/main" id="{479372BE-632D-425E-B1C0-0B90112C05B2}"/>
              </a:ext>
            </a:extLst>
          </p:cNvPr>
          <p:cNvSpPr/>
          <p:nvPr/>
        </p:nvSpPr>
        <p:spPr>
          <a:xfrm>
            <a:off x="2927438" y="2362200"/>
            <a:ext cx="1999614" cy="571500"/>
          </a:xfrm>
          <a:custGeom>
            <a:avLst/>
            <a:gdLst/>
            <a:ahLst/>
            <a:cxnLst/>
            <a:rect l="l" t="t" r="r" b="b"/>
            <a:pathLst>
              <a:path w="1999614" h="571500">
                <a:moveTo>
                  <a:pt x="0" y="285750"/>
                </a:moveTo>
                <a:lnTo>
                  <a:pt x="285750" y="0"/>
                </a:lnTo>
                <a:lnTo>
                  <a:pt x="285750" y="142875"/>
                </a:lnTo>
                <a:lnTo>
                  <a:pt x="1713738" y="142875"/>
                </a:lnTo>
                <a:lnTo>
                  <a:pt x="1713738" y="0"/>
                </a:lnTo>
                <a:lnTo>
                  <a:pt x="1999488" y="285750"/>
                </a:lnTo>
                <a:lnTo>
                  <a:pt x="1713738" y="571500"/>
                </a:lnTo>
                <a:lnTo>
                  <a:pt x="1713738" y="428625"/>
                </a:lnTo>
                <a:lnTo>
                  <a:pt x="285750" y="428625"/>
                </a:lnTo>
                <a:lnTo>
                  <a:pt x="285750" y="571500"/>
                </a:lnTo>
                <a:lnTo>
                  <a:pt x="0" y="285750"/>
                </a:lnTo>
                <a:close/>
              </a:path>
            </a:pathLst>
          </a:custGeom>
          <a:ln w="25400">
            <a:solidFill>
              <a:schemeClr val="tx1"/>
            </a:solidFill>
          </a:ln>
        </p:spPr>
        <p:txBody>
          <a:bodyPr wrap="square" lIns="0" tIns="0" rIns="0" bIns="0" rtlCol="0"/>
          <a:lstStyle/>
          <a:p>
            <a:endParaRPr dirty="0"/>
          </a:p>
        </p:txBody>
      </p:sp>
      <p:sp>
        <p:nvSpPr>
          <p:cNvPr id="140" name="object 7">
            <a:extLst>
              <a:ext uri="{FF2B5EF4-FFF2-40B4-BE49-F238E27FC236}">
                <a16:creationId xmlns:a16="http://schemas.microsoft.com/office/drawing/2014/main" id="{30ED8499-948E-4B8C-8C72-3538C93ADD1A}"/>
              </a:ext>
            </a:extLst>
          </p:cNvPr>
          <p:cNvSpPr txBox="1"/>
          <p:nvPr/>
        </p:nvSpPr>
        <p:spPr>
          <a:xfrm>
            <a:off x="3552924" y="2533495"/>
            <a:ext cx="678815" cy="228909"/>
          </a:xfrm>
          <a:prstGeom prst="rect">
            <a:avLst/>
          </a:prstGeom>
        </p:spPr>
        <p:txBody>
          <a:bodyPr vert="horz" wrap="square" lIns="0" tIns="13335" rIns="0" bIns="0" rtlCol="0">
            <a:spAutoFit/>
          </a:bodyPr>
          <a:lstStyle/>
          <a:p>
            <a:pPr marL="12700">
              <a:lnSpc>
                <a:spcPct val="100000"/>
              </a:lnSpc>
              <a:spcBef>
                <a:spcPts val="105"/>
              </a:spcBef>
            </a:pPr>
            <a:r>
              <a:rPr sz="1400" spc="-5" dirty="0">
                <a:latin typeface="Arial" panose="020B0604020202020204"/>
                <a:cs typeface="Arial" panose="020B0604020202020204"/>
              </a:rPr>
              <a:t>PCI</a:t>
            </a:r>
            <a:r>
              <a:rPr sz="1400" spc="-70" dirty="0">
                <a:latin typeface="Arial" panose="020B0604020202020204"/>
                <a:cs typeface="Arial" panose="020B0604020202020204"/>
              </a:rPr>
              <a:t> </a:t>
            </a:r>
            <a:r>
              <a:rPr sz="1400" dirty="0">
                <a:latin typeface="Arial" panose="020B0604020202020204"/>
                <a:cs typeface="Arial" panose="020B0604020202020204"/>
              </a:rPr>
              <a:t>Bus</a:t>
            </a:r>
          </a:p>
        </p:txBody>
      </p:sp>
      <p:sp>
        <p:nvSpPr>
          <p:cNvPr id="5" name="文本框 4">
            <a:extLst>
              <a:ext uri="{FF2B5EF4-FFF2-40B4-BE49-F238E27FC236}">
                <a16:creationId xmlns:a16="http://schemas.microsoft.com/office/drawing/2014/main" id="{11290CDA-AE6C-431B-98C8-1E45837F038E}"/>
              </a:ext>
            </a:extLst>
          </p:cNvPr>
          <p:cNvSpPr txBox="1"/>
          <p:nvPr/>
        </p:nvSpPr>
        <p:spPr>
          <a:xfrm>
            <a:off x="1207847" y="1095345"/>
            <a:ext cx="728084" cy="400110"/>
          </a:xfrm>
          <a:prstGeom prst="rect">
            <a:avLst/>
          </a:prstGeom>
          <a:noFill/>
        </p:spPr>
        <p:txBody>
          <a:bodyPr wrap="none" rtlCol="0">
            <a:spAutoFit/>
          </a:bodyPr>
          <a:lstStyle/>
          <a:p>
            <a:r>
              <a:rPr lang="en-US" altLang="zh-CN" sz="2000" b="1" dirty="0"/>
              <a:t>CPU</a:t>
            </a:r>
            <a:endParaRPr lang="zh-CN" altLang="en-US" sz="2000" b="1" dirty="0"/>
          </a:p>
        </p:txBody>
      </p:sp>
      <p:sp>
        <p:nvSpPr>
          <p:cNvPr id="141" name="文本框 140">
            <a:extLst>
              <a:ext uri="{FF2B5EF4-FFF2-40B4-BE49-F238E27FC236}">
                <a16:creationId xmlns:a16="http://schemas.microsoft.com/office/drawing/2014/main" id="{B46BACA1-69C4-411F-ACE3-59A0B1D4F71F}"/>
              </a:ext>
            </a:extLst>
          </p:cNvPr>
          <p:cNvSpPr txBox="1"/>
          <p:nvPr/>
        </p:nvSpPr>
        <p:spPr>
          <a:xfrm>
            <a:off x="6324600" y="1091124"/>
            <a:ext cx="740908" cy="400110"/>
          </a:xfrm>
          <a:prstGeom prst="rect">
            <a:avLst/>
          </a:prstGeom>
          <a:noFill/>
        </p:spPr>
        <p:txBody>
          <a:bodyPr wrap="none" rtlCol="0">
            <a:spAutoFit/>
          </a:bodyPr>
          <a:lstStyle/>
          <a:p>
            <a:r>
              <a:rPr lang="en-US" altLang="zh-CN" sz="2000" b="1" dirty="0"/>
              <a:t>GPU</a:t>
            </a:r>
            <a:endParaRPr lang="zh-CN" altLang="en-US" sz="2000" b="1" dirty="0"/>
          </a:p>
        </p:txBody>
      </p:sp>
      <p:pic>
        <p:nvPicPr>
          <p:cNvPr id="6" name="图片 5">
            <a:extLst>
              <a:ext uri="{FF2B5EF4-FFF2-40B4-BE49-F238E27FC236}">
                <a16:creationId xmlns:a16="http://schemas.microsoft.com/office/drawing/2014/main" id="{7E27D6AF-CD31-4797-BA9A-67EBD49CCE45}"/>
              </a:ext>
            </a:extLst>
          </p:cNvPr>
          <p:cNvPicPr>
            <a:picLocks noChangeAspect="1"/>
          </p:cNvPicPr>
          <p:nvPr/>
        </p:nvPicPr>
        <p:blipFill>
          <a:blip r:embed="rId3"/>
          <a:stretch>
            <a:fillRect/>
          </a:stretch>
        </p:blipFill>
        <p:spPr>
          <a:xfrm>
            <a:off x="685800" y="3713138"/>
            <a:ext cx="3200400" cy="2569552"/>
          </a:xfrm>
          <a:prstGeom prst="rect">
            <a:avLst/>
          </a:prstGeom>
        </p:spPr>
      </p:pic>
      <p:pic>
        <p:nvPicPr>
          <p:cNvPr id="143" name="Picture 1">
            <a:extLst>
              <a:ext uri="{FF2B5EF4-FFF2-40B4-BE49-F238E27FC236}">
                <a16:creationId xmlns:a16="http://schemas.microsoft.com/office/drawing/2014/main" id="{B68094AB-1E9D-4E3B-B1BC-2EDE6C2A38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4128930" y="2557880"/>
            <a:ext cx="5036094" cy="2860444"/>
          </a:xfrm>
          <a:prstGeom prst="rect">
            <a:avLst/>
          </a:prstGeom>
        </p:spPr>
      </p:pic>
    </p:spTree>
    <p:extLst>
      <p:ext uri="{BB962C8B-B14F-4D97-AF65-F5344CB8AC3E}">
        <p14:creationId xmlns:p14="http://schemas.microsoft.com/office/powerpoint/2010/main" val="18086401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68F9301F-200A-4C9F-9BC7-A9CA02E8A85A}"/>
              </a:ext>
            </a:extLst>
          </p:cNvPr>
          <p:cNvSpPr/>
          <p:nvPr/>
        </p:nvSpPr>
        <p:spPr>
          <a:xfrm>
            <a:off x="2069292" y="951862"/>
            <a:ext cx="4788490" cy="461665"/>
          </a:xfrm>
          <a:prstGeom prst="rect">
            <a:avLst/>
          </a:prstGeom>
        </p:spPr>
        <p:txBody>
          <a:bodyPr wrap="none">
            <a:spAutoFit/>
          </a:bodyPr>
          <a:lstStyle/>
          <a:p>
            <a:r>
              <a:rPr lang="en-US" altLang="zh-CN" sz="2400" dirty="0">
                <a:solidFill>
                  <a:srgbClr val="C00000"/>
                </a:solidFill>
                <a:cs typeface="+mj-cs"/>
              </a:rPr>
              <a:t>Motivation of In-network Computing</a:t>
            </a:r>
            <a:endParaRPr lang="zh-CN" altLang="en-US" sz="1200" dirty="0"/>
          </a:p>
        </p:txBody>
      </p:sp>
      <p:sp>
        <p:nvSpPr>
          <p:cNvPr id="54" name="Rectangle 2">
            <a:extLst>
              <a:ext uri="{FF2B5EF4-FFF2-40B4-BE49-F238E27FC236}">
                <a16:creationId xmlns:a16="http://schemas.microsoft.com/office/drawing/2014/main" id="{82D9D992-8110-4752-809A-6133FEB65846}"/>
              </a:ext>
            </a:extLst>
          </p:cNvPr>
          <p:cNvSpPr/>
          <p:nvPr/>
        </p:nvSpPr>
        <p:spPr>
          <a:xfrm>
            <a:off x="-106251" y="-203200"/>
            <a:ext cx="9382259" cy="70612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55" name="TextBox 3">
            <a:extLst>
              <a:ext uri="{FF2B5EF4-FFF2-40B4-BE49-F238E27FC236}">
                <a16:creationId xmlns:a16="http://schemas.microsoft.com/office/drawing/2014/main" id="{1B997306-FA4F-4F7B-8126-9FAAA79FA40E}"/>
              </a:ext>
            </a:extLst>
          </p:cNvPr>
          <p:cNvSpPr txBox="1"/>
          <p:nvPr/>
        </p:nvSpPr>
        <p:spPr>
          <a:xfrm>
            <a:off x="1530241" y="1752600"/>
            <a:ext cx="5866592" cy="584775"/>
          </a:xfrm>
          <a:prstGeom prst="rect">
            <a:avLst/>
          </a:prstGeom>
          <a:noFill/>
        </p:spPr>
        <p:txBody>
          <a:bodyPr wrap="square" rtlCol="0">
            <a:spAutoFit/>
          </a:bodyPr>
          <a:lstStyle/>
          <a:p>
            <a:pPr algn="ctr"/>
            <a:r>
              <a:rPr lang="en-US" sz="3200" b="1" i="1" dirty="0">
                <a:solidFill>
                  <a:schemeClr val="bg1"/>
                </a:solidFill>
              </a:rPr>
              <a:t>More cores </a:t>
            </a:r>
            <a:r>
              <a:rPr lang="en-US" sz="3200" b="1" i="1" dirty="0">
                <a:solidFill>
                  <a:schemeClr val="bg1"/>
                </a:solidFill>
                <a:sym typeface="Wingdings" panose="05000000000000000000" pitchFamily="2" charset="2"/>
              </a:rPr>
              <a:t> </a:t>
            </a:r>
            <a:r>
              <a:rPr lang="en-US" sz="3200" b="1" i="1" dirty="0">
                <a:solidFill>
                  <a:srgbClr val="DA9100"/>
                </a:solidFill>
                <a:sym typeface="Wingdings" panose="05000000000000000000" pitchFamily="2" charset="2"/>
              </a:rPr>
              <a:t>More trouble</a:t>
            </a:r>
            <a:endParaRPr lang="en-US" sz="3200" b="1" i="1" u="sng" dirty="0">
              <a:solidFill>
                <a:srgbClr val="DA9100"/>
              </a:solidFill>
            </a:endParaRPr>
          </a:p>
        </p:txBody>
      </p:sp>
      <p:sp>
        <p:nvSpPr>
          <p:cNvPr id="7" name="TextBox 3">
            <a:extLst>
              <a:ext uri="{FF2B5EF4-FFF2-40B4-BE49-F238E27FC236}">
                <a16:creationId xmlns:a16="http://schemas.microsoft.com/office/drawing/2014/main" id="{15CA4732-0ADF-4A36-804D-F4D5207FA1D1}"/>
              </a:ext>
            </a:extLst>
          </p:cNvPr>
          <p:cNvSpPr txBox="1"/>
          <p:nvPr/>
        </p:nvSpPr>
        <p:spPr>
          <a:xfrm>
            <a:off x="694757" y="3200400"/>
            <a:ext cx="7537559" cy="584775"/>
          </a:xfrm>
          <a:prstGeom prst="rect">
            <a:avLst/>
          </a:prstGeom>
          <a:noFill/>
        </p:spPr>
        <p:txBody>
          <a:bodyPr wrap="square" rtlCol="0">
            <a:spAutoFit/>
          </a:bodyPr>
          <a:lstStyle/>
          <a:p>
            <a:pPr algn="ctr"/>
            <a:r>
              <a:rPr lang="en-US" sz="3200" b="1" dirty="0">
                <a:solidFill>
                  <a:srgbClr val="DA9100"/>
                </a:solidFill>
              </a:rPr>
              <a:t>Challenge: H</a:t>
            </a:r>
            <a:r>
              <a:rPr lang="en-US" altLang="zh-CN" sz="3200" b="1" dirty="0">
                <a:solidFill>
                  <a:srgbClr val="DA9100"/>
                </a:solidFill>
              </a:rPr>
              <a:t>ow to manipulate them?</a:t>
            </a:r>
            <a:endParaRPr lang="en-US" sz="3200" b="1" u="sng" dirty="0">
              <a:solidFill>
                <a:srgbClr val="DA9100"/>
              </a:solidFill>
            </a:endParaRPr>
          </a:p>
        </p:txBody>
      </p:sp>
    </p:spTree>
    <p:custDataLst>
      <p:tags r:id="rId1"/>
    </p:custDataLst>
    <p:extLst>
      <p:ext uri="{BB962C8B-B14F-4D97-AF65-F5344CB8AC3E}">
        <p14:creationId xmlns:p14="http://schemas.microsoft.com/office/powerpoint/2010/main" val="34931232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GPU Computing</a:t>
            </a:r>
          </a:p>
        </p:txBody>
      </p:sp>
      <p:sp>
        <p:nvSpPr>
          <p:cNvPr id="3" name="Marcador de contenido 2"/>
          <p:cNvSpPr>
            <a:spLocks noGrp="1"/>
          </p:cNvSpPr>
          <p:nvPr>
            <p:ph idx="1"/>
          </p:nvPr>
        </p:nvSpPr>
        <p:spPr/>
        <p:txBody>
          <a:bodyPr>
            <a:normAutofit/>
          </a:bodyPr>
          <a:lstStyle/>
          <a:p>
            <a:r>
              <a:rPr lang="en-US" altLang="zh-CN" b="1" dirty="0">
                <a:ea typeface="ヒラギノ角ゴ Pro W3" pitchFamily="-108" charset="-128"/>
                <a:cs typeface="ヒラギノ角ゴ Pro W3" pitchFamily="-108" charset="-128"/>
              </a:rPr>
              <a:t>Key Idea</a:t>
            </a:r>
            <a:r>
              <a:rPr lang="en-US" altLang="zh-CN" dirty="0">
                <a:ea typeface="ヒラギノ角ゴ Pro W3" pitchFamily="-108" charset="-128"/>
                <a:cs typeface="ヒラギノ角ゴ Pro W3" pitchFamily="-108" charset="-128"/>
              </a:rPr>
              <a:t>: </a:t>
            </a:r>
          </a:p>
          <a:p>
            <a:pPr lvl="1"/>
            <a:r>
              <a:rPr lang="is-IS" dirty="0">
                <a:ea typeface="ヒラギノ角ゴ Pro W3" pitchFamily="-108" charset="-128"/>
                <a:cs typeface="ヒラギノ角ゴ Pro W3" pitchFamily="-108" charset="-128"/>
              </a:rPr>
              <a:t>Computation is </a:t>
            </a:r>
            <a:r>
              <a:rPr lang="is-IS" dirty="0">
                <a:solidFill>
                  <a:srgbClr val="0000FF"/>
                </a:solidFill>
                <a:ea typeface="ヒラギノ角ゴ Pro W3" pitchFamily="-108" charset="-128"/>
                <a:cs typeface="ヒラギノ角ゴ Pro W3" pitchFamily="-108" charset="-128"/>
              </a:rPr>
              <a:t>offloaded to the GPU</a:t>
            </a:r>
          </a:p>
          <a:p>
            <a:r>
              <a:rPr lang="is-IS" b="1" dirty="0">
                <a:ea typeface="ヒラギノ角ゴ Pro W3" pitchFamily="-108" charset="-128"/>
                <a:cs typeface="ヒラギノ角ゴ Pro W3" pitchFamily="-108" charset="-128"/>
              </a:rPr>
              <a:t>Three steps</a:t>
            </a:r>
            <a:r>
              <a:rPr lang="is-IS" dirty="0">
                <a:ea typeface="ヒラギノ角ゴ Pro W3" pitchFamily="-108" charset="-128"/>
                <a:cs typeface="ヒラギノ角ゴ Pro W3" pitchFamily="-108" charset="-128"/>
              </a:rPr>
              <a:t>:</a:t>
            </a:r>
          </a:p>
          <a:p>
            <a:pPr lvl="1"/>
            <a:r>
              <a:rPr lang="en-US" dirty="0">
                <a:ea typeface="ヒラギノ角ゴ Pro W3" pitchFamily="-108" charset="-128"/>
                <a:cs typeface="ヒラギノ角ゴ Pro W3" pitchFamily="-108" charset="-128"/>
              </a:rPr>
              <a:t>CPU-GPU data transfer (</a:t>
            </a:r>
            <a:r>
              <a:rPr lang="en-US" dirty="0">
                <a:solidFill>
                  <a:srgbClr val="FF0000"/>
                </a:solidFill>
                <a:ea typeface="ヒラギノ角ゴ Pro W3" pitchFamily="-108" charset="-128"/>
                <a:cs typeface="ヒラギノ角ゴ Pro W3" pitchFamily="-108" charset="-128"/>
              </a:rPr>
              <a:t>1</a:t>
            </a:r>
            <a:r>
              <a:rPr lang="en-US" dirty="0">
                <a:ea typeface="ヒラギノ角ゴ Pro W3" pitchFamily="-108" charset="-128"/>
                <a:cs typeface="ヒラギノ角ゴ Pro W3" pitchFamily="-108" charset="-128"/>
              </a:rPr>
              <a:t>)</a:t>
            </a:r>
          </a:p>
          <a:p>
            <a:pPr lvl="1"/>
            <a:r>
              <a:rPr lang="en-US" dirty="0">
                <a:ea typeface="ヒラギノ角ゴ Pro W3" pitchFamily="-108" charset="-128"/>
                <a:cs typeface="ヒラギノ角ゴ Pro W3" pitchFamily="-108" charset="-128"/>
              </a:rPr>
              <a:t>GPU kernel execution (</a:t>
            </a:r>
            <a:r>
              <a:rPr lang="en-US" dirty="0">
                <a:solidFill>
                  <a:srgbClr val="FF0000"/>
                </a:solidFill>
                <a:ea typeface="ヒラギノ角ゴ Pro W3" pitchFamily="-108" charset="-128"/>
                <a:cs typeface="ヒラギノ角ゴ Pro W3" pitchFamily="-108" charset="-128"/>
              </a:rPr>
              <a:t>2</a:t>
            </a:r>
            <a:r>
              <a:rPr lang="en-US" dirty="0">
                <a:ea typeface="ヒラギノ角ゴ Pro W3" pitchFamily="-108" charset="-128"/>
                <a:cs typeface="ヒラギノ角ゴ Pro W3" pitchFamily="-108" charset="-128"/>
              </a:rPr>
              <a:t>)</a:t>
            </a:r>
          </a:p>
          <a:p>
            <a:pPr lvl="1"/>
            <a:r>
              <a:rPr lang="en-US" dirty="0">
                <a:ea typeface="ヒラギノ角ゴ Pro W3" pitchFamily="-108" charset="-128"/>
                <a:cs typeface="ヒラギノ角ゴ Pro W3" pitchFamily="-108" charset="-128"/>
              </a:rPr>
              <a:t>GPU-CPU data transfer (</a:t>
            </a:r>
            <a:r>
              <a:rPr lang="en-US" dirty="0">
                <a:solidFill>
                  <a:srgbClr val="FF0000"/>
                </a:solidFill>
                <a:ea typeface="ヒラギノ角ゴ Pro W3" pitchFamily="-108" charset="-128"/>
                <a:cs typeface="ヒラギノ角ゴ Pro W3" pitchFamily="-108" charset="-128"/>
              </a:rPr>
              <a:t>3</a:t>
            </a:r>
            <a:r>
              <a:rPr lang="en-US" dirty="0">
                <a:ea typeface="ヒラギノ角ゴ Pro W3" pitchFamily="-108" charset="-128"/>
                <a:cs typeface="ヒラギノ角ゴ Pro W3" pitchFamily="-108" charset="-128"/>
              </a:rPr>
              <a:t>)</a:t>
            </a:r>
            <a:endParaRPr lang="is-IS" dirty="0">
              <a:ea typeface="ヒラギノ角ゴ Pro W3" pitchFamily="-108" charset="-128"/>
              <a:cs typeface="ヒラギノ角ゴ Pro W3" pitchFamily="-108" charset="-128"/>
            </a:endParaRPr>
          </a:p>
        </p:txBody>
      </p:sp>
      <p:pic>
        <p:nvPicPr>
          <p:cNvPr id="6" name="Imagen 5" descr="CPUtransposeonGPU.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3452" y="3653164"/>
            <a:ext cx="6077096" cy="2008084"/>
          </a:xfrm>
          <a:prstGeom prst="rect">
            <a:avLst/>
          </a:prstGeom>
        </p:spPr>
      </p:pic>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22</a:t>
            </a:fld>
            <a:endParaRPr lang="en-US" altLang="en-US"/>
          </a:p>
        </p:txBody>
      </p:sp>
    </p:spTree>
    <p:extLst>
      <p:ext uri="{BB962C8B-B14F-4D97-AF65-F5344CB8AC3E}">
        <p14:creationId xmlns:p14="http://schemas.microsoft.com/office/powerpoint/2010/main" val="36140344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contenido 2"/>
          <p:cNvSpPr>
            <a:spLocks noGrp="1"/>
          </p:cNvSpPr>
          <p:nvPr>
            <p:ph idx="1"/>
          </p:nvPr>
        </p:nvSpPr>
        <p:spPr>
          <a:xfrm>
            <a:off x="229092" y="1021612"/>
            <a:ext cx="8568952" cy="1373176"/>
          </a:xfrm>
        </p:spPr>
        <p:txBody>
          <a:bodyPr/>
          <a:lstStyle/>
          <a:p>
            <a:r>
              <a:rPr lang="en-US" dirty="0">
                <a:cs typeface="Verdana"/>
              </a:rPr>
              <a:t>CPU-GPU Co-processing: </a:t>
            </a:r>
          </a:p>
          <a:p>
            <a:pPr lvl="1"/>
            <a:r>
              <a:rPr lang="en-US" altLang="zh-CN" b="1" dirty="0">
                <a:cs typeface="Verdana"/>
              </a:rPr>
              <a:t>CPU</a:t>
            </a:r>
            <a:r>
              <a:rPr lang="en-US" altLang="zh-CN" dirty="0">
                <a:cs typeface="Verdana"/>
              </a:rPr>
              <a:t>: </a:t>
            </a:r>
            <a:r>
              <a:rPr lang="en-US" dirty="0">
                <a:solidFill>
                  <a:srgbClr val="3333CC"/>
                </a:solidFill>
                <a:cs typeface="Verdana"/>
              </a:rPr>
              <a:t>Sequential or modestly parallel </a:t>
            </a:r>
            <a:r>
              <a:rPr lang="en-US" dirty="0">
                <a:cs typeface="Verdana"/>
              </a:rPr>
              <a:t>sections</a:t>
            </a:r>
          </a:p>
          <a:p>
            <a:pPr lvl="1"/>
            <a:r>
              <a:rPr lang="en-US" altLang="zh-CN" b="1" dirty="0">
                <a:cs typeface="Verdana"/>
              </a:rPr>
              <a:t>GPU</a:t>
            </a:r>
            <a:r>
              <a:rPr lang="en-US" altLang="zh-CN" dirty="0">
                <a:cs typeface="Verdana"/>
              </a:rPr>
              <a:t>: </a:t>
            </a:r>
            <a:r>
              <a:rPr lang="en-US" dirty="0">
                <a:solidFill>
                  <a:srgbClr val="00B050"/>
                </a:solidFill>
                <a:cs typeface="Verdana"/>
              </a:rPr>
              <a:t>Massively parallel </a:t>
            </a:r>
            <a:r>
              <a:rPr lang="en-US" dirty="0">
                <a:cs typeface="Verdana"/>
              </a:rPr>
              <a:t>sections</a:t>
            </a:r>
            <a:endParaRPr lang="en-US" dirty="0">
              <a:solidFill>
                <a:srgbClr val="00B050"/>
              </a:solidFill>
              <a:cs typeface="Verdana"/>
            </a:endParaRPr>
          </a:p>
        </p:txBody>
      </p:sp>
      <p:sp>
        <p:nvSpPr>
          <p:cNvPr id="11" name="Text Box 4"/>
          <p:cNvSpPr txBox="1">
            <a:spLocks noChangeArrowheads="1"/>
          </p:cNvSpPr>
          <p:nvPr/>
        </p:nvSpPr>
        <p:spPr bwMode="auto">
          <a:xfrm>
            <a:off x="1219200" y="2601779"/>
            <a:ext cx="2262188" cy="329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lIns="90000" tIns="46800" rIns="90000" bIns="46800">
            <a:spAutoFit/>
          </a:bodyPr>
          <a:lstStyle>
            <a:lvl1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1pPr>
            <a:lvl2pPr marL="37931725" indent="-37474525"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9pPr>
          </a:lstStyle>
          <a:p>
            <a:pPr algn="ctr">
              <a:lnSpc>
                <a:spcPct val="85000"/>
              </a:lnSpc>
              <a:spcBef>
                <a:spcPts val="225"/>
              </a:spcBef>
              <a:buClr>
                <a:srgbClr val="3333CC"/>
              </a:buClr>
              <a:buSzPct val="100000"/>
              <a:buFont typeface="Arial" charset="0"/>
              <a:buNone/>
            </a:pPr>
            <a:r>
              <a:rPr lang="en-US" b="1" dirty="0">
                <a:solidFill>
                  <a:srgbClr val="3333CC"/>
                </a:solidFill>
                <a:latin typeface="Arial" charset="0"/>
                <a:ea typeface="ＭＳ Ｐゴシック" charset="0"/>
                <a:cs typeface="ＭＳ Ｐゴシック" charset="0"/>
              </a:rPr>
              <a:t>Serial Code (CPU):</a:t>
            </a:r>
          </a:p>
        </p:txBody>
      </p:sp>
      <p:grpSp>
        <p:nvGrpSpPr>
          <p:cNvPr id="12" name="Group 5"/>
          <p:cNvGrpSpPr>
            <a:grpSpLocks noChangeAspect="1"/>
          </p:cNvGrpSpPr>
          <p:nvPr/>
        </p:nvGrpSpPr>
        <p:grpSpPr bwMode="auto">
          <a:xfrm>
            <a:off x="4412727" y="3227137"/>
            <a:ext cx="4536000" cy="964405"/>
            <a:chOff x="2817" y="2296"/>
            <a:chExt cx="2474" cy="526"/>
          </a:xfrm>
        </p:grpSpPr>
        <p:sp>
          <p:nvSpPr>
            <p:cNvPr id="13" name="Rectangle 6"/>
            <p:cNvSpPr>
              <a:spLocks noChangeArrowheads="1"/>
            </p:cNvSpPr>
            <p:nvPr/>
          </p:nvSpPr>
          <p:spPr bwMode="auto">
            <a:xfrm>
              <a:off x="2817" y="2296"/>
              <a:ext cx="2474" cy="526"/>
            </a:xfrm>
            <a:prstGeom prst="rect">
              <a:avLst/>
            </a:prstGeom>
            <a:noFill/>
            <a:ln w="28440">
              <a:solidFill>
                <a:srgbClr val="00CC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4" name="Text Box 7"/>
            <p:cNvSpPr txBox="1">
              <a:spLocks noChangeArrowheads="1"/>
            </p:cNvSpPr>
            <p:nvPr/>
          </p:nvSpPr>
          <p:spPr bwMode="auto">
            <a:xfrm>
              <a:off x="4431" y="2498"/>
              <a:ext cx="316" cy="23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lIns="90000" tIns="46800" rIns="90000" bIns="46800">
              <a:spAutoFit/>
            </a:bodyPr>
            <a:lstStyle>
              <a:lvl1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1pPr>
              <a:lvl2pPr marL="37931725" indent="-37474525"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9pPr>
            </a:lstStyle>
            <a:p>
              <a:pPr algn="ctr">
                <a:buClr>
                  <a:srgbClr val="000000"/>
                </a:buClr>
                <a:buSzPct val="100000"/>
                <a:buFont typeface="Arial" charset="0"/>
                <a:buNone/>
              </a:pPr>
              <a:r>
                <a:rPr lang="en-US" b="1" dirty="0">
                  <a:solidFill>
                    <a:srgbClr val="000000"/>
                  </a:solidFill>
                  <a:latin typeface="Arial" charset="0"/>
                  <a:ea typeface="ＭＳ Ｐゴシック" charset="0"/>
                  <a:cs typeface="ＭＳ Ｐゴシック" charset="0"/>
                </a:rPr>
                <a:t>. . .</a:t>
              </a:r>
            </a:p>
          </p:txBody>
        </p:sp>
        <p:grpSp>
          <p:nvGrpSpPr>
            <p:cNvPr id="15" name="Group 8"/>
            <p:cNvGrpSpPr>
              <a:grpSpLocks/>
            </p:cNvGrpSpPr>
            <p:nvPr/>
          </p:nvGrpSpPr>
          <p:grpSpPr bwMode="auto">
            <a:xfrm>
              <a:off x="2872" y="2339"/>
              <a:ext cx="489" cy="440"/>
              <a:chOff x="2872" y="2339"/>
              <a:chExt cx="489" cy="440"/>
            </a:xfrm>
          </p:grpSpPr>
          <p:sp>
            <p:nvSpPr>
              <p:cNvPr id="58" name="Text Box 9"/>
              <p:cNvSpPr txBox="1">
                <a:spLocks noChangeArrowheads="1"/>
              </p:cNvSpPr>
              <p:nvPr/>
            </p:nvSpPr>
            <p:spPr bwMode="auto">
              <a:xfrm>
                <a:off x="2872" y="2339"/>
                <a:ext cx="490" cy="441"/>
              </a:xfrm>
              <a:prstGeom prst="rect">
                <a:avLst/>
              </a:prstGeom>
              <a:noFill/>
              <a:ln w="19080">
                <a:solidFill>
                  <a:srgbClr val="00CC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Calibri" charset="0"/>
                    <a:ea typeface="ヒラギノ角ゴ Pro W3" charset="0"/>
                    <a:cs typeface="ヒラギノ角ゴ Pro W3" charset="0"/>
                  </a:defRPr>
                </a:lvl1pPr>
                <a:lvl2pPr marL="37931725" indent="-37474525">
                  <a:defRPr>
                    <a:solidFill>
                      <a:schemeClr val="tx1"/>
                    </a:solidFill>
                    <a:latin typeface="Calibri" charset="0"/>
                    <a:ea typeface="ヒラギノ角ゴ Pro W3" charset="0"/>
                    <a:cs typeface="ヒラギノ角ゴ Pro W3" charset="0"/>
                  </a:defRPr>
                </a:lvl2pPr>
                <a:lvl3pPr>
                  <a:defRPr>
                    <a:solidFill>
                      <a:schemeClr val="tx1"/>
                    </a:solidFill>
                    <a:latin typeface="Calibri" charset="0"/>
                    <a:ea typeface="ヒラギノ角ゴ Pro W3" charset="0"/>
                    <a:cs typeface="ヒラギノ角ゴ Pro W3" charset="0"/>
                  </a:defRPr>
                </a:lvl3pPr>
                <a:lvl4pPr>
                  <a:defRPr>
                    <a:solidFill>
                      <a:schemeClr val="tx1"/>
                    </a:solidFill>
                    <a:latin typeface="Calibri" charset="0"/>
                    <a:ea typeface="ヒラギノ角ゴ Pro W3" charset="0"/>
                    <a:cs typeface="ヒラギノ角ゴ Pro W3" charset="0"/>
                  </a:defRPr>
                </a:lvl4pPr>
                <a:lvl5pPr>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defRPr>
                    <a:solidFill>
                      <a:schemeClr val="tx1"/>
                    </a:solidFill>
                    <a:latin typeface="Calibri" charset="0"/>
                    <a:ea typeface="ヒラギノ角ゴ Pro W3" charset="0"/>
                    <a:cs typeface="ヒラギノ角ゴ Pro W3" charset="0"/>
                  </a:defRPr>
                </a:lvl9pPr>
              </a:lstStyle>
              <a:p>
                <a:endParaRPr lang="en-US"/>
              </a:p>
            </p:txBody>
          </p:sp>
          <p:grpSp>
            <p:nvGrpSpPr>
              <p:cNvPr id="59" name="Group 10"/>
              <p:cNvGrpSpPr>
                <a:grpSpLocks/>
              </p:cNvGrpSpPr>
              <p:nvPr/>
            </p:nvGrpSpPr>
            <p:grpSpPr bwMode="auto">
              <a:xfrm>
                <a:off x="2920" y="2393"/>
                <a:ext cx="392" cy="332"/>
                <a:chOff x="2920" y="2393"/>
                <a:chExt cx="392" cy="332"/>
              </a:xfrm>
            </p:grpSpPr>
            <p:sp>
              <p:nvSpPr>
                <p:cNvPr id="60" name="Freeform 11"/>
                <p:cNvSpPr>
                  <a:spLocks/>
                </p:cNvSpPr>
                <p:nvPr/>
              </p:nvSpPr>
              <p:spPr bwMode="auto">
                <a:xfrm>
                  <a:off x="2920"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61" name="Freeform 12"/>
                <p:cNvSpPr>
                  <a:spLocks/>
                </p:cNvSpPr>
                <p:nvPr/>
              </p:nvSpPr>
              <p:spPr bwMode="auto">
                <a:xfrm>
                  <a:off x="2955"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62" name="Freeform 13"/>
                <p:cNvSpPr>
                  <a:spLocks/>
                </p:cNvSpPr>
                <p:nvPr/>
              </p:nvSpPr>
              <p:spPr bwMode="auto">
                <a:xfrm>
                  <a:off x="2986"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63" name="Freeform 14"/>
                <p:cNvSpPr>
                  <a:spLocks/>
                </p:cNvSpPr>
                <p:nvPr/>
              </p:nvSpPr>
              <p:spPr bwMode="auto">
                <a:xfrm>
                  <a:off x="3019"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64" name="Freeform 15"/>
                <p:cNvSpPr>
                  <a:spLocks/>
                </p:cNvSpPr>
                <p:nvPr/>
              </p:nvSpPr>
              <p:spPr bwMode="auto">
                <a:xfrm>
                  <a:off x="3050"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65" name="Freeform 16"/>
                <p:cNvSpPr>
                  <a:spLocks/>
                </p:cNvSpPr>
                <p:nvPr/>
              </p:nvSpPr>
              <p:spPr bwMode="auto">
                <a:xfrm>
                  <a:off x="3083"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66" name="Freeform 17"/>
                <p:cNvSpPr>
                  <a:spLocks/>
                </p:cNvSpPr>
                <p:nvPr/>
              </p:nvSpPr>
              <p:spPr bwMode="auto">
                <a:xfrm>
                  <a:off x="3114"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67" name="Freeform 18"/>
                <p:cNvSpPr>
                  <a:spLocks/>
                </p:cNvSpPr>
                <p:nvPr/>
              </p:nvSpPr>
              <p:spPr bwMode="auto">
                <a:xfrm>
                  <a:off x="3146"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68" name="Freeform 19"/>
                <p:cNvSpPr>
                  <a:spLocks/>
                </p:cNvSpPr>
                <p:nvPr/>
              </p:nvSpPr>
              <p:spPr bwMode="auto">
                <a:xfrm>
                  <a:off x="3178"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69" name="Freeform 20"/>
                <p:cNvSpPr>
                  <a:spLocks/>
                </p:cNvSpPr>
                <p:nvPr/>
              </p:nvSpPr>
              <p:spPr bwMode="auto">
                <a:xfrm>
                  <a:off x="3210"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70" name="Freeform 21"/>
                <p:cNvSpPr>
                  <a:spLocks/>
                </p:cNvSpPr>
                <p:nvPr/>
              </p:nvSpPr>
              <p:spPr bwMode="auto">
                <a:xfrm>
                  <a:off x="3242"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grpSp>
        </p:grpSp>
        <p:grpSp>
          <p:nvGrpSpPr>
            <p:cNvPr id="16" name="Group 22"/>
            <p:cNvGrpSpPr>
              <a:grpSpLocks/>
            </p:cNvGrpSpPr>
            <p:nvPr/>
          </p:nvGrpSpPr>
          <p:grpSpPr bwMode="auto">
            <a:xfrm>
              <a:off x="3406" y="2339"/>
              <a:ext cx="489" cy="440"/>
              <a:chOff x="3406" y="2339"/>
              <a:chExt cx="489" cy="440"/>
            </a:xfrm>
          </p:grpSpPr>
          <p:sp>
            <p:nvSpPr>
              <p:cNvPr id="45" name="Text Box 23"/>
              <p:cNvSpPr txBox="1">
                <a:spLocks noChangeArrowheads="1"/>
              </p:cNvSpPr>
              <p:nvPr/>
            </p:nvSpPr>
            <p:spPr bwMode="auto">
              <a:xfrm>
                <a:off x="3406" y="2339"/>
                <a:ext cx="490" cy="441"/>
              </a:xfrm>
              <a:prstGeom prst="rect">
                <a:avLst/>
              </a:prstGeom>
              <a:noFill/>
              <a:ln w="19080">
                <a:solidFill>
                  <a:srgbClr val="00CC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Calibri" charset="0"/>
                    <a:ea typeface="ヒラギノ角ゴ Pro W3" charset="0"/>
                    <a:cs typeface="ヒラギノ角ゴ Pro W3" charset="0"/>
                  </a:defRPr>
                </a:lvl1pPr>
                <a:lvl2pPr marL="37931725" indent="-37474525">
                  <a:defRPr>
                    <a:solidFill>
                      <a:schemeClr val="tx1"/>
                    </a:solidFill>
                    <a:latin typeface="Calibri" charset="0"/>
                    <a:ea typeface="ヒラギノ角ゴ Pro W3" charset="0"/>
                    <a:cs typeface="ヒラギノ角ゴ Pro W3" charset="0"/>
                  </a:defRPr>
                </a:lvl2pPr>
                <a:lvl3pPr>
                  <a:defRPr>
                    <a:solidFill>
                      <a:schemeClr val="tx1"/>
                    </a:solidFill>
                    <a:latin typeface="Calibri" charset="0"/>
                    <a:ea typeface="ヒラギノ角ゴ Pro W3" charset="0"/>
                    <a:cs typeface="ヒラギノ角ゴ Pro W3" charset="0"/>
                  </a:defRPr>
                </a:lvl3pPr>
                <a:lvl4pPr>
                  <a:defRPr>
                    <a:solidFill>
                      <a:schemeClr val="tx1"/>
                    </a:solidFill>
                    <a:latin typeface="Calibri" charset="0"/>
                    <a:ea typeface="ヒラギノ角ゴ Pro W3" charset="0"/>
                    <a:cs typeface="ヒラギノ角ゴ Pro W3" charset="0"/>
                  </a:defRPr>
                </a:lvl4pPr>
                <a:lvl5pPr>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defRPr>
                    <a:solidFill>
                      <a:schemeClr val="tx1"/>
                    </a:solidFill>
                    <a:latin typeface="Calibri" charset="0"/>
                    <a:ea typeface="ヒラギノ角ゴ Pro W3" charset="0"/>
                    <a:cs typeface="ヒラギノ角ゴ Pro W3" charset="0"/>
                  </a:defRPr>
                </a:lvl9pPr>
              </a:lstStyle>
              <a:p>
                <a:endParaRPr lang="en-US"/>
              </a:p>
            </p:txBody>
          </p:sp>
          <p:grpSp>
            <p:nvGrpSpPr>
              <p:cNvPr id="46" name="Group 24"/>
              <p:cNvGrpSpPr>
                <a:grpSpLocks/>
              </p:cNvGrpSpPr>
              <p:nvPr/>
            </p:nvGrpSpPr>
            <p:grpSpPr bwMode="auto">
              <a:xfrm>
                <a:off x="3454" y="2393"/>
                <a:ext cx="392" cy="332"/>
                <a:chOff x="3454" y="2393"/>
                <a:chExt cx="392" cy="332"/>
              </a:xfrm>
            </p:grpSpPr>
            <p:sp>
              <p:nvSpPr>
                <p:cNvPr id="47" name="Freeform 25"/>
                <p:cNvSpPr>
                  <a:spLocks/>
                </p:cNvSpPr>
                <p:nvPr/>
              </p:nvSpPr>
              <p:spPr bwMode="auto">
                <a:xfrm>
                  <a:off x="3454"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48" name="Freeform 26"/>
                <p:cNvSpPr>
                  <a:spLocks/>
                </p:cNvSpPr>
                <p:nvPr/>
              </p:nvSpPr>
              <p:spPr bwMode="auto">
                <a:xfrm>
                  <a:off x="3489"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49" name="Freeform 27"/>
                <p:cNvSpPr>
                  <a:spLocks/>
                </p:cNvSpPr>
                <p:nvPr/>
              </p:nvSpPr>
              <p:spPr bwMode="auto">
                <a:xfrm>
                  <a:off x="3520"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50" name="Freeform 28"/>
                <p:cNvSpPr>
                  <a:spLocks/>
                </p:cNvSpPr>
                <p:nvPr/>
              </p:nvSpPr>
              <p:spPr bwMode="auto">
                <a:xfrm>
                  <a:off x="3553"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51" name="Freeform 29"/>
                <p:cNvSpPr>
                  <a:spLocks/>
                </p:cNvSpPr>
                <p:nvPr/>
              </p:nvSpPr>
              <p:spPr bwMode="auto">
                <a:xfrm>
                  <a:off x="3584"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52" name="Freeform 30"/>
                <p:cNvSpPr>
                  <a:spLocks/>
                </p:cNvSpPr>
                <p:nvPr/>
              </p:nvSpPr>
              <p:spPr bwMode="auto">
                <a:xfrm>
                  <a:off x="3617"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53" name="Freeform 31"/>
                <p:cNvSpPr>
                  <a:spLocks/>
                </p:cNvSpPr>
                <p:nvPr/>
              </p:nvSpPr>
              <p:spPr bwMode="auto">
                <a:xfrm>
                  <a:off x="3648"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54" name="Freeform 32"/>
                <p:cNvSpPr>
                  <a:spLocks/>
                </p:cNvSpPr>
                <p:nvPr/>
              </p:nvSpPr>
              <p:spPr bwMode="auto">
                <a:xfrm>
                  <a:off x="3680"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55" name="Freeform 33"/>
                <p:cNvSpPr>
                  <a:spLocks/>
                </p:cNvSpPr>
                <p:nvPr/>
              </p:nvSpPr>
              <p:spPr bwMode="auto">
                <a:xfrm>
                  <a:off x="3712"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56" name="Freeform 34"/>
                <p:cNvSpPr>
                  <a:spLocks/>
                </p:cNvSpPr>
                <p:nvPr/>
              </p:nvSpPr>
              <p:spPr bwMode="auto">
                <a:xfrm>
                  <a:off x="3744"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57" name="Freeform 35"/>
                <p:cNvSpPr>
                  <a:spLocks/>
                </p:cNvSpPr>
                <p:nvPr/>
              </p:nvSpPr>
              <p:spPr bwMode="auto">
                <a:xfrm>
                  <a:off x="3776"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grpSp>
        </p:grpSp>
        <p:grpSp>
          <p:nvGrpSpPr>
            <p:cNvPr id="17" name="Group 36"/>
            <p:cNvGrpSpPr>
              <a:grpSpLocks/>
            </p:cNvGrpSpPr>
            <p:nvPr/>
          </p:nvGrpSpPr>
          <p:grpSpPr bwMode="auto">
            <a:xfrm>
              <a:off x="4746" y="2339"/>
              <a:ext cx="489" cy="440"/>
              <a:chOff x="4746" y="2339"/>
              <a:chExt cx="489" cy="440"/>
            </a:xfrm>
          </p:grpSpPr>
          <p:sp>
            <p:nvSpPr>
              <p:cNvPr id="32" name="Text Box 37"/>
              <p:cNvSpPr txBox="1">
                <a:spLocks noChangeArrowheads="1"/>
              </p:cNvSpPr>
              <p:nvPr/>
            </p:nvSpPr>
            <p:spPr bwMode="auto">
              <a:xfrm>
                <a:off x="4746" y="2339"/>
                <a:ext cx="490" cy="441"/>
              </a:xfrm>
              <a:prstGeom prst="rect">
                <a:avLst/>
              </a:prstGeom>
              <a:noFill/>
              <a:ln w="19080">
                <a:solidFill>
                  <a:srgbClr val="00CC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Calibri" charset="0"/>
                    <a:ea typeface="ヒラギノ角ゴ Pro W3" charset="0"/>
                    <a:cs typeface="ヒラギノ角ゴ Pro W3" charset="0"/>
                  </a:defRPr>
                </a:lvl1pPr>
                <a:lvl2pPr marL="37931725" indent="-37474525">
                  <a:defRPr>
                    <a:solidFill>
                      <a:schemeClr val="tx1"/>
                    </a:solidFill>
                    <a:latin typeface="Calibri" charset="0"/>
                    <a:ea typeface="ヒラギノ角ゴ Pro W3" charset="0"/>
                    <a:cs typeface="ヒラギノ角ゴ Pro W3" charset="0"/>
                  </a:defRPr>
                </a:lvl2pPr>
                <a:lvl3pPr>
                  <a:defRPr>
                    <a:solidFill>
                      <a:schemeClr val="tx1"/>
                    </a:solidFill>
                    <a:latin typeface="Calibri" charset="0"/>
                    <a:ea typeface="ヒラギノ角ゴ Pro W3" charset="0"/>
                    <a:cs typeface="ヒラギノ角ゴ Pro W3" charset="0"/>
                  </a:defRPr>
                </a:lvl3pPr>
                <a:lvl4pPr>
                  <a:defRPr>
                    <a:solidFill>
                      <a:schemeClr val="tx1"/>
                    </a:solidFill>
                    <a:latin typeface="Calibri" charset="0"/>
                    <a:ea typeface="ヒラギノ角ゴ Pro W3" charset="0"/>
                    <a:cs typeface="ヒラギノ角ゴ Pro W3" charset="0"/>
                  </a:defRPr>
                </a:lvl4pPr>
                <a:lvl5pPr>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defRPr>
                    <a:solidFill>
                      <a:schemeClr val="tx1"/>
                    </a:solidFill>
                    <a:latin typeface="Calibri" charset="0"/>
                    <a:ea typeface="ヒラギノ角ゴ Pro W3" charset="0"/>
                    <a:cs typeface="ヒラギノ角ゴ Pro W3" charset="0"/>
                  </a:defRPr>
                </a:lvl9pPr>
              </a:lstStyle>
              <a:p>
                <a:endParaRPr lang="en-US"/>
              </a:p>
            </p:txBody>
          </p:sp>
          <p:grpSp>
            <p:nvGrpSpPr>
              <p:cNvPr id="33" name="Group 38"/>
              <p:cNvGrpSpPr>
                <a:grpSpLocks/>
              </p:cNvGrpSpPr>
              <p:nvPr/>
            </p:nvGrpSpPr>
            <p:grpSpPr bwMode="auto">
              <a:xfrm>
                <a:off x="4794" y="2393"/>
                <a:ext cx="392" cy="332"/>
                <a:chOff x="4794" y="2393"/>
                <a:chExt cx="392" cy="332"/>
              </a:xfrm>
            </p:grpSpPr>
            <p:sp>
              <p:nvSpPr>
                <p:cNvPr id="34" name="Freeform 39"/>
                <p:cNvSpPr>
                  <a:spLocks/>
                </p:cNvSpPr>
                <p:nvPr/>
              </p:nvSpPr>
              <p:spPr bwMode="auto">
                <a:xfrm>
                  <a:off x="4794"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35" name="Freeform 40"/>
                <p:cNvSpPr>
                  <a:spLocks/>
                </p:cNvSpPr>
                <p:nvPr/>
              </p:nvSpPr>
              <p:spPr bwMode="auto">
                <a:xfrm>
                  <a:off x="4829"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36" name="Freeform 41"/>
                <p:cNvSpPr>
                  <a:spLocks/>
                </p:cNvSpPr>
                <p:nvPr/>
              </p:nvSpPr>
              <p:spPr bwMode="auto">
                <a:xfrm>
                  <a:off x="4860"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37" name="Freeform 42"/>
                <p:cNvSpPr>
                  <a:spLocks/>
                </p:cNvSpPr>
                <p:nvPr/>
              </p:nvSpPr>
              <p:spPr bwMode="auto">
                <a:xfrm>
                  <a:off x="4893"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38" name="Freeform 43"/>
                <p:cNvSpPr>
                  <a:spLocks/>
                </p:cNvSpPr>
                <p:nvPr/>
              </p:nvSpPr>
              <p:spPr bwMode="auto">
                <a:xfrm>
                  <a:off x="4924"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39" name="Freeform 44"/>
                <p:cNvSpPr>
                  <a:spLocks/>
                </p:cNvSpPr>
                <p:nvPr/>
              </p:nvSpPr>
              <p:spPr bwMode="auto">
                <a:xfrm>
                  <a:off x="4957"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40" name="Freeform 45"/>
                <p:cNvSpPr>
                  <a:spLocks/>
                </p:cNvSpPr>
                <p:nvPr/>
              </p:nvSpPr>
              <p:spPr bwMode="auto">
                <a:xfrm>
                  <a:off x="4988"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41" name="Freeform 46"/>
                <p:cNvSpPr>
                  <a:spLocks/>
                </p:cNvSpPr>
                <p:nvPr/>
              </p:nvSpPr>
              <p:spPr bwMode="auto">
                <a:xfrm>
                  <a:off x="5020"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42" name="Freeform 47"/>
                <p:cNvSpPr>
                  <a:spLocks/>
                </p:cNvSpPr>
                <p:nvPr/>
              </p:nvSpPr>
              <p:spPr bwMode="auto">
                <a:xfrm>
                  <a:off x="5052"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43" name="Freeform 48"/>
                <p:cNvSpPr>
                  <a:spLocks/>
                </p:cNvSpPr>
                <p:nvPr/>
              </p:nvSpPr>
              <p:spPr bwMode="auto">
                <a:xfrm>
                  <a:off x="5084"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44" name="Freeform 49"/>
                <p:cNvSpPr>
                  <a:spLocks/>
                </p:cNvSpPr>
                <p:nvPr/>
              </p:nvSpPr>
              <p:spPr bwMode="auto">
                <a:xfrm>
                  <a:off x="5116"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grpSp>
        </p:grpSp>
        <p:grpSp>
          <p:nvGrpSpPr>
            <p:cNvPr id="18" name="Group 50"/>
            <p:cNvGrpSpPr>
              <a:grpSpLocks/>
            </p:cNvGrpSpPr>
            <p:nvPr/>
          </p:nvGrpSpPr>
          <p:grpSpPr bwMode="auto">
            <a:xfrm>
              <a:off x="3942" y="2339"/>
              <a:ext cx="488" cy="440"/>
              <a:chOff x="3942" y="2339"/>
              <a:chExt cx="488" cy="440"/>
            </a:xfrm>
          </p:grpSpPr>
          <p:sp>
            <p:nvSpPr>
              <p:cNvPr id="19" name="Text Box 51"/>
              <p:cNvSpPr txBox="1">
                <a:spLocks noChangeArrowheads="1"/>
              </p:cNvSpPr>
              <p:nvPr/>
            </p:nvSpPr>
            <p:spPr bwMode="auto">
              <a:xfrm>
                <a:off x="3942" y="2339"/>
                <a:ext cx="489" cy="441"/>
              </a:xfrm>
              <a:prstGeom prst="rect">
                <a:avLst/>
              </a:prstGeom>
              <a:noFill/>
              <a:ln w="19080">
                <a:solidFill>
                  <a:srgbClr val="00CC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Calibri" charset="0"/>
                    <a:ea typeface="ヒラギノ角ゴ Pro W3" charset="0"/>
                    <a:cs typeface="ヒラギノ角ゴ Pro W3" charset="0"/>
                  </a:defRPr>
                </a:lvl1pPr>
                <a:lvl2pPr marL="37931725" indent="-37474525">
                  <a:defRPr>
                    <a:solidFill>
                      <a:schemeClr val="tx1"/>
                    </a:solidFill>
                    <a:latin typeface="Calibri" charset="0"/>
                    <a:ea typeface="ヒラギノ角ゴ Pro W3" charset="0"/>
                    <a:cs typeface="ヒラギノ角ゴ Pro W3" charset="0"/>
                  </a:defRPr>
                </a:lvl2pPr>
                <a:lvl3pPr>
                  <a:defRPr>
                    <a:solidFill>
                      <a:schemeClr val="tx1"/>
                    </a:solidFill>
                    <a:latin typeface="Calibri" charset="0"/>
                    <a:ea typeface="ヒラギノ角ゴ Pro W3" charset="0"/>
                    <a:cs typeface="ヒラギノ角ゴ Pro W3" charset="0"/>
                  </a:defRPr>
                </a:lvl3pPr>
                <a:lvl4pPr>
                  <a:defRPr>
                    <a:solidFill>
                      <a:schemeClr val="tx1"/>
                    </a:solidFill>
                    <a:latin typeface="Calibri" charset="0"/>
                    <a:ea typeface="ヒラギノ角ゴ Pro W3" charset="0"/>
                    <a:cs typeface="ヒラギノ角ゴ Pro W3" charset="0"/>
                  </a:defRPr>
                </a:lvl4pPr>
                <a:lvl5pPr>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defRPr>
                    <a:solidFill>
                      <a:schemeClr val="tx1"/>
                    </a:solidFill>
                    <a:latin typeface="Calibri" charset="0"/>
                    <a:ea typeface="ヒラギノ角ゴ Pro W3" charset="0"/>
                    <a:cs typeface="ヒラギノ角ゴ Pro W3" charset="0"/>
                  </a:defRPr>
                </a:lvl9pPr>
              </a:lstStyle>
              <a:p>
                <a:endParaRPr lang="en-US"/>
              </a:p>
            </p:txBody>
          </p:sp>
          <p:grpSp>
            <p:nvGrpSpPr>
              <p:cNvPr id="20" name="Group 52"/>
              <p:cNvGrpSpPr>
                <a:grpSpLocks/>
              </p:cNvGrpSpPr>
              <p:nvPr/>
            </p:nvGrpSpPr>
            <p:grpSpPr bwMode="auto">
              <a:xfrm>
                <a:off x="3990" y="2393"/>
                <a:ext cx="391" cy="332"/>
                <a:chOff x="3990" y="2393"/>
                <a:chExt cx="391" cy="332"/>
              </a:xfrm>
            </p:grpSpPr>
            <p:sp>
              <p:nvSpPr>
                <p:cNvPr id="21" name="Freeform 53"/>
                <p:cNvSpPr>
                  <a:spLocks/>
                </p:cNvSpPr>
                <p:nvPr/>
              </p:nvSpPr>
              <p:spPr bwMode="auto">
                <a:xfrm>
                  <a:off x="3990"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22" name="Freeform 54"/>
                <p:cNvSpPr>
                  <a:spLocks/>
                </p:cNvSpPr>
                <p:nvPr/>
              </p:nvSpPr>
              <p:spPr bwMode="auto">
                <a:xfrm>
                  <a:off x="4025"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23" name="Freeform 55"/>
                <p:cNvSpPr>
                  <a:spLocks/>
                </p:cNvSpPr>
                <p:nvPr/>
              </p:nvSpPr>
              <p:spPr bwMode="auto">
                <a:xfrm>
                  <a:off x="4056"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24" name="Freeform 56"/>
                <p:cNvSpPr>
                  <a:spLocks/>
                </p:cNvSpPr>
                <p:nvPr/>
              </p:nvSpPr>
              <p:spPr bwMode="auto">
                <a:xfrm>
                  <a:off x="4088"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25" name="Freeform 57"/>
                <p:cNvSpPr>
                  <a:spLocks/>
                </p:cNvSpPr>
                <p:nvPr/>
              </p:nvSpPr>
              <p:spPr bwMode="auto">
                <a:xfrm>
                  <a:off x="4120"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26" name="Freeform 58"/>
                <p:cNvSpPr>
                  <a:spLocks/>
                </p:cNvSpPr>
                <p:nvPr/>
              </p:nvSpPr>
              <p:spPr bwMode="auto">
                <a:xfrm>
                  <a:off x="4152"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27" name="Freeform 59"/>
                <p:cNvSpPr>
                  <a:spLocks/>
                </p:cNvSpPr>
                <p:nvPr/>
              </p:nvSpPr>
              <p:spPr bwMode="auto">
                <a:xfrm>
                  <a:off x="4184"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28" name="Freeform 60"/>
                <p:cNvSpPr>
                  <a:spLocks/>
                </p:cNvSpPr>
                <p:nvPr/>
              </p:nvSpPr>
              <p:spPr bwMode="auto">
                <a:xfrm>
                  <a:off x="4216"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29" name="Freeform 61"/>
                <p:cNvSpPr>
                  <a:spLocks/>
                </p:cNvSpPr>
                <p:nvPr/>
              </p:nvSpPr>
              <p:spPr bwMode="auto">
                <a:xfrm>
                  <a:off x="4248"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30" name="Freeform 62"/>
                <p:cNvSpPr>
                  <a:spLocks/>
                </p:cNvSpPr>
                <p:nvPr/>
              </p:nvSpPr>
              <p:spPr bwMode="auto">
                <a:xfrm>
                  <a:off x="4280" y="2393"/>
                  <a:ext cx="70"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31" name="Freeform 63"/>
                <p:cNvSpPr>
                  <a:spLocks/>
                </p:cNvSpPr>
                <p:nvPr/>
              </p:nvSpPr>
              <p:spPr bwMode="auto">
                <a:xfrm>
                  <a:off x="4311"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grpSp>
        </p:grpSp>
      </p:grpSp>
      <p:grpSp>
        <p:nvGrpSpPr>
          <p:cNvPr id="71" name="Group 64"/>
          <p:cNvGrpSpPr>
            <a:grpSpLocks noChangeAspect="1"/>
          </p:cNvGrpSpPr>
          <p:nvPr/>
        </p:nvGrpSpPr>
        <p:grpSpPr bwMode="auto">
          <a:xfrm>
            <a:off x="4412727" y="5104050"/>
            <a:ext cx="4536000" cy="962563"/>
            <a:chOff x="2817" y="3506"/>
            <a:chExt cx="2474" cy="525"/>
          </a:xfrm>
        </p:grpSpPr>
        <p:sp>
          <p:nvSpPr>
            <p:cNvPr id="72" name="Rectangle 65"/>
            <p:cNvSpPr>
              <a:spLocks noChangeArrowheads="1"/>
            </p:cNvSpPr>
            <p:nvPr/>
          </p:nvSpPr>
          <p:spPr bwMode="auto">
            <a:xfrm>
              <a:off x="2817" y="3506"/>
              <a:ext cx="2474" cy="525"/>
            </a:xfrm>
            <a:prstGeom prst="rect">
              <a:avLst/>
            </a:prstGeom>
            <a:noFill/>
            <a:ln w="28440">
              <a:solidFill>
                <a:srgbClr val="00CC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73" name="Text Box 66"/>
            <p:cNvSpPr txBox="1">
              <a:spLocks noChangeArrowheads="1"/>
            </p:cNvSpPr>
            <p:nvPr/>
          </p:nvSpPr>
          <p:spPr bwMode="auto">
            <a:xfrm>
              <a:off x="4430" y="3708"/>
              <a:ext cx="316" cy="23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none" lIns="90000" tIns="46800" rIns="90000" bIns="46800">
              <a:spAutoFit/>
            </a:bodyPr>
            <a:lstStyle>
              <a:lvl1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1pPr>
              <a:lvl2pPr marL="37931725" indent="-37474525"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9pPr>
            </a:lstStyle>
            <a:p>
              <a:pPr algn="ctr">
                <a:buClr>
                  <a:srgbClr val="000000"/>
                </a:buClr>
                <a:buSzPct val="100000"/>
                <a:buFont typeface="Arial" charset="0"/>
                <a:buNone/>
              </a:pPr>
              <a:r>
                <a:rPr lang="en-US" b="1">
                  <a:solidFill>
                    <a:srgbClr val="000000"/>
                  </a:solidFill>
                  <a:latin typeface="Arial" charset="0"/>
                  <a:ea typeface="ＭＳ Ｐゴシック" charset="0"/>
                  <a:cs typeface="ＭＳ Ｐゴシック" charset="0"/>
                </a:rPr>
                <a:t>. . .</a:t>
              </a:r>
            </a:p>
          </p:txBody>
        </p:sp>
        <p:grpSp>
          <p:nvGrpSpPr>
            <p:cNvPr id="74" name="Group 67"/>
            <p:cNvGrpSpPr>
              <a:grpSpLocks/>
            </p:cNvGrpSpPr>
            <p:nvPr/>
          </p:nvGrpSpPr>
          <p:grpSpPr bwMode="auto">
            <a:xfrm>
              <a:off x="2872" y="3549"/>
              <a:ext cx="489" cy="440"/>
              <a:chOff x="2872" y="3549"/>
              <a:chExt cx="489" cy="440"/>
            </a:xfrm>
          </p:grpSpPr>
          <p:sp>
            <p:nvSpPr>
              <p:cNvPr id="117" name="Text Box 68"/>
              <p:cNvSpPr txBox="1">
                <a:spLocks noChangeArrowheads="1"/>
              </p:cNvSpPr>
              <p:nvPr/>
            </p:nvSpPr>
            <p:spPr bwMode="auto">
              <a:xfrm>
                <a:off x="2872" y="3549"/>
                <a:ext cx="490" cy="441"/>
              </a:xfrm>
              <a:prstGeom prst="rect">
                <a:avLst/>
              </a:prstGeom>
              <a:noFill/>
              <a:ln w="19080">
                <a:solidFill>
                  <a:srgbClr val="00CC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Calibri" charset="0"/>
                    <a:ea typeface="ヒラギノ角ゴ Pro W3" charset="0"/>
                    <a:cs typeface="ヒラギノ角ゴ Pro W3" charset="0"/>
                  </a:defRPr>
                </a:lvl1pPr>
                <a:lvl2pPr marL="37931725" indent="-37474525">
                  <a:defRPr>
                    <a:solidFill>
                      <a:schemeClr val="tx1"/>
                    </a:solidFill>
                    <a:latin typeface="Calibri" charset="0"/>
                    <a:ea typeface="ヒラギノ角ゴ Pro W3" charset="0"/>
                    <a:cs typeface="ヒラギノ角ゴ Pro W3" charset="0"/>
                  </a:defRPr>
                </a:lvl2pPr>
                <a:lvl3pPr>
                  <a:defRPr>
                    <a:solidFill>
                      <a:schemeClr val="tx1"/>
                    </a:solidFill>
                    <a:latin typeface="Calibri" charset="0"/>
                    <a:ea typeface="ヒラギノ角ゴ Pro W3" charset="0"/>
                    <a:cs typeface="ヒラギノ角ゴ Pro W3" charset="0"/>
                  </a:defRPr>
                </a:lvl3pPr>
                <a:lvl4pPr>
                  <a:defRPr>
                    <a:solidFill>
                      <a:schemeClr val="tx1"/>
                    </a:solidFill>
                    <a:latin typeface="Calibri" charset="0"/>
                    <a:ea typeface="ヒラギノ角ゴ Pro W3" charset="0"/>
                    <a:cs typeface="ヒラギノ角ゴ Pro W3" charset="0"/>
                  </a:defRPr>
                </a:lvl4pPr>
                <a:lvl5pPr>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defRPr>
                    <a:solidFill>
                      <a:schemeClr val="tx1"/>
                    </a:solidFill>
                    <a:latin typeface="Calibri" charset="0"/>
                    <a:ea typeface="ヒラギノ角ゴ Pro W3" charset="0"/>
                    <a:cs typeface="ヒラギノ角ゴ Pro W3" charset="0"/>
                  </a:defRPr>
                </a:lvl9pPr>
              </a:lstStyle>
              <a:p>
                <a:endParaRPr lang="en-US"/>
              </a:p>
            </p:txBody>
          </p:sp>
          <p:grpSp>
            <p:nvGrpSpPr>
              <p:cNvPr id="118" name="Group 69"/>
              <p:cNvGrpSpPr>
                <a:grpSpLocks/>
              </p:cNvGrpSpPr>
              <p:nvPr/>
            </p:nvGrpSpPr>
            <p:grpSpPr bwMode="auto">
              <a:xfrm>
                <a:off x="2920" y="3602"/>
                <a:ext cx="392" cy="332"/>
                <a:chOff x="2920" y="3602"/>
                <a:chExt cx="392" cy="332"/>
              </a:xfrm>
            </p:grpSpPr>
            <p:sp>
              <p:nvSpPr>
                <p:cNvPr id="119" name="Freeform 70"/>
                <p:cNvSpPr>
                  <a:spLocks/>
                </p:cNvSpPr>
                <p:nvPr/>
              </p:nvSpPr>
              <p:spPr bwMode="auto">
                <a:xfrm>
                  <a:off x="2920"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20" name="Freeform 71"/>
                <p:cNvSpPr>
                  <a:spLocks/>
                </p:cNvSpPr>
                <p:nvPr/>
              </p:nvSpPr>
              <p:spPr bwMode="auto">
                <a:xfrm>
                  <a:off x="2955"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21" name="Freeform 72"/>
                <p:cNvSpPr>
                  <a:spLocks/>
                </p:cNvSpPr>
                <p:nvPr/>
              </p:nvSpPr>
              <p:spPr bwMode="auto">
                <a:xfrm>
                  <a:off x="2986"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22" name="Freeform 73"/>
                <p:cNvSpPr>
                  <a:spLocks/>
                </p:cNvSpPr>
                <p:nvPr/>
              </p:nvSpPr>
              <p:spPr bwMode="auto">
                <a:xfrm>
                  <a:off x="3019"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23" name="Freeform 74"/>
                <p:cNvSpPr>
                  <a:spLocks/>
                </p:cNvSpPr>
                <p:nvPr/>
              </p:nvSpPr>
              <p:spPr bwMode="auto">
                <a:xfrm>
                  <a:off x="3050"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24" name="Freeform 75"/>
                <p:cNvSpPr>
                  <a:spLocks/>
                </p:cNvSpPr>
                <p:nvPr/>
              </p:nvSpPr>
              <p:spPr bwMode="auto">
                <a:xfrm>
                  <a:off x="3083"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25" name="Freeform 76"/>
                <p:cNvSpPr>
                  <a:spLocks/>
                </p:cNvSpPr>
                <p:nvPr/>
              </p:nvSpPr>
              <p:spPr bwMode="auto">
                <a:xfrm>
                  <a:off x="3114"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26" name="Freeform 77"/>
                <p:cNvSpPr>
                  <a:spLocks/>
                </p:cNvSpPr>
                <p:nvPr/>
              </p:nvSpPr>
              <p:spPr bwMode="auto">
                <a:xfrm>
                  <a:off x="3146"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27" name="Freeform 78"/>
                <p:cNvSpPr>
                  <a:spLocks/>
                </p:cNvSpPr>
                <p:nvPr/>
              </p:nvSpPr>
              <p:spPr bwMode="auto">
                <a:xfrm>
                  <a:off x="3178"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28" name="Freeform 79"/>
                <p:cNvSpPr>
                  <a:spLocks/>
                </p:cNvSpPr>
                <p:nvPr/>
              </p:nvSpPr>
              <p:spPr bwMode="auto">
                <a:xfrm>
                  <a:off x="3210"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29" name="Freeform 80"/>
                <p:cNvSpPr>
                  <a:spLocks/>
                </p:cNvSpPr>
                <p:nvPr/>
              </p:nvSpPr>
              <p:spPr bwMode="auto">
                <a:xfrm>
                  <a:off x="3242"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grpSp>
        </p:grpSp>
        <p:grpSp>
          <p:nvGrpSpPr>
            <p:cNvPr id="75" name="Group 81"/>
            <p:cNvGrpSpPr>
              <a:grpSpLocks/>
            </p:cNvGrpSpPr>
            <p:nvPr/>
          </p:nvGrpSpPr>
          <p:grpSpPr bwMode="auto">
            <a:xfrm>
              <a:off x="3406" y="3549"/>
              <a:ext cx="489" cy="440"/>
              <a:chOff x="3406" y="3549"/>
              <a:chExt cx="489" cy="440"/>
            </a:xfrm>
          </p:grpSpPr>
          <p:sp>
            <p:nvSpPr>
              <p:cNvPr id="104" name="Text Box 82"/>
              <p:cNvSpPr txBox="1">
                <a:spLocks noChangeArrowheads="1"/>
              </p:cNvSpPr>
              <p:nvPr/>
            </p:nvSpPr>
            <p:spPr bwMode="auto">
              <a:xfrm>
                <a:off x="3406" y="3549"/>
                <a:ext cx="490" cy="441"/>
              </a:xfrm>
              <a:prstGeom prst="rect">
                <a:avLst/>
              </a:prstGeom>
              <a:noFill/>
              <a:ln w="19080">
                <a:solidFill>
                  <a:srgbClr val="00CC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Calibri" charset="0"/>
                    <a:ea typeface="ヒラギノ角ゴ Pro W3" charset="0"/>
                    <a:cs typeface="ヒラギノ角ゴ Pro W3" charset="0"/>
                  </a:defRPr>
                </a:lvl1pPr>
                <a:lvl2pPr marL="37931725" indent="-37474525">
                  <a:defRPr>
                    <a:solidFill>
                      <a:schemeClr val="tx1"/>
                    </a:solidFill>
                    <a:latin typeface="Calibri" charset="0"/>
                    <a:ea typeface="ヒラギノ角ゴ Pro W3" charset="0"/>
                    <a:cs typeface="ヒラギノ角ゴ Pro W3" charset="0"/>
                  </a:defRPr>
                </a:lvl2pPr>
                <a:lvl3pPr>
                  <a:defRPr>
                    <a:solidFill>
                      <a:schemeClr val="tx1"/>
                    </a:solidFill>
                    <a:latin typeface="Calibri" charset="0"/>
                    <a:ea typeface="ヒラギノ角ゴ Pro W3" charset="0"/>
                    <a:cs typeface="ヒラギノ角ゴ Pro W3" charset="0"/>
                  </a:defRPr>
                </a:lvl3pPr>
                <a:lvl4pPr>
                  <a:defRPr>
                    <a:solidFill>
                      <a:schemeClr val="tx1"/>
                    </a:solidFill>
                    <a:latin typeface="Calibri" charset="0"/>
                    <a:ea typeface="ヒラギノ角ゴ Pro W3" charset="0"/>
                    <a:cs typeface="ヒラギノ角ゴ Pro W3" charset="0"/>
                  </a:defRPr>
                </a:lvl4pPr>
                <a:lvl5pPr>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defRPr>
                    <a:solidFill>
                      <a:schemeClr val="tx1"/>
                    </a:solidFill>
                    <a:latin typeface="Calibri" charset="0"/>
                    <a:ea typeface="ヒラギノ角ゴ Pro W3" charset="0"/>
                    <a:cs typeface="ヒラギノ角ゴ Pro W3" charset="0"/>
                  </a:defRPr>
                </a:lvl9pPr>
              </a:lstStyle>
              <a:p>
                <a:endParaRPr lang="en-US"/>
              </a:p>
            </p:txBody>
          </p:sp>
          <p:grpSp>
            <p:nvGrpSpPr>
              <p:cNvPr id="105" name="Group 83"/>
              <p:cNvGrpSpPr>
                <a:grpSpLocks/>
              </p:cNvGrpSpPr>
              <p:nvPr/>
            </p:nvGrpSpPr>
            <p:grpSpPr bwMode="auto">
              <a:xfrm>
                <a:off x="3454" y="3602"/>
                <a:ext cx="392" cy="332"/>
                <a:chOff x="3454" y="3602"/>
                <a:chExt cx="392" cy="332"/>
              </a:xfrm>
            </p:grpSpPr>
            <p:sp>
              <p:nvSpPr>
                <p:cNvPr id="106" name="Freeform 84"/>
                <p:cNvSpPr>
                  <a:spLocks/>
                </p:cNvSpPr>
                <p:nvPr/>
              </p:nvSpPr>
              <p:spPr bwMode="auto">
                <a:xfrm>
                  <a:off x="3454"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07" name="Freeform 85"/>
                <p:cNvSpPr>
                  <a:spLocks/>
                </p:cNvSpPr>
                <p:nvPr/>
              </p:nvSpPr>
              <p:spPr bwMode="auto">
                <a:xfrm>
                  <a:off x="3489"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08" name="Freeform 86"/>
                <p:cNvSpPr>
                  <a:spLocks/>
                </p:cNvSpPr>
                <p:nvPr/>
              </p:nvSpPr>
              <p:spPr bwMode="auto">
                <a:xfrm>
                  <a:off x="3520"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09" name="Freeform 87"/>
                <p:cNvSpPr>
                  <a:spLocks/>
                </p:cNvSpPr>
                <p:nvPr/>
              </p:nvSpPr>
              <p:spPr bwMode="auto">
                <a:xfrm>
                  <a:off x="3553"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10" name="Freeform 88"/>
                <p:cNvSpPr>
                  <a:spLocks/>
                </p:cNvSpPr>
                <p:nvPr/>
              </p:nvSpPr>
              <p:spPr bwMode="auto">
                <a:xfrm>
                  <a:off x="3584"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11" name="Freeform 89"/>
                <p:cNvSpPr>
                  <a:spLocks/>
                </p:cNvSpPr>
                <p:nvPr/>
              </p:nvSpPr>
              <p:spPr bwMode="auto">
                <a:xfrm>
                  <a:off x="3617"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12" name="Freeform 90"/>
                <p:cNvSpPr>
                  <a:spLocks/>
                </p:cNvSpPr>
                <p:nvPr/>
              </p:nvSpPr>
              <p:spPr bwMode="auto">
                <a:xfrm>
                  <a:off x="3648"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13" name="Freeform 91"/>
                <p:cNvSpPr>
                  <a:spLocks/>
                </p:cNvSpPr>
                <p:nvPr/>
              </p:nvSpPr>
              <p:spPr bwMode="auto">
                <a:xfrm>
                  <a:off x="3680"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14" name="Freeform 92"/>
                <p:cNvSpPr>
                  <a:spLocks/>
                </p:cNvSpPr>
                <p:nvPr/>
              </p:nvSpPr>
              <p:spPr bwMode="auto">
                <a:xfrm>
                  <a:off x="3712"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15" name="Freeform 93"/>
                <p:cNvSpPr>
                  <a:spLocks/>
                </p:cNvSpPr>
                <p:nvPr/>
              </p:nvSpPr>
              <p:spPr bwMode="auto">
                <a:xfrm>
                  <a:off x="3744"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16" name="Freeform 94"/>
                <p:cNvSpPr>
                  <a:spLocks/>
                </p:cNvSpPr>
                <p:nvPr/>
              </p:nvSpPr>
              <p:spPr bwMode="auto">
                <a:xfrm>
                  <a:off x="3776"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grpSp>
        </p:grpSp>
        <p:grpSp>
          <p:nvGrpSpPr>
            <p:cNvPr id="76" name="Group 95"/>
            <p:cNvGrpSpPr>
              <a:grpSpLocks/>
            </p:cNvGrpSpPr>
            <p:nvPr/>
          </p:nvGrpSpPr>
          <p:grpSpPr bwMode="auto">
            <a:xfrm>
              <a:off x="4746" y="3549"/>
              <a:ext cx="489" cy="440"/>
              <a:chOff x="4746" y="3549"/>
              <a:chExt cx="489" cy="440"/>
            </a:xfrm>
          </p:grpSpPr>
          <p:sp>
            <p:nvSpPr>
              <p:cNvPr id="91" name="Text Box 96"/>
              <p:cNvSpPr txBox="1">
                <a:spLocks noChangeArrowheads="1"/>
              </p:cNvSpPr>
              <p:nvPr/>
            </p:nvSpPr>
            <p:spPr bwMode="auto">
              <a:xfrm>
                <a:off x="4746" y="3549"/>
                <a:ext cx="490" cy="441"/>
              </a:xfrm>
              <a:prstGeom prst="rect">
                <a:avLst/>
              </a:prstGeom>
              <a:noFill/>
              <a:ln w="19080">
                <a:solidFill>
                  <a:srgbClr val="00CC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Calibri" charset="0"/>
                    <a:ea typeface="ヒラギノ角ゴ Pro W3" charset="0"/>
                    <a:cs typeface="ヒラギノ角ゴ Pro W3" charset="0"/>
                  </a:defRPr>
                </a:lvl1pPr>
                <a:lvl2pPr marL="37931725" indent="-37474525">
                  <a:defRPr>
                    <a:solidFill>
                      <a:schemeClr val="tx1"/>
                    </a:solidFill>
                    <a:latin typeface="Calibri" charset="0"/>
                    <a:ea typeface="ヒラギノ角ゴ Pro W3" charset="0"/>
                    <a:cs typeface="ヒラギノ角ゴ Pro W3" charset="0"/>
                  </a:defRPr>
                </a:lvl2pPr>
                <a:lvl3pPr>
                  <a:defRPr>
                    <a:solidFill>
                      <a:schemeClr val="tx1"/>
                    </a:solidFill>
                    <a:latin typeface="Calibri" charset="0"/>
                    <a:ea typeface="ヒラギノ角ゴ Pro W3" charset="0"/>
                    <a:cs typeface="ヒラギノ角ゴ Pro W3" charset="0"/>
                  </a:defRPr>
                </a:lvl3pPr>
                <a:lvl4pPr>
                  <a:defRPr>
                    <a:solidFill>
                      <a:schemeClr val="tx1"/>
                    </a:solidFill>
                    <a:latin typeface="Calibri" charset="0"/>
                    <a:ea typeface="ヒラギノ角ゴ Pro W3" charset="0"/>
                    <a:cs typeface="ヒラギノ角ゴ Pro W3" charset="0"/>
                  </a:defRPr>
                </a:lvl4pPr>
                <a:lvl5pPr>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defRPr>
                    <a:solidFill>
                      <a:schemeClr val="tx1"/>
                    </a:solidFill>
                    <a:latin typeface="Calibri" charset="0"/>
                    <a:ea typeface="ヒラギノ角ゴ Pro W3" charset="0"/>
                    <a:cs typeface="ヒラギノ角ゴ Pro W3" charset="0"/>
                  </a:defRPr>
                </a:lvl9pPr>
              </a:lstStyle>
              <a:p>
                <a:endParaRPr lang="en-US"/>
              </a:p>
            </p:txBody>
          </p:sp>
          <p:grpSp>
            <p:nvGrpSpPr>
              <p:cNvPr id="92" name="Group 97"/>
              <p:cNvGrpSpPr>
                <a:grpSpLocks/>
              </p:cNvGrpSpPr>
              <p:nvPr/>
            </p:nvGrpSpPr>
            <p:grpSpPr bwMode="auto">
              <a:xfrm>
                <a:off x="4794" y="3602"/>
                <a:ext cx="392" cy="332"/>
                <a:chOff x="4794" y="3602"/>
                <a:chExt cx="392" cy="332"/>
              </a:xfrm>
            </p:grpSpPr>
            <p:sp>
              <p:nvSpPr>
                <p:cNvPr id="93" name="Freeform 98"/>
                <p:cNvSpPr>
                  <a:spLocks/>
                </p:cNvSpPr>
                <p:nvPr/>
              </p:nvSpPr>
              <p:spPr bwMode="auto">
                <a:xfrm>
                  <a:off x="4794"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94" name="Freeform 99"/>
                <p:cNvSpPr>
                  <a:spLocks/>
                </p:cNvSpPr>
                <p:nvPr/>
              </p:nvSpPr>
              <p:spPr bwMode="auto">
                <a:xfrm>
                  <a:off x="4829"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95" name="Freeform 100"/>
                <p:cNvSpPr>
                  <a:spLocks/>
                </p:cNvSpPr>
                <p:nvPr/>
              </p:nvSpPr>
              <p:spPr bwMode="auto">
                <a:xfrm>
                  <a:off x="4860"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96" name="Freeform 101"/>
                <p:cNvSpPr>
                  <a:spLocks/>
                </p:cNvSpPr>
                <p:nvPr/>
              </p:nvSpPr>
              <p:spPr bwMode="auto">
                <a:xfrm>
                  <a:off x="4893"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97" name="Freeform 102"/>
                <p:cNvSpPr>
                  <a:spLocks/>
                </p:cNvSpPr>
                <p:nvPr/>
              </p:nvSpPr>
              <p:spPr bwMode="auto">
                <a:xfrm>
                  <a:off x="4924"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98" name="Freeform 103"/>
                <p:cNvSpPr>
                  <a:spLocks/>
                </p:cNvSpPr>
                <p:nvPr/>
              </p:nvSpPr>
              <p:spPr bwMode="auto">
                <a:xfrm>
                  <a:off x="4957"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99" name="Freeform 104"/>
                <p:cNvSpPr>
                  <a:spLocks/>
                </p:cNvSpPr>
                <p:nvPr/>
              </p:nvSpPr>
              <p:spPr bwMode="auto">
                <a:xfrm>
                  <a:off x="4988"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00" name="Freeform 105"/>
                <p:cNvSpPr>
                  <a:spLocks/>
                </p:cNvSpPr>
                <p:nvPr/>
              </p:nvSpPr>
              <p:spPr bwMode="auto">
                <a:xfrm>
                  <a:off x="5020"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01" name="Freeform 106"/>
                <p:cNvSpPr>
                  <a:spLocks/>
                </p:cNvSpPr>
                <p:nvPr/>
              </p:nvSpPr>
              <p:spPr bwMode="auto">
                <a:xfrm>
                  <a:off x="5052"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02" name="Freeform 107"/>
                <p:cNvSpPr>
                  <a:spLocks/>
                </p:cNvSpPr>
                <p:nvPr/>
              </p:nvSpPr>
              <p:spPr bwMode="auto">
                <a:xfrm>
                  <a:off x="5084"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03" name="Freeform 108"/>
                <p:cNvSpPr>
                  <a:spLocks/>
                </p:cNvSpPr>
                <p:nvPr/>
              </p:nvSpPr>
              <p:spPr bwMode="auto">
                <a:xfrm>
                  <a:off x="5116"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grpSp>
        </p:grpSp>
        <p:grpSp>
          <p:nvGrpSpPr>
            <p:cNvPr id="77" name="Group 109"/>
            <p:cNvGrpSpPr>
              <a:grpSpLocks/>
            </p:cNvGrpSpPr>
            <p:nvPr/>
          </p:nvGrpSpPr>
          <p:grpSpPr bwMode="auto">
            <a:xfrm>
              <a:off x="3942" y="3549"/>
              <a:ext cx="488" cy="440"/>
              <a:chOff x="3942" y="3549"/>
              <a:chExt cx="488" cy="440"/>
            </a:xfrm>
          </p:grpSpPr>
          <p:sp>
            <p:nvSpPr>
              <p:cNvPr id="78" name="Text Box 110"/>
              <p:cNvSpPr txBox="1">
                <a:spLocks noChangeArrowheads="1"/>
              </p:cNvSpPr>
              <p:nvPr/>
            </p:nvSpPr>
            <p:spPr bwMode="auto">
              <a:xfrm>
                <a:off x="3942" y="3549"/>
                <a:ext cx="489" cy="441"/>
              </a:xfrm>
              <a:prstGeom prst="rect">
                <a:avLst/>
              </a:prstGeom>
              <a:noFill/>
              <a:ln w="19080">
                <a:solidFill>
                  <a:srgbClr val="00CC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Calibri" charset="0"/>
                    <a:ea typeface="ヒラギノ角ゴ Pro W3" charset="0"/>
                    <a:cs typeface="ヒラギノ角ゴ Pro W3" charset="0"/>
                  </a:defRPr>
                </a:lvl1pPr>
                <a:lvl2pPr marL="37931725" indent="-37474525">
                  <a:defRPr>
                    <a:solidFill>
                      <a:schemeClr val="tx1"/>
                    </a:solidFill>
                    <a:latin typeface="Calibri" charset="0"/>
                    <a:ea typeface="ヒラギノ角ゴ Pro W3" charset="0"/>
                    <a:cs typeface="ヒラギノ角ゴ Pro W3" charset="0"/>
                  </a:defRPr>
                </a:lvl2pPr>
                <a:lvl3pPr>
                  <a:defRPr>
                    <a:solidFill>
                      <a:schemeClr val="tx1"/>
                    </a:solidFill>
                    <a:latin typeface="Calibri" charset="0"/>
                    <a:ea typeface="ヒラギノ角ゴ Pro W3" charset="0"/>
                    <a:cs typeface="ヒラギノ角ゴ Pro W3" charset="0"/>
                  </a:defRPr>
                </a:lvl3pPr>
                <a:lvl4pPr>
                  <a:defRPr>
                    <a:solidFill>
                      <a:schemeClr val="tx1"/>
                    </a:solidFill>
                    <a:latin typeface="Calibri" charset="0"/>
                    <a:ea typeface="ヒラギノ角ゴ Pro W3" charset="0"/>
                    <a:cs typeface="ヒラギノ角ゴ Pro W3" charset="0"/>
                  </a:defRPr>
                </a:lvl4pPr>
                <a:lvl5pPr>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defRPr>
                    <a:solidFill>
                      <a:schemeClr val="tx1"/>
                    </a:solidFill>
                    <a:latin typeface="Calibri" charset="0"/>
                    <a:ea typeface="ヒラギノ角ゴ Pro W3" charset="0"/>
                    <a:cs typeface="ヒラギノ角ゴ Pro W3" charset="0"/>
                  </a:defRPr>
                </a:lvl9pPr>
              </a:lstStyle>
              <a:p>
                <a:endParaRPr lang="en-US"/>
              </a:p>
            </p:txBody>
          </p:sp>
          <p:grpSp>
            <p:nvGrpSpPr>
              <p:cNvPr id="79" name="Group 111"/>
              <p:cNvGrpSpPr>
                <a:grpSpLocks/>
              </p:cNvGrpSpPr>
              <p:nvPr/>
            </p:nvGrpSpPr>
            <p:grpSpPr bwMode="auto">
              <a:xfrm>
                <a:off x="3990" y="3602"/>
                <a:ext cx="391" cy="332"/>
                <a:chOff x="3990" y="3602"/>
                <a:chExt cx="391" cy="332"/>
              </a:xfrm>
            </p:grpSpPr>
            <p:sp>
              <p:nvSpPr>
                <p:cNvPr id="80" name="Freeform 112"/>
                <p:cNvSpPr>
                  <a:spLocks/>
                </p:cNvSpPr>
                <p:nvPr/>
              </p:nvSpPr>
              <p:spPr bwMode="auto">
                <a:xfrm>
                  <a:off x="3990"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81" name="Freeform 113"/>
                <p:cNvSpPr>
                  <a:spLocks/>
                </p:cNvSpPr>
                <p:nvPr/>
              </p:nvSpPr>
              <p:spPr bwMode="auto">
                <a:xfrm>
                  <a:off x="4025"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82" name="Freeform 114"/>
                <p:cNvSpPr>
                  <a:spLocks/>
                </p:cNvSpPr>
                <p:nvPr/>
              </p:nvSpPr>
              <p:spPr bwMode="auto">
                <a:xfrm>
                  <a:off x="4056"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83" name="Freeform 115"/>
                <p:cNvSpPr>
                  <a:spLocks/>
                </p:cNvSpPr>
                <p:nvPr/>
              </p:nvSpPr>
              <p:spPr bwMode="auto">
                <a:xfrm>
                  <a:off x="4088"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84" name="Freeform 116"/>
                <p:cNvSpPr>
                  <a:spLocks/>
                </p:cNvSpPr>
                <p:nvPr/>
              </p:nvSpPr>
              <p:spPr bwMode="auto">
                <a:xfrm>
                  <a:off x="4120"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85" name="Freeform 117"/>
                <p:cNvSpPr>
                  <a:spLocks/>
                </p:cNvSpPr>
                <p:nvPr/>
              </p:nvSpPr>
              <p:spPr bwMode="auto">
                <a:xfrm>
                  <a:off x="4152"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86" name="Freeform 118"/>
                <p:cNvSpPr>
                  <a:spLocks/>
                </p:cNvSpPr>
                <p:nvPr/>
              </p:nvSpPr>
              <p:spPr bwMode="auto">
                <a:xfrm>
                  <a:off x="4184"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87" name="Freeform 119"/>
                <p:cNvSpPr>
                  <a:spLocks/>
                </p:cNvSpPr>
                <p:nvPr/>
              </p:nvSpPr>
              <p:spPr bwMode="auto">
                <a:xfrm>
                  <a:off x="4216"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88" name="Freeform 120"/>
                <p:cNvSpPr>
                  <a:spLocks/>
                </p:cNvSpPr>
                <p:nvPr/>
              </p:nvSpPr>
              <p:spPr bwMode="auto">
                <a:xfrm>
                  <a:off x="4248"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89" name="Freeform 121"/>
                <p:cNvSpPr>
                  <a:spLocks/>
                </p:cNvSpPr>
                <p:nvPr/>
              </p:nvSpPr>
              <p:spPr bwMode="auto">
                <a:xfrm>
                  <a:off x="4280" y="3602"/>
                  <a:ext cx="70"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90" name="Freeform 122"/>
                <p:cNvSpPr>
                  <a:spLocks/>
                </p:cNvSpPr>
                <p:nvPr/>
              </p:nvSpPr>
              <p:spPr bwMode="auto">
                <a:xfrm>
                  <a:off x="4311"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grpSp>
        </p:grpSp>
      </p:grpSp>
      <p:sp>
        <p:nvSpPr>
          <p:cNvPr id="130" name="Text Box 123"/>
          <p:cNvSpPr txBox="1">
            <a:spLocks noChangeArrowheads="1"/>
          </p:cNvSpPr>
          <p:nvPr/>
        </p:nvSpPr>
        <p:spPr bwMode="auto">
          <a:xfrm>
            <a:off x="67041" y="3353342"/>
            <a:ext cx="4490819" cy="7126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square" lIns="90000" tIns="46800" rIns="90000" bIns="46800">
            <a:spAutoFit/>
          </a:bodyPr>
          <a:lstStyle>
            <a:lvl1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1pPr>
            <a:lvl2pPr marL="37931725" indent="-37474525"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9pPr>
          </a:lstStyle>
          <a:p>
            <a:pPr algn="ctr">
              <a:spcBef>
                <a:spcPts val="450"/>
              </a:spcBef>
              <a:buClr>
                <a:srgbClr val="00CC00"/>
              </a:buClr>
              <a:buSzPct val="100000"/>
              <a:buFont typeface="Arial" charset="0"/>
              <a:buNone/>
            </a:pPr>
            <a:r>
              <a:rPr lang="en-US" b="1" dirty="0">
                <a:solidFill>
                  <a:srgbClr val="00B050"/>
                </a:solidFill>
                <a:latin typeface="Arial" charset="0"/>
                <a:ea typeface="ＭＳ Ｐゴシック" charset="0"/>
                <a:cs typeface="ＭＳ Ｐゴシック" charset="0"/>
              </a:rPr>
              <a:t>Parallel Kernel (GPU):</a:t>
            </a:r>
          </a:p>
          <a:p>
            <a:pPr algn="ctr">
              <a:spcBef>
                <a:spcPts val="450"/>
              </a:spcBef>
              <a:buClr>
                <a:srgbClr val="00CC00"/>
              </a:buClr>
              <a:buSzPct val="100000"/>
              <a:buFont typeface="Arial" charset="0"/>
              <a:buNone/>
            </a:pPr>
            <a:r>
              <a:rPr lang="en-US" b="1" dirty="0" err="1">
                <a:solidFill>
                  <a:srgbClr val="00B050"/>
                </a:solidFill>
                <a:latin typeface="Courier"/>
                <a:ea typeface="ＭＳ Ｐゴシック" charset="0"/>
                <a:cs typeface="Courier"/>
              </a:rPr>
              <a:t>KernelA</a:t>
            </a:r>
            <a:r>
              <a:rPr lang="en-US" b="1" dirty="0">
                <a:solidFill>
                  <a:srgbClr val="00B050"/>
                </a:solidFill>
                <a:latin typeface="Courier"/>
                <a:ea typeface="ＭＳ Ｐゴシック" charset="0"/>
                <a:cs typeface="Courier"/>
              </a:rPr>
              <a:t>&lt;&lt;&lt;</a:t>
            </a:r>
            <a:r>
              <a:rPr lang="en-US" b="1" dirty="0" err="1">
                <a:solidFill>
                  <a:srgbClr val="00B050"/>
                </a:solidFill>
                <a:latin typeface="Courier"/>
                <a:ea typeface="ＭＳ Ｐゴシック" charset="0"/>
                <a:cs typeface="Courier"/>
              </a:rPr>
              <a:t>nBlk</a:t>
            </a:r>
            <a:r>
              <a:rPr lang="en-US" b="1" dirty="0">
                <a:solidFill>
                  <a:srgbClr val="00B050"/>
                </a:solidFill>
                <a:latin typeface="Courier"/>
                <a:ea typeface="ＭＳ Ｐゴシック" charset="0"/>
                <a:cs typeface="Courier"/>
              </a:rPr>
              <a:t>, </a:t>
            </a:r>
            <a:r>
              <a:rPr lang="en-US" b="1" dirty="0" err="1">
                <a:solidFill>
                  <a:srgbClr val="00B050"/>
                </a:solidFill>
                <a:latin typeface="Courier"/>
                <a:ea typeface="ＭＳ Ｐゴシック" charset="0"/>
                <a:cs typeface="Courier"/>
              </a:rPr>
              <a:t>nThr</a:t>
            </a:r>
            <a:r>
              <a:rPr lang="en-US" b="1" dirty="0">
                <a:solidFill>
                  <a:srgbClr val="00B050"/>
                </a:solidFill>
                <a:latin typeface="Courier"/>
                <a:ea typeface="ＭＳ Ｐゴシック" charset="0"/>
                <a:cs typeface="Courier"/>
              </a:rPr>
              <a:t>&gt;&gt;&gt;(</a:t>
            </a:r>
            <a:r>
              <a:rPr lang="en-US" b="1" dirty="0" err="1">
                <a:solidFill>
                  <a:srgbClr val="00B050"/>
                </a:solidFill>
                <a:latin typeface="Courier"/>
                <a:ea typeface="ＭＳ Ｐゴシック" charset="0"/>
                <a:cs typeface="Courier"/>
              </a:rPr>
              <a:t>args</a:t>
            </a:r>
            <a:r>
              <a:rPr lang="en-US" b="1" dirty="0">
                <a:solidFill>
                  <a:srgbClr val="00B050"/>
                </a:solidFill>
                <a:latin typeface="Courier"/>
                <a:ea typeface="ＭＳ Ｐゴシック" charset="0"/>
                <a:cs typeface="Courier"/>
              </a:rPr>
              <a:t>);</a:t>
            </a:r>
          </a:p>
        </p:txBody>
      </p:sp>
      <p:sp>
        <p:nvSpPr>
          <p:cNvPr id="131" name="Freeform 124"/>
          <p:cNvSpPr>
            <a:spLocks/>
          </p:cNvSpPr>
          <p:nvPr/>
        </p:nvSpPr>
        <p:spPr bwMode="auto">
          <a:xfrm>
            <a:off x="6644214" y="2362742"/>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3333CC"/>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32" name="Text Box 125"/>
          <p:cNvSpPr txBox="1">
            <a:spLocks noChangeArrowheads="1"/>
          </p:cNvSpPr>
          <p:nvPr/>
        </p:nvSpPr>
        <p:spPr bwMode="auto">
          <a:xfrm>
            <a:off x="1219200" y="4487574"/>
            <a:ext cx="2293938" cy="329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lIns="90000" tIns="46800" rIns="90000" bIns="46800">
            <a:spAutoFit/>
          </a:bodyPr>
          <a:lstStyle>
            <a:lvl1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1pPr>
            <a:lvl2pPr marL="37931725" indent="-37474525"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9pPr>
          </a:lstStyle>
          <a:p>
            <a:pPr algn="ctr">
              <a:lnSpc>
                <a:spcPct val="85000"/>
              </a:lnSpc>
              <a:spcBef>
                <a:spcPts val="225"/>
              </a:spcBef>
              <a:buClr>
                <a:srgbClr val="3333CC"/>
              </a:buClr>
              <a:buSzPct val="100000"/>
              <a:buFont typeface="Arial" charset="0"/>
              <a:buNone/>
            </a:pPr>
            <a:r>
              <a:rPr lang="en-US" b="1" dirty="0">
                <a:solidFill>
                  <a:srgbClr val="3333CC"/>
                </a:solidFill>
                <a:latin typeface="Arial" charset="0"/>
                <a:ea typeface="ＭＳ Ｐゴシック" charset="0"/>
                <a:cs typeface="ＭＳ Ｐゴシック" charset="0"/>
              </a:rPr>
              <a:t>Serial Code (CPU):</a:t>
            </a:r>
          </a:p>
        </p:txBody>
      </p:sp>
      <p:sp>
        <p:nvSpPr>
          <p:cNvPr id="133" name="Freeform 126"/>
          <p:cNvSpPr>
            <a:spLocks/>
          </p:cNvSpPr>
          <p:nvPr/>
        </p:nvSpPr>
        <p:spPr bwMode="auto">
          <a:xfrm>
            <a:off x="6684707" y="4267742"/>
            <a:ext cx="73025" cy="808037"/>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3333CC"/>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charset="0"/>
            </a:endParaRPr>
          </a:p>
        </p:txBody>
      </p:sp>
      <p:sp>
        <p:nvSpPr>
          <p:cNvPr id="134" name="Text Box 127"/>
          <p:cNvSpPr txBox="1">
            <a:spLocks noChangeArrowheads="1"/>
          </p:cNvSpPr>
          <p:nvPr/>
        </p:nvSpPr>
        <p:spPr bwMode="auto">
          <a:xfrm>
            <a:off x="91432" y="5217541"/>
            <a:ext cx="4482042" cy="7126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wrap="square" lIns="90000" tIns="46800" rIns="90000" bIns="46800">
            <a:spAutoFit/>
          </a:bodyPr>
          <a:lstStyle>
            <a:lvl1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1pPr>
            <a:lvl2pPr marL="37931725" indent="-37474525"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9pPr>
          </a:lstStyle>
          <a:p>
            <a:pPr algn="ctr">
              <a:spcBef>
                <a:spcPts val="450"/>
              </a:spcBef>
              <a:buClr>
                <a:srgbClr val="00CC00"/>
              </a:buClr>
              <a:buSzPct val="100000"/>
              <a:buFont typeface="Arial" charset="0"/>
              <a:buNone/>
            </a:pPr>
            <a:r>
              <a:rPr lang="en-US" b="1" dirty="0">
                <a:solidFill>
                  <a:srgbClr val="00B050"/>
                </a:solidFill>
                <a:latin typeface="Arial" charset="0"/>
                <a:ea typeface="ＭＳ Ｐゴシック" charset="0"/>
                <a:cs typeface="ＭＳ Ｐゴシック" charset="0"/>
              </a:rPr>
              <a:t>Parallel Kernel (GPU): </a:t>
            </a:r>
          </a:p>
          <a:p>
            <a:pPr algn="ctr">
              <a:spcBef>
                <a:spcPts val="450"/>
              </a:spcBef>
              <a:buClr>
                <a:srgbClr val="00CC00"/>
              </a:buClr>
              <a:buSzPct val="100000"/>
              <a:buFont typeface="Arial" charset="0"/>
              <a:buNone/>
            </a:pPr>
            <a:r>
              <a:rPr lang="en-US" b="1" dirty="0" err="1">
                <a:solidFill>
                  <a:srgbClr val="00B050"/>
                </a:solidFill>
                <a:latin typeface="Courier"/>
                <a:ea typeface="ＭＳ Ｐゴシック" charset="0"/>
                <a:cs typeface="Courier"/>
              </a:rPr>
              <a:t>KernelB</a:t>
            </a:r>
            <a:r>
              <a:rPr lang="en-US" b="1" dirty="0">
                <a:solidFill>
                  <a:srgbClr val="00B050"/>
                </a:solidFill>
                <a:latin typeface="Courier"/>
                <a:ea typeface="ＭＳ Ｐゴシック" charset="0"/>
                <a:cs typeface="Courier"/>
              </a:rPr>
              <a:t>&lt;&lt;&lt;</a:t>
            </a:r>
            <a:r>
              <a:rPr lang="en-US" b="1" dirty="0" err="1">
                <a:solidFill>
                  <a:srgbClr val="00B050"/>
                </a:solidFill>
                <a:latin typeface="Courier"/>
                <a:ea typeface="ＭＳ Ｐゴシック" charset="0"/>
                <a:cs typeface="Courier"/>
              </a:rPr>
              <a:t>nBlk</a:t>
            </a:r>
            <a:r>
              <a:rPr lang="en-US" b="1" dirty="0">
                <a:solidFill>
                  <a:srgbClr val="00B050"/>
                </a:solidFill>
                <a:latin typeface="Courier"/>
                <a:ea typeface="ＭＳ Ｐゴシック" charset="0"/>
                <a:cs typeface="Courier"/>
              </a:rPr>
              <a:t>, </a:t>
            </a:r>
            <a:r>
              <a:rPr lang="en-US" b="1" dirty="0" err="1">
                <a:solidFill>
                  <a:srgbClr val="00B050"/>
                </a:solidFill>
                <a:latin typeface="Courier"/>
                <a:ea typeface="ＭＳ Ｐゴシック" charset="0"/>
                <a:cs typeface="Courier"/>
              </a:rPr>
              <a:t>nThr</a:t>
            </a:r>
            <a:r>
              <a:rPr lang="en-US" b="1" dirty="0">
                <a:solidFill>
                  <a:srgbClr val="00B050"/>
                </a:solidFill>
                <a:latin typeface="Courier"/>
                <a:ea typeface="ＭＳ Ｐゴシック" charset="0"/>
                <a:cs typeface="Courier"/>
              </a:rPr>
              <a:t>&gt;&gt;&gt;(</a:t>
            </a:r>
            <a:r>
              <a:rPr lang="en-US" b="1" dirty="0" err="1">
                <a:solidFill>
                  <a:srgbClr val="00B050"/>
                </a:solidFill>
                <a:latin typeface="Courier"/>
                <a:ea typeface="ＭＳ Ｐゴシック" charset="0"/>
                <a:cs typeface="Courier"/>
              </a:rPr>
              <a:t>args</a:t>
            </a:r>
            <a:r>
              <a:rPr lang="en-US" b="1" dirty="0">
                <a:solidFill>
                  <a:srgbClr val="00B050"/>
                </a:solidFill>
                <a:latin typeface="Courier"/>
                <a:ea typeface="ＭＳ Ｐゴシック" charset="0"/>
                <a:cs typeface="Courier"/>
              </a:rPr>
              <a:t>);</a:t>
            </a:r>
          </a:p>
        </p:txBody>
      </p:sp>
      <p:sp>
        <p:nvSpPr>
          <p:cNvPr id="135" name="Título 134"/>
          <p:cNvSpPr>
            <a:spLocks noGrp="1"/>
          </p:cNvSpPr>
          <p:nvPr>
            <p:ph type="title"/>
          </p:nvPr>
        </p:nvSpPr>
        <p:spPr/>
        <p:txBody>
          <a:bodyPr/>
          <a:lstStyle/>
          <a:p>
            <a:r>
              <a:rPr lang="en-US" dirty="0"/>
              <a:t>Programming Model: CPU and GPU </a:t>
            </a:r>
          </a:p>
        </p:txBody>
      </p:sp>
      <p:sp>
        <p:nvSpPr>
          <p:cNvPr id="2" name="Marcador de número de diapositiva 1"/>
          <p:cNvSpPr>
            <a:spLocks noGrp="1"/>
          </p:cNvSpPr>
          <p:nvPr>
            <p:ph type="sldNum" sz="quarter" idx="11"/>
          </p:nvPr>
        </p:nvSpPr>
        <p:spPr/>
        <p:txBody>
          <a:bodyPr/>
          <a:lstStyle/>
          <a:p>
            <a:fld id="{323594FA-E141-4234-AE05-360401972BE7}" type="slidenum">
              <a:rPr lang="en-US" altLang="en-US" smtClean="0"/>
              <a:pPr/>
              <a:t>23</a:t>
            </a:fld>
            <a:endParaRPr lang="en-US" altLang="en-US"/>
          </a:p>
        </p:txBody>
      </p:sp>
    </p:spTree>
    <p:extLst>
      <p:ext uri="{BB962C8B-B14F-4D97-AF65-F5344CB8AC3E}">
        <p14:creationId xmlns:p14="http://schemas.microsoft.com/office/powerpoint/2010/main" val="8932001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0" grpId="0"/>
      <p:bldP spid="131" grpId="0" animBg="1"/>
      <p:bldP spid="132" grpId="0"/>
      <p:bldP spid="133" grpId="0" animBg="1"/>
      <p:bldP spid="13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Title 1"/>
          <p:cNvSpPr>
            <a:spLocks noGrp="1"/>
          </p:cNvSpPr>
          <p:nvPr>
            <p:ph type="title"/>
          </p:nvPr>
        </p:nvSpPr>
        <p:spPr/>
        <p:txBody>
          <a:bodyPr/>
          <a:lstStyle/>
          <a:p>
            <a:r>
              <a:rPr lang="en-US" altLang="zh-CN" dirty="0">
                <a:latin typeface="Garamond" charset="0"/>
              </a:rPr>
              <a:t>Recall: </a:t>
            </a:r>
            <a:r>
              <a:rPr lang="en-US" dirty="0">
                <a:latin typeface="Garamond" charset="0"/>
              </a:rPr>
              <a:t>Amdahl’s Law</a:t>
            </a:r>
          </a:p>
        </p:txBody>
      </p:sp>
      <p:sp>
        <p:nvSpPr>
          <p:cNvPr id="220162" name="Content Placeholder 2"/>
          <p:cNvSpPr>
            <a:spLocks noGrp="1"/>
          </p:cNvSpPr>
          <p:nvPr>
            <p:ph idx="1"/>
          </p:nvPr>
        </p:nvSpPr>
        <p:spPr>
          <a:xfrm>
            <a:off x="228600" y="996950"/>
            <a:ext cx="8915400" cy="5403850"/>
          </a:xfrm>
        </p:spPr>
        <p:txBody>
          <a:bodyPr/>
          <a:lstStyle/>
          <a:p>
            <a:r>
              <a:rPr lang="en-US" b="1" dirty="0">
                <a:latin typeface="Tahoma" charset="0"/>
                <a:ea typeface="ＭＳ Ｐゴシック" charset="0"/>
                <a:cs typeface="ＭＳ Ｐゴシック" charset="0"/>
              </a:rPr>
              <a:t>Amdahl</a:t>
            </a:r>
            <a:r>
              <a:rPr lang="ja-JP" altLang="en-US" b="1" dirty="0">
                <a:latin typeface="Tahoma" charset="0"/>
                <a:ea typeface="ＭＳ Ｐゴシック" charset="0"/>
                <a:cs typeface="ＭＳ Ｐゴシック" charset="0"/>
              </a:rPr>
              <a:t>’</a:t>
            </a:r>
            <a:r>
              <a:rPr lang="en-US" altLang="ja-JP" b="1" dirty="0">
                <a:latin typeface="Tahoma" charset="0"/>
                <a:ea typeface="ＭＳ Ｐゴシック" charset="0"/>
                <a:cs typeface="ＭＳ Ｐゴシック" charset="0"/>
              </a:rPr>
              <a:t>s Law</a:t>
            </a:r>
          </a:p>
          <a:p>
            <a:pPr lvl="1"/>
            <a:r>
              <a:rPr lang="en-US" dirty="0">
                <a:latin typeface="Tahoma" charset="0"/>
                <a:ea typeface="ＭＳ Ｐゴシック" charset="0"/>
              </a:rPr>
              <a:t>f: Parallelizable fraction of a program</a:t>
            </a:r>
          </a:p>
          <a:p>
            <a:pPr lvl="1"/>
            <a:r>
              <a:rPr lang="en-US" dirty="0">
                <a:latin typeface="Tahoma" charset="0"/>
                <a:ea typeface="ＭＳ Ｐゴシック" charset="0"/>
              </a:rPr>
              <a:t>N: Number of processors</a:t>
            </a:r>
          </a:p>
          <a:p>
            <a:pPr lvl="1"/>
            <a:endParaRPr lang="en-US" dirty="0">
              <a:latin typeface="Tahoma" charset="0"/>
              <a:ea typeface="ＭＳ Ｐゴシック" charset="0"/>
            </a:endParaRPr>
          </a:p>
          <a:p>
            <a:pPr lvl="1"/>
            <a:endParaRPr lang="en-US" dirty="0">
              <a:latin typeface="Tahoma" charset="0"/>
              <a:ea typeface="ＭＳ Ｐゴシック" charset="0"/>
            </a:endParaRPr>
          </a:p>
          <a:p>
            <a:pPr marL="0" indent="0">
              <a:buNone/>
            </a:pPr>
            <a:endParaRPr lang="en-US" dirty="0">
              <a:solidFill>
                <a:srgbClr val="FF0000"/>
              </a:solidFill>
              <a:latin typeface="Tahoma" charset="0"/>
              <a:ea typeface="ＭＳ Ｐゴシック" charset="0"/>
              <a:cs typeface="ＭＳ Ｐゴシック" charset="0"/>
            </a:endParaRPr>
          </a:p>
          <a:p>
            <a:r>
              <a:rPr lang="en-US" altLang="zh-CN" b="1" dirty="0">
                <a:solidFill>
                  <a:srgbClr val="FF0000"/>
                </a:solidFill>
                <a:latin typeface="Tahoma" charset="0"/>
              </a:rPr>
              <a:t>Serial bottleneck </a:t>
            </a:r>
            <a:r>
              <a:rPr lang="en-US" altLang="zh-CN" dirty="0">
                <a:solidFill>
                  <a:srgbClr val="FF0000"/>
                </a:solidFill>
                <a:latin typeface="Tahoma" charset="0"/>
              </a:rPr>
              <a:t>of Amdahl’s Law: </a:t>
            </a:r>
          </a:p>
          <a:p>
            <a:pPr lvl="1"/>
            <a:r>
              <a:rPr lang="en-US" dirty="0">
                <a:latin typeface="Tahoma" charset="0"/>
                <a:ea typeface="ＭＳ Ｐゴシック" charset="0"/>
                <a:cs typeface="ＭＳ Ｐゴシック" charset="0"/>
              </a:rPr>
              <a:t>Maximum speedup (1/(1-f)) limited by serial portion (</a:t>
            </a:r>
            <a:r>
              <a:rPr lang="en-US" altLang="zh-CN" sz="2400" kern="1200" dirty="0">
                <a:solidFill>
                  <a:srgbClr val="FF0000"/>
                </a:solidFill>
                <a:latin typeface="Arial" charset="0"/>
                <a:ea typeface="ＭＳ Ｐゴシック" charset="0"/>
                <a:cs typeface="Arial" charset="0"/>
              </a:rPr>
              <a:t>1 - f</a:t>
            </a:r>
            <a:r>
              <a:rPr lang="en-US" dirty="0">
                <a:latin typeface="Tahoma" charset="0"/>
                <a:ea typeface="ＭＳ Ｐゴシック" charset="0"/>
                <a:cs typeface="ＭＳ Ｐゴシック" charset="0"/>
              </a:rPr>
              <a:t>)</a:t>
            </a:r>
            <a:endParaRPr lang="en-US" dirty="0">
              <a:solidFill>
                <a:srgbClr val="FF0000"/>
              </a:solidFill>
              <a:latin typeface="Tahoma" charset="0"/>
              <a:ea typeface="ＭＳ Ｐゴシック" charset="0"/>
              <a:cs typeface="ＭＳ Ｐゴシック" charset="0"/>
            </a:endParaRPr>
          </a:p>
          <a:p>
            <a:r>
              <a:rPr lang="en-US" dirty="0">
                <a:latin typeface="Tahoma" charset="0"/>
                <a:ea typeface="ＭＳ Ｐゴシック" charset="0"/>
                <a:cs typeface="ＭＳ Ｐゴシック" charset="0"/>
              </a:rPr>
              <a:t>Parallel portion </a:t>
            </a:r>
            <a:r>
              <a:rPr lang="en-US" altLang="zh-CN" dirty="0">
                <a:latin typeface="Tahoma" charset="0"/>
              </a:rPr>
              <a:t>(</a:t>
            </a:r>
            <a:r>
              <a:rPr lang="en-US" dirty="0">
                <a:solidFill>
                  <a:srgbClr val="0432FF"/>
                </a:solidFill>
                <a:latin typeface="Tahoma" charset="0"/>
                <a:ea typeface="ＭＳ Ｐゴシック" charset="0"/>
                <a:cs typeface="ＭＳ Ｐゴシック" charset="0"/>
              </a:rPr>
              <a:t>f</a:t>
            </a:r>
            <a:r>
              <a:rPr lang="en-US" altLang="zh-CN" dirty="0">
                <a:latin typeface="Tahoma" charset="0"/>
              </a:rPr>
              <a:t>)</a:t>
            </a:r>
            <a:r>
              <a:rPr lang="en-US" dirty="0">
                <a:latin typeface="Tahoma" charset="0"/>
                <a:ea typeface="ＭＳ Ｐゴシック" charset="0"/>
                <a:cs typeface="ＭＳ Ｐゴシック" charset="0"/>
              </a:rPr>
              <a:t> is usually not perfectly parallel</a:t>
            </a:r>
          </a:p>
          <a:p>
            <a:pPr lvl="1"/>
            <a:r>
              <a:rPr lang="en-US" dirty="0">
                <a:solidFill>
                  <a:srgbClr val="FF0000"/>
                </a:solidFill>
                <a:latin typeface="Tahoma" charset="0"/>
                <a:ea typeface="ＭＳ Ｐゴシック" charset="0"/>
              </a:rPr>
              <a:t>Synchronization</a:t>
            </a:r>
            <a:r>
              <a:rPr lang="en-US" dirty="0">
                <a:latin typeface="Tahoma" charset="0"/>
                <a:ea typeface="ＭＳ Ｐゴシック" charset="0"/>
              </a:rPr>
              <a:t> overhead (e.g., updates to shared data)</a:t>
            </a:r>
          </a:p>
          <a:p>
            <a:pPr lvl="1"/>
            <a:r>
              <a:rPr lang="en-US" dirty="0">
                <a:solidFill>
                  <a:srgbClr val="FF0000"/>
                </a:solidFill>
                <a:latin typeface="Tahoma" charset="0"/>
                <a:ea typeface="ＭＳ Ｐゴシック" charset="0"/>
              </a:rPr>
              <a:t>Load imbalance </a:t>
            </a:r>
            <a:r>
              <a:rPr lang="en-US" dirty="0">
                <a:latin typeface="Tahoma" charset="0"/>
                <a:ea typeface="ＭＳ Ｐゴシック" charset="0"/>
              </a:rPr>
              <a:t>overhead (imperfect parallelization)</a:t>
            </a:r>
          </a:p>
          <a:p>
            <a:pPr lvl="1"/>
            <a:r>
              <a:rPr lang="en-US" dirty="0">
                <a:solidFill>
                  <a:srgbClr val="FF0000"/>
                </a:solidFill>
                <a:latin typeface="Tahoma" charset="0"/>
                <a:ea typeface="ＭＳ Ｐゴシック" charset="0"/>
              </a:rPr>
              <a:t>Resource sharing </a:t>
            </a:r>
            <a:r>
              <a:rPr lang="en-US" dirty="0">
                <a:latin typeface="Tahoma" charset="0"/>
                <a:ea typeface="ＭＳ Ｐゴシック" charset="0"/>
              </a:rPr>
              <a:t>overhead (contention among N processors)</a:t>
            </a:r>
          </a:p>
          <a:p>
            <a:pPr lvl="1"/>
            <a:endParaRPr lang="en-US" dirty="0">
              <a:latin typeface="Tahoma" charset="0"/>
              <a:ea typeface="ＭＳ Ｐゴシック" charset="0"/>
            </a:endParaRPr>
          </a:p>
        </p:txBody>
      </p:sp>
      <p:sp>
        <p:nvSpPr>
          <p:cNvPr id="220163" name="Slide Number Placeholder 3"/>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C415228-36BB-6A41-A6C3-7A42358B1C84}" type="slidenum">
              <a:rPr kumimoji="0" lang="en-US" sz="1600" b="0" i="0" u="none" strike="noStrike" kern="1200" cap="none" spc="0" normalizeH="0" baseline="0" noProof="0">
                <a:ln>
                  <a:noFill/>
                </a:ln>
                <a:solidFill>
                  <a:srgbClr val="000000"/>
                </a:solidFill>
                <a:effectLst/>
                <a:uLnTx/>
                <a:uFillTx/>
                <a:latin typeface="Garamond" charset="0"/>
                <a:ea typeface="ＭＳ Ｐゴシック" charset="0"/>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600" b="0" i="0" u="none" strike="noStrike" kern="1200" cap="none" spc="0" normalizeH="0" baseline="0" noProof="0">
              <a:ln>
                <a:noFill/>
              </a:ln>
              <a:solidFill>
                <a:srgbClr val="000000"/>
              </a:solidFill>
              <a:effectLst/>
              <a:uLnTx/>
              <a:uFillTx/>
              <a:latin typeface="Garamond" charset="0"/>
              <a:ea typeface="ＭＳ Ｐゴシック" charset="0"/>
              <a:cs typeface="Arial" charset="0"/>
            </a:endParaRPr>
          </a:p>
        </p:txBody>
      </p:sp>
      <p:sp>
        <p:nvSpPr>
          <p:cNvPr id="220164" name="Text Box 6"/>
          <p:cNvSpPr txBox="1">
            <a:spLocks noChangeArrowheads="1"/>
          </p:cNvSpPr>
          <p:nvPr/>
        </p:nvSpPr>
        <p:spPr bwMode="auto">
          <a:xfrm>
            <a:off x="914400" y="2590800"/>
            <a:ext cx="18034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Speedup =</a:t>
            </a:r>
          </a:p>
        </p:txBody>
      </p:sp>
      <p:sp>
        <p:nvSpPr>
          <p:cNvPr id="220165" name="Line 7"/>
          <p:cNvSpPr>
            <a:spLocks noChangeShapeType="1"/>
          </p:cNvSpPr>
          <p:nvPr/>
        </p:nvSpPr>
        <p:spPr bwMode="auto">
          <a:xfrm>
            <a:off x="2747963" y="2811463"/>
            <a:ext cx="3862387" cy="1587"/>
          </a:xfrm>
          <a:prstGeom prst="line">
            <a:avLst/>
          </a:prstGeom>
          <a:noFill/>
          <a:ln w="57150">
            <a:solidFill>
              <a:schemeClr val="tx1"/>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ＭＳ Ｐゴシック" charset="0"/>
            </a:endParaRPr>
          </a:p>
        </p:txBody>
      </p:sp>
      <p:sp>
        <p:nvSpPr>
          <p:cNvPr id="220166" name="Text Box 8"/>
          <p:cNvSpPr txBox="1">
            <a:spLocks noChangeArrowheads="1"/>
          </p:cNvSpPr>
          <p:nvPr/>
        </p:nvSpPr>
        <p:spPr bwMode="auto">
          <a:xfrm>
            <a:off x="4138613" y="2355850"/>
            <a:ext cx="9144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Arial" charset="0"/>
              </a:rPr>
              <a:t>1</a:t>
            </a:r>
          </a:p>
        </p:txBody>
      </p:sp>
      <p:sp>
        <p:nvSpPr>
          <p:cNvPr id="220167" name="Text Box 9"/>
          <p:cNvSpPr txBox="1">
            <a:spLocks noChangeArrowheads="1"/>
          </p:cNvSpPr>
          <p:nvPr/>
        </p:nvSpPr>
        <p:spPr bwMode="auto">
          <a:xfrm>
            <a:off x="3530600" y="2813050"/>
            <a:ext cx="915988"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3200" b="0" i="0" u="none" strike="noStrike" kern="1200" cap="none" spc="0" normalizeH="0" baseline="0" noProof="0">
                <a:ln>
                  <a:noFill/>
                </a:ln>
                <a:solidFill>
                  <a:srgbClr val="000000"/>
                </a:solidFill>
                <a:effectLst/>
                <a:uLnTx/>
                <a:uFillTx/>
                <a:latin typeface="Arial" charset="0"/>
                <a:ea typeface="ＭＳ Ｐゴシック" charset="0"/>
                <a:cs typeface="Arial" charset="0"/>
              </a:rPr>
              <a:t>+</a:t>
            </a:r>
          </a:p>
        </p:txBody>
      </p:sp>
      <p:sp>
        <p:nvSpPr>
          <p:cNvPr id="220168" name="Text Box 10"/>
          <p:cNvSpPr txBox="1">
            <a:spLocks noChangeArrowheads="1"/>
          </p:cNvSpPr>
          <p:nvPr/>
        </p:nvSpPr>
        <p:spPr bwMode="auto">
          <a:xfrm>
            <a:off x="2820988" y="2886075"/>
            <a:ext cx="9144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charset="0"/>
                <a:ea typeface="ＭＳ Ｐゴシック" charset="0"/>
                <a:cs typeface="Arial" charset="0"/>
              </a:rPr>
              <a:t>1 - f</a:t>
            </a:r>
          </a:p>
        </p:txBody>
      </p:sp>
      <p:sp>
        <p:nvSpPr>
          <p:cNvPr id="220169" name="Text Box 13"/>
          <p:cNvSpPr txBox="1">
            <a:spLocks noChangeArrowheads="1"/>
          </p:cNvSpPr>
          <p:nvPr/>
        </p:nvSpPr>
        <p:spPr bwMode="auto">
          <a:xfrm>
            <a:off x="4735513" y="2782888"/>
            <a:ext cx="1154112"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432FF"/>
                </a:solidFill>
                <a:effectLst/>
                <a:uLnTx/>
                <a:uFillTx/>
                <a:latin typeface="Arial" charset="0"/>
                <a:ea typeface="ＭＳ Ｐゴシック" charset="0"/>
                <a:cs typeface="Arial" charset="0"/>
              </a:rPr>
              <a:t>f</a:t>
            </a:r>
          </a:p>
        </p:txBody>
      </p:sp>
      <p:sp>
        <p:nvSpPr>
          <p:cNvPr id="220170" name="Text Box 14"/>
          <p:cNvSpPr txBox="1">
            <a:spLocks noChangeArrowheads="1"/>
          </p:cNvSpPr>
          <p:nvPr/>
        </p:nvSpPr>
        <p:spPr bwMode="auto">
          <a:xfrm>
            <a:off x="4030663" y="3117850"/>
            <a:ext cx="2579687"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432FF"/>
                </a:solidFill>
                <a:effectLst/>
                <a:uLnTx/>
                <a:uFillTx/>
                <a:latin typeface="Arial" charset="0"/>
                <a:ea typeface="ＭＳ Ｐゴシック" charset="0"/>
                <a:cs typeface="Arial" charset="0"/>
              </a:rPr>
              <a:t>N</a:t>
            </a:r>
          </a:p>
        </p:txBody>
      </p:sp>
      <p:sp>
        <p:nvSpPr>
          <p:cNvPr id="220171" name="Line 15"/>
          <p:cNvSpPr>
            <a:spLocks noChangeShapeType="1"/>
          </p:cNvSpPr>
          <p:nvPr/>
        </p:nvSpPr>
        <p:spPr bwMode="auto">
          <a:xfrm flipV="1">
            <a:off x="4241800" y="3117850"/>
            <a:ext cx="2270125" cy="11113"/>
          </a:xfrm>
          <a:prstGeom prst="line">
            <a:avLst/>
          </a:prstGeom>
          <a:noFill/>
          <a:ln w="28575">
            <a:solidFill>
              <a:srgbClr val="0432FF"/>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432FF"/>
              </a:solidFill>
              <a:effectLst/>
              <a:uLnTx/>
              <a:uFillTx/>
              <a:latin typeface="Arial" charset="0"/>
              <a:ea typeface="ＭＳ Ｐゴシック" charset="0"/>
              <a:cs typeface="ＭＳ Ｐゴシック" charset="0"/>
            </a:endParaRPr>
          </a:p>
        </p:txBody>
      </p:sp>
      <p:sp>
        <p:nvSpPr>
          <p:cNvPr id="2" name="矩形 1">
            <a:extLst>
              <a:ext uri="{FF2B5EF4-FFF2-40B4-BE49-F238E27FC236}">
                <a16:creationId xmlns:a16="http://schemas.microsoft.com/office/drawing/2014/main" id="{D59C6AC7-7F85-46F4-87EC-5235082F99D7}"/>
              </a:ext>
            </a:extLst>
          </p:cNvPr>
          <p:cNvSpPr/>
          <p:nvPr/>
        </p:nvSpPr>
        <p:spPr>
          <a:xfrm>
            <a:off x="-319088" y="6316780"/>
            <a:ext cx="9005887" cy="523220"/>
          </a:xfrm>
          <a:prstGeom prst="rect">
            <a:avLst/>
          </a:prstGeom>
        </p:spPr>
        <p:txBody>
          <a:bodyPr wrap="square">
            <a:spAutoFit/>
          </a:bodyPr>
          <a:lstStyle/>
          <a:p>
            <a:pPr lvl="1"/>
            <a:endParaRPr lang="en-US" altLang="zh-CN" sz="1400" dirty="0">
              <a:latin typeface="Tahoma" charset="0"/>
              <a:ea typeface="ＭＳ Ｐゴシック" charset="0"/>
            </a:endParaRPr>
          </a:p>
          <a:p>
            <a:pPr lvl="1"/>
            <a:r>
              <a:rPr lang="en-US" altLang="zh-CN" sz="1400" dirty="0">
                <a:latin typeface="Tahoma" charset="0"/>
                <a:ea typeface="ＭＳ Ｐゴシック" charset="0"/>
              </a:rPr>
              <a:t>Amdahl, </a:t>
            </a:r>
            <a:r>
              <a:rPr lang="ja-JP" altLang="en-US" sz="1400" dirty="0">
                <a:latin typeface="Tahoma" charset="0"/>
                <a:ea typeface="ＭＳ Ｐゴシック" charset="0"/>
              </a:rPr>
              <a:t>“</a:t>
            </a:r>
            <a:r>
              <a:rPr lang="en-US" altLang="ja-JP" sz="1400" dirty="0">
                <a:latin typeface="Tahoma" charset="0"/>
                <a:ea typeface="ＭＳ Ｐゴシック" charset="0"/>
              </a:rPr>
              <a:t>Validity of the single processor approach to achieving large scale computing capabilities,</a:t>
            </a:r>
            <a:r>
              <a:rPr lang="ja-JP" altLang="en-US" sz="1400" dirty="0">
                <a:latin typeface="Tahoma" charset="0"/>
                <a:ea typeface="ＭＳ Ｐゴシック" charset="0"/>
              </a:rPr>
              <a:t>”</a:t>
            </a:r>
            <a:r>
              <a:rPr lang="en-US" altLang="ja-JP" sz="1400" dirty="0">
                <a:latin typeface="Tahoma" charset="0"/>
                <a:ea typeface="ＭＳ Ｐゴシック" charset="0"/>
              </a:rPr>
              <a:t> 1967. </a:t>
            </a:r>
          </a:p>
        </p:txBody>
      </p:sp>
    </p:spTree>
    <p:extLst>
      <p:ext uri="{BB962C8B-B14F-4D97-AF65-F5344CB8AC3E}">
        <p14:creationId xmlns:p14="http://schemas.microsoft.com/office/powerpoint/2010/main" val="429145731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4EE5B2AA-FF9B-DB4E-97CC-0C4C71C6AE2A}"/>
              </a:ext>
            </a:extLst>
          </p:cNvPr>
          <p:cNvSpPr>
            <a:spLocks noGrp="1"/>
          </p:cNvSpPr>
          <p:nvPr>
            <p:ph type="title"/>
          </p:nvPr>
        </p:nvSpPr>
        <p:spPr/>
        <p:txBody>
          <a:bodyPr/>
          <a:lstStyle/>
          <a:p>
            <a:r>
              <a:rPr lang="en-US" altLang="en-US">
                <a:ea typeface="ＭＳ Ｐゴシック" panose="020B0600070205080204" pitchFamily="34" charset="-128"/>
              </a:rPr>
              <a:t>GPUs are SIMD Engines Underneath</a:t>
            </a:r>
          </a:p>
        </p:txBody>
      </p:sp>
      <p:sp>
        <p:nvSpPr>
          <p:cNvPr id="3" name="Content Placeholder 2">
            <a:extLst>
              <a:ext uri="{FF2B5EF4-FFF2-40B4-BE49-F238E27FC236}">
                <a16:creationId xmlns:a16="http://schemas.microsoft.com/office/drawing/2014/main" id="{66925FF1-1AA1-FD41-844F-947ABC7D4E7F}"/>
              </a:ext>
            </a:extLst>
          </p:cNvPr>
          <p:cNvSpPr>
            <a:spLocks noGrp="1"/>
          </p:cNvSpPr>
          <p:nvPr>
            <p:ph idx="1"/>
          </p:nvPr>
        </p:nvSpPr>
        <p:spPr>
          <a:xfrm>
            <a:off x="228600" y="996950"/>
            <a:ext cx="8610600" cy="5480050"/>
          </a:xfrm>
        </p:spPr>
        <p:txBody>
          <a:bodyPr/>
          <a:lstStyle/>
          <a:p>
            <a:r>
              <a:rPr lang="en-US" altLang="en-US" dirty="0">
                <a:ea typeface="ＭＳ Ｐゴシック" panose="020B0600070205080204" pitchFamily="34" charset="-128"/>
              </a:rPr>
              <a:t>The </a:t>
            </a:r>
            <a:r>
              <a:rPr lang="en-US" altLang="en-US" dirty="0">
                <a:solidFill>
                  <a:srgbClr val="0432FF"/>
                </a:solidFill>
                <a:ea typeface="ＭＳ Ｐゴシック" panose="020B0600070205080204" pitchFamily="34" charset="-128"/>
              </a:rPr>
              <a:t>instruction pipeline operates like a SIMD pipeline </a:t>
            </a:r>
            <a:r>
              <a:rPr lang="en-US" altLang="en-US" dirty="0">
                <a:ea typeface="ＭＳ Ｐゴシック" panose="020B0600070205080204" pitchFamily="34" charset="-128"/>
              </a:rPr>
              <a:t>(e.g., an array processor)</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However, the </a:t>
            </a:r>
            <a:r>
              <a:rPr lang="en-US" altLang="en-US" dirty="0">
                <a:solidFill>
                  <a:srgbClr val="00B050"/>
                </a:solidFill>
                <a:ea typeface="ＭＳ Ｐゴシック" panose="020B0600070205080204" pitchFamily="34" charset="-128"/>
              </a:rPr>
              <a:t>programming is done using threads</a:t>
            </a:r>
            <a:r>
              <a:rPr lang="en-US" altLang="en-US" dirty="0">
                <a:ea typeface="ＭＳ Ｐゴシック" panose="020B0600070205080204" pitchFamily="34" charset="-128"/>
              </a:rPr>
              <a:t>, NOT SIMD instructions</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To understand this, let’s go back to our parallelizable code example</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But, before that, let’s distinguish between </a:t>
            </a:r>
          </a:p>
          <a:p>
            <a:pPr lvl="1"/>
            <a:r>
              <a:rPr lang="en-US" altLang="en-US" dirty="0">
                <a:solidFill>
                  <a:srgbClr val="0432FF"/>
                </a:solidFill>
                <a:ea typeface="ＭＳ Ｐゴシック" panose="020B0600070205080204" pitchFamily="34" charset="-128"/>
              </a:rPr>
              <a:t>Programming Model (Software)</a:t>
            </a:r>
          </a:p>
          <a:p>
            <a:pPr lvl="1">
              <a:buFont typeface="Wingdings" pitchFamily="2" charset="2"/>
              <a:buNone/>
            </a:pPr>
            <a:r>
              <a:rPr lang="en-US" altLang="en-US" dirty="0">
                <a:ea typeface="ＭＳ Ｐゴシック" panose="020B0600070205080204" pitchFamily="34" charset="-128"/>
              </a:rPr>
              <a:t>	      vs.</a:t>
            </a:r>
          </a:p>
          <a:p>
            <a:pPr lvl="1"/>
            <a:r>
              <a:rPr lang="en-US" altLang="en-US" dirty="0">
                <a:solidFill>
                  <a:srgbClr val="0432FF"/>
                </a:solidFill>
                <a:ea typeface="ＭＳ Ｐゴシック" panose="020B0600070205080204" pitchFamily="34" charset="-128"/>
              </a:rPr>
              <a:t>Execution Model (Hardware)</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47107" name="Slide Number Placeholder 3">
            <a:extLst>
              <a:ext uri="{FF2B5EF4-FFF2-40B4-BE49-F238E27FC236}">
                <a16:creationId xmlns:a16="http://schemas.microsoft.com/office/drawing/2014/main" id="{21907114-80D5-1F47-B079-9D046A445A1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391526B-700D-0C48-A91E-64A8292463A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817957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BBD9C82C-F0B5-4A4B-BCA7-11F88EDA05B4}"/>
              </a:ext>
            </a:extLst>
          </p:cNvPr>
          <p:cNvSpPr>
            <a:spLocks noGrp="1"/>
          </p:cNvSpPr>
          <p:nvPr>
            <p:ph type="title"/>
          </p:nvPr>
        </p:nvSpPr>
        <p:spPr>
          <a:xfrm>
            <a:off x="228600" y="152400"/>
            <a:ext cx="8915400" cy="1066800"/>
          </a:xfrm>
        </p:spPr>
        <p:txBody>
          <a:bodyPr/>
          <a:lstStyle/>
          <a:p>
            <a:r>
              <a:rPr lang="en-US" altLang="en-US" sz="3200">
                <a:ea typeface="ＭＳ Ｐゴシック" panose="020B0600070205080204" pitchFamily="34" charset="-128"/>
              </a:rPr>
              <a:t>Programming Model vs. Hardware Execution Model</a:t>
            </a:r>
          </a:p>
        </p:txBody>
      </p:sp>
      <p:sp>
        <p:nvSpPr>
          <p:cNvPr id="3" name="Content Placeholder 2">
            <a:extLst>
              <a:ext uri="{FF2B5EF4-FFF2-40B4-BE49-F238E27FC236}">
                <a16:creationId xmlns:a16="http://schemas.microsoft.com/office/drawing/2014/main" id="{E3D6D385-4564-B048-969B-F7874C9074DB}"/>
              </a:ext>
            </a:extLst>
          </p:cNvPr>
          <p:cNvSpPr>
            <a:spLocks noGrp="1"/>
          </p:cNvSpPr>
          <p:nvPr>
            <p:ph idx="1"/>
          </p:nvPr>
        </p:nvSpPr>
        <p:spPr>
          <a:xfrm>
            <a:off x="0" y="996950"/>
            <a:ext cx="9144000" cy="5194300"/>
          </a:xfrm>
        </p:spPr>
        <p:txBody>
          <a:bodyPr/>
          <a:lstStyle/>
          <a:p>
            <a:r>
              <a:rPr lang="en-US" altLang="en-US" dirty="0">
                <a:solidFill>
                  <a:srgbClr val="0432FF"/>
                </a:solidFill>
                <a:ea typeface="ＭＳ Ｐゴシック" panose="020B0600070205080204" pitchFamily="34" charset="-128"/>
              </a:rPr>
              <a:t>Programming Model</a:t>
            </a:r>
            <a:r>
              <a:rPr lang="zh-CN" altLang="en-US" dirty="0">
                <a:ea typeface="ＭＳ Ｐゴシック" panose="020B0600070205080204" pitchFamily="34" charset="-128"/>
              </a:rPr>
              <a:t>：</a:t>
            </a:r>
            <a:r>
              <a:rPr lang="en-US" altLang="en-US" dirty="0">
                <a:ea typeface="ＭＳ Ｐゴシック" panose="020B0600070205080204" pitchFamily="34" charset="-128"/>
              </a:rPr>
              <a:t> how the programmer expresses the code</a:t>
            </a:r>
          </a:p>
          <a:p>
            <a:pPr lvl="1"/>
            <a:r>
              <a:rPr lang="en-US" altLang="en-US" dirty="0">
                <a:ea typeface="ＭＳ Ｐゴシック" panose="020B0600070205080204" pitchFamily="34" charset="-128"/>
              </a:rPr>
              <a:t>E.g., Sequential (von Neumann), Data Parallel (SIMD), Dataflow, Multi-threaded (MIMD, SPMD), …</a:t>
            </a:r>
          </a:p>
          <a:p>
            <a:pPr lvl="1"/>
            <a:endParaRPr lang="en-US" altLang="en-US" dirty="0">
              <a:ea typeface="ＭＳ Ｐゴシック" panose="020B0600070205080204" pitchFamily="34" charset="-128"/>
            </a:endParaRPr>
          </a:p>
          <a:p>
            <a:r>
              <a:rPr lang="en-US" altLang="zh-CN" dirty="0">
                <a:solidFill>
                  <a:srgbClr val="0432FF"/>
                </a:solidFill>
                <a:ea typeface="ＭＳ Ｐゴシック" panose="020B0600070205080204" pitchFamily="34" charset="-128"/>
              </a:rPr>
              <a:t>Hardware </a:t>
            </a:r>
            <a:r>
              <a:rPr lang="en-US" altLang="en-US" dirty="0">
                <a:solidFill>
                  <a:srgbClr val="0432FF"/>
                </a:solidFill>
                <a:ea typeface="ＭＳ Ｐゴシック" panose="020B0600070205080204" pitchFamily="34" charset="-128"/>
              </a:rPr>
              <a:t>Execution Model</a:t>
            </a:r>
            <a:r>
              <a:rPr lang="zh-CN" altLang="en-US" dirty="0">
                <a:ea typeface="ＭＳ Ｐゴシック" panose="020B0600070205080204" pitchFamily="34" charset="-128"/>
              </a:rPr>
              <a:t>： </a:t>
            </a:r>
            <a:r>
              <a:rPr lang="en-US" altLang="en-US" dirty="0">
                <a:ea typeface="ＭＳ Ｐゴシック" panose="020B0600070205080204" pitchFamily="34" charset="-128"/>
              </a:rPr>
              <a:t>how the hardware executes the code underneath</a:t>
            </a:r>
          </a:p>
          <a:p>
            <a:pPr lvl="1"/>
            <a:r>
              <a:rPr lang="en-US" altLang="en-US" dirty="0">
                <a:solidFill>
                  <a:srgbClr val="000000"/>
                </a:solidFill>
                <a:ea typeface="ＭＳ Ｐゴシック" panose="020B0600070205080204" pitchFamily="34" charset="-128"/>
              </a:rPr>
              <a:t>E.g., Out-of-order execution, Vector processor, Array processor, Dataflow processor, Multiprocessor, Multithreaded processor, …</a:t>
            </a:r>
          </a:p>
          <a:p>
            <a:pPr lvl="1"/>
            <a:endParaRPr lang="en-US" altLang="en-US" dirty="0">
              <a:solidFill>
                <a:srgbClr val="000000"/>
              </a:solidFill>
              <a:ea typeface="ＭＳ Ｐゴシック" panose="020B0600070205080204" pitchFamily="34" charset="-128"/>
            </a:endParaRPr>
          </a:p>
          <a:p>
            <a:r>
              <a:rPr lang="en-US" altLang="en-US" b="1" dirty="0">
                <a:ea typeface="ＭＳ Ｐゴシック" panose="020B0600070205080204" pitchFamily="34" charset="-128"/>
              </a:rPr>
              <a:t>Discussion</a:t>
            </a:r>
            <a:r>
              <a:rPr lang="en-US" altLang="en-US" dirty="0">
                <a:ea typeface="ＭＳ Ｐゴシック" panose="020B0600070205080204" pitchFamily="34" charset="-128"/>
              </a:rPr>
              <a:t>: Execution Model can be very different from Programming Model</a:t>
            </a:r>
          </a:p>
          <a:p>
            <a:pPr lvl="1"/>
            <a:r>
              <a:rPr lang="en-US" altLang="en-US" dirty="0">
                <a:ea typeface="ＭＳ Ｐゴシック" panose="020B0600070205080204" pitchFamily="34" charset="-128"/>
              </a:rPr>
              <a:t>E.g., von Neumann model implemented by an </a:t>
            </a:r>
            <a:r>
              <a:rPr lang="en-US" altLang="en-US" dirty="0" err="1">
                <a:ea typeface="ＭＳ Ｐゴシック" panose="020B0600070205080204" pitchFamily="34" charset="-128"/>
              </a:rPr>
              <a:t>OoO</a:t>
            </a:r>
            <a:r>
              <a:rPr lang="en-US" altLang="en-US" dirty="0">
                <a:ea typeface="ＭＳ Ｐゴシック" panose="020B0600070205080204" pitchFamily="34" charset="-128"/>
              </a:rPr>
              <a:t> processor</a:t>
            </a:r>
          </a:p>
          <a:p>
            <a:pPr lvl="1"/>
            <a:r>
              <a:rPr lang="en-US" altLang="en-US" dirty="0">
                <a:ea typeface="ＭＳ Ｐゴシック" panose="020B0600070205080204" pitchFamily="34" charset="-128"/>
              </a:rPr>
              <a:t>E.g., SPMD model implemented by a SIMD processor (a GPU)</a:t>
            </a:r>
          </a:p>
          <a:p>
            <a:pPr lvl="1"/>
            <a:endParaRPr lang="en-US" altLang="en-US" dirty="0">
              <a:solidFill>
                <a:srgbClr val="0000FF"/>
              </a:solidFill>
              <a:ea typeface="ＭＳ Ｐゴシック" panose="020B0600070205080204" pitchFamily="34" charset="-128"/>
            </a:endParaRPr>
          </a:p>
        </p:txBody>
      </p:sp>
      <p:sp>
        <p:nvSpPr>
          <p:cNvPr id="48131" name="Slide Number Placeholder 3">
            <a:extLst>
              <a:ext uri="{FF2B5EF4-FFF2-40B4-BE49-F238E27FC236}">
                <a16:creationId xmlns:a16="http://schemas.microsoft.com/office/drawing/2014/main" id="{87C60E1E-8D42-434B-A93F-E05A2BC4EDF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CC74429-DF7E-2044-ADB1-24FE678BCABB}"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1709148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BBD9C82C-F0B5-4A4B-BCA7-11F88EDA05B4}"/>
              </a:ext>
            </a:extLst>
          </p:cNvPr>
          <p:cNvSpPr>
            <a:spLocks noGrp="1"/>
          </p:cNvSpPr>
          <p:nvPr>
            <p:ph type="title"/>
          </p:nvPr>
        </p:nvSpPr>
        <p:spPr>
          <a:xfrm>
            <a:off x="432615" y="271408"/>
            <a:ext cx="9016467" cy="643835"/>
          </a:xfrm>
        </p:spPr>
        <p:txBody>
          <a:bodyPr/>
          <a:lstStyle/>
          <a:p>
            <a:r>
              <a:rPr lang="en-US" altLang="en-US" sz="2800" dirty="0">
                <a:ea typeface="ＭＳ Ｐゴシック" panose="020B0600070205080204" pitchFamily="34" charset="-128"/>
              </a:rPr>
              <a:t>GPU: Programming Model vs. Hardware Execution Model</a:t>
            </a:r>
          </a:p>
        </p:txBody>
      </p:sp>
      <p:sp>
        <p:nvSpPr>
          <p:cNvPr id="48131" name="Slide Number Placeholder 3">
            <a:extLst>
              <a:ext uri="{FF2B5EF4-FFF2-40B4-BE49-F238E27FC236}">
                <a16:creationId xmlns:a16="http://schemas.microsoft.com/office/drawing/2014/main" id="{87C60E1E-8D42-434B-A93F-E05A2BC4EDF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CC74429-DF7E-2044-ADB1-24FE678BCABB}"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2" name="矩形 1">
            <a:extLst>
              <a:ext uri="{FF2B5EF4-FFF2-40B4-BE49-F238E27FC236}">
                <a16:creationId xmlns:a16="http://schemas.microsoft.com/office/drawing/2014/main" id="{8CEEACD0-A3BD-4B0B-A7F0-EB2BA96BA811}"/>
              </a:ext>
            </a:extLst>
          </p:cNvPr>
          <p:cNvSpPr/>
          <p:nvPr/>
        </p:nvSpPr>
        <p:spPr>
          <a:xfrm>
            <a:off x="533400" y="1252904"/>
            <a:ext cx="3461204" cy="400110"/>
          </a:xfrm>
          <a:prstGeom prst="rect">
            <a:avLst/>
          </a:prstGeom>
        </p:spPr>
        <p:txBody>
          <a:bodyPr wrap="none">
            <a:spAutoFit/>
          </a:bodyPr>
          <a:lstStyle/>
          <a:p>
            <a:r>
              <a:rPr lang="en-US" altLang="en-US" sz="2000" b="1" dirty="0">
                <a:solidFill>
                  <a:srgbClr val="0432FF"/>
                </a:solidFill>
              </a:rPr>
              <a:t>Hardware Execution Model</a:t>
            </a:r>
            <a:endParaRPr lang="zh-CN" altLang="en-US" sz="2000" b="1" dirty="0"/>
          </a:p>
        </p:txBody>
      </p:sp>
      <p:sp>
        <p:nvSpPr>
          <p:cNvPr id="4" name="矩形 3">
            <a:extLst>
              <a:ext uri="{FF2B5EF4-FFF2-40B4-BE49-F238E27FC236}">
                <a16:creationId xmlns:a16="http://schemas.microsoft.com/office/drawing/2014/main" id="{CFD28EF4-7A89-41B6-B14B-E7A6958D19AB}"/>
              </a:ext>
            </a:extLst>
          </p:cNvPr>
          <p:cNvSpPr/>
          <p:nvPr/>
        </p:nvSpPr>
        <p:spPr>
          <a:xfrm>
            <a:off x="5231131" y="1247350"/>
            <a:ext cx="3467744" cy="400110"/>
          </a:xfrm>
          <a:prstGeom prst="rect">
            <a:avLst/>
          </a:prstGeom>
        </p:spPr>
        <p:txBody>
          <a:bodyPr wrap="none">
            <a:spAutoFit/>
          </a:bodyPr>
          <a:lstStyle/>
          <a:p>
            <a:r>
              <a:rPr lang="en-US" altLang="en-US" sz="2000" b="1" dirty="0">
                <a:solidFill>
                  <a:srgbClr val="DA9100"/>
                </a:solidFill>
              </a:rPr>
              <a:t>CUDA Programming Model</a:t>
            </a:r>
            <a:endParaRPr lang="zh-CN" altLang="en-US" sz="2000" b="1" dirty="0">
              <a:solidFill>
                <a:srgbClr val="DA9100"/>
              </a:solidFill>
            </a:endParaRPr>
          </a:p>
        </p:txBody>
      </p:sp>
      <p:sp>
        <p:nvSpPr>
          <p:cNvPr id="6" name="矩形 5">
            <a:extLst>
              <a:ext uri="{FF2B5EF4-FFF2-40B4-BE49-F238E27FC236}">
                <a16:creationId xmlns:a16="http://schemas.microsoft.com/office/drawing/2014/main" id="{3B5FEB58-1294-4986-8FF5-01E6545A2605}"/>
              </a:ext>
            </a:extLst>
          </p:cNvPr>
          <p:cNvSpPr/>
          <p:nvPr/>
        </p:nvSpPr>
        <p:spPr>
          <a:xfrm>
            <a:off x="-76200" y="3715403"/>
            <a:ext cx="1676400" cy="646331"/>
          </a:xfrm>
          <a:prstGeom prst="rect">
            <a:avLst/>
          </a:prstGeom>
        </p:spPr>
        <p:txBody>
          <a:bodyPr wrap="square">
            <a:spAutoFit/>
          </a:bodyPr>
          <a:lstStyle/>
          <a:p>
            <a:pPr algn="ctr"/>
            <a:r>
              <a:rPr lang="en-US" altLang="zh-CN" b="1" dirty="0">
                <a:solidFill>
                  <a:srgbClr val="0432FF"/>
                </a:solidFill>
                <a:latin typeface="Arial Narrow" panose="020B0606020202030204" pitchFamily="34" charset="0"/>
              </a:rPr>
              <a:t>Streaming</a:t>
            </a:r>
          </a:p>
          <a:p>
            <a:pPr algn="ctr"/>
            <a:r>
              <a:rPr lang="en-US" altLang="zh-CN" b="1" dirty="0">
                <a:solidFill>
                  <a:srgbClr val="0432FF"/>
                </a:solidFill>
                <a:latin typeface="Arial Narrow" panose="020B0606020202030204" pitchFamily="34" charset="0"/>
              </a:rPr>
              <a:t> Multi-processor</a:t>
            </a:r>
            <a:endParaRPr lang="zh-CN" altLang="en-US" b="1" dirty="0">
              <a:solidFill>
                <a:srgbClr val="0432FF"/>
              </a:solidFill>
              <a:latin typeface="Arial Narrow" panose="020B0606020202030204" pitchFamily="34" charset="0"/>
            </a:endParaRPr>
          </a:p>
        </p:txBody>
      </p:sp>
      <p:sp>
        <p:nvSpPr>
          <p:cNvPr id="7" name="矩形 6">
            <a:extLst>
              <a:ext uri="{FF2B5EF4-FFF2-40B4-BE49-F238E27FC236}">
                <a16:creationId xmlns:a16="http://schemas.microsoft.com/office/drawing/2014/main" id="{2F3F56EF-2141-4640-BCA7-87075AB4EDE8}"/>
              </a:ext>
            </a:extLst>
          </p:cNvPr>
          <p:cNvSpPr/>
          <p:nvPr/>
        </p:nvSpPr>
        <p:spPr>
          <a:xfrm>
            <a:off x="235882" y="2356341"/>
            <a:ext cx="595035" cy="369332"/>
          </a:xfrm>
          <a:prstGeom prst="rect">
            <a:avLst/>
          </a:prstGeom>
        </p:spPr>
        <p:txBody>
          <a:bodyPr wrap="none">
            <a:spAutoFit/>
          </a:bodyPr>
          <a:lstStyle/>
          <a:p>
            <a:r>
              <a:rPr lang="en-US" altLang="zh-CN" b="1" dirty="0">
                <a:solidFill>
                  <a:srgbClr val="0432FF"/>
                </a:solidFill>
                <a:latin typeface="Arial Narrow" panose="020B0606020202030204" pitchFamily="34" charset="0"/>
              </a:rPr>
              <a:t>GPU</a:t>
            </a:r>
            <a:endParaRPr lang="zh-CN" altLang="en-US" b="1" dirty="0"/>
          </a:p>
        </p:txBody>
      </p:sp>
      <p:sp>
        <p:nvSpPr>
          <p:cNvPr id="26" name="矩形 25">
            <a:extLst>
              <a:ext uri="{FF2B5EF4-FFF2-40B4-BE49-F238E27FC236}">
                <a16:creationId xmlns:a16="http://schemas.microsoft.com/office/drawing/2014/main" id="{6B7B3CA0-4903-4E20-B2D6-DB01A9A3B095}"/>
              </a:ext>
            </a:extLst>
          </p:cNvPr>
          <p:cNvSpPr/>
          <p:nvPr/>
        </p:nvSpPr>
        <p:spPr>
          <a:xfrm>
            <a:off x="-76200" y="5304573"/>
            <a:ext cx="1676400" cy="369332"/>
          </a:xfrm>
          <a:prstGeom prst="rect">
            <a:avLst/>
          </a:prstGeom>
        </p:spPr>
        <p:txBody>
          <a:bodyPr wrap="square">
            <a:spAutoFit/>
          </a:bodyPr>
          <a:lstStyle/>
          <a:p>
            <a:pPr algn="ctr"/>
            <a:r>
              <a:rPr lang="en-US" altLang="zh-CN" b="1" dirty="0">
                <a:solidFill>
                  <a:srgbClr val="0432FF"/>
                </a:solidFill>
                <a:latin typeface="Arial Narrow" panose="020B0606020202030204" pitchFamily="34" charset="0"/>
              </a:rPr>
              <a:t>CUDA core</a:t>
            </a:r>
            <a:endParaRPr lang="zh-CN" altLang="en-US" b="1" dirty="0">
              <a:solidFill>
                <a:srgbClr val="0432FF"/>
              </a:solidFill>
              <a:latin typeface="Arial Narrow" panose="020B0606020202030204" pitchFamily="34" charset="0"/>
            </a:endParaRPr>
          </a:p>
        </p:txBody>
      </p:sp>
      <p:sp>
        <p:nvSpPr>
          <p:cNvPr id="29" name="矩形 28">
            <a:extLst>
              <a:ext uri="{FF2B5EF4-FFF2-40B4-BE49-F238E27FC236}">
                <a16:creationId xmlns:a16="http://schemas.microsoft.com/office/drawing/2014/main" id="{8457C965-2183-4857-BF96-A7811CAC1E02}"/>
              </a:ext>
            </a:extLst>
          </p:cNvPr>
          <p:cNvSpPr/>
          <p:nvPr/>
        </p:nvSpPr>
        <p:spPr>
          <a:xfrm>
            <a:off x="5103095" y="5324236"/>
            <a:ext cx="1040670" cy="400110"/>
          </a:xfrm>
          <a:prstGeom prst="rect">
            <a:avLst/>
          </a:prstGeom>
        </p:spPr>
        <p:txBody>
          <a:bodyPr wrap="none">
            <a:spAutoFit/>
          </a:bodyPr>
          <a:lstStyle/>
          <a:p>
            <a:r>
              <a:rPr lang="en-US" altLang="zh-CN" sz="2000" b="1" dirty="0">
                <a:solidFill>
                  <a:srgbClr val="DA9100"/>
                </a:solidFill>
              </a:rPr>
              <a:t>Thread</a:t>
            </a:r>
            <a:endParaRPr lang="zh-CN" altLang="en-US" sz="2000" b="1" dirty="0">
              <a:solidFill>
                <a:srgbClr val="DA9100"/>
              </a:solidFill>
            </a:endParaRPr>
          </a:p>
        </p:txBody>
      </p:sp>
      <p:sp>
        <p:nvSpPr>
          <p:cNvPr id="30" name="矩形 29">
            <a:extLst>
              <a:ext uri="{FF2B5EF4-FFF2-40B4-BE49-F238E27FC236}">
                <a16:creationId xmlns:a16="http://schemas.microsoft.com/office/drawing/2014/main" id="{4524620D-D2D5-49E6-A374-33D59F769410}"/>
              </a:ext>
            </a:extLst>
          </p:cNvPr>
          <p:cNvSpPr/>
          <p:nvPr/>
        </p:nvSpPr>
        <p:spPr>
          <a:xfrm>
            <a:off x="4541243" y="3874149"/>
            <a:ext cx="1781257" cy="400110"/>
          </a:xfrm>
          <a:prstGeom prst="rect">
            <a:avLst/>
          </a:prstGeom>
        </p:spPr>
        <p:txBody>
          <a:bodyPr wrap="none">
            <a:spAutoFit/>
          </a:bodyPr>
          <a:lstStyle/>
          <a:p>
            <a:r>
              <a:rPr lang="en-US" altLang="zh-CN" sz="2000" b="1" dirty="0">
                <a:solidFill>
                  <a:srgbClr val="DA9100"/>
                </a:solidFill>
              </a:rPr>
              <a:t>Thread block</a:t>
            </a:r>
            <a:endParaRPr lang="zh-CN" altLang="en-US" sz="2000" b="1" dirty="0">
              <a:solidFill>
                <a:srgbClr val="DA9100"/>
              </a:solidFill>
            </a:endParaRPr>
          </a:p>
        </p:txBody>
      </p:sp>
      <p:sp>
        <p:nvSpPr>
          <p:cNvPr id="34" name="矩形 33">
            <a:extLst>
              <a:ext uri="{FF2B5EF4-FFF2-40B4-BE49-F238E27FC236}">
                <a16:creationId xmlns:a16="http://schemas.microsoft.com/office/drawing/2014/main" id="{EF462E8C-B162-4637-87C7-FC355D4627E5}"/>
              </a:ext>
            </a:extLst>
          </p:cNvPr>
          <p:cNvSpPr/>
          <p:nvPr/>
        </p:nvSpPr>
        <p:spPr>
          <a:xfrm>
            <a:off x="5069444" y="2385681"/>
            <a:ext cx="710451" cy="400110"/>
          </a:xfrm>
          <a:prstGeom prst="rect">
            <a:avLst/>
          </a:prstGeom>
        </p:spPr>
        <p:txBody>
          <a:bodyPr wrap="none">
            <a:spAutoFit/>
          </a:bodyPr>
          <a:lstStyle/>
          <a:p>
            <a:r>
              <a:rPr lang="en-US" altLang="zh-CN" sz="2000" b="1" dirty="0">
                <a:solidFill>
                  <a:srgbClr val="DA9100"/>
                </a:solidFill>
              </a:rPr>
              <a:t>Grid</a:t>
            </a:r>
            <a:endParaRPr lang="zh-CN" altLang="en-US" sz="2000" b="1" dirty="0">
              <a:solidFill>
                <a:srgbClr val="DA9100"/>
              </a:solidFill>
            </a:endParaRPr>
          </a:p>
        </p:txBody>
      </p:sp>
      <p:sp>
        <p:nvSpPr>
          <p:cNvPr id="28" name="object 3">
            <a:extLst>
              <a:ext uri="{FF2B5EF4-FFF2-40B4-BE49-F238E27FC236}">
                <a16:creationId xmlns:a16="http://schemas.microsoft.com/office/drawing/2014/main" id="{9DBE948D-F8A9-4325-B41C-0C319648D331}"/>
              </a:ext>
            </a:extLst>
          </p:cNvPr>
          <p:cNvSpPr/>
          <p:nvPr/>
        </p:nvSpPr>
        <p:spPr>
          <a:xfrm>
            <a:off x="2141664" y="5467202"/>
            <a:ext cx="315595" cy="169545"/>
          </a:xfrm>
          <a:custGeom>
            <a:avLst/>
            <a:gdLst/>
            <a:ahLst/>
            <a:cxnLst/>
            <a:rect l="l" t="t" r="r" b="b"/>
            <a:pathLst>
              <a:path w="315595" h="169544">
                <a:moveTo>
                  <a:pt x="0" y="169163"/>
                </a:moveTo>
                <a:lnTo>
                  <a:pt x="315467" y="169163"/>
                </a:lnTo>
                <a:lnTo>
                  <a:pt x="315467" y="0"/>
                </a:lnTo>
                <a:lnTo>
                  <a:pt x="0" y="0"/>
                </a:lnTo>
                <a:lnTo>
                  <a:pt x="0" y="169163"/>
                </a:lnTo>
                <a:close/>
              </a:path>
            </a:pathLst>
          </a:custGeom>
          <a:solidFill>
            <a:srgbClr val="FD7E00"/>
          </a:solidFill>
        </p:spPr>
        <p:txBody>
          <a:bodyPr wrap="square" lIns="0" tIns="0" rIns="0" bIns="0" rtlCol="0"/>
          <a:lstStyle/>
          <a:p>
            <a:endParaRPr/>
          </a:p>
        </p:txBody>
      </p:sp>
      <p:sp>
        <p:nvSpPr>
          <p:cNvPr id="31" name="object 18">
            <a:extLst>
              <a:ext uri="{FF2B5EF4-FFF2-40B4-BE49-F238E27FC236}">
                <a16:creationId xmlns:a16="http://schemas.microsoft.com/office/drawing/2014/main" id="{8661DBCB-485C-429F-B659-BBE27F9AE3B3}"/>
              </a:ext>
            </a:extLst>
          </p:cNvPr>
          <p:cNvSpPr/>
          <p:nvPr/>
        </p:nvSpPr>
        <p:spPr>
          <a:xfrm>
            <a:off x="2023901" y="3562552"/>
            <a:ext cx="609600" cy="1085215"/>
          </a:xfrm>
          <a:custGeom>
            <a:avLst/>
            <a:gdLst/>
            <a:ahLst/>
            <a:cxnLst/>
            <a:rect l="l" t="t" r="r" b="b"/>
            <a:pathLst>
              <a:path w="609600" h="1085214">
                <a:moveTo>
                  <a:pt x="0" y="1085088"/>
                </a:moveTo>
                <a:lnTo>
                  <a:pt x="609600" y="1085088"/>
                </a:lnTo>
                <a:lnTo>
                  <a:pt x="609600" y="0"/>
                </a:lnTo>
                <a:lnTo>
                  <a:pt x="0" y="0"/>
                </a:lnTo>
                <a:lnTo>
                  <a:pt x="0" y="1085088"/>
                </a:lnTo>
                <a:close/>
              </a:path>
            </a:pathLst>
          </a:custGeom>
          <a:solidFill>
            <a:srgbClr val="C0C0C0"/>
          </a:solidFill>
        </p:spPr>
        <p:txBody>
          <a:bodyPr wrap="square" lIns="0" tIns="0" rIns="0" bIns="0" rtlCol="0"/>
          <a:lstStyle/>
          <a:p>
            <a:endParaRPr/>
          </a:p>
        </p:txBody>
      </p:sp>
      <p:sp>
        <p:nvSpPr>
          <p:cNvPr id="32" name="object 19">
            <a:extLst>
              <a:ext uri="{FF2B5EF4-FFF2-40B4-BE49-F238E27FC236}">
                <a16:creationId xmlns:a16="http://schemas.microsoft.com/office/drawing/2014/main" id="{5BB3D1F9-521E-4E46-A355-0A55103D98D8}"/>
              </a:ext>
            </a:extLst>
          </p:cNvPr>
          <p:cNvSpPr/>
          <p:nvPr/>
        </p:nvSpPr>
        <p:spPr>
          <a:xfrm>
            <a:off x="2023901" y="3562552"/>
            <a:ext cx="609600" cy="1085215"/>
          </a:xfrm>
          <a:custGeom>
            <a:avLst/>
            <a:gdLst/>
            <a:ahLst/>
            <a:cxnLst/>
            <a:rect l="l" t="t" r="r" b="b"/>
            <a:pathLst>
              <a:path w="609600" h="1085214">
                <a:moveTo>
                  <a:pt x="0" y="1085088"/>
                </a:moveTo>
                <a:lnTo>
                  <a:pt x="609600" y="1085088"/>
                </a:lnTo>
                <a:lnTo>
                  <a:pt x="609600" y="0"/>
                </a:lnTo>
                <a:lnTo>
                  <a:pt x="0" y="0"/>
                </a:lnTo>
                <a:lnTo>
                  <a:pt x="0" y="1085088"/>
                </a:lnTo>
                <a:close/>
              </a:path>
            </a:pathLst>
          </a:custGeom>
          <a:ln w="12700">
            <a:solidFill>
              <a:srgbClr val="000000"/>
            </a:solidFill>
          </a:ln>
        </p:spPr>
        <p:txBody>
          <a:bodyPr wrap="square" lIns="0" tIns="0" rIns="0" bIns="0" rtlCol="0"/>
          <a:lstStyle/>
          <a:p>
            <a:endParaRPr/>
          </a:p>
        </p:txBody>
      </p:sp>
      <p:sp>
        <p:nvSpPr>
          <p:cNvPr id="35" name="object 20">
            <a:extLst>
              <a:ext uri="{FF2B5EF4-FFF2-40B4-BE49-F238E27FC236}">
                <a16:creationId xmlns:a16="http://schemas.microsoft.com/office/drawing/2014/main" id="{411B5995-D6E8-4A38-AF86-C109A84992EA}"/>
              </a:ext>
            </a:extLst>
          </p:cNvPr>
          <p:cNvSpPr/>
          <p:nvPr/>
        </p:nvSpPr>
        <p:spPr>
          <a:xfrm>
            <a:off x="2093751" y="3598874"/>
            <a:ext cx="206248" cy="498855"/>
          </a:xfrm>
          <a:prstGeom prst="rect">
            <a:avLst/>
          </a:prstGeom>
          <a:blipFill>
            <a:blip r:embed="rId3" cstate="print"/>
            <a:stretch>
              <a:fillRect/>
            </a:stretch>
          </a:blipFill>
        </p:spPr>
        <p:txBody>
          <a:bodyPr wrap="square" lIns="0" tIns="0" rIns="0" bIns="0" rtlCol="0"/>
          <a:lstStyle/>
          <a:p>
            <a:endParaRPr/>
          </a:p>
        </p:txBody>
      </p:sp>
      <p:sp>
        <p:nvSpPr>
          <p:cNvPr id="36" name="object 21">
            <a:extLst>
              <a:ext uri="{FF2B5EF4-FFF2-40B4-BE49-F238E27FC236}">
                <a16:creationId xmlns:a16="http://schemas.microsoft.com/office/drawing/2014/main" id="{6B59889B-9CBA-4DDF-9BBF-1067279A0817}"/>
              </a:ext>
            </a:extLst>
          </p:cNvPr>
          <p:cNvSpPr/>
          <p:nvPr/>
        </p:nvSpPr>
        <p:spPr>
          <a:xfrm>
            <a:off x="2342163" y="3598874"/>
            <a:ext cx="206248" cy="498855"/>
          </a:xfrm>
          <a:prstGeom prst="rect">
            <a:avLst/>
          </a:prstGeom>
          <a:blipFill>
            <a:blip r:embed="rId3" cstate="print"/>
            <a:stretch>
              <a:fillRect/>
            </a:stretch>
          </a:blipFill>
        </p:spPr>
        <p:txBody>
          <a:bodyPr wrap="square" lIns="0" tIns="0" rIns="0" bIns="0" rtlCol="0"/>
          <a:lstStyle/>
          <a:p>
            <a:endParaRPr/>
          </a:p>
        </p:txBody>
      </p:sp>
      <p:sp>
        <p:nvSpPr>
          <p:cNvPr id="37" name="object 22">
            <a:extLst>
              <a:ext uri="{FF2B5EF4-FFF2-40B4-BE49-F238E27FC236}">
                <a16:creationId xmlns:a16="http://schemas.microsoft.com/office/drawing/2014/main" id="{9F7E869E-F569-4273-941E-41E3DD3666A5}"/>
              </a:ext>
            </a:extLst>
          </p:cNvPr>
          <p:cNvSpPr/>
          <p:nvPr/>
        </p:nvSpPr>
        <p:spPr>
          <a:xfrm>
            <a:off x="2100101" y="4147768"/>
            <a:ext cx="441959" cy="100965"/>
          </a:xfrm>
          <a:custGeom>
            <a:avLst/>
            <a:gdLst/>
            <a:ahLst/>
            <a:cxnLst/>
            <a:rect l="l" t="t" r="r" b="b"/>
            <a:pathLst>
              <a:path w="441960" h="100964">
                <a:moveTo>
                  <a:pt x="0" y="100583"/>
                </a:moveTo>
                <a:lnTo>
                  <a:pt x="441960" y="100583"/>
                </a:lnTo>
                <a:lnTo>
                  <a:pt x="441960" y="0"/>
                </a:lnTo>
                <a:lnTo>
                  <a:pt x="0" y="0"/>
                </a:lnTo>
                <a:lnTo>
                  <a:pt x="0" y="100583"/>
                </a:lnTo>
                <a:close/>
              </a:path>
            </a:pathLst>
          </a:custGeom>
          <a:solidFill>
            <a:srgbClr val="008080"/>
          </a:solidFill>
        </p:spPr>
        <p:txBody>
          <a:bodyPr wrap="square" lIns="0" tIns="0" rIns="0" bIns="0" rtlCol="0"/>
          <a:lstStyle/>
          <a:p>
            <a:endParaRPr/>
          </a:p>
        </p:txBody>
      </p:sp>
      <p:sp>
        <p:nvSpPr>
          <p:cNvPr id="38" name="object 23">
            <a:extLst>
              <a:ext uri="{FF2B5EF4-FFF2-40B4-BE49-F238E27FC236}">
                <a16:creationId xmlns:a16="http://schemas.microsoft.com/office/drawing/2014/main" id="{3B6E0AE9-1708-4840-995C-8B7556716EDA}"/>
              </a:ext>
            </a:extLst>
          </p:cNvPr>
          <p:cNvSpPr/>
          <p:nvPr/>
        </p:nvSpPr>
        <p:spPr>
          <a:xfrm>
            <a:off x="2100101" y="4147768"/>
            <a:ext cx="441959" cy="100965"/>
          </a:xfrm>
          <a:custGeom>
            <a:avLst/>
            <a:gdLst/>
            <a:ahLst/>
            <a:cxnLst/>
            <a:rect l="l" t="t" r="r" b="b"/>
            <a:pathLst>
              <a:path w="441960" h="100964">
                <a:moveTo>
                  <a:pt x="0" y="100583"/>
                </a:moveTo>
                <a:lnTo>
                  <a:pt x="441960" y="100583"/>
                </a:lnTo>
                <a:lnTo>
                  <a:pt x="441960" y="0"/>
                </a:lnTo>
                <a:lnTo>
                  <a:pt x="0" y="0"/>
                </a:lnTo>
                <a:lnTo>
                  <a:pt x="0" y="100583"/>
                </a:lnTo>
                <a:close/>
              </a:path>
            </a:pathLst>
          </a:custGeom>
          <a:ln w="12700">
            <a:solidFill>
              <a:srgbClr val="000000"/>
            </a:solidFill>
          </a:ln>
        </p:spPr>
        <p:txBody>
          <a:bodyPr wrap="square" lIns="0" tIns="0" rIns="0" bIns="0" rtlCol="0"/>
          <a:lstStyle/>
          <a:p>
            <a:endParaRPr/>
          </a:p>
        </p:txBody>
      </p:sp>
      <p:sp>
        <p:nvSpPr>
          <p:cNvPr id="39" name="object 24">
            <a:extLst>
              <a:ext uri="{FF2B5EF4-FFF2-40B4-BE49-F238E27FC236}">
                <a16:creationId xmlns:a16="http://schemas.microsoft.com/office/drawing/2014/main" id="{D29EB12E-337C-4528-9335-1BAF82546182}"/>
              </a:ext>
            </a:extLst>
          </p:cNvPr>
          <p:cNvSpPr/>
          <p:nvPr/>
        </p:nvSpPr>
        <p:spPr>
          <a:xfrm>
            <a:off x="2106196" y="4312359"/>
            <a:ext cx="443865" cy="271780"/>
          </a:xfrm>
          <a:custGeom>
            <a:avLst/>
            <a:gdLst/>
            <a:ahLst/>
            <a:cxnLst/>
            <a:rect l="l" t="t" r="r" b="b"/>
            <a:pathLst>
              <a:path w="443864" h="271779">
                <a:moveTo>
                  <a:pt x="0" y="271271"/>
                </a:moveTo>
                <a:lnTo>
                  <a:pt x="443484" y="271271"/>
                </a:lnTo>
                <a:lnTo>
                  <a:pt x="443484" y="0"/>
                </a:lnTo>
                <a:lnTo>
                  <a:pt x="0" y="0"/>
                </a:lnTo>
                <a:lnTo>
                  <a:pt x="0" y="271271"/>
                </a:lnTo>
                <a:close/>
              </a:path>
            </a:pathLst>
          </a:custGeom>
          <a:solidFill>
            <a:srgbClr val="99CC00"/>
          </a:solidFill>
        </p:spPr>
        <p:txBody>
          <a:bodyPr wrap="square" lIns="0" tIns="0" rIns="0" bIns="0" rtlCol="0"/>
          <a:lstStyle/>
          <a:p>
            <a:endParaRPr/>
          </a:p>
        </p:txBody>
      </p:sp>
      <p:sp>
        <p:nvSpPr>
          <p:cNvPr id="40" name="object 25">
            <a:extLst>
              <a:ext uri="{FF2B5EF4-FFF2-40B4-BE49-F238E27FC236}">
                <a16:creationId xmlns:a16="http://schemas.microsoft.com/office/drawing/2014/main" id="{580CA4CD-5D34-4305-8B88-0762803F6184}"/>
              </a:ext>
            </a:extLst>
          </p:cNvPr>
          <p:cNvSpPr/>
          <p:nvPr/>
        </p:nvSpPr>
        <p:spPr>
          <a:xfrm>
            <a:off x="2106196" y="4312359"/>
            <a:ext cx="443865" cy="271780"/>
          </a:xfrm>
          <a:custGeom>
            <a:avLst/>
            <a:gdLst/>
            <a:ahLst/>
            <a:cxnLst/>
            <a:rect l="l" t="t" r="r" b="b"/>
            <a:pathLst>
              <a:path w="443864" h="271779">
                <a:moveTo>
                  <a:pt x="0" y="271271"/>
                </a:moveTo>
                <a:lnTo>
                  <a:pt x="443484" y="271271"/>
                </a:lnTo>
                <a:lnTo>
                  <a:pt x="443484" y="0"/>
                </a:lnTo>
                <a:lnTo>
                  <a:pt x="0" y="0"/>
                </a:lnTo>
                <a:lnTo>
                  <a:pt x="0" y="271271"/>
                </a:lnTo>
                <a:close/>
              </a:path>
            </a:pathLst>
          </a:custGeom>
          <a:ln w="12700">
            <a:solidFill>
              <a:srgbClr val="000000"/>
            </a:solidFill>
          </a:ln>
        </p:spPr>
        <p:txBody>
          <a:bodyPr wrap="square" lIns="0" tIns="0" rIns="0" bIns="0" rtlCol="0"/>
          <a:lstStyle/>
          <a:p>
            <a:endParaRPr/>
          </a:p>
        </p:txBody>
      </p:sp>
      <p:sp>
        <p:nvSpPr>
          <p:cNvPr id="41" name="object 30">
            <a:extLst>
              <a:ext uri="{FF2B5EF4-FFF2-40B4-BE49-F238E27FC236}">
                <a16:creationId xmlns:a16="http://schemas.microsoft.com/office/drawing/2014/main" id="{B1BC3403-1854-4704-8BB5-98E00BAAF0C0}"/>
              </a:ext>
            </a:extLst>
          </p:cNvPr>
          <p:cNvSpPr/>
          <p:nvPr/>
        </p:nvSpPr>
        <p:spPr>
          <a:xfrm>
            <a:off x="1321464" y="2199014"/>
            <a:ext cx="978535" cy="822960"/>
          </a:xfrm>
          <a:custGeom>
            <a:avLst/>
            <a:gdLst/>
            <a:ahLst/>
            <a:cxnLst/>
            <a:rect l="l" t="t" r="r" b="b"/>
            <a:pathLst>
              <a:path w="978535" h="822960">
                <a:moveTo>
                  <a:pt x="0" y="822960"/>
                </a:moveTo>
                <a:lnTo>
                  <a:pt x="978408" y="822960"/>
                </a:lnTo>
                <a:lnTo>
                  <a:pt x="978408" y="0"/>
                </a:lnTo>
                <a:lnTo>
                  <a:pt x="0" y="0"/>
                </a:lnTo>
                <a:lnTo>
                  <a:pt x="0" y="822960"/>
                </a:lnTo>
                <a:close/>
              </a:path>
            </a:pathLst>
          </a:custGeom>
          <a:solidFill>
            <a:srgbClr val="808080"/>
          </a:solidFill>
        </p:spPr>
        <p:txBody>
          <a:bodyPr wrap="square" lIns="0" tIns="0" rIns="0" bIns="0" rtlCol="0"/>
          <a:lstStyle/>
          <a:p>
            <a:endParaRPr/>
          </a:p>
        </p:txBody>
      </p:sp>
      <p:sp>
        <p:nvSpPr>
          <p:cNvPr id="42" name="object 31">
            <a:extLst>
              <a:ext uri="{FF2B5EF4-FFF2-40B4-BE49-F238E27FC236}">
                <a16:creationId xmlns:a16="http://schemas.microsoft.com/office/drawing/2014/main" id="{2A79FC49-D5B9-4D5C-9B99-528823FC42D5}"/>
              </a:ext>
            </a:extLst>
          </p:cNvPr>
          <p:cNvSpPr/>
          <p:nvPr/>
        </p:nvSpPr>
        <p:spPr>
          <a:xfrm>
            <a:off x="1351944" y="2333126"/>
            <a:ext cx="280670" cy="658495"/>
          </a:xfrm>
          <a:custGeom>
            <a:avLst/>
            <a:gdLst/>
            <a:ahLst/>
            <a:cxnLst/>
            <a:rect l="l" t="t" r="r" b="b"/>
            <a:pathLst>
              <a:path w="280670" h="658495">
                <a:moveTo>
                  <a:pt x="0" y="658368"/>
                </a:moveTo>
                <a:lnTo>
                  <a:pt x="280416" y="658368"/>
                </a:lnTo>
                <a:lnTo>
                  <a:pt x="280416" y="0"/>
                </a:lnTo>
                <a:lnTo>
                  <a:pt x="0" y="0"/>
                </a:lnTo>
                <a:lnTo>
                  <a:pt x="0" y="658368"/>
                </a:lnTo>
                <a:close/>
              </a:path>
            </a:pathLst>
          </a:custGeom>
          <a:solidFill>
            <a:srgbClr val="C0C0C0"/>
          </a:solidFill>
        </p:spPr>
        <p:txBody>
          <a:bodyPr wrap="square" lIns="0" tIns="0" rIns="0" bIns="0" rtlCol="0"/>
          <a:lstStyle/>
          <a:p>
            <a:endParaRPr/>
          </a:p>
        </p:txBody>
      </p:sp>
      <p:sp>
        <p:nvSpPr>
          <p:cNvPr id="43" name="object 32">
            <a:extLst>
              <a:ext uri="{FF2B5EF4-FFF2-40B4-BE49-F238E27FC236}">
                <a16:creationId xmlns:a16="http://schemas.microsoft.com/office/drawing/2014/main" id="{DDC125F8-55ED-4EA8-B19F-2703B3D2D75B}"/>
              </a:ext>
            </a:extLst>
          </p:cNvPr>
          <p:cNvSpPr/>
          <p:nvPr/>
        </p:nvSpPr>
        <p:spPr>
          <a:xfrm>
            <a:off x="1351944" y="2333126"/>
            <a:ext cx="280670" cy="658495"/>
          </a:xfrm>
          <a:custGeom>
            <a:avLst/>
            <a:gdLst/>
            <a:ahLst/>
            <a:cxnLst/>
            <a:rect l="l" t="t" r="r" b="b"/>
            <a:pathLst>
              <a:path w="280670" h="658495">
                <a:moveTo>
                  <a:pt x="0" y="658368"/>
                </a:moveTo>
                <a:lnTo>
                  <a:pt x="280416" y="658368"/>
                </a:lnTo>
                <a:lnTo>
                  <a:pt x="280416" y="0"/>
                </a:lnTo>
                <a:lnTo>
                  <a:pt x="0" y="0"/>
                </a:lnTo>
                <a:lnTo>
                  <a:pt x="0" y="658368"/>
                </a:lnTo>
                <a:close/>
              </a:path>
            </a:pathLst>
          </a:custGeom>
          <a:ln w="12699">
            <a:solidFill>
              <a:srgbClr val="000000"/>
            </a:solidFill>
          </a:ln>
        </p:spPr>
        <p:txBody>
          <a:bodyPr wrap="square" lIns="0" tIns="0" rIns="0" bIns="0" rtlCol="0"/>
          <a:lstStyle/>
          <a:p>
            <a:endParaRPr/>
          </a:p>
        </p:txBody>
      </p:sp>
      <p:sp>
        <p:nvSpPr>
          <p:cNvPr id="44" name="object 33">
            <a:extLst>
              <a:ext uri="{FF2B5EF4-FFF2-40B4-BE49-F238E27FC236}">
                <a16:creationId xmlns:a16="http://schemas.microsoft.com/office/drawing/2014/main" id="{340CC6C5-DB86-4200-8C4F-541B19A5BA5D}"/>
              </a:ext>
            </a:extLst>
          </p:cNvPr>
          <p:cNvSpPr/>
          <p:nvPr/>
        </p:nvSpPr>
        <p:spPr>
          <a:xfrm>
            <a:off x="1382170" y="2352683"/>
            <a:ext cx="215392" cy="306831"/>
          </a:xfrm>
          <a:prstGeom prst="rect">
            <a:avLst/>
          </a:prstGeom>
          <a:blipFill>
            <a:blip r:embed="rId4" cstate="print"/>
            <a:stretch>
              <a:fillRect/>
            </a:stretch>
          </a:blipFill>
        </p:spPr>
        <p:txBody>
          <a:bodyPr wrap="square" lIns="0" tIns="0" rIns="0" bIns="0" rtlCol="0"/>
          <a:lstStyle/>
          <a:p>
            <a:endParaRPr/>
          </a:p>
        </p:txBody>
      </p:sp>
      <p:sp>
        <p:nvSpPr>
          <p:cNvPr id="45" name="object 34">
            <a:extLst>
              <a:ext uri="{FF2B5EF4-FFF2-40B4-BE49-F238E27FC236}">
                <a16:creationId xmlns:a16="http://schemas.microsoft.com/office/drawing/2014/main" id="{6506BF91-B353-41CD-95ED-EABD1B9DDEC0}"/>
              </a:ext>
            </a:extLst>
          </p:cNvPr>
          <p:cNvSpPr/>
          <p:nvPr/>
        </p:nvSpPr>
        <p:spPr>
          <a:xfrm>
            <a:off x="1388520" y="2718697"/>
            <a:ext cx="203200" cy="0"/>
          </a:xfrm>
          <a:custGeom>
            <a:avLst/>
            <a:gdLst/>
            <a:ahLst/>
            <a:cxnLst/>
            <a:rect l="l" t="t" r="r" b="b"/>
            <a:pathLst>
              <a:path w="203200">
                <a:moveTo>
                  <a:pt x="0" y="0"/>
                </a:moveTo>
                <a:lnTo>
                  <a:pt x="202692" y="0"/>
                </a:lnTo>
              </a:path>
            </a:pathLst>
          </a:custGeom>
          <a:ln w="60959">
            <a:solidFill>
              <a:srgbClr val="008080"/>
            </a:solidFill>
          </a:ln>
        </p:spPr>
        <p:txBody>
          <a:bodyPr wrap="square" lIns="0" tIns="0" rIns="0" bIns="0" rtlCol="0"/>
          <a:lstStyle/>
          <a:p>
            <a:endParaRPr/>
          </a:p>
        </p:txBody>
      </p:sp>
      <p:sp>
        <p:nvSpPr>
          <p:cNvPr id="46" name="object 35">
            <a:extLst>
              <a:ext uri="{FF2B5EF4-FFF2-40B4-BE49-F238E27FC236}">
                <a16:creationId xmlns:a16="http://schemas.microsoft.com/office/drawing/2014/main" id="{0030A1B3-3469-47E6-A486-49BFE726E378}"/>
              </a:ext>
            </a:extLst>
          </p:cNvPr>
          <p:cNvSpPr/>
          <p:nvPr/>
        </p:nvSpPr>
        <p:spPr>
          <a:xfrm>
            <a:off x="1388520" y="2688218"/>
            <a:ext cx="203200" cy="60960"/>
          </a:xfrm>
          <a:custGeom>
            <a:avLst/>
            <a:gdLst/>
            <a:ahLst/>
            <a:cxnLst/>
            <a:rect l="l" t="t" r="r" b="b"/>
            <a:pathLst>
              <a:path w="203200" h="60960">
                <a:moveTo>
                  <a:pt x="0" y="60959"/>
                </a:moveTo>
                <a:lnTo>
                  <a:pt x="202692" y="60959"/>
                </a:lnTo>
                <a:lnTo>
                  <a:pt x="202692" y="0"/>
                </a:lnTo>
                <a:lnTo>
                  <a:pt x="0" y="0"/>
                </a:lnTo>
                <a:lnTo>
                  <a:pt x="0" y="60959"/>
                </a:lnTo>
                <a:close/>
              </a:path>
            </a:pathLst>
          </a:custGeom>
          <a:ln w="12700">
            <a:solidFill>
              <a:srgbClr val="000000"/>
            </a:solidFill>
          </a:ln>
        </p:spPr>
        <p:txBody>
          <a:bodyPr wrap="square" lIns="0" tIns="0" rIns="0" bIns="0" rtlCol="0"/>
          <a:lstStyle/>
          <a:p>
            <a:endParaRPr/>
          </a:p>
        </p:txBody>
      </p:sp>
      <p:sp>
        <p:nvSpPr>
          <p:cNvPr id="47" name="object 36">
            <a:extLst>
              <a:ext uri="{FF2B5EF4-FFF2-40B4-BE49-F238E27FC236}">
                <a16:creationId xmlns:a16="http://schemas.microsoft.com/office/drawing/2014/main" id="{1AEBB4AD-0657-4A43-821E-D2336EFBEEAB}"/>
              </a:ext>
            </a:extLst>
          </p:cNvPr>
          <p:cNvSpPr/>
          <p:nvPr/>
        </p:nvSpPr>
        <p:spPr>
          <a:xfrm>
            <a:off x="1390044" y="2788802"/>
            <a:ext cx="205740" cy="165100"/>
          </a:xfrm>
          <a:custGeom>
            <a:avLst/>
            <a:gdLst/>
            <a:ahLst/>
            <a:cxnLst/>
            <a:rect l="l" t="t" r="r" b="b"/>
            <a:pathLst>
              <a:path w="205739" h="165100">
                <a:moveTo>
                  <a:pt x="0" y="164592"/>
                </a:moveTo>
                <a:lnTo>
                  <a:pt x="205740" y="164592"/>
                </a:lnTo>
                <a:lnTo>
                  <a:pt x="205740" y="0"/>
                </a:lnTo>
                <a:lnTo>
                  <a:pt x="0" y="0"/>
                </a:lnTo>
                <a:lnTo>
                  <a:pt x="0" y="164592"/>
                </a:lnTo>
                <a:close/>
              </a:path>
            </a:pathLst>
          </a:custGeom>
          <a:solidFill>
            <a:srgbClr val="99CC00"/>
          </a:solidFill>
        </p:spPr>
        <p:txBody>
          <a:bodyPr wrap="square" lIns="0" tIns="0" rIns="0" bIns="0" rtlCol="0"/>
          <a:lstStyle/>
          <a:p>
            <a:endParaRPr/>
          </a:p>
        </p:txBody>
      </p:sp>
      <p:sp>
        <p:nvSpPr>
          <p:cNvPr id="48" name="object 37">
            <a:extLst>
              <a:ext uri="{FF2B5EF4-FFF2-40B4-BE49-F238E27FC236}">
                <a16:creationId xmlns:a16="http://schemas.microsoft.com/office/drawing/2014/main" id="{81C03E1E-77D3-4C1E-98B2-5A33064C9B58}"/>
              </a:ext>
            </a:extLst>
          </p:cNvPr>
          <p:cNvSpPr/>
          <p:nvPr/>
        </p:nvSpPr>
        <p:spPr>
          <a:xfrm>
            <a:off x="1390044" y="2788802"/>
            <a:ext cx="205740" cy="165100"/>
          </a:xfrm>
          <a:custGeom>
            <a:avLst/>
            <a:gdLst/>
            <a:ahLst/>
            <a:cxnLst/>
            <a:rect l="l" t="t" r="r" b="b"/>
            <a:pathLst>
              <a:path w="205739" h="165100">
                <a:moveTo>
                  <a:pt x="0" y="164592"/>
                </a:moveTo>
                <a:lnTo>
                  <a:pt x="205740" y="164592"/>
                </a:lnTo>
                <a:lnTo>
                  <a:pt x="205740" y="0"/>
                </a:lnTo>
                <a:lnTo>
                  <a:pt x="0" y="0"/>
                </a:lnTo>
                <a:lnTo>
                  <a:pt x="0" y="164592"/>
                </a:lnTo>
                <a:close/>
              </a:path>
            </a:pathLst>
          </a:custGeom>
          <a:ln w="12700">
            <a:solidFill>
              <a:srgbClr val="000000"/>
            </a:solidFill>
          </a:ln>
        </p:spPr>
        <p:txBody>
          <a:bodyPr wrap="square" lIns="0" tIns="0" rIns="0" bIns="0" rtlCol="0"/>
          <a:lstStyle/>
          <a:p>
            <a:endParaRPr/>
          </a:p>
        </p:txBody>
      </p:sp>
      <p:sp>
        <p:nvSpPr>
          <p:cNvPr id="49" name="object 38">
            <a:extLst>
              <a:ext uri="{FF2B5EF4-FFF2-40B4-BE49-F238E27FC236}">
                <a16:creationId xmlns:a16="http://schemas.microsoft.com/office/drawing/2014/main" id="{7392AF96-BC5D-4219-A245-C7DAE6A9ACB9}"/>
              </a:ext>
            </a:extLst>
          </p:cNvPr>
          <p:cNvSpPr/>
          <p:nvPr/>
        </p:nvSpPr>
        <p:spPr>
          <a:xfrm>
            <a:off x="1670459"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50" name="object 39">
            <a:extLst>
              <a:ext uri="{FF2B5EF4-FFF2-40B4-BE49-F238E27FC236}">
                <a16:creationId xmlns:a16="http://schemas.microsoft.com/office/drawing/2014/main" id="{2DB0C2E5-A8C9-48DC-B6C9-E15CDCDD9274}"/>
              </a:ext>
            </a:extLst>
          </p:cNvPr>
          <p:cNvSpPr/>
          <p:nvPr/>
        </p:nvSpPr>
        <p:spPr>
          <a:xfrm>
            <a:off x="1670459"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51" name="object 40">
            <a:extLst>
              <a:ext uri="{FF2B5EF4-FFF2-40B4-BE49-F238E27FC236}">
                <a16:creationId xmlns:a16="http://schemas.microsoft.com/office/drawing/2014/main" id="{8E0BADFE-D0F4-4387-81D5-CA96702B4057}"/>
              </a:ext>
            </a:extLst>
          </p:cNvPr>
          <p:cNvSpPr/>
          <p:nvPr/>
        </p:nvSpPr>
        <p:spPr>
          <a:xfrm>
            <a:off x="1699161" y="2352683"/>
            <a:ext cx="215391" cy="306831"/>
          </a:xfrm>
          <a:prstGeom prst="rect">
            <a:avLst/>
          </a:prstGeom>
          <a:blipFill>
            <a:blip r:embed="rId5" cstate="print"/>
            <a:stretch>
              <a:fillRect/>
            </a:stretch>
          </a:blipFill>
        </p:spPr>
        <p:txBody>
          <a:bodyPr wrap="square" lIns="0" tIns="0" rIns="0" bIns="0" rtlCol="0"/>
          <a:lstStyle/>
          <a:p>
            <a:endParaRPr/>
          </a:p>
        </p:txBody>
      </p:sp>
      <p:sp>
        <p:nvSpPr>
          <p:cNvPr id="52" name="object 41">
            <a:extLst>
              <a:ext uri="{FF2B5EF4-FFF2-40B4-BE49-F238E27FC236}">
                <a16:creationId xmlns:a16="http://schemas.microsoft.com/office/drawing/2014/main" id="{2C4E8090-4BC5-4B4E-89F0-D6FC71BAC396}"/>
              </a:ext>
            </a:extLst>
          </p:cNvPr>
          <p:cNvSpPr/>
          <p:nvPr/>
        </p:nvSpPr>
        <p:spPr>
          <a:xfrm>
            <a:off x="1705511" y="2718697"/>
            <a:ext cx="203200" cy="0"/>
          </a:xfrm>
          <a:custGeom>
            <a:avLst/>
            <a:gdLst/>
            <a:ahLst/>
            <a:cxnLst/>
            <a:rect l="l" t="t" r="r" b="b"/>
            <a:pathLst>
              <a:path w="203200">
                <a:moveTo>
                  <a:pt x="0" y="0"/>
                </a:moveTo>
                <a:lnTo>
                  <a:pt x="202691" y="0"/>
                </a:lnTo>
              </a:path>
            </a:pathLst>
          </a:custGeom>
          <a:ln w="60959">
            <a:solidFill>
              <a:srgbClr val="008080"/>
            </a:solidFill>
          </a:ln>
        </p:spPr>
        <p:txBody>
          <a:bodyPr wrap="square" lIns="0" tIns="0" rIns="0" bIns="0" rtlCol="0"/>
          <a:lstStyle/>
          <a:p>
            <a:endParaRPr/>
          </a:p>
        </p:txBody>
      </p:sp>
      <p:sp>
        <p:nvSpPr>
          <p:cNvPr id="53" name="object 42">
            <a:extLst>
              <a:ext uri="{FF2B5EF4-FFF2-40B4-BE49-F238E27FC236}">
                <a16:creationId xmlns:a16="http://schemas.microsoft.com/office/drawing/2014/main" id="{EF7911FE-59DF-4C84-8E5C-A58BC6F33559}"/>
              </a:ext>
            </a:extLst>
          </p:cNvPr>
          <p:cNvSpPr/>
          <p:nvPr/>
        </p:nvSpPr>
        <p:spPr>
          <a:xfrm>
            <a:off x="1705511" y="2688218"/>
            <a:ext cx="203200" cy="60960"/>
          </a:xfrm>
          <a:custGeom>
            <a:avLst/>
            <a:gdLst/>
            <a:ahLst/>
            <a:cxnLst/>
            <a:rect l="l" t="t" r="r" b="b"/>
            <a:pathLst>
              <a:path w="203200" h="60960">
                <a:moveTo>
                  <a:pt x="0" y="60959"/>
                </a:moveTo>
                <a:lnTo>
                  <a:pt x="202691" y="60959"/>
                </a:lnTo>
                <a:lnTo>
                  <a:pt x="202691" y="0"/>
                </a:lnTo>
                <a:lnTo>
                  <a:pt x="0" y="0"/>
                </a:lnTo>
                <a:lnTo>
                  <a:pt x="0" y="60959"/>
                </a:lnTo>
                <a:close/>
              </a:path>
            </a:pathLst>
          </a:custGeom>
          <a:ln w="12700">
            <a:solidFill>
              <a:srgbClr val="000000"/>
            </a:solidFill>
          </a:ln>
        </p:spPr>
        <p:txBody>
          <a:bodyPr wrap="square" lIns="0" tIns="0" rIns="0" bIns="0" rtlCol="0"/>
          <a:lstStyle/>
          <a:p>
            <a:endParaRPr/>
          </a:p>
        </p:txBody>
      </p:sp>
      <p:sp>
        <p:nvSpPr>
          <p:cNvPr id="54" name="object 43">
            <a:extLst>
              <a:ext uri="{FF2B5EF4-FFF2-40B4-BE49-F238E27FC236}">
                <a16:creationId xmlns:a16="http://schemas.microsoft.com/office/drawing/2014/main" id="{E9ACD4BC-1671-4A8B-95FE-2276DA69D2B1}"/>
              </a:ext>
            </a:extLst>
          </p:cNvPr>
          <p:cNvSpPr/>
          <p:nvPr/>
        </p:nvSpPr>
        <p:spPr>
          <a:xfrm>
            <a:off x="1707035" y="2788802"/>
            <a:ext cx="205740" cy="163195"/>
          </a:xfrm>
          <a:custGeom>
            <a:avLst/>
            <a:gdLst/>
            <a:ahLst/>
            <a:cxnLst/>
            <a:rect l="l" t="t" r="r" b="b"/>
            <a:pathLst>
              <a:path w="205739" h="163195">
                <a:moveTo>
                  <a:pt x="0" y="163068"/>
                </a:moveTo>
                <a:lnTo>
                  <a:pt x="205739" y="163068"/>
                </a:lnTo>
                <a:lnTo>
                  <a:pt x="205739" y="0"/>
                </a:lnTo>
                <a:lnTo>
                  <a:pt x="0" y="0"/>
                </a:lnTo>
                <a:lnTo>
                  <a:pt x="0" y="163068"/>
                </a:lnTo>
                <a:close/>
              </a:path>
            </a:pathLst>
          </a:custGeom>
          <a:solidFill>
            <a:srgbClr val="99CC00"/>
          </a:solidFill>
        </p:spPr>
        <p:txBody>
          <a:bodyPr wrap="square" lIns="0" tIns="0" rIns="0" bIns="0" rtlCol="0"/>
          <a:lstStyle/>
          <a:p>
            <a:endParaRPr/>
          </a:p>
        </p:txBody>
      </p:sp>
      <p:sp>
        <p:nvSpPr>
          <p:cNvPr id="55" name="object 44">
            <a:extLst>
              <a:ext uri="{FF2B5EF4-FFF2-40B4-BE49-F238E27FC236}">
                <a16:creationId xmlns:a16="http://schemas.microsoft.com/office/drawing/2014/main" id="{27311ACB-22A2-4EB7-8A6F-2079753D537B}"/>
              </a:ext>
            </a:extLst>
          </p:cNvPr>
          <p:cNvSpPr/>
          <p:nvPr/>
        </p:nvSpPr>
        <p:spPr>
          <a:xfrm>
            <a:off x="1707035" y="2788802"/>
            <a:ext cx="205740" cy="163195"/>
          </a:xfrm>
          <a:custGeom>
            <a:avLst/>
            <a:gdLst/>
            <a:ahLst/>
            <a:cxnLst/>
            <a:rect l="l" t="t" r="r" b="b"/>
            <a:pathLst>
              <a:path w="205739" h="163195">
                <a:moveTo>
                  <a:pt x="0" y="163068"/>
                </a:moveTo>
                <a:lnTo>
                  <a:pt x="205739" y="163068"/>
                </a:lnTo>
                <a:lnTo>
                  <a:pt x="205739" y="0"/>
                </a:lnTo>
                <a:lnTo>
                  <a:pt x="0" y="0"/>
                </a:lnTo>
                <a:lnTo>
                  <a:pt x="0" y="163068"/>
                </a:lnTo>
                <a:close/>
              </a:path>
            </a:pathLst>
          </a:custGeom>
          <a:ln w="12699">
            <a:solidFill>
              <a:srgbClr val="000000"/>
            </a:solidFill>
          </a:ln>
        </p:spPr>
        <p:txBody>
          <a:bodyPr wrap="square" lIns="0" tIns="0" rIns="0" bIns="0" rtlCol="0"/>
          <a:lstStyle/>
          <a:p>
            <a:endParaRPr/>
          </a:p>
        </p:txBody>
      </p:sp>
      <p:sp>
        <p:nvSpPr>
          <p:cNvPr id="56" name="object 45">
            <a:extLst>
              <a:ext uri="{FF2B5EF4-FFF2-40B4-BE49-F238E27FC236}">
                <a16:creationId xmlns:a16="http://schemas.microsoft.com/office/drawing/2014/main" id="{D530E734-791E-46B1-BC43-760E18DB4F8C}"/>
              </a:ext>
            </a:extLst>
          </p:cNvPr>
          <p:cNvSpPr/>
          <p:nvPr/>
        </p:nvSpPr>
        <p:spPr>
          <a:xfrm>
            <a:off x="1988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57" name="object 46">
            <a:extLst>
              <a:ext uri="{FF2B5EF4-FFF2-40B4-BE49-F238E27FC236}">
                <a16:creationId xmlns:a16="http://schemas.microsoft.com/office/drawing/2014/main" id="{BD61124D-A762-4F19-89A0-23759B597B88}"/>
              </a:ext>
            </a:extLst>
          </p:cNvPr>
          <p:cNvSpPr/>
          <p:nvPr/>
        </p:nvSpPr>
        <p:spPr>
          <a:xfrm>
            <a:off x="1988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58" name="object 47">
            <a:extLst>
              <a:ext uri="{FF2B5EF4-FFF2-40B4-BE49-F238E27FC236}">
                <a16:creationId xmlns:a16="http://schemas.microsoft.com/office/drawing/2014/main" id="{83747953-5D3D-4E9A-A6BD-0F82E33A5289}"/>
              </a:ext>
            </a:extLst>
          </p:cNvPr>
          <p:cNvSpPr/>
          <p:nvPr/>
        </p:nvSpPr>
        <p:spPr>
          <a:xfrm>
            <a:off x="2016153" y="2352683"/>
            <a:ext cx="216915" cy="306831"/>
          </a:xfrm>
          <a:prstGeom prst="rect">
            <a:avLst/>
          </a:prstGeom>
          <a:blipFill>
            <a:blip r:embed="rId6" cstate="print"/>
            <a:stretch>
              <a:fillRect/>
            </a:stretch>
          </a:blipFill>
        </p:spPr>
        <p:txBody>
          <a:bodyPr wrap="square" lIns="0" tIns="0" rIns="0" bIns="0" rtlCol="0"/>
          <a:lstStyle/>
          <a:p>
            <a:endParaRPr/>
          </a:p>
        </p:txBody>
      </p:sp>
      <p:sp>
        <p:nvSpPr>
          <p:cNvPr id="59" name="object 48">
            <a:extLst>
              <a:ext uri="{FF2B5EF4-FFF2-40B4-BE49-F238E27FC236}">
                <a16:creationId xmlns:a16="http://schemas.microsoft.com/office/drawing/2014/main" id="{D60C8DC6-8F7D-468E-BCA5-7875E163DEA1}"/>
              </a:ext>
            </a:extLst>
          </p:cNvPr>
          <p:cNvSpPr/>
          <p:nvPr/>
        </p:nvSpPr>
        <p:spPr>
          <a:xfrm>
            <a:off x="2022503" y="2718697"/>
            <a:ext cx="204470" cy="0"/>
          </a:xfrm>
          <a:custGeom>
            <a:avLst/>
            <a:gdLst/>
            <a:ahLst/>
            <a:cxnLst/>
            <a:rect l="l" t="t" r="r" b="b"/>
            <a:pathLst>
              <a:path w="204470">
                <a:moveTo>
                  <a:pt x="0" y="0"/>
                </a:moveTo>
                <a:lnTo>
                  <a:pt x="204215" y="0"/>
                </a:lnTo>
              </a:path>
            </a:pathLst>
          </a:custGeom>
          <a:ln w="60959">
            <a:solidFill>
              <a:srgbClr val="008080"/>
            </a:solidFill>
          </a:ln>
        </p:spPr>
        <p:txBody>
          <a:bodyPr wrap="square" lIns="0" tIns="0" rIns="0" bIns="0" rtlCol="0"/>
          <a:lstStyle/>
          <a:p>
            <a:endParaRPr/>
          </a:p>
        </p:txBody>
      </p:sp>
      <p:sp>
        <p:nvSpPr>
          <p:cNvPr id="60" name="object 49">
            <a:extLst>
              <a:ext uri="{FF2B5EF4-FFF2-40B4-BE49-F238E27FC236}">
                <a16:creationId xmlns:a16="http://schemas.microsoft.com/office/drawing/2014/main" id="{BDECA0A1-EC8E-47EA-A9EC-44D72E087271}"/>
              </a:ext>
            </a:extLst>
          </p:cNvPr>
          <p:cNvSpPr/>
          <p:nvPr/>
        </p:nvSpPr>
        <p:spPr>
          <a:xfrm>
            <a:off x="2022503" y="2688218"/>
            <a:ext cx="204470" cy="60960"/>
          </a:xfrm>
          <a:custGeom>
            <a:avLst/>
            <a:gdLst/>
            <a:ahLst/>
            <a:cxnLst/>
            <a:rect l="l" t="t" r="r" b="b"/>
            <a:pathLst>
              <a:path w="204470" h="60960">
                <a:moveTo>
                  <a:pt x="0" y="60959"/>
                </a:moveTo>
                <a:lnTo>
                  <a:pt x="204215" y="60959"/>
                </a:lnTo>
                <a:lnTo>
                  <a:pt x="204215" y="0"/>
                </a:lnTo>
                <a:lnTo>
                  <a:pt x="0" y="0"/>
                </a:lnTo>
                <a:lnTo>
                  <a:pt x="0" y="60959"/>
                </a:lnTo>
                <a:close/>
              </a:path>
            </a:pathLst>
          </a:custGeom>
          <a:ln w="12700">
            <a:solidFill>
              <a:srgbClr val="000000"/>
            </a:solidFill>
          </a:ln>
        </p:spPr>
        <p:txBody>
          <a:bodyPr wrap="square" lIns="0" tIns="0" rIns="0" bIns="0" rtlCol="0"/>
          <a:lstStyle/>
          <a:p>
            <a:endParaRPr/>
          </a:p>
        </p:txBody>
      </p:sp>
      <p:sp>
        <p:nvSpPr>
          <p:cNvPr id="61" name="object 50">
            <a:extLst>
              <a:ext uri="{FF2B5EF4-FFF2-40B4-BE49-F238E27FC236}">
                <a16:creationId xmlns:a16="http://schemas.microsoft.com/office/drawing/2014/main" id="{C741714A-21A5-4896-9554-0BA48856018F}"/>
              </a:ext>
            </a:extLst>
          </p:cNvPr>
          <p:cNvSpPr/>
          <p:nvPr/>
        </p:nvSpPr>
        <p:spPr>
          <a:xfrm>
            <a:off x="2027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62" name="object 51">
            <a:extLst>
              <a:ext uri="{FF2B5EF4-FFF2-40B4-BE49-F238E27FC236}">
                <a16:creationId xmlns:a16="http://schemas.microsoft.com/office/drawing/2014/main" id="{3A77F2D0-EF43-4380-9F59-4D83146476BD}"/>
              </a:ext>
            </a:extLst>
          </p:cNvPr>
          <p:cNvSpPr/>
          <p:nvPr/>
        </p:nvSpPr>
        <p:spPr>
          <a:xfrm>
            <a:off x="2027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63" name="object 52">
            <a:extLst>
              <a:ext uri="{FF2B5EF4-FFF2-40B4-BE49-F238E27FC236}">
                <a16:creationId xmlns:a16="http://schemas.microsoft.com/office/drawing/2014/main" id="{1FC2A844-46BF-44EC-80CF-AD07B962F878}"/>
              </a:ext>
            </a:extLst>
          </p:cNvPr>
          <p:cNvSpPr/>
          <p:nvPr/>
        </p:nvSpPr>
        <p:spPr>
          <a:xfrm>
            <a:off x="2339496" y="2199014"/>
            <a:ext cx="978535" cy="822960"/>
          </a:xfrm>
          <a:custGeom>
            <a:avLst/>
            <a:gdLst/>
            <a:ahLst/>
            <a:cxnLst/>
            <a:rect l="l" t="t" r="r" b="b"/>
            <a:pathLst>
              <a:path w="978535" h="822960">
                <a:moveTo>
                  <a:pt x="0" y="822960"/>
                </a:moveTo>
                <a:lnTo>
                  <a:pt x="978408" y="822960"/>
                </a:lnTo>
                <a:lnTo>
                  <a:pt x="978408" y="0"/>
                </a:lnTo>
                <a:lnTo>
                  <a:pt x="0" y="0"/>
                </a:lnTo>
                <a:lnTo>
                  <a:pt x="0" y="822960"/>
                </a:lnTo>
                <a:close/>
              </a:path>
            </a:pathLst>
          </a:custGeom>
          <a:solidFill>
            <a:srgbClr val="808080"/>
          </a:solidFill>
        </p:spPr>
        <p:txBody>
          <a:bodyPr wrap="square" lIns="0" tIns="0" rIns="0" bIns="0" rtlCol="0"/>
          <a:lstStyle/>
          <a:p>
            <a:endParaRPr/>
          </a:p>
        </p:txBody>
      </p:sp>
      <p:sp>
        <p:nvSpPr>
          <p:cNvPr id="64" name="object 53">
            <a:extLst>
              <a:ext uri="{FF2B5EF4-FFF2-40B4-BE49-F238E27FC236}">
                <a16:creationId xmlns:a16="http://schemas.microsoft.com/office/drawing/2014/main" id="{83E65D72-E6AD-4B19-A608-0D5E0764B2FF}"/>
              </a:ext>
            </a:extLst>
          </p:cNvPr>
          <p:cNvSpPr/>
          <p:nvPr/>
        </p:nvSpPr>
        <p:spPr>
          <a:xfrm>
            <a:off x="2369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65" name="object 54">
            <a:extLst>
              <a:ext uri="{FF2B5EF4-FFF2-40B4-BE49-F238E27FC236}">
                <a16:creationId xmlns:a16="http://schemas.microsoft.com/office/drawing/2014/main" id="{9B888C14-9CF7-4C4F-8C0B-DB020E1291B0}"/>
              </a:ext>
            </a:extLst>
          </p:cNvPr>
          <p:cNvSpPr/>
          <p:nvPr/>
        </p:nvSpPr>
        <p:spPr>
          <a:xfrm>
            <a:off x="2369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66" name="object 55">
            <a:extLst>
              <a:ext uri="{FF2B5EF4-FFF2-40B4-BE49-F238E27FC236}">
                <a16:creationId xmlns:a16="http://schemas.microsoft.com/office/drawing/2014/main" id="{9663AE60-4929-4FE2-A7C6-93E92A3DAE11}"/>
              </a:ext>
            </a:extLst>
          </p:cNvPr>
          <p:cNvSpPr/>
          <p:nvPr/>
        </p:nvSpPr>
        <p:spPr>
          <a:xfrm>
            <a:off x="2400202" y="2352683"/>
            <a:ext cx="213867" cy="306831"/>
          </a:xfrm>
          <a:prstGeom prst="rect">
            <a:avLst/>
          </a:prstGeom>
          <a:blipFill>
            <a:blip r:embed="rId7" cstate="print"/>
            <a:stretch>
              <a:fillRect/>
            </a:stretch>
          </a:blipFill>
        </p:spPr>
        <p:txBody>
          <a:bodyPr wrap="square" lIns="0" tIns="0" rIns="0" bIns="0" rtlCol="0"/>
          <a:lstStyle/>
          <a:p>
            <a:endParaRPr/>
          </a:p>
        </p:txBody>
      </p:sp>
      <p:sp>
        <p:nvSpPr>
          <p:cNvPr id="67" name="object 56">
            <a:extLst>
              <a:ext uri="{FF2B5EF4-FFF2-40B4-BE49-F238E27FC236}">
                <a16:creationId xmlns:a16="http://schemas.microsoft.com/office/drawing/2014/main" id="{9A81110C-A665-4210-9A43-1F6D3CD4C5CC}"/>
              </a:ext>
            </a:extLst>
          </p:cNvPr>
          <p:cNvSpPr/>
          <p:nvPr/>
        </p:nvSpPr>
        <p:spPr>
          <a:xfrm>
            <a:off x="2406552" y="2718697"/>
            <a:ext cx="201295" cy="0"/>
          </a:xfrm>
          <a:custGeom>
            <a:avLst/>
            <a:gdLst/>
            <a:ahLst/>
            <a:cxnLst/>
            <a:rect l="l" t="t" r="r" b="b"/>
            <a:pathLst>
              <a:path w="201295">
                <a:moveTo>
                  <a:pt x="0" y="0"/>
                </a:moveTo>
                <a:lnTo>
                  <a:pt x="201167" y="0"/>
                </a:lnTo>
              </a:path>
            </a:pathLst>
          </a:custGeom>
          <a:ln w="60959">
            <a:solidFill>
              <a:srgbClr val="008080"/>
            </a:solidFill>
          </a:ln>
        </p:spPr>
        <p:txBody>
          <a:bodyPr wrap="square" lIns="0" tIns="0" rIns="0" bIns="0" rtlCol="0"/>
          <a:lstStyle/>
          <a:p>
            <a:endParaRPr/>
          </a:p>
        </p:txBody>
      </p:sp>
      <p:sp>
        <p:nvSpPr>
          <p:cNvPr id="68" name="object 57">
            <a:extLst>
              <a:ext uri="{FF2B5EF4-FFF2-40B4-BE49-F238E27FC236}">
                <a16:creationId xmlns:a16="http://schemas.microsoft.com/office/drawing/2014/main" id="{85C10D6F-2AFE-4C4C-A38B-11E756F7DFF1}"/>
              </a:ext>
            </a:extLst>
          </p:cNvPr>
          <p:cNvSpPr/>
          <p:nvPr/>
        </p:nvSpPr>
        <p:spPr>
          <a:xfrm>
            <a:off x="2406552" y="2688218"/>
            <a:ext cx="201295" cy="60960"/>
          </a:xfrm>
          <a:custGeom>
            <a:avLst/>
            <a:gdLst/>
            <a:ahLst/>
            <a:cxnLst/>
            <a:rect l="l" t="t" r="r" b="b"/>
            <a:pathLst>
              <a:path w="201295" h="60960">
                <a:moveTo>
                  <a:pt x="0" y="60959"/>
                </a:moveTo>
                <a:lnTo>
                  <a:pt x="201167" y="60959"/>
                </a:lnTo>
                <a:lnTo>
                  <a:pt x="201167" y="0"/>
                </a:lnTo>
                <a:lnTo>
                  <a:pt x="0" y="0"/>
                </a:lnTo>
                <a:lnTo>
                  <a:pt x="0" y="60959"/>
                </a:lnTo>
                <a:close/>
              </a:path>
            </a:pathLst>
          </a:custGeom>
          <a:ln w="12700">
            <a:solidFill>
              <a:srgbClr val="000000"/>
            </a:solidFill>
          </a:ln>
        </p:spPr>
        <p:txBody>
          <a:bodyPr wrap="square" lIns="0" tIns="0" rIns="0" bIns="0" rtlCol="0"/>
          <a:lstStyle/>
          <a:p>
            <a:endParaRPr/>
          </a:p>
        </p:txBody>
      </p:sp>
      <p:sp>
        <p:nvSpPr>
          <p:cNvPr id="69" name="object 58">
            <a:extLst>
              <a:ext uri="{FF2B5EF4-FFF2-40B4-BE49-F238E27FC236}">
                <a16:creationId xmlns:a16="http://schemas.microsoft.com/office/drawing/2014/main" id="{ECF87F72-D4F4-430F-9948-C0D9D2E9F370}"/>
              </a:ext>
            </a:extLst>
          </p:cNvPr>
          <p:cNvSpPr/>
          <p:nvPr/>
        </p:nvSpPr>
        <p:spPr>
          <a:xfrm>
            <a:off x="2408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70" name="object 59">
            <a:extLst>
              <a:ext uri="{FF2B5EF4-FFF2-40B4-BE49-F238E27FC236}">
                <a16:creationId xmlns:a16="http://schemas.microsoft.com/office/drawing/2014/main" id="{6587AAF6-2928-43B6-A605-3CB11DD69B7E}"/>
              </a:ext>
            </a:extLst>
          </p:cNvPr>
          <p:cNvSpPr/>
          <p:nvPr/>
        </p:nvSpPr>
        <p:spPr>
          <a:xfrm>
            <a:off x="2408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71" name="object 60">
            <a:extLst>
              <a:ext uri="{FF2B5EF4-FFF2-40B4-BE49-F238E27FC236}">
                <a16:creationId xmlns:a16="http://schemas.microsoft.com/office/drawing/2014/main" id="{791D7212-936F-4D7A-871B-16FB6DD1540B}"/>
              </a:ext>
            </a:extLst>
          </p:cNvPr>
          <p:cNvSpPr/>
          <p:nvPr/>
        </p:nvSpPr>
        <p:spPr>
          <a:xfrm>
            <a:off x="2688491" y="2333126"/>
            <a:ext cx="279400" cy="658495"/>
          </a:xfrm>
          <a:custGeom>
            <a:avLst/>
            <a:gdLst/>
            <a:ahLst/>
            <a:cxnLst/>
            <a:rect l="l" t="t" r="r" b="b"/>
            <a:pathLst>
              <a:path w="279400" h="658495">
                <a:moveTo>
                  <a:pt x="0" y="658368"/>
                </a:moveTo>
                <a:lnTo>
                  <a:pt x="278891" y="658368"/>
                </a:lnTo>
                <a:lnTo>
                  <a:pt x="278891" y="0"/>
                </a:lnTo>
                <a:lnTo>
                  <a:pt x="0" y="0"/>
                </a:lnTo>
                <a:lnTo>
                  <a:pt x="0" y="658368"/>
                </a:lnTo>
                <a:close/>
              </a:path>
            </a:pathLst>
          </a:custGeom>
          <a:solidFill>
            <a:srgbClr val="C0C0C0"/>
          </a:solidFill>
        </p:spPr>
        <p:txBody>
          <a:bodyPr wrap="square" lIns="0" tIns="0" rIns="0" bIns="0" rtlCol="0"/>
          <a:lstStyle/>
          <a:p>
            <a:endParaRPr/>
          </a:p>
        </p:txBody>
      </p:sp>
      <p:sp>
        <p:nvSpPr>
          <p:cNvPr id="72" name="object 61">
            <a:extLst>
              <a:ext uri="{FF2B5EF4-FFF2-40B4-BE49-F238E27FC236}">
                <a16:creationId xmlns:a16="http://schemas.microsoft.com/office/drawing/2014/main" id="{169EA5B7-1867-43BD-A331-B5CF04D434E2}"/>
              </a:ext>
            </a:extLst>
          </p:cNvPr>
          <p:cNvSpPr/>
          <p:nvPr/>
        </p:nvSpPr>
        <p:spPr>
          <a:xfrm>
            <a:off x="2688491" y="2333126"/>
            <a:ext cx="279400" cy="658495"/>
          </a:xfrm>
          <a:custGeom>
            <a:avLst/>
            <a:gdLst/>
            <a:ahLst/>
            <a:cxnLst/>
            <a:rect l="l" t="t" r="r" b="b"/>
            <a:pathLst>
              <a:path w="279400" h="658495">
                <a:moveTo>
                  <a:pt x="0" y="658368"/>
                </a:moveTo>
                <a:lnTo>
                  <a:pt x="278891" y="658368"/>
                </a:lnTo>
                <a:lnTo>
                  <a:pt x="278891" y="0"/>
                </a:lnTo>
                <a:lnTo>
                  <a:pt x="0" y="0"/>
                </a:lnTo>
                <a:lnTo>
                  <a:pt x="0" y="658368"/>
                </a:lnTo>
                <a:close/>
              </a:path>
            </a:pathLst>
          </a:custGeom>
          <a:ln w="12700">
            <a:solidFill>
              <a:srgbClr val="000000"/>
            </a:solidFill>
          </a:ln>
        </p:spPr>
        <p:txBody>
          <a:bodyPr wrap="square" lIns="0" tIns="0" rIns="0" bIns="0" rtlCol="0"/>
          <a:lstStyle/>
          <a:p>
            <a:endParaRPr/>
          </a:p>
        </p:txBody>
      </p:sp>
      <p:sp>
        <p:nvSpPr>
          <p:cNvPr id="73" name="object 62">
            <a:extLst>
              <a:ext uri="{FF2B5EF4-FFF2-40B4-BE49-F238E27FC236}">
                <a16:creationId xmlns:a16="http://schemas.microsoft.com/office/drawing/2014/main" id="{FAE4F622-4B70-4848-9FA2-84CC28F2161D}"/>
              </a:ext>
            </a:extLst>
          </p:cNvPr>
          <p:cNvSpPr/>
          <p:nvPr/>
        </p:nvSpPr>
        <p:spPr>
          <a:xfrm>
            <a:off x="2715670" y="2352683"/>
            <a:ext cx="216915" cy="306831"/>
          </a:xfrm>
          <a:prstGeom prst="rect">
            <a:avLst/>
          </a:prstGeom>
          <a:blipFill>
            <a:blip r:embed="rId8" cstate="print"/>
            <a:stretch>
              <a:fillRect/>
            </a:stretch>
          </a:blipFill>
        </p:spPr>
        <p:txBody>
          <a:bodyPr wrap="square" lIns="0" tIns="0" rIns="0" bIns="0" rtlCol="0"/>
          <a:lstStyle/>
          <a:p>
            <a:endParaRPr/>
          </a:p>
        </p:txBody>
      </p:sp>
      <p:sp>
        <p:nvSpPr>
          <p:cNvPr id="74" name="object 63">
            <a:extLst>
              <a:ext uri="{FF2B5EF4-FFF2-40B4-BE49-F238E27FC236}">
                <a16:creationId xmlns:a16="http://schemas.microsoft.com/office/drawing/2014/main" id="{810092BB-FD12-4C69-BD59-77C5BB278F8D}"/>
              </a:ext>
            </a:extLst>
          </p:cNvPr>
          <p:cNvSpPr/>
          <p:nvPr/>
        </p:nvSpPr>
        <p:spPr>
          <a:xfrm>
            <a:off x="2722020" y="2718697"/>
            <a:ext cx="204470" cy="0"/>
          </a:xfrm>
          <a:custGeom>
            <a:avLst/>
            <a:gdLst/>
            <a:ahLst/>
            <a:cxnLst/>
            <a:rect l="l" t="t" r="r" b="b"/>
            <a:pathLst>
              <a:path w="204470">
                <a:moveTo>
                  <a:pt x="0" y="0"/>
                </a:moveTo>
                <a:lnTo>
                  <a:pt x="204215" y="0"/>
                </a:lnTo>
              </a:path>
            </a:pathLst>
          </a:custGeom>
          <a:ln w="60959">
            <a:solidFill>
              <a:srgbClr val="008080"/>
            </a:solidFill>
          </a:ln>
        </p:spPr>
        <p:txBody>
          <a:bodyPr wrap="square" lIns="0" tIns="0" rIns="0" bIns="0" rtlCol="0"/>
          <a:lstStyle/>
          <a:p>
            <a:endParaRPr/>
          </a:p>
        </p:txBody>
      </p:sp>
      <p:sp>
        <p:nvSpPr>
          <p:cNvPr id="75" name="object 64">
            <a:extLst>
              <a:ext uri="{FF2B5EF4-FFF2-40B4-BE49-F238E27FC236}">
                <a16:creationId xmlns:a16="http://schemas.microsoft.com/office/drawing/2014/main" id="{354BBDE4-742A-49D2-90FE-5C09E7E43F2E}"/>
              </a:ext>
            </a:extLst>
          </p:cNvPr>
          <p:cNvSpPr/>
          <p:nvPr/>
        </p:nvSpPr>
        <p:spPr>
          <a:xfrm>
            <a:off x="2722020" y="2688218"/>
            <a:ext cx="204470" cy="60960"/>
          </a:xfrm>
          <a:custGeom>
            <a:avLst/>
            <a:gdLst/>
            <a:ahLst/>
            <a:cxnLst/>
            <a:rect l="l" t="t" r="r" b="b"/>
            <a:pathLst>
              <a:path w="204470" h="60960">
                <a:moveTo>
                  <a:pt x="0" y="60959"/>
                </a:moveTo>
                <a:lnTo>
                  <a:pt x="204215" y="60959"/>
                </a:lnTo>
                <a:lnTo>
                  <a:pt x="204215" y="0"/>
                </a:lnTo>
                <a:lnTo>
                  <a:pt x="0" y="0"/>
                </a:lnTo>
                <a:lnTo>
                  <a:pt x="0" y="60959"/>
                </a:lnTo>
                <a:close/>
              </a:path>
            </a:pathLst>
          </a:custGeom>
          <a:ln w="12700">
            <a:solidFill>
              <a:srgbClr val="000000"/>
            </a:solidFill>
          </a:ln>
        </p:spPr>
        <p:txBody>
          <a:bodyPr wrap="square" lIns="0" tIns="0" rIns="0" bIns="0" rtlCol="0"/>
          <a:lstStyle/>
          <a:p>
            <a:endParaRPr/>
          </a:p>
        </p:txBody>
      </p:sp>
      <p:sp>
        <p:nvSpPr>
          <p:cNvPr id="76" name="object 65">
            <a:extLst>
              <a:ext uri="{FF2B5EF4-FFF2-40B4-BE49-F238E27FC236}">
                <a16:creationId xmlns:a16="http://schemas.microsoft.com/office/drawing/2014/main" id="{7A9A9AC6-9602-4CAD-998D-1F6E03674769}"/>
              </a:ext>
            </a:extLst>
          </p:cNvPr>
          <p:cNvSpPr/>
          <p:nvPr/>
        </p:nvSpPr>
        <p:spPr>
          <a:xfrm>
            <a:off x="2726591"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77" name="object 66">
            <a:extLst>
              <a:ext uri="{FF2B5EF4-FFF2-40B4-BE49-F238E27FC236}">
                <a16:creationId xmlns:a16="http://schemas.microsoft.com/office/drawing/2014/main" id="{B6A06949-E8FA-4DFD-A810-3D81E2E76B6D}"/>
              </a:ext>
            </a:extLst>
          </p:cNvPr>
          <p:cNvSpPr/>
          <p:nvPr/>
        </p:nvSpPr>
        <p:spPr>
          <a:xfrm>
            <a:off x="2726591"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78" name="object 67">
            <a:extLst>
              <a:ext uri="{FF2B5EF4-FFF2-40B4-BE49-F238E27FC236}">
                <a16:creationId xmlns:a16="http://schemas.microsoft.com/office/drawing/2014/main" id="{F9E907CB-D086-48E3-95D2-96F5D22EFE5F}"/>
              </a:ext>
            </a:extLst>
          </p:cNvPr>
          <p:cNvSpPr/>
          <p:nvPr/>
        </p:nvSpPr>
        <p:spPr>
          <a:xfrm>
            <a:off x="3005484"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79" name="object 68">
            <a:extLst>
              <a:ext uri="{FF2B5EF4-FFF2-40B4-BE49-F238E27FC236}">
                <a16:creationId xmlns:a16="http://schemas.microsoft.com/office/drawing/2014/main" id="{AFC460C5-6DDE-4DD5-BB55-4A78BFBF281F}"/>
              </a:ext>
            </a:extLst>
          </p:cNvPr>
          <p:cNvSpPr/>
          <p:nvPr/>
        </p:nvSpPr>
        <p:spPr>
          <a:xfrm>
            <a:off x="3005484"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80" name="object 69">
            <a:extLst>
              <a:ext uri="{FF2B5EF4-FFF2-40B4-BE49-F238E27FC236}">
                <a16:creationId xmlns:a16="http://schemas.microsoft.com/office/drawing/2014/main" id="{A4B040C3-5E1B-4824-86DB-BC1F6582A2EA}"/>
              </a:ext>
            </a:extLst>
          </p:cNvPr>
          <p:cNvSpPr/>
          <p:nvPr/>
        </p:nvSpPr>
        <p:spPr>
          <a:xfrm>
            <a:off x="3034185" y="2352683"/>
            <a:ext cx="216915" cy="306831"/>
          </a:xfrm>
          <a:prstGeom prst="rect">
            <a:avLst/>
          </a:prstGeom>
          <a:blipFill>
            <a:blip r:embed="rId6" cstate="print"/>
            <a:stretch>
              <a:fillRect/>
            </a:stretch>
          </a:blipFill>
        </p:spPr>
        <p:txBody>
          <a:bodyPr wrap="square" lIns="0" tIns="0" rIns="0" bIns="0" rtlCol="0"/>
          <a:lstStyle/>
          <a:p>
            <a:endParaRPr/>
          </a:p>
        </p:txBody>
      </p:sp>
      <p:sp>
        <p:nvSpPr>
          <p:cNvPr id="81" name="object 70">
            <a:extLst>
              <a:ext uri="{FF2B5EF4-FFF2-40B4-BE49-F238E27FC236}">
                <a16:creationId xmlns:a16="http://schemas.microsoft.com/office/drawing/2014/main" id="{FCC204A7-9972-4F7D-9072-F6ADEEBBA056}"/>
              </a:ext>
            </a:extLst>
          </p:cNvPr>
          <p:cNvSpPr/>
          <p:nvPr/>
        </p:nvSpPr>
        <p:spPr>
          <a:xfrm>
            <a:off x="3040535" y="2718697"/>
            <a:ext cx="204470" cy="0"/>
          </a:xfrm>
          <a:custGeom>
            <a:avLst/>
            <a:gdLst/>
            <a:ahLst/>
            <a:cxnLst/>
            <a:rect l="l" t="t" r="r" b="b"/>
            <a:pathLst>
              <a:path w="204470">
                <a:moveTo>
                  <a:pt x="0" y="0"/>
                </a:moveTo>
                <a:lnTo>
                  <a:pt x="204215" y="0"/>
                </a:lnTo>
              </a:path>
            </a:pathLst>
          </a:custGeom>
          <a:ln w="60959">
            <a:solidFill>
              <a:srgbClr val="008080"/>
            </a:solidFill>
          </a:ln>
        </p:spPr>
        <p:txBody>
          <a:bodyPr wrap="square" lIns="0" tIns="0" rIns="0" bIns="0" rtlCol="0"/>
          <a:lstStyle/>
          <a:p>
            <a:endParaRPr/>
          </a:p>
        </p:txBody>
      </p:sp>
      <p:sp>
        <p:nvSpPr>
          <p:cNvPr id="82" name="object 71">
            <a:extLst>
              <a:ext uri="{FF2B5EF4-FFF2-40B4-BE49-F238E27FC236}">
                <a16:creationId xmlns:a16="http://schemas.microsoft.com/office/drawing/2014/main" id="{D8CF6BC6-11CA-4882-8CAF-49244DDE8CD3}"/>
              </a:ext>
            </a:extLst>
          </p:cNvPr>
          <p:cNvSpPr/>
          <p:nvPr/>
        </p:nvSpPr>
        <p:spPr>
          <a:xfrm>
            <a:off x="3040535" y="2688218"/>
            <a:ext cx="204470" cy="60960"/>
          </a:xfrm>
          <a:custGeom>
            <a:avLst/>
            <a:gdLst/>
            <a:ahLst/>
            <a:cxnLst/>
            <a:rect l="l" t="t" r="r" b="b"/>
            <a:pathLst>
              <a:path w="204470" h="60960">
                <a:moveTo>
                  <a:pt x="0" y="60959"/>
                </a:moveTo>
                <a:lnTo>
                  <a:pt x="204215" y="60959"/>
                </a:lnTo>
                <a:lnTo>
                  <a:pt x="204215" y="0"/>
                </a:lnTo>
                <a:lnTo>
                  <a:pt x="0" y="0"/>
                </a:lnTo>
                <a:lnTo>
                  <a:pt x="0" y="60959"/>
                </a:lnTo>
                <a:close/>
              </a:path>
            </a:pathLst>
          </a:custGeom>
          <a:ln w="12700">
            <a:solidFill>
              <a:srgbClr val="000000"/>
            </a:solidFill>
          </a:ln>
        </p:spPr>
        <p:txBody>
          <a:bodyPr wrap="square" lIns="0" tIns="0" rIns="0" bIns="0" rtlCol="0"/>
          <a:lstStyle/>
          <a:p>
            <a:endParaRPr/>
          </a:p>
        </p:txBody>
      </p:sp>
      <p:sp>
        <p:nvSpPr>
          <p:cNvPr id="83" name="object 72">
            <a:extLst>
              <a:ext uri="{FF2B5EF4-FFF2-40B4-BE49-F238E27FC236}">
                <a16:creationId xmlns:a16="http://schemas.microsoft.com/office/drawing/2014/main" id="{B3BE99A4-F361-4A78-8DB5-06F8A860E276}"/>
              </a:ext>
            </a:extLst>
          </p:cNvPr>
          <p:cNvSpPr/>
          <p:nvPr/>
        </p:nvSpPr>
        <p:spPr>
          <a:xfrm>
            <a:off x="3043584"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84" name="object 73">
            <a:extLst>
              <a:ext uri="{FF2B5EF4-FFF2-40B4-BE49-F238E27FC236}">
                <a16:creationId xmlns:a16="http://schemas.microsoft.com/office/drawing/2014/main" id="{DD39CE4E-6913-4C4D-9FCF-D2E71A788440}"/>
              </a:ext>
            </a:extLst>
          </p:cNvPr>
          <p:cNvSpPr/>
          <p:nvPr/>
        </p:nvSpPr>
        <p:spPr>
          <a:xfrm>
            <a:off x="3043584"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86" name="object 6">
            <a:extLst>
              <a:ext uri="{FF2B5EF4-FFF2-40B4-BE49-F238E27FC236}">
                <a16:creationId xmlns:a16="http://schemas.microsoft.com/office/drawing/2014/main" id="{49B17885-899A-4153-A793-8E1EA5D6683C}"/>
              </a:ext>
            </a:extLst>
          </p:cNvPr>
          <p:cNvSpPr/>
          <p:nvPr/>
        </p:nvSpPr>
        <p:spPr>
          <a:xfrm>
            <a:off x="7137059" y="5159875"/>
            <a:ext cx="213360" cy="702945"/>
          </a:xfrm>
          <a:custGeom>
            <a:avLst/>
            <a:gdLst/>
            <a:ahLst/>
            <a:cxnLst/>
            <a:rect l="l" t="t" r="r" b="b"/>
            <a:pathLst>
              <a:path w="213359" h="702944">
                <a:moveTo>
                  <a:pt x="13715" y="0"/>
                </a:moveTo>
                <a:lnTo>
                  <a:pt x="63720" y="35896"/>
                </a:lnTo>
                <a:lnTo>
                  <a:pt x="110856" y="71863"/>
                </a:lnTo>
                <a:lnTo>
                  <a:pt x="152257" y="107950"/>
                </a:lnTo>
                <a:lnTo>
                  <a:pt x="185053" y="144206"/>
                </a:lnTo>
                <a:lnTo>
                  <a:pt x="206376" y="180681"/>
                </a:lnTo>
                <a:lnTo>
                  <a:pt x="213359" y="217424"/>
                </a:lnTo>
                <a:lnTo>
                  <a:pt x="200821" y="248837"/>
                </a:lnTo>
                <a:lnTo>
                  <a:pt x="170061" y="280100"/>
                </a:lnTo>
                <a:lnTo>
                  <a:pt x="128424" y="311449"/>
                </a:lnTo>
                <a:lnTo>
                  <a:pt x="83255" y="343123"/>
                </a:lnTo>
                <a:lnTo>
                  <a:pt x="41898" y="375359"/>
                </a:lnTo>
                <a:lnTo>
                  <a:pt x="11698" y="408394"/>
                </a:lnTo>
                <a:lnTo>
                  <a:pt x="0" y="442468"/>
                </a:lnTo>
                <a:lnTo>
                  <a:pt x="6220" y="477629"/>
                </a:lnTo>
                <a:lnTo>
                  <a:pt x="23637" y="513682"/>
                </a:lnTo>
                <a:lnTo>
                  <a:pt x="50385" y="550489"/>
                </a:lnTo>
                <a:lnTo>
                  <a:pt x="84597" y="587917"/>
                </a:lnTo>
                <a:lnTo>
                  <a:pt x="124408" y="625829"/>
                </a:lnTo>
                <a:lnTo>
                  <a:pt x="167951" y="664090"/>
                </a:lnTo>
                <a:lnTo>
                  <a:pt x="213359" y="702563"/>
                </a:lnTo>
              </a:path>
            </a:pathLst>
          </a:custGeom>
          <a:ln w="25400">
            <a:solidFill>
              <a:srgbClr val="4E7900"/>
            </a:solidFill>
          </a:ln>
        </p:spPr>
        <p:txBody>
          <a:bodyPr wrap="square" lIns="0" tIns="0" rIns="0" bIns="0" rtlCol="0"/>
          <a:lstStyle/>
          <a:p>
            <a:endParaRPr/>
          </a:p>
        </p:txBody>
      </p:sp>
      <p:sp>
        <p:nvSpPr>
          <p:cNvPr id="87" name="object 8">
            <a:extLst>
              <a:ext uri="{FF2B5EF4-FFF2-40B4-BE49-F238E27FC236}">
                <a16:creationId xmlns:a16="http://schemas.microsoft.com/office/drawing/2014/main" id="{D418796D-5228-45D1-AF2E-E311C22D6128}"/>
              </a:ext>
            </a:extLst>
          </p:cNvPr>
          <p:cNvSpPr/>
          <p:nvPr/>
        </p:nvSpPr>
        <p:spPr>
          <a:xfrm>
            <a:off x="6665454" y="3657600"/>
            <a:ext cx="1036319" cy="777240"/>
          </a:xfrm>
          <a:custGeom>
            <a:avLst/>
            <a:gdLst/>
            <a:ahLst/>
            <a:cxnLst/>
            <a:rect l="l" t="t" r="r" b="b"/>
            <a:pathLst>
              <a:path w="1036319" h="777239">
                <a:moveTo>
                  <a:pt x="0" y="777239"/>
                </a:moveTo>
                <a:lnTo>
                  <a:pt x="1036319" y="777239"/>
                </a:lnTo>
                <a:lnTo>
                  <a:pt x="1036319" y="0"/>
                </a:lnTo>
                <a:lnTo>
                  <a:pt x="0" y="0"/>
                </a:lnTo>
                <a:lnTo>
                  <a:pt x="0" y="777239"/>
                </a:lnTo>
                <a:close/>
              </a:path>
            </a:pathLst>
          </a:custGeom>
          <a:solidFill>
            <a:srgbClr val="FFCC66"/>
          </a:solidFill>
        </p:spPr>
        <p:txBody>
          <a:bodyPr wrap="square" lIns="0" tIns="0" rIns="0" bIns="0" rtlCol="0"/>
          <a:lstStyle/>
          <a:p>
            <a:endParaRPr/>
          </a:p>
        </p:txBody>
      </p:sp>
      <p:sp>
        <p:nvSpPr>
          <p:cNvPr id="88" name="object 9">
            <a:extLst>
              <a:ext uri="{FF2B5EF4-FFF2-40B4-BE49-F238E27FC236}">
                <a16:creationId xmlns:a16="http://schemas.microsoft.com/office/drawing/2014/main" id="{2A2FF364-89A2-4AD1-8B43-A23FB4C5DC7D}"/>
              </a:ext>
            </a:extLst>
          </p:cNvPr>
          <p:cNvSpPr/>
          <p:nvPr/>
        </p:nvSpPr>
        <p:spPr>
          <a:xfrm>
            <a:off x="6665454" y="3657600"/>
            <a:ext cx="1036319" cy="777240"/>
          </a:xfrm>
          <a:custGeom>
            <a:avLst/>
            <a:gdLst/>
            <a:ahLst/>
            <a:cxnLst/>
            <a:rect l="l" t="t" r="r" b="b"/>
            <a:pathLst>
              <a:path w="1036319" h="777239">
                <a:moveTo>
                  <a:pt x="0" y="777239"/>
                </a:moveTo>
                <a:lnTo>
                  <a:pt x="1036319" y="777239"/>
                </a:lnTo>
                <a:lnTo>
                  <a:pt x="1036319" y="0"/>
                </a:lnTo>
                <a:lnTo>
                  <a:pt x="0" y="0"/>
                </a:lnTo>
                <a:lnTo>
                  <a:pt x="0" y="777239"/>
                </a:lnTo>
                <a:close/>
              </a:path>
            </a:pathLst>
          </a:custGeom>
          <a:ln w="12700">
            <a:solidFill>
              <a:srgbClr val="FFCC66"/>
            </a:solidFill>
          </a:ln>
        </p:spPr>
        <p:txBody>
          <a:bodyPr wrap="square" lIns="0" tIns="0" rIns="0" bIns="0" rtlCol="0"/>
          <a:lstStyle/>
          <a:p>
            <a:endParaRPr/>
          </a:p>
        </p:txBody>
      </p:sp>
      <p:sp>
        <p:nvSpPr>
          <p:cNvPr id="89" name="object 10">
            <a:extLst>
              <a:ext uri="{FF2B5EF4-FFF2-40B4-BE49-F238E27FC236}">
                <a16:creationId xmlns:a16="http://schemas.microsoft.com/office/drawing/2014/main" id="{C4BEC562-A3F3-4220-BB2B-D666B690B729}"/>
              </a:ext>
            </a:extLst>
          </p:cNvPr>
          <p:cNvSpPr/>
          <p:nvPr/>
        </p:nvSpPr>
        <p:spPr>
          <a:xfrm>
            <a:off x="6734795" y="3731515"/>
            <a:ext cx="169545" cy="617220"/>
          </a:xfrm>
          <a:custGeom>
            <a:avLst/>
            <a:gdLst/>
            <a:ahLst/>
            <a:cxnLst/>
            <a:rect l="l" t="t" r="r" b="b"/>
            <a:pathLst>
              <a:path w="169544" h="617220">
                <a:moveTo>
                  <a:pt x="10909" y="0"/>
                </a:moveTo>
                <a:lnTo>
                  <a:pt x="58268" y="37872"/>
                </a:lnTo>
                <a:lnTo>
                  <a:pt x="101698" y="75811"/>
                </a:lnTo>
                <a:lnTo>
                  <a:pt x="137270" y="113915"/>
                </a:lnTo>
                <a:lnTo>
                  <a:pt x="161055" y="152282"/>
                </a:lnTo>
                <a:lnTo>
                  <a:pt x="169125" y="191007"/>
                </a:lnTo>
                <a:lnTo>
                  <a:pt x="155967" y="223214"/>
                </a:lnTo>
                <a:lnTo>
                  <a:pt x="124471" y="255284"/>
                </a:lnTo>
                <a:lnTo>
                  <a:pt x="83881" y="287543"/>
                </a:lnTo>
                <a:lnTo>
                  <a:pt x="43443" y="320322"/>
                </a:lnTo>
                <a:lnTo>
                  <a:pt x="12401" y="353947"/>
                </a:lnTo>
                <a:lnTo>
                  <a:pt x="0" y="388747"/>
                </a:lnTo>
                <a:lnTo>
                  <a:pt x="6655" y="424835"/>
                </a:lnTo>
                <a:lnTo>
                  <a:pt x="25057" y="461978"/>
                </a:lnTo>
                <a:lnTo>
                  <a:pt x="52854" y="499983"/>
                </a:lnTo>
                <a:lnTo>
                  <a:pt x="87697" y="538654"/>
                </a:lnTo>
                <a:lnTo>
                  <a:pt x="127238" y="577797"/>
                </a:lnTo>
                <a:lnTo>
                  <a:pt x="169125" y="617219"/>
                </a:lnTo>
              </a:path>
            </a:pathLst>
          </a:custGeom>
          <a:ln w="25400">
            <a:solidFill>
              <a:srgbClr val="000000"/>
            </a:solidFill>
          </a:ln>
        </p:spPr>
        <p:txBody>
          <a:bodyPr wrap="square" lIns="0" tIns="0" rIns="0" bIns="0" rtlCol="0"/>
          <a:lstStyle/>
          <a:p>
            <a:endParaRPr/>
          </a:p>
        </p:txBody>
      </p:sp>
      <p:sp>
        <p:nvSpPr>
          <p:cNvPr id="90" name="object 11">
            <a:extLst>
              <a:ext uri="{FF2B5EF4-FFF2-40B4-BE49-F238E27FC236}">
                <a16:creationId xmlns:a16="http://schemas.microsoft.com/office/drawing/2014/main" id="{9FB78767-84F9-4786-B72B-48524C32ADCE}"/>
              </a:ext>
            </a:extLst>
          </p:cNvPr>
          <p:cNvSpPr/>
          <p:nvPr/>
        </p:nvSpPr>
        <p:spPr>
          <a:xfrm>
            <a:off x="6835379" y="3731515"/>
            <a:ext cx="172720" cy="617220"/>
          </a:xfrm>
          <a:custGeom>
            <a:avLst/>
            <a:gdLst/>
            <a:ahLst/>
            <a:cxnLst/>
            <a:rect l="l" t="t" r="r" b="b"/>
            <a:pathLst>
              <a:path w="172719" h="617220">
                <a:moveTo>
                  <a:pt x="11112" y="0"/>
                </a:moveTo>
                <a:lnTo>
                  <a:pt x="59320" y="37872"/>
                </a:lnTo>
                <a:lnTo>
                  <a:pt x="103529" y="75811"/>
                </a:lnTo>
                <a:lnTo>
                  <a:pt x="139741" y="113915"/>
                </a:lnTo>
                <a:lnTo>
                  <a:pt x="163955" y="152282"/>
                </a:lnTo>
                <a:lnTo>
                  <a:pt x="172173" y="191007"/>
                </a:lnTo>
                <a:lnTo>
                  <a:pt x="158780" y="223214"/>
                </a:lnTo>
                <a:lnTo>
                  <a:pt x="126717" y="255284"/>
                </a:lnTo>
                <a:lnTo>
                  <a:pt x="85396" y="287543"/>
                </a:lnTo>
                <a:lnTo>
                  <a:pt x="44228" y="320322"/>
                </a:lnTo>
                <a:lnTo>
                  <a:pt x="12625" y="353947"/>
                </a:lnTo>
                <a:lnTo>
                  <a:pt x="0" y="388747"/>
                </a:lnTo>
                <a:lnTo>
                  <a:pt x="6775" y="424835"/>
                </a:lnTo>
                <a:lnTo>
                  <a:pt x="25508" y="461978"/>
                </a:lnTo>
                <a:lnTo>
                  <a:pt x="53806" y="499983"/>
                </a:lnTo>
                <a:lnTo>
                  <a:pt x="89278" y="538654"/>
                </a:lnTo>
                <a:lnTo>
                  <a:pt x="129531" y="577797"/>
                </a:lnTo>
                <a:lnTo>
                  <a:pt x="172173" y="617219"/>
                </a:lnTo>
              </a:path>
            </a:pathLst>
          </a:custGeom>
          <a:ln w="25400">
            <a:solidFill>
              <a:srgbClr val="000000"/>
            </a:solidFill>
          </a:ln>
        </p:spPr>
        <p:txBody>
          <a:bodyPr wrap="square" lIns="0" tIns="0" rIns="0" bIns="0" rtlCol="0"/>
          <a:lstStyle/>
          <a:p>
            <a:endParaRPr/>
          </a:p>
        </p:txBody>
      </p:sp>
      <p:sp>
        <p:nvSpPr>
          <p:cNvPr id="91" name="object 12">
            <a:extLst>
              <a:ext uri="{FF2B5EF4-FFF2-40B4-BE49-F238E27FC236}">
                <a16:creationId xmlns:a16="http://schemas.microsoft.com/office/drawing/2014/main" id="{664571AD-A53C-4EE4-A490-B0D6C54647A0}"/>
              </a:ext>
            </a:extLst>
          </p:cNvPr>
          <p:cNvSpPr/>
          <p:nvPr/>
        </p:nvSpPr>
        <p:spPr>
          <a:xfrm>
            <a:off x="6939012" y="3731515"/>
            <a:ext cx="169545" cy="617220"/>
          </a:xfrm>
          <a:custGeom>
            <a:avLst/>
            <a:gdLst/>
            <a:ahLst/>
            <a:cxnLst/>
            <a:rect l="l" t="t" r="r" b="b"/>
            <a:pathLst>
              <a:path w="169544" h="617220">
                <a:moveTo>
                  <a:pt x="10909" y="0"/>
                </a:moveTo>
                <a:lnTo>
                  <a:pt x="58267" y="37872"/>
                </a:lnTo>
                <a:lnTo>
                  <a:pt x="101696" y="75811"/>
                </a:lnTo>
                <a:lnTo>
                  <a:pt x="137272" y="113915"/>
                </a:lnTo>
                <a:lnTo>
                  <a:pt x="161070" y="152282"/>
                </a:lnTo>
                <a:lnTo>
                  <a:pt x="169163" y="191007"/>
                </a:lnTo>
                <a:lnTo>
                  <a:pt x="155971" y="223214"/>
                </a:lnTo>
                <a:lnTo>
                  <a:pt x="124459" y="255284"/>
                </a:lnTo>
                <a:lnTo>
                  <a:pt x="83867" y="287543"/>
                </a:lnTo>
                <a:lnTo>
                  <a:pt x="43433" y="320322"/>
                </a:lnTo>
                <a:lnTo>
                  <a:pt x="12398" y="353947"/>
                </a:lnTo>
                <a:lnTo>
                  <a:pt x="0" y="388747"/>
                </a:lnTo>
                <a:lnTo>
                  <a:pt x="6656" y="424835"/>
                </a:lnTo>
                <a:lnTo>
                  <a:pt x="25061" y="461978"/>
                </a:lnTo>
                <a:lnTo>
                  <a:pt x="52863" y="499983"/>
                </a:lnTo>
                <a:lnTo>
                  <a:pt x="87714" y="538654"/>
                </a:lnTo>
                <a:lnTo>
                  <a:pt x="127264" y="577797"/>
                </a:lnTo>
                <a:lnTo>
                  <a:pt x="169163" y="617219"/>
                </a:lnTo>
              </a:path>
            </a:pathLst>
          </a:custGeom>
          <a:ln w="25400">
            <a:solidFill>
              <a:srgbClr val="000000"/>
            </a:solidFill>
          </a:ln>
        </p:spPr>
        <p:txBody>
          <a:bodyPr wrap="square" lIns="0" tIns="0" rIns="0" bIns="0" rtlCol="0"/>
          <a:lstStyle/>
          <a:p>
            <a:endParaRPr/>
          </a:p>
        </p:txBody>
      </p:sp>
      <p:sp>
        <p:nvSpPr>
          <p:cNvPr id="92" name="object 13">
            <a:extLst>
              <a:ext uri="{FF2B5EF4-FFF2-40B4-BE49-F238E27FC236}">
                <a16:creationId xmlns:a16="http://schemas.microsoft.com/office/drawing/2014/main" id="{2E738F79-7977-4314-ABD6-1DBBDF89B31E}"/>
              </a:ext>
            </a:extLst>
          </p:cNvPr>
          <p:cNvSpPr/>
          <p:nvPr/>
        </p:nvSpPr>
        <p:spPr>
          <a:xfrm>
            <a:off x="7039595" y="3731515"/>
            <a:ext cx="172720" cy="617220"/>
          </a:xfrm>
          <a:custGeom>
            <a:avLst/>
            <a:gdLst/>
            <a:ahLst/>
            <a:cxnLst/>
            <a:rect l="l" t="t" r="r" b="b"/>
            <a:pathLst>
              <a:path w="172719" h="617220">
                <a:moveTo>
                  <a:pt x="11049" y="0"/>
                </a:moveTo>
                <a:lnTo>
                  <a:pt x="59289" y="37872"/>
                </a:lnTo>
                <a:lnTo>
                  <a:pt x="103513" y="75811"/>
                </a:lnTo>
                <a:lnTo>
                  <a:pt x="139732" y="113915"/>
                </a:lnTo>
                <a:lnTo>
                  <a:pt x="163961" y="152282"/>
                </a:lnTo>
                <a:lnTo>
                  <a:pt x="172212" y="191007"/>
                </a:lnTo>
                <a:lnTo>
                  <a:pt x="158794" y="223214"/>
                </a:lnTo>
                <a:lnTo>
                  <a:pt x="126717" y="255284"/>
                </a:lnTo>
                <a:lnTo>
                  <a:pt x="85391" y="287543"/>
                </a:lnTo>
                <a:lnTo>
                  <a:pt x="44224" y="320322"/>
                </a:lnTo>
                <a:lnTo>
                  <a:pt x="12624" y="353947"/>
                </a:lnTo>
                <a:lnTo>
                  <a:pt x="0" y="388747"/>
                </a:lnTo>
                <a:lnTo>
                  <a:pt x="6776" y="424835"/>
                </a:lnTo>
                <a:lnTo>
                  <a:pt x="25512" y="461978"/>
                </a:lnTo>
                <a:lnTo>
                  <a:pt x="53816" y="499983"/>
                </a:lnTo>
                <a:lnTo>
                  <a:pt x="89295" y="538654"/>
                </a:lnTo>
                <a:lnTo>
                  <a:pt x="129557" y="577797"/>
                </a:lnTo>
                <a:lnTo>
                  <a:pt x="172212" y="617219"/>
                </a:lnTo>
              </a:path>
            </a:pathLst>
          </a:custGeom>
          <a:ln w="25400">
            <a:solidFill>
              <a:srgbClr val="000000"/>
            </a:solidFill>
          </a:ln>
        </p:spPr>
        <p:txBody>
          <a:bodyPr wrap="square" lIns="0" tIns="0" rIns="0" bIns="0" rtlCol="0"/>
          <a:lstStyle/>
          <a:p>
            <a:endParaRPr/>
          </a:p>
        </p:txBody>
      </p:sp>
      <p:sp>
        <p:nvSpPr>
          <p:cNvPr id="93" name="object 14">
            <a:extLst>
              <a:ext uri="{FF2B5EF4-FFF2-40B4-BE49-F238E27FC236}">
                <a16:creationId xmlns:a16="http://schemas.microsoft.com/office/drawing/2014/main" id="{C7C4E663-1A32-4E1F-8723-29AFD5E1A7CE}"/>
              </a:ext>
            </a:extLst>
          </p:cNvPr>
          <p:cNvSpPr/>
          <p:nvPr/>
        </p:nvSpPr>
        <p:spPr>
          <a:xfrm>
            <a:off x="7143228" y="3731515"/>
            <a:ext cx="170815" cy="617220"/>
          </a:xfrm>
          <a:custGeom>
            <a:avLst/>
            <a:gdLst/>
            <a:ahLst/>
            <a:cxnLst/>
            <a:rect l="l" t="t" r="r" b="b"/>
            <a:pathLst>
              <a:path w="170815" h="617220">
                <a:moveTo>
                  <a:pt x="11048" y="0"/>
                </a:moveTo>
                <a:lnTo>
                  <a:pt x="58789" y="37872"/>
                </a:lnTo>
                <a:lnTo>
                  <a:pt x="102592" y="75811"/>
                </a:lnTo>
                <a:lnTo>
                  <a:pt x="138488" y="113915"/>
                </a:lnTo>
                <a:lnTo>
                  <a:pt x="162510" y="152282"/>
                </a:lnTo>
                <a:lnTo>
                  <a:pt x="170687" y="191007"/>
                </a:lnTo>
                <a:lnTo>
                  <a:pt x="157382" y="223214"/>
                </a:lnTo>
                <a:lnTo>
                  <a:pt x="125588" y="255284"/>
                </a:lnTo>
                <a:lnTo>
                  <a:pt x="84629" y="287543"/>
                </a:lnTo>
                <a:lnTo>
                  <a:pt x="43829" y="320322"/>
                </a:lnTo>
                <a:lnTo>
                  <a:pt x="12511" y="353947"/>
                </a:lnTo>
                <a:lnTo>
                  <a:pt x="0" y="388747"/>
                </a:lnTo>
                <a:lnTo>
                  <a:pt x="6716" y="424835"/>
                </a:lnTo>
                <a:lnTo>
                  <a:pt x="25287" y="461978"/>
                </a:lnTo>
                <a:lnTo>
                  <a:pt x="53340" y="499983"/>
                </a:lnTo>
                <a:lnTo>
                  <a:pt x="88504" y="538654"/>
                </a:lnTo>
                <a:lnTo>
                  <a:pt x="128411" y="577797"/>
                </a:lnTo>
                <a:lnTo>
                  <a:pt x="170687" y="617219"/>
                </a:lnTo>
              </a:path>
            </a:pathLst>
          </a:custGeom>
          <a:ln w="25400">
            <a:solidFill>
              <a:srgbClr val="000000"/>
            </a:solidFill>
          </a:ln>
        </p:spPr>
        <p:txBody>
          <a:bodyPr wrap="square" lIns="0" tIns="0" rIns="0" bIns="0" rtlCol="0"/>
          <a:lstStyle/>
          <a:p>
            <a:endParaRPr/>
          </a:p>
        </p:txBody>
      </p:sp>
      <p:sp>
        <p:nvSpPr>
          <p:cNvPr id="94" name="object 15">
            <a:extLst>
              <a:ext uri="{FF2B5EF4-FFF2-40B4-BE49-F238E27FC236}">
                <a16:creationId xmlns:a16="http://schemas.microsoft.com/office/drawing/2014/main" id="{95A5B926-B53B-4517-A70B-A01417400BAC}"/>
              </a:ext>
            </a:extLst>
          </p:cNvPr>
          <p:cNvSpPr/>
          <p:nvPr/>
        </p:nvSpPr>
        <p:spPr>
          <a:xfrm>
            <a:off x="7245336" y="3731515"/>
            <a:ext cx="169545" cy="617220"/>
          </a:xfrm>
          <a:custGeom>
            <a:avLst/>
            <a:gdLst/>
            <a:ahLst/>
            <a:cxnLst/>
            <a:rect l="l" t="t" r="r" b="b"/>
            <a:pathLst>
              <a:path w="169544" h="617220">
                <a:moveTo>
                  <a:pt x="10921" y="0"/>
                </a:moveTo>
                <a:lnTo>
                  <a:pt x="58273" y="37872"/>
                </a:lnTo>
                <a:lnTo>
                  <a:pt x="101699" y="75811"/>
                </a:lnTo>
                <a:lnTo>
                  <a:pt x="137273" y="113915"/>
                </a:lnTo>
                <a:lnTo>
                  <a:pt x="161070" y="152282"/>
                </a:lnTo>
                <a:lnTo>
                  <a:pt x="169163" y="191007"/>
                </a:lnTo>
                <a:lnTo>
                  <a:pt x="155971" y="223214"/>
                </a:lnTo>
                <a:lnTo>
                  <a:pt x="124459" y="255284"/>
                </a:lnTo>
                <a:lnTo>
                  <a:pt x="83867" y="287543"/>
                </a:lnTo>
                <a:lnTo>
                  <a:pt x="43433" y="320322"/>
                </a:lnTo>
                <a:lnTo>
                  <a:pt x="12398" y="353947"/>
                </a:lnTo>
                <a:lnTo>
                  <a:pt x="0" y="388747"/>
                </a:lnTo>
                <a:lnTo>
                  <a:pt x="6656" y="424835"/>
                </a:lnTo>
                <a:lnTo>
                  <a:pt x="25061" y="461978"/>
                </a:lnTo>
                <a:lnTo>
                  <a:pt x="52863" y="499983"/>
                </a:lnTo>
                <a:lnTo>
                  <a:pt x="87714" y="538654"/>
                </a:lnTo>
                <a:lnTo>
                  <a:pt x="127264" y="577797"/>
                </a:lnTo>
                <a:lnTo>
                  <a:pt x="169163" y="617219"/>
                </a:lnTo>
              </a:path>
            </a:pathLst>
          </a:custGeom>
          <a:ln w="25400">
            <a:solidFill>
              <a:srgbClr val="000000"/>
            </a:solidFill>
          </a:ln>
        </p:spPr>
        <p:txBody>
          <a:bodyPr wrap="square" lIns="0" tIns="0" rIns="0" bIns="0" rtlCol="0"/>
          <a:lstStyle/>
          <a:p>
            <a:endParaRPr/>
          </a:p>
        </p:txBody>
      </p:sp>
      <p:sp>
        <p:nvSpPr>
          <p:cNvPr id="95" name="object 16">
            <a:extLst>
              <a:ext uri="{FF2B5EF4-FFF2-40B4-BE49-F238E27FC236}">
                <a16:creationId xmlns:a16="http://schemas.microsoft.com/office/drawing/2014/main" id="{EAE23307-FADC-4E50-98AD-DDA22AED4E16}"/>
              </a:ext>
            </a:extLst>
          </p:cNvPr>
          <p:cNvSpPr/>
          <p:nvPr/>
        </p:nvSpPr>
        <p:spPr>
          <a:xfrm>
            <a:off x="7345920" y="3731515"/>
            <a:ext cx="172720" cy="617220"/>
          </a:xfrm>
          <a:custGeom>
            <a:avLst/>
            <a:gdLst/>
            <a:ahLst/>
            <a:cxnLst/>
            <a:rect l="l" t="t" r="r" b="b"/>
            <a:pathLst>
              <a:path w="172719" h="617220">
                <a:moveTo>
                  <a:pt x="11049" y="0"/>
                </a:moveTo>
                <a:lnTo>
                  <a:pt x="59289" y="37872"/>
                </a:lnTo>
                <a:lnTo>
                  <a:pt x="103513" y="75811"/>
                </a:lnTo>
                <a:lnTo>
                  <a:pt x="139732" y="113915"/>
                </a:lnTo>
                <a:lnTo>
                  <a:pt x="163961" y="152282"/>
                </a:lnTo>
                <a:lnTo>
                  <a:pt x="172211" y="191007"/>
                </a:lnTo>
                <a:lnTo>
                  <a:pt x="158794" y="223214"/>
                </a:lnTo>
                <a:lnTo>
                  <a:pt x="126717" y="255284"/>
                </a:lnTo>
                <a:lnTo>
                  <a:pt x="85391" y="287543"/>
                </a:lnTo>
                <a:lnTo>
                  <a:pt x="44224" y="320322"/>
                </a:lnTo>
                <a:lnTo>
                  <a:pt x="12624" y="353947"/>
                </a:lnTo>
                <a:lnTo>
                  <a:pt x="0" y="388747"/>
                </a:lnTo>
                <a:lnTo>
                  <a:pt x="6776" y="424835"/>
                </a:lnTo>
                <a:lnTo>
                  <a:pt x="25512" y="461978"/>
                </a:lnTo>
                <a:lnTo>
                  <a:pt x="53816" y="499983"/>
                </a:lnTo>
                <a:lnTo>
                  <a:pt x="89295" y="538654"/>
                </a:lnTo>
                <a:lnTo>
                  <a:pt x="129557" y="577797"/>
                </a:lnTo>
                <a:lnTo>
                  <a:pt x="172211" y="617219"/>
                </a:lnTo>
              </a:path>
            </a:pathLst>
          </a:custGeom>
          <a:ln w="25400">
            <a:solidFill>
              <a:srgbClr val="000000"/>
            </a:solidFill>
          </a:ln>
        </p:spPr>
        <p:txBody>
          <a:bodyPr wrap="square" lIns="0" tIns="0" rIns="0" bIns="0" rtlCol="0"/>
          <a:lstStyle/>
          <a:p>
            <a:endParaRPr/>
          </a:p>
        </p:txBody>
      </p:sp>
      <p:sp>
        <p:nvSpPr>
          <p:cNvPr id="96" name="object 17">
            <a:extLst>
              <a:ext uri="{FF2B5EF4-FFF2-40B4-BE49-F238E27FC236}">
                <a16:creationId xmlns:a16="http://schemas.microsoft.com/office/drawing/2014/main" id="{73D9E5AD-220A-42D2-9599-C90379C1D08C}"/>
              </a:ext>
            </a:extLst>
          </p:cNvPr>
          <p:cNvSpPr/>
          <p:nvPr/>
        </p:nvSpPr>
        <p:spPr>
          <a:xfrm>
            <a:off x="7449552" y="3731515"/>
            <a:ext cx="170815" cy="617220"/>
          </a:xfrm>
          <a:custGeom>
            <a:avLst/>
            <a:gdLst/>
            <a:ahLst/>
            <a:cxnLst/>
            <a:rect l="l" t="t" r="r" b="b"/>
            <a:pathLst>
              <a:path w="170814" h="617220">
                <a:moveTo>
                  <a:pt x="11049" y="0"/>
                </a:moveTo>
                <a:lnTo>
                  <a:pt x="58789" y="37872"/>
                </a:lnTo>
                <a:lnTo>
                  <a:pt x="102592" y="75811"/>
                </a:lnTo>
                <a:lnTo>
                  <a:pt x="138488" y="113915"/>
                </a:lnTo>
                <a:lnTo>
                  <a:pt x="162510" y="152282"/>
                </a:lnTo>
                <a:lnTo>
                  <a:pt x="170687" y="191007"/>
                </a:lnTo>
                <a:lnTo>
                  <a:pt x="157382" y="223214"/>
                </a:lnTo>
                <a:lnTo>
                  <a:pt x="125588" y="255284"/>
                </a:lnTo>
                <a:lnTo>
                  <a:pt x="84629" y="287543"/>
                </a:lnTo>
                <a:lnTo>
                  <a:pt x="43829" y="320322"/>
                </a:lnTo>
                <a:lnTo>
                  <a:pt x="12511" y="353947"/>
                </a:lnTo>
                <a:lnTo>
                  <a:pt x="0" y="388747"/>
                </a:lnTo>
                <a:lnTo>
                  <a:pt x="6716" y="424835"/>
                </a:lnTo>
                <a:lnTo>
                  <a:pt x="25287" y="461978"/>
                </a:lnTo>
                <a:lnTo>
                  <a:pt x="53339" y="499983"/>
                </a:lnTo>
                <a:lnTo>
                  <a:pt x="88504" y="538654"/>
                </a:lnTo>
                <a:lnTo>
                  <a:pt x="128411" y="577797"/>
                </a:lnTo>
                <a:lnTo>
                  <a:pt x="170687" y="617219"/>
                </a:lnTo>
              </a:path>
            </a:pathLst>
          </a:custGeom>
          <a:ln w="25400">
            <a:solidFill>
              <a:srgbClr val="000000"/>
            </a:solidFill>
          </a:ln>
        </p:spPr>
        <p:txBody>
          <a:bodyPr wrap="square" lIns="0" tIns="0" rIns="0" bIns="0" rtlCol="0"/>
          <a:lstStyle/>
          <a:p>
            <a:endParaRPr/>
          </a:p>
        </p:txBody>
      </p:sp>
      <p:sp>
        <p:nvSpPr>
          <p:cNvPr id="97" name="object 74">
            <a:extLst>
              <a:ext uri="{FF2B5EF4-FFF2-40B4-BE49-F238E27FC236}">
                <a16:creationId xmlns:a16="http://schemas.microsoft.com/office/drawing/2014/main" id="{FE5FBA55-3E5E-4933-A3A6-CA63F1EEC904}"/>
              </a:ext>
            </a:extLst>
          </p:cNvPr>
          <p:cNvSpPr/>
          <p:nvPr/>
        </p:nvSpPr>
        <p:spPr>
          <a:xfrm>
            <a:off x="6095844" y="2242229"/>
            <a:ext cx="2118360" cy="721360"/>
          </a:xfrm>
          <a:custGeom>
            <a:avLst/>
            <a:gdLst/>
            <a:ahLst/>
            <a:cxnLst/>
            <a:rect l="l" t="t" r="r" b="b"/>
            <a:pathLst>
              <a:path w="2118360" h="721360">
                <a:moveTo>
                  <a:pt x="0" y="720852"/>
                </a:moveTo>
                <a:lnTo>
                  <a:pt x="2118360" y="720852"/>
                </a:lnTo>
                <a:lnTo>
                  <a:pt x="2118360" y="0"/>
                </a:lnTo>
                <a:lnTo>
                  <a:pt x="0" y="0"/>
                </a:lnTo>
                <a:lnTo>
                  <a:pt x="0" y="720852"/>
                </a:lnTo>
                <a:close/>
              </a:path>
            </a:pathLst>
          </a:custGeom>
          <a:solidFill>
            <a:srgbClr val="66FF66"/>
          </a:solidFill>
        </p:spPr>
        <p:txBody>
          <a:bodyPr wrap="square" lIns="0" tIns="0" rIns="0" bIns="0" rtlCol="0"/>
          <a:lstStyle/>
          <a:p>
            <a:endParaRPr/>
          </a:p>
        </p:txBody>
      </p:sp>
      <p:sp>
        <p:nvSpPr>
          <p:cNvPr id="98" name="object 75">
            <a:extLst>
              <a:ext uri="{FF2B5EF4-FFF2-40B4-BE49-F238E27FC236}">
                <a16:creationId xmlns:a16="http://schemas.microsoft.com/office/drawing/2014/main" id="{2E8C56B1-C96C-4386-85E6-AED04CFB69EC}"/>
              </a:ext>
            </a:extLst>
          </p:cNvPr>
          <p:cNvSpPr/>
          <p:nvPr/>
        </p:nvSpPr>
        <p:spPr>
          <a:xfrm>
            <a:off x="6193380"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solidFill>
            <a:srgbClr val="FFCC66"/>
          </a:solidFill>
        </p:spPr>
        <p:txBody>
          <a:bodyPr wrap="square" lIns="0" tIns="0" rIns="0" bIns="0" rtlCol="0"/>
          <a:lstStyle/>
          <a:p>
            <a:endParaRPr/>
          </a:p>
        </p:txBody>
      </p:sp>
      <p:sp>
        <p:nvSpPr>
          <p:cNvPr id="99" name="object 76">
            <a:extLst>
              <a:ext uri="{FF2B5EF4-FFF2-40B4-BE49-F238E27FC236}">
                <a16:creationId xmlns:a16="http://schemas.microsoft.com/office/drawing/2014/main" id="{90089610-5C8A-43D5-9B89-99E0DE6F1EA4}"/>
              </a:ext>
            </a:extLst>
          </p:cNvPr>
          <p:cNvSpPr/>
          <p:nvPr/>
        </p:nvSpPr>
        <p:spPr>
          <a:xfrm>
            <a:off x="6193380"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ln w="12700">
            <a:solidFill>
              <a:srgbClr val="000000"/>
            </a:solidFill>
          </a:ln>
        </p:spPr>
        <p:txBody>
          <a:bodyPr wrap="square" lIns="0" tIns="0" rIns="0" bIns="0" rtlCol="0"/>
          <a:lstStyle/>
          <a:p>
            <a:endParaRPr/>
          </a:p>
        </p:txBody>
      </p:sp>
      <p:sp>
        <p:nvSpPr>
          <p:cNvPr id="100" name="object 77">
            <a:extLst>
              <a:ext uri="{FF2B5EF4-FFF2-40B4-BE49-F238E27FC236}">
                <a16:creationId xmlns:a16="http://schemas.microsoft.com/office/drawing/2014/main" id="{81D87B03-1E68-4C55-A2F1-CAB5333543C3}"/>
              </a:ext>
            </a:extLst>
          </p:cNvPr>
          <p:cNvSpPr/>
          <p:nvPr/>
        </p:nvSpPr>
        <p:spPr>
          <a:xfrm>
            <a:off x="6239862"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1" name="object 78">
            <a:extLst>
              <a:ext uri="{FF2B5EF4-FFF2-40B4-BE49-F238E27FC236}">
                <a16:creationId xmlns:a16="http://schemas.microsoft.com/office/drawing/2014/main" id="{71D0050C-9D55-4BE4-807E-0DE74109CC6B}"/>
              </a:ext>
            </a:extLst>
          </p:cNvPr>
          <p:cNvSpPr/>
          <p:nvPr/>
        </p:nvSpPr>
        <p:spPr>
          <a:xfrm>
            <a:off x="6308442"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2" name="object 79">
            <a:extLst>
              <a:ext uri="{FF2B5EF4-FFF2-40B4-BE49-F238E27FC236}">
                <a16:creationId xmlns:a16="http://schemas.microsoft.com/office/drawing/2014/main" id="{EB4F54C7-17B0-4CB1-A0C3-9357C302C4CE}"/>
              </a:ext>
            </a:extLst>
          </p:cNvPr>
          <p:cNvSpPr/>
          <p:nvPr/>
        </p:nvSpPr>
        <p:spPr>
          <a:xfrm>
            <a:off x="6377021"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3" name="object 80">
            <a:extLst>
              <a:ext uri="{FF2B5EF4-FFF2-40B4-BE49-F238E27FC236}">
                <a16:creationId xmlns:a16="http://schemas.microsoft.com/office/drawing/2014/main" id="{6EA6922E-1CA1-420A-8342-525DC028185F}"/>
              </a:ext>
            </a:extLst>
          </p:cNvPr>
          <p:cNvSpPr/>
          <p:nvPr/>
        </p:nvSpPr>
        <p:spPr>
          <a:xfrm>
            <a:off x="6445602"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4" name="object 81">
            <a:extLst>
              <a:ext uri="{FF2B5EF4-FFF2-40B4-BE49-F238E27FC236}">
                <a16:creationId xmlns:a16="http://schemas.microsoft.com/office/drawing/2014/main" id="{6BF9F0C7-64F6-4ADD-9A4B-7D2AE62F0AF6}"/>
              </a:ext>
            </a:extLst>
          </p:cNvPr>
          <p:cNvSpPr/>
          <p:nvPr/>
        </p:nvSpPr>
        <p:spPr>
          <a:xfrm>
            <a:off x="6514181"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5" name="object 82">
            <a:extLst>
              <a:ext uri="{FF2B5EF4-FFF2-40B4-BE49-F238E27FC236}">
                <a16:creationId xmlns:a16="http://schemas.microsoft.com/office/drawing/2014/main" id="{C13D7524-94EF-4102-A884-E29D159FD1E0}"/>
              </a:ext>
            </a:extLst>
          </p:cNvPr>
          <p:cNvSpPr/>
          <p:nvPr/>
        </p:nvSpPr>
        <p:spPr>
          <a:xfrm>
            <a:off x="6757260" y="2304714"/>
            <a:ext cx="487680" cy="607060"/>
          </a:xfrm>
          <a:custGeom>
            <a:avLst/>
            <a:gdLst/>
            <a:ahLst/>
            <a:cxnLst/>
            <a:rect l="l" t="t" r="r" b="b"/>
            <a:pathLst>
              <a:path w="487680" h="607060">
                <a:moveTo>
                  <a:pt x="0" y="606551"/>
                </a:moveTo>
                <a:lnTo>
                  <a:pt x="487679" y="606551"/>
                </a:lnTo>
                <a:lnTo>
                  <a:pt x="487679" y="0"/>
                </a:lnTo>
                <a:lnTo>
                  <a:pt x="0" y="0"/>
                </a:lnTo>
                <a:lnTo>
                  <a:pt x="0" y="606551"/>
                </a:lnTo>
                <a:close/>
              </a:path>
            </a:pathLst>
          </a:custGeom>
          <a:solidFill>
            <a:srgbClr val="FFCC66"/>
          </a:solidFill>
        </p:spPr>
        <p:txBody>
          <a:bodyPr wrap="square" lIns="0" tIns="0" rIns="0" bIns="0" rtlCol="0"/>
          <a:lstStyle/>
          <a:p>
            <a:endParaRPr/>
          </a:p>
        </p:txBody>
      </p:sp>
      <p:sp>
        <p:nvSpPr>
          <p:cNvPr id="106" name="object 83">
            <a:extLst>
              <a:ext uri="{FF2B5EF4-FFF2-40B4-BE49-F238E27FC236}">
                <a16:creationId xmlns:a16="http://schemas.microsoft.com/office/drawing/2014/main" id="{35487EC0-03BE-4847-957D-FA9677E47622}"/>
              </a:ext>
            </a:extLst>
          </p:cNvPr>
          <p:cNvSpPr/>
          <p:nvPr/>
        </p:nvSpPr>
        <p:spPr>
          <a:xfrm>
            <a:off x="6757260" y="2304714"/>
            <a:ext cx="487680" cy="607060"/>
          </a:xfrm>
          <a:custGeom>
            <a:avLst/>
            <a:gdLst/>
            <a:ahLst/>
            <a:cxnLst/>
            <a:rect l="l" t="t" r="r" b="b"/>
            <a:pathLst>
              <a:path w="487680" h="607060">
                <a:moveTo>
                  <a:pt x="0" y="606551"/>
                </a:moveTo>
                <a:lnTo>
                  <a:pt x="487679" y="606551"/>
                </a:lnTo>
                <a:lnTo>
                  <a:pt x="487679" y="0"/>
                </a:lnTo>
                <a:lnTo>
                  <a:pt x="0" y="0"/>
                </a:lnTo>
                <a:lnTo>
                  <a:pt x="0" y="606551"/>
                </a:lnTo>
                <a:close/>
              </a:path>
            </a:pathLst>
          </a:custGeom>
          <a:ln w="12700">
            <a:solidFill>
              <a:srgbClr val="000000"/>
            </a:solidFill>
          </a:ln>
        </p:spPr>
        <p:txBody>
          <a:bodyPr wrap="square" lIns="0" tIns="0" rIns="0" bIns="0" rtlCol="0"/>
          <a:lstStyle/>
          <a:p>
            <a:endParaRPr/>
          </a:p>
        </p:txBody>
      </p:sp>
      <p:sp>
        <p:nvSpPr>
          <p:cNvPr id="107" name="object 84">
            <a:extLst>
              <a:ext uri="{FF2B5EF4-FFF2-40B4-BE49-F238E27FC236}">
                <a16:creationId xmlns:a16="http://schemas.microsoft.com/office/drawing/2014/main" id="{A9EB796A-3AF4-4E07-AF10-8FFB9BC90748}"/>
              </a:ext>
            </a:extLst>
          </p:cNvPr>
          <p:cNvSpPr/>
          <p:nvPr/>
        </p:nvSpPr>
        <p:spPr>
          <a:xfrm>
            <a:off x="6803741"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8" name="object 85">
            <a:extLst>
              <a:ext uri="{FF2B5EF4-FFF2-40B4-BE49-F238E27FC236}">
                <a16:creationId xmlns:a16="http://schemas.microsoft.com/office/drawing/2014/main" id="{A4E95497-3AD5-4F66-91A5-F9D15DAF9539}"/>
              </a:ext>
            </a:extLst>
          </p:cNvPr>
          <p:cNvSpPr/>
          <p:nvPr/>
        </p:nvSpPr>
        <p:spPr>
          <a:xfrm>
            <a:off x="6872321" y="2363388"/>
            <a:ext cx="114300" cy="481965"/>
          </a:xfrm>
          <a:custGeom>
            <a:avLst/>
            <a:gdLst/>
            <a:ahLst/>
            <a:cxnLst/>
            <a:rect l="l" t="t" r="r" b="b"/>
            <a:pathLst>
              <a:path w="114300" h="481964">
                <a:moveTo>
                  <a:pt x="7378" y="0"/>
                </a:moveTo>
                <a:lnTo>
                  <a:pt x="47071" y="36937"/>
                </a:lnTo>
                <a:lnTo>
                  <a:pt x="81589" y="73998"/>
                </a:lnTo>
                <a:lnTo>
                  <a:pt x="105732" y="111308"/>
                </a:lnTo>
                <a:lnTo>
                  <a:pt x="114300" y="148996"/>
                </a:lnTo>
                <a:lnTo>
                  <a:pt x="101925" y="179133"/>
                </a:lnTo>
                <a:lnTo>
                  <a:pt x="73517" y="209186"/>
                </a:lnTo>
                <a:lnTo>
                  <a:pt x="39867" y="239603"/>
                </a:lnTo>
                <a:lnTo>
                  <a:pt x="11765" y="270830"/>
                </a:lnTo>
                <a:lnTo>
                  <a:pt x="0" y="303314"/>
                </a:lnTo>
                <a:lnTo>
                  <a:pt x="9820" y="345892"/>
                </a:lnTo>
                <a:lnTo>
                  <a:pt x="35713" y="390124"/>
                </a:lnTo>
                <a:lnTo>
                  <a:pt x="72325" y="435519"/>
                </a:lnTo>
                <a:lnTo>
                  <a:pt x="114300" y="481583"/>
                </a:lnTo>
              </a:path>
            </a:pathLst>
          </a:custGeom>
          <a:ln w="25400">
            <a:solidFill>
              <a:srgbClr val="000000"/>
            </a:solidFill>
          </a:ln>
        </p:spPr>
        <p:txBody>
          <a:bodyPr wrap="square" lIns="0" tIns="0" rIns="0" bIns="0" rtlCol="0"/>
          <a:lstStyle/>
          <a:p>
            <a:endParaRPr/>
          </a:p>
        </p:txBody>
      </p:sp>
      <p:sp>
        <p:nvSpPr>
          <p:cNvPr id="109" name="object 86">
            <a:extLst>
              <a:ext uri="{FF2B5EF4-FFF2-40B4-BE49-F238E27FC236}">
                <a16:creationId xmlns:a16="http://schemas.microsoft.com/office/drawing/2014/main" id="{97A90E70-CAD9-47A1-A43C-9E4BEAD6C801}"/>
              </a:ext>
            </a:extLst>
          </p:cNvPr>
          <p:cNvSpPr/>
          <p:nvPr/>
        </p:nvSpPr>
        <p:spPr>
          <a:xfrm>
            <a:off x="6940902" y="2363388"/>
            <a:ext cx="114300" cy="481965"/>
          </a:xfrm>
          <a:custGeom>
            <a:avLst/>
            <a:gdLst/>
            <a:ahLst/>
            <a:cxnLst/>
            <a:rect l="l" t="t" r="r" b="b"/>
            <a:pathLst>
              <a:path w="114300" h="481964">
                <a:moveTo>
                  <a:pt x="7378" y="0"/>
                </a:moveTo>
                <a:lnTo>
                  <a:pt x="47082" y="36937"/>
                </a:lnTo>
                <a:lnTo>
                  <a:pt x="81599"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0" name="object 87">
            <a:extLst>
              <a:ext uri="{FF2B5EF4-FFF2-40B4-BE49-F238E27FC236}">
                <a16:creationId xmlns:a16="http://schemas.microsoft.com/office/drawing/2014/main" id="{1E18E7FF-770C-4868-8A78-F52FEFE68DEC}"/>
              </a:ext>
            </a:extLst>
          </p:cNvPr>
          <p:cNvSpPr/>
          <p:nvPr/>
        </p:nvSpPr>
        <p:spPr>
          <a:xfrm>
            <a:off x="7009482"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1" name="object 88">
            <a:extLst>
              <a:ext uri="{FF2B5EF4-FFF2-40B4-BE49-F238E27FC236}">
                <a16:creationId xmlns:a16="http://schemas.microsoft.com/office/drawing/2014/main" id="{B4D40DD6-471A-4627-9E08-134BDB51D0C4}"/>
              </a:ext>
            </a:extLst>
          </p:cNvPr>
          <p:cNvSpPr/>
          <p:nvPr/>
        </p:nvSpPr>
        <p:spPr>
          <a:xfrm>
            <a:off x="7078061"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2" name="object 89">
            <a:extLst>
              <a:ext uri="{FF2B5EF4-FFF2-40B4-BE49-F238E27FC236}">
                <a16:creationId xmlns:a16="http://schemas.microsoft.com/office/drawing/2014/main" id="{0237FD73-2A70-4BF9-B6D2-232E6A6F1C0E}"/>
              </a:ext>
            </a:extLst>
          </p:cNvPr>
          <p:cNvSpPr/>
          <p:nvPr/>
        </p:nvSpPr>
        <p:spPr>
          <a:xfrm>
            <a:off x="7625939"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solidFill>
            <a:srgbClr val="FFCC66"/>
          </a:solidFill>
        </p:spPr>
        <p:txBody>
          <a:bodyPr wrap="square" lIns="0" tIns="0" rIns="0" bIns="0" rtlCol="0"/>
          <a:lstStyle/>
          <a:p>
            <a:endParaRPr/>
          </a:p>
        </p:txBody>
      </p:sp>
      <p:sp>
        <p:nvSpPr>
          <p:cNvPr id="113" name="object 90">
            <a:extLst>
              <a:ext uri="{FF2B5EF4-FFF2-40B4-BE49-F238E27FC236}">
                <a16:creationId xmlns:a16="http://schemas.microsoft.com/office/drawing/2014/main" id="{8DECB86F-5811-422C-A0B9-1140C7497A28}"/>
              </a:ext>
            </a:extLst>
          </p:cNvPr>
          <p:cNvSpPr/>
          <p:nvPr/>
        </p:nvSpPr>
        <p:spPr>
          <a:xfrm>
            <a:off x="7625939"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ln w="12700">
            <a:solidFill>
              <a:srgbClr val="000000"/>
            </a:solidFill>
          </a:ln>
        </p:spPr>
        <p:txBody>
          <a:bodyPr wrap="square" lIns="0" tIns="0" rIns="0" bIns="0" rtlCol="0"/>
          <a:lstStyle/>
          <a:p>
            <a:endParaRPr/>
          </a:p>
        </p:txBody>
      </p:sp>
      <p:sp>
        <p:nvSpPr>
          <p:cNvPr id="114" name="object 91">
            <a:extLst>
              <a:ext uri="{FF2B5EF4-FFF2-40B4-BE49-F238E27FC236}">
                <a16:creationId xmlns:a16="http://schemas.microsoft.com/office/drawing/2014/main" id="{D6FD7891-2AE7-4C24-B153-FBBD8C4DED74}"/>
              </a:ext>
            </a:extLst>
          </p:cNvPr>
          <p:cNvSpPr/>
          <p:nvPr/>
        </p:nvSpPr>
        <p:spPr>
          <a:xfrm>
            <a:off x="7672421" y="2363388"/>
            <a:ext cx="114300" cy="481965"/>
          </a:xfrm>
          <a:custGeom>
            <a:avLst/>
            <a:gdLst/>
            <a:ahLst/>
            <a:cxnLst/>
            <a:rect l="l" t="t" r="r" b="b"/>
            <a:pathLst>
              <a:path w="114300" h="481964">
                <a:moveTo>
                  <a:pt x="7366"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5" name="object 92">
            <a:extLst>
              <a:ext uri="{FF2B5EF4-FFF2-40B4-BE49-F238E27FC236}">
                <a16:creationId xmlns:a16="http://schemas.microsoft.com/office/drawing/2014/main" id="{6D443629-6372-4402-B3C7-9CDF69AC8491}"/>
              </a:ext>
            </a:extLst>
          </p:cNvPr>
          <p:cNvSpPr/>
          <p:nvPr/>
        </p:nvSpPr>
        <p:spPr>
          <a:xfrm>
            <a:off x="7741001" y="2363388"/>
            <a:ext cx="114300" cy="481965"/>
          </a:xfrm>
          <a:custGeom>
            <a:avLst/>
            <a:gdLst/>
            <a:ahLst/>
            <a:cxnLst/>
            <a:rect l="l" t="t" r="r" b="b"/>
            <a:pathLst>
              <a:path w="114300" h="481964">
                <a:moveTo>
                  <a:pt x="7366"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6" name="object 93">
            <a:extLst>
              <a:ext uri="{FF2B5EF4-FFF2-40B4-BE49-F238E27FC236}">
                <a16:creationId xmlns:a16="http://schemas.microsoft.com/office/drawing/2014/main" id="{D589666D-8222-4778-9693-86D2A2FE137D}"/>
              </a:ext>
            </a:extLst>
          </p:cNvPr>
          <p:cNvSpPr/>
          <p:nvPr/>
        </p:nvSpPr>
        <p:spPr>
          <a:xfrm>
            <a:off x="7809582" y="2363388"/>
            <a:ext cx="114300" cy="481965"/>
          </a:xfrm>
          <a:custGeom>
            <a:avLst/>
            <a:gdLst/>
            <a:ahLst/>
            <a:cxnLst/>
            <a:rect l="l" t="t" r="r" b="b"/>
            <a:pathLst>
              <a:path w="114300" h="481964">
                <a:moveTo>
                  <a:pt x="7366"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7" name="object 94">
            <a:extLst>
              <a:ext uri="{FF2B5EF4-FFF2-40B4-BE49-F238E27FC236}">
                <a16:creationId xmlns:a16="http://schemas.microsoft.com/office/drawing/2014/main" id="{1D3AA40A-585C-4D8A-8483-EE563CC76A91}"/>
              </a:ext>
            </a:extLst>
          </p:cNvPr>
          <p:cNvSpPr/>
          <p:nvPr/>
        </p:nvSpPr>
        <p:spPr>
          <a:xfrm>
            <a:off x="7878161"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8" name="object 95">
            <a:extLst>
              <a:ext uri="{FF2B5EF4-FFF2-40B4-BE49-F238E27FC236}">
                <a16:creationId xmlns:a16="http://schemas.microsoft.com/office/drawing/2014/main" id="{7BF62EF6-5400-48CA-95E9-F7A2680D4C2E}"/>
              </a:ext>
            </a:extLst>
          </p:cNvPr>
          <p:cNvSpPr/>
          <p:nvPr/>
        </p:nvSpPr>
        <p:spPr>
          <a:xfrm>
            <a:off x="7946742"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9" name="object 96">
            <a:extLst>
              <a:ext uri="{FF2B5EF4-FFF2-40B4-BE49-F238E27FC236}">
                <a16:creationId xmlns:a16="http://schemas.microsoft.com/office/drawing/2014/main" id="{C494DB74-2E16-460D-916E-57A914C67146}"/>
              </a:ext>
            </a:extLst>
          </p:cNvPr>
          <p:cNvSpPr txBox="1"/>
          <p:nvPr/>
        </p:nvSpPr>
        <p:spPr>
          <a:xfrm>
            <a:off x="6239862" y="2408142"/>
            <a:ext cx="1974342" cy="299720"/>
          </a:xfrm>
          <a:prstGeom prst="rect">
            <a:avLst/>
          </a:prstGeom>
        </p:spPr>
        <p:txBody>
          <a:bodyPr vert="horz" wrap="square" lIns="0" tIns="12700" rIns="0" bIns="0" rtlCol="0">
            <a:spAutoFit/>
          </a:bodyPr>
          <a:lstStyle/>
          <a:p>
            <a:pPr marL="378460" algn="ctr">
              <a:lnSpc>
                <a:spcPct val="100000"/>
              </a:lnSpc>
              <a:spcBef>
                <a:spcPts val="100"/>
              </a:spcBef>
            </a:pPr>
            <a:r>
              <a:rPr sz="1800" b="1" dirty="0">
                <a:latin typeface="Arial" panose="020B0604020202020204"/>
                <a:cs typeface="Arial" panose="020B0604020202020204"/>
              </a:rPr>
              <a:t>...</a:t>
            </a:r>
            <a:endParaRPr sz="1800" dirty="0">
              <a:latin typeface="Arial" panose="020B0604020202020204"/>
              <a:cs typeface="Arial" panose="020B0604020202020204"/>
            </a:endParaRPr>
          </a:p>
        </p:txBody>
      </p:sp>
      <p:cxnSp>
        <p:nvCxnSpPr>
          <p:cNvPr id="8" name="直接连接符 7">
            <a:extLst>
              <a:ext uri="{FF2B5EF4-FFF2-40B4-BE49-F238E27FC236}">
                <a16:creationId xmlns:a16="http://schemas.microsoft.com/office/drawing/2014/main" id="{E972E9B5-841E-4DDE-95F5-F4F7BDFB5EE7}"/>
              </a:ext>
            </a:extLst>
          </p:cNvPr>
          <p:cNvCxnSpPr>
            <a:cxnSpLocks/>
          </p:cNvCxnSpPr>
          <p:nvPr/>
        </p:nvCxnSpPr>
        <p:spPr bwMode="auto">
          <a:xfrm>
            <a:off x="4241390" y="871097"/>
            <a:ext cx="41410" cy="5605903"/>
          </a:xfrm>
          <a:prstGeom prst="line">
            <a:avLst/>
          </a:prstGeom>
          <a:solidFill>
            <a:srgbClr val="C0C0C0"/>
          </a:solidFill>
          <a:ln w="9525" cap="flat" cmpd="sng" algn="ctr">
            <a:solidFill>
              <a:schemeClr val="tx1"/>
            </a:solidFill>
            <a:prstDash val="sysDash"/>
            <a:round/>
            <a:headEnd type="none" w="med" len="med"/>
            <a:tailEnd type="none" w="med" len="med"/>
          </a:ln>
          <a:effectLst/>
        </p:spPr>
      </p:cxnSp>
    </p:spTree>
    <p:extLst>
      <p:ext uri="{BB962C8B-B14F-4D97-AF65-F5344CB8AC3E}">
        <p14:creationId xmlns:p14="http://schemas.microsoft.com/office/powerpoint/2010/main" val="304310663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8600" y="152400"/>
            <a:ext cx="8610600" cy="845127"/>
          </a:xfrm>
        </p:spPr>
        <p:txBody>
          <a:bodyPr anchor="ctr" anchorCtr="0"/>
          <a:lstStyle/>
          <a:p>
            <a:r>
              <a:rPr lang="en-US" dirty="0"/>
              <a:t>Agenda for Today</a:t>
            </a:r>
          </a:p>
        </p:txBody>
      </p:sp>
      <p:sp>
        <p:nvSpPr>
          <p:cNvPr id="3" name="Marcador de contenido 2"/>
          <p:cNvSpPr>
            <a:spLocks noGrp="1"/>
          </p:cNvSpPr>
          <p:nvPr>
            <p:ph idx="1"/>
          </p:nvPr>
        </p:nvSpPr>
        <p:spPr/>
        <p:txBody>
          <a:bodyPr>
            <a:normAutofit/>
          </a:bodyPr>
          <a:lstStyle/>
          <a:p>
            <a:r>
              <a:rPr lang="en-US" dirty="0">
                <a:ea typeface="ヒラギノ角ゴ Pro W3" pitchFamily="-108" charset="-128"/>
                <a:cs typeface="ヒラギノ角ゴ Pro W3" pitchFamily="-108" charset="-128"/>
              </a:rPr>
              <a:t>Where is GPU? &amp; Key Message</a:t>
            </a:r>
          </a:p>
          <a:p>
            <a:pPr marL="0" indent="0">
              <a:buNone/>
            </a:pPr>
            <a:endParaRPr lang="en-US" dirty="0">
              <a:solidFill>
                <a:srgbClr val="0000FF"/>
              </a:solidFill>
              <a:ea typeface="ヒラギノ角ゴ Pro W3" pitchFamily="-108" charset="-128"/>
              <a:cs typeface="ヒラギノ角ゴ Pro W3" pitchFamily="-108" charset="-128"/>
            </a:endParaRPr>
          </a:p>
          <a:p>
            <a:r>
              <a:rPr lang="en-US" altLang="zh-CN" dirty="0">
                <a:solidFill>
                  <a:srgbClr val="0432FF"/>
                </a:solidFill>
                <a:ea typeface="ヒラギノ角ゴ Pro W3" pitchFamily="-108" charset="-128"/>
                <a:cs typeface="ヒラギノ角ゴ Pro W3" pitchFamily="-108" charset="-128"/>
              </a:rPr>
              <a:t>Hardware Execution Model</a:t>
            </a:r>
          </a:p>
          <a:p>
            <a:endParaRPr lang="en-US" dirty="0">
              <a:ea typeface="ヒラギノ角ゴ Pro W3" pitchFamily="-108" charset="-128"/>
              <a:cs typeface="ヒラギノ角ゴ Pro W3" pitchFamily="-108" charset="-128"/>
            </a:endParaRPr>
          </a:p>
          <a:p>
            <a:r>
              <a:rPr lang="en-US" dirty="0">
                <a:ea typeface="ヒラギノ角ゴ Pro W3" pitchFamily="-108" charset="-128"/>
              </a:rPr>
              <a:t>Programming Model</a:t>
            </a:r>
          </a:p>
          <a:p>
            <a:pPr lvl="1"/>
            <a:r>
              <a:rPr lang="en-US" dirty="0">
                <a:ea typeface="ヒラギノ角ゴ Pro W3" pitchFamily="-108" charset="-128"/>
                <a:cs typeface="ヒラギノ角ゴ Pro W3" pitchFamily="-108" charset="-128"/>
              </a:rPr>
              <a:t>SISD</a:t>
            </a:r>
            <a:r>
              <a:rPr lang="zh-CN" altLang="en-US" dirty="0">
                <a:ea typeface="ヒラギノ角ゴ Pro W3" pitchFamily="-108" charset="-128"/>
                <a:cs typeface="ヒラギノ角ゴ Pro W3" pitchFamily="-108" charset="-128"/>
              </a:rPr>
              <a:t> </a:t>
            </a:r>
            <a:r>
              <a:rPr lang="en-US" altLang="zh-CN" dirty="0">
                <a:ea typeface="ヒラギノ角ゴ Pro W3" pitchFamily="-108" charset="-128"/>
                <a:cs typeface="ヒラギノ角ゴ Pro W3" pitchFamily="-108" charset="-128"/>
              </a:rPr>
              <a:t>vs. SIMD vs. SPMD</a:t>
            </a:r>
          </a:p>
          <a:p>
            <a:pPr lvl="1"/>
            <a:r>
              <a:rPr lang="en-US" dirty="0">
                <a:ea typeface="ヒラギノ角ゴ Pro W3" pitchFamily="-108" charset="-128"/>
                <a:cs typeface="ヒラギノ角ゴ Pro W3" pitchFamily="-108" charset="-128"/>
              </a:rPr>
              <a:t>GPU Programming Example</a:t>
            </a:r>
          </a:p>
          <a:p>
            <a:pPr marL="344487" lvl="1" indent="0">
              <a:buNone/>
            </a:pPr>
            <a:endParaRPr lang="en-US" altLang="zh-CN" dirty="0">
              <a:ea typeface="ヒラギノ角ゴ Pro W3" pitchFamily="-108" charset="-128"/>
              <a:cs typeface="ヒラギノ角ゴ Pro W3" pitchFamily="-108" charset="-128"/>
            </a:endParaRPr>
          </a:p>
          <a:p>
            <a:pPr lvl="0">
              <a:buClr>
                <a:srgbClr val="CC9900"/>
              </a:buClr>
            </a:pPr>
            <a:r>
              <a:rPr lang="en-US" altLang="zh-CN" dirty="0">
                <a:solidFill>
                  <a:srgbClr val="000000"/>
                </a:solidFill>
                <a:ea typeface="ヒラギノ角ゴ Pro W3" pitchFamily="-108" charset="-128"/>
                <a:cs typeface="ヒラギノ角ゴ Pro W3" pitchFamily="-108" charset="-128"/>
              </a:rPr>
              <a:t>Advance</a:t>
            </a:r>
          </a:p>
          <a:p>
            <a:pPr lvl="1">
              <a:buClr>
                <a:srgbClr val="CC9900"/>
              </a:buClr>
            </a:pPr>
            <a:r>
              <a:rPr lang="en-US" altLang="zh-CN" dirty="0">
                <a:solidFill>
                  <a:srgbClr val="000000"/>
                </a:solidFill>
                <a:ea typeface="ヒラギノ角ゴ Pro W3" pitchFamily="-108" charset="-128"/>
                <a:cs typeface="ヒラギノ角ゴ Pro W3" pitchFamily="-108" charset="-128"/>
              </a:rPr>
              <a:t>SIMT (Hardware) &amp; Warp (Software)</a:t>
            </a:r>
          </a:p>
          <a:p>
            <a:pPr lvl="1"/>
            <a:endParaRPr lang="en-US" dirty="0">
              <a:ea typeface="ヒラギノ角ゴ Pro W3" pitchFamily="-108" charset="-128"/>
              <a:cs typeface="ヒラギノ角ゴ Pro W3" pitchFamily="-108" charset="-128"/>
            </a:endParaRP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28</a:t>
            </a:fld>
            <a:endParaRPr lang="en-US" altLang="en-US"/>
          </a:p>
        </p:txBody>
      </p:sp>
      <p:sp>
        <p:nvSpPr>
          <p:cNvPr id="5" name="Rectangle 4">
            <a:extLst>
              <a:ext uri="{FF2B5EF4-FFF2-40B4-BE49-F238E27FC236}">
                <a16:creationId xmlns:a16="http://schemas.microsoft.com/office/drawing/2014/main" id="{3EAB8116-126C-5648-BEF0-E6606F73B7C9}"/>
              </a:ext>
            </a:extLst>
          </p:cNvPr>
          <p:cNvSpPr>
            <a:spLocks noChangeArrowheads="1"/>
          </p:cNvSpPr>
          <p:nvPr/>
        </p:nvSpPr>
        <p:spPr bwMode="auto">
          <a:xfrm>
            <a:off x="242236" y="1842654"/>
            <a:ext cx="4253564" cy="533400"/>
          </a:xfrm>
          <a:prstGeom prst="rect">
            <a:avLst/>
          </a:prstGeom>
          <a:noFill/>
          <a:ln w="38100">
            <a:solidFill>
              <a:srgbClr val="FF0000"/>
            </a:solidFill>
            <a:miter lim="800000"/>
            <a:headEnd/>
            <a:tailEnd/>
          </a:ln>
          <a:effectLst>
            <a:outerShdw blurRad="63500" dist="23000" dir="5400000" rotWithShape="0">
              <a:srgbClr val="000000">
                <a:alpha val="34998"/>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Tahoma" charset="0"/>
              <a:ea typeface="ＭＳ Ｐゴシック" charset="-128"/>
              <a:cs typeface="+mn-cs"/>
            </a:endParaRPr>
          </a:p>
        </p:txBody>
      </p:sp>
    </p:spTree>
    <p:extLst>
      <p:ext uri="{BB962C8B-B14F-4D97-AF65-F5344CB8AC3E}">
        <p14:creationId xmlns:p14="http://schemas.microsoft.com/office/powerpoint/2010/main" val="157866827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4">
            <a:extLst>
              <a:ext uri="{FF2B5EF4-FFF2-40B4-BE49-F238E27FC236}">
                <a16:creationId xmlns:a16="http://schemas.microsoft.com/office/drawing/2014/main" id="{6C599EA8-303B-8F44-B67E-1E9A7D6B8361}"/>
              </a:ext>
            </a:extLst>
          </p:cNvPr>
          <p:cNvSpPr>
            <a:spLocks noGrp="1" noChangeArrowheads="1"/>
          </p:cNvSpPr>
          <p:nvPr>
            <p:ph type="ctrTitle"/>
          </p:nvPr>
        </p:nvSpPr>
        <p:spPr>
          <a:xfrm>
            <a:off x="387868" y="1600200"/>
            <a:ext cx="8428037" cy="1452562"/>
          </a:xfrm>
        </p:spPr>
        <p:txBody>
          <a:bodyPr/>
          <a:lstStyle/>
          <a:p>
            <a:pPr algn="ctr" eaLnBrk="1" hangingPunct="1"/>
            <a:r>
              <a:rPr lang="en-US" altLang="en-US" sz="4000" dirty="0">
                <a:ea typeface="ＭＳ Ｐゴシック" panose="020B0600070205080204" pitchFamily="34" charset="-128"/>
              </a:rPr>
              <a:t>A Many-core GPU </a:t>
            </a:r>
            <a:br>
              <a:rPr lang="en-US" altLang="en-US" sz="4000" dirty="0">
                <a:ea typeface="ＭＳ Ｐゴシック" panose="020B0600070205080204" pitchFamily="34" charset="-128"/>
              </a:rPr>
            </a:br>
            <a:r>
              <a:rPr lang="en-US" altLang="en-US" sz="4000" dirty="0">
                <a:ea typeface="ＭＳ Ｐゴシック" panose="020B0600070205080204" pitchFamily="34" charset="-128"/>
              </a:rPr>
              <a:t>(</a:t>
            </a:r>
            <a:r>
              <a:rPr lang="en-US" altLang="zh-CN" sz="4000" dirty="0">
                <a:ea typeface="ＭＳ Ｐゴシック" panose="020B0600070205080204" pitchFamily="34" charset="-128"/>
              </a:rPr>
              <a:t>Hardware </a:t>
            </a:r>
            <a:r>
              <a:rPr lang="en-US" altLang="en-US" sz="4000" dirty="0">
                <a:ea typeface="ＭＳ Ｐゴシック" panose="020B0600070205080204" pitchFamily="34" charset="-128"/>
              </a:rPr>
              <a:t>Execution Model)</a:t>
            </a:r>
          </a:p>
        </p:txBody>
      </p:sp>
      <p:sp>
        <p:nvSpPr>
          <p:cNvPr id="81922" name="Rectangle 5">
            <a:extLst>
              <a:ext uri="{FF2B5EF4-FFF2-40B4-BE49-F238E27FC236}">
                <a16:creationId xmlns:a16="http://schemas.microsoft.com/office/drawing/2014/main" id="{EB66DB82-34C1-994A-A27C-C184C7C5BDDA}"/>
              </a:ext>
            </a:extLst>
          </p:cNvPr>
          <p:cNvSpPr>
            <a:spLocks noGrp="1" noChangeArrowheads="1"/>
          </p:cNvSpPr>
          <p:nvPr>
            <p:ph type="subTitle" idx="1"/>
          </p:nvPr>
        </p:nvSpPr>
        <p:spPr>
          <a:xfrm>
            <a:off x="304800" y="3581400"/>
            <a:ext cx="8458200" cy="2900363"/>
          </a:xfrm>
        </p:spPr>
        <p:txBody>
          <a:bodyPr/>
          <a:lstStyle/>
          <a:p>
            <a:pPr eaLnBrk="1" hangingPunct="1"/>
            <a:endParaRPr lang="en-US" altLang="en-US" i="1"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48929198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p:txBody>
          <a:bodyPr/>
          <a:lstStyle/>
          <a:p>
            <a:r>
              <a:rPr lang="en-US" altLang="en-US">
                <a:ea typeface="ＭＳ Ｐゴシック" panose="020B0600070205080204" pitchFamily="34" charset="-128"/>
              </a:rPr>
              <a:t>NVIDIA GeForce GTX 285</a:t>
            </a:r>
          </a:p>
        </p:txBody>
      </p:sp>
      <p:sp>
        <p:nvSpPr>
          <p:cNvPr id="83970" name="Content Placeholder 2">
            <a:extLst>
              <a:ext uri="{FF2B5EF4-FFF2-40B4-BE49-F238E27FC236}">
                <a16:creationId xmlns:a16="http://schemas.microsoft.com/office/drawing/2014/main" id="{EE59EB8F-DE8F-0D44-9D02-D25E23FBBAA0}"/>
              </a:ext>
            </a:extLst>
          </p:cNvPr>
          <p:cNvSpPr>
            <a:spLocks noGrp="1"/>
          </p:cNvSpPr>
          <p:nvPr>
            <p:ph idx="1"/>
          </p:nvPr>
        </p:nvSpPr>
        <p:spPr>
          <a:xfrm>
            <a:off x="228600" y="996950"/>
            <a:ext cx="8610600" cy="5403850"/>
          </a:xfrm>
        </p:spPr>
        <p:txBody>
          <a:bodyPr/>
          <a:lstStyle/>
          <a:p>
            <a:r>
              <a:rPr lang="en-US" altLang="en-US" b="1" dirty="0">
                <a:ea typeface="ＭＳ Ｐゴシック" panose="020B0600070205080204" pitchFamily="34" charset="-128"/>
              </a:rPr>
              <a:t>NVIDIA-speak</a:t>
            </a:r>
            <a:r>
              <a:rPr lang="en-US" altLang="en-US" dirty="0">
                <a:ea typeface="ＭＳ Ｐゴシック" panose="020B0600070205080204" pitchFamily="34" charset="-128"/>
              </a:rPr>
              <a:t>:</a:t>
            </a:r>
          </a:p>
          <a:p>
            <a:pPr lvl="1"/>
            <a:r>
              <a:rPr lang="en-US" altLang="en-US" sz="2400" dirty="0">
                <a:ea typeface="ＭＳ Ｐゴシック" panose="020B0600070205080204" pitchFamily="34" charset="-128"/>
              </a:rPr>
              <a:t>240 stream processors (CUDA cores)</a:t>
            </a:r>
          </a:p>
          <a:p>
            <a:pPr lvl="1"/>
            <a:r>
              <a:rPr lang="ja-JP" altLang="en-US" sz="2400" dirty="0">
                <a:ea typeface="ＭＳ Ｐゴシック" panose="020B0600070205080204" pitchFamily="34" charset="-128"/>
              </a:rPr>
              <a:t>“</a:t>
            </a:r>
            <a:r>
              <a:rPr lang="en-US" altLang="ja-JP" sz="2400" dirty="0">
                <a:ea typeface="ＭＳ Ｐゴシック" panose="020B0600070205080204" pitchFamily="34" charset="-128"/>
              </a:rPr>
              <a:t>SIMT execution</a:t>
            </a:r>
            <a:r>
              <a:rPr lang="ja-JP" altLang="en-US" sz="2400" dirty="0">
                <a:ea typeface="ＭＳ Ｐゴシック" panose="020B0600070205080204" pitchFamily="34" charset="-128"/>
              </a:rPr>
              <a:t>”</a:t>
            </a:r>
            <a:endParaRPr lang="en-US" altLang="ja-JP" sz="2400" dirty="0">
              <a:ea typeface="ＭＳ Ｐゴシック" panose="020B0600070205080204" pitchFamily="34" charset="-128"/>
            </a:endParaRPr>
          </a:p>
          <a:p>
            <a:pPr lvl="1">
              <a:buFont typeface="Wingdings" pitchFamily="2" charset="2"/>
              <a:buNone/>
            </a:pPr>
            <a:r>
              <a:rPr lang="en-US" altLang="en-US" sz="2400" dirty="0">
                <a:ea typeface="ＭＳ Ｐゴシック" panose="020B0600070205080204" pitchFamily="34" charset="-128"/>
              </a:rPr>
              <a:t>	</a:t>
            </a:r>
            <a:endParaRPr lang="en-US" altLang="en-US" dirty="0">
              <a:ea typeface="ＭＳ Ｐゴシック" panose="020B0600070205080204" pitchFamily="34" charset="-128"/>
            </a:endParaRPr>
          </a:p>
          <a:p>
            <a:pPr lvl="1"/>
            <a:endParaRPr lang="en-US" altLang="en-US" sz="2400" dirty="0">
              <a:ea typeface="ＭＳ Ｐゴシック" panose="020B0600070205080204" pitchFamily="34" charset="-128"/>
            </a:endParaRPr>
          </a:p>
          <a:p>
            <a:r>
              <a:rPr lang="en-US" altLang="en-US" b="1" dirty="0">
                <a:ea typeface="ＭＳ Ｐゴシック" panose="020B0600070205080204" pitchFamily="34" charset="-128"/>
              </a:rPr>
              <a:t>Generic speak</a:t>
            </a:r>
            <a:r>
              <a:rPr lang="en-US" altLang="en-US" dirty="0">
                <a:ea typeface="ＭＳ Ｐゴシック" panose="020B0600070205080204" pitchFamily="34" charset="-128"/>
              </a:rPr>
              <a:t>:</a:t>
            </a:r>
          </a:p>
          <a:p>
            <a:pPr lvl="1"/>
            <a:r>
              <a:rPr lang="en-US" altLang="en-US" sz="2400" dirty="0">
                <a:ea typeface="ＭＳ Ｐゴシック" panose="020B0600070205080204" pitchFamily="34" charset="-128"/>
              </a:rPr>
              <a:t>30 cores</a:t>
            </a:r>
          </a:p>
          <a:p>
            <a:pPr lvl="1"/>
            <a:r>
              <a:rPr lang="en-US" altLang="en-US" sz="2400" dirty="0">
                <a:ea typeface="ＭＳ Ｐゴシック" panose="020B0600070205080204" pitchFamily="34" charset="-128"/>
              </a:rPr>
              <a:t>8 SIMD functional units per core</a:t>
            </a:r>
          </a:p>
          <a:p>
            <a:pPr lvl="1"/>
            <a:endParaRPr lang="en-US" altLang="en-US" sz="2400" dirty="0">
              <a:ea typeface="ＭＳ Ｐゴシック" panose="020B0600070205080204" pitchFamily="34" charset="-128"/>
            </a:endParaRPr>
          </a:p>
          <a:p>
            <a:pPr lvl="1"/>
            <a:endParaRPr lang="en-US" altLang="en-US" sz="2400" dirty="0">
              <a:ea typeface="ＭＳ Ｐゴシック" panose="020B0600070205080204" pitchFamily="34" charset="-128"/>
            </a:endParaRPr>
          </a:p>
          <a:p>
            <a:pPr lvl="1"/>
            <a:endParaRPr lang="en-US" altLang="en-US" sz="2400" dirty="0">
              <a:ea typeface="ＭＳ Ｐゴシック" panose="020B0600070205080204" pitchFamily="34" charset="-128"/>
            </a:endParaRPr>
          </a:p>
          <a:p>
            <a:r>
              <a:rPr lang="en-US" altLang="en-US" sz="1600" dirty="0">
                <a:ea typeface="ＭＳ Ｐゴシック" panose="020B0600070205080204" pitchFamily="34" charset="-128"/>
              </a:rPr>
              <a:t>NVIDIA, “NVIDIA GeForce GTX 200 GPU. Architectural Overview. White Paper,” 2008.</a:t>
            </a:r>
          </a:p>
        </p:txBody>
      </p:sp>
      <p:pic>
        <p:nvPicPr>
          <p:cNvPr id="83972" name="Picture 5">
            <a:extLst>
              <a:ext uri="{FF2B5EF4-FFF2-40B4-BE49-F238E27FC236}">
                <a16:creationId xmlns:a16="http://schemas.microsoft.com/office/drawing/2014/main" id="{906F0B9D-8637-DE49-87DB-FD5797802B2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51488" y="2105025"/>
            <a:ext cx="3287712" cy="252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3" name="TextBox 6">
            <a:extLst>
              <a:ext uri="{FF2B5EF4-FFF2-40B4-BE49-F238E27FC236}">
                <a16:creationId xmlns:a16="http://schemas.microsoft.com/office/drawing/2014/main" id="{BC104D98-268A-D346-8AAB-F1BBD909B7B9}"/>
              </a:ext>
            </a:extLst>
          </p:cNvPr>
          <p:cNvSpPr txBox="1">
            <a:spLocks noChangeArrowheads="1"/>
          </p:cNvSpPr>
          <p:nvPr/>
        </p:nvSpPr>
        <p:spPr bwMode="auto">
          <a:xfrm>
            <a:off x="152400" y="6535738"/>
            <a:ext cx="19526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a:t>
            </a:r>
            <a:r>
              <a:rPr kumimoji="0" lang="en-US" altLang="en-US" sz="10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Kayvon</a:t>
            </a: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10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Fatahalian</a:t>
            </a:r>
            <a:endPar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733344990"/>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Title 1">
            <a:extLst>
              <a:ext uri="{FF2B5EF4-FFF2-40B4-BE49-F238E27FC236}">
                <a16:creationId xmlns:a16="http://schemas.microsoft.com/office/drawing/2014/main" id="{47889244-442B-BC4E-99C5-438767980566}"/>
              </a:ext>
            </a:extLst>
          </p:cNvPr>
          <p:cNvSpPr>
            <a:spLocks noGrp="1"/>
          </p:cNvSpPr>
          <p:nvPr>
            <p:ph type="title"/>
          </p:nvPr>
        </p:nvSpPr>
        <p:spPr/>
        <p:txBody>
          <a:bodyPr/>
          <a:lstStyle/>
          <a:p>
            <a:r>
              <a:rPr lang="en-US" altLang="en-US" dirty="0">
                <a:ea typeface="ＭＳ Ｐゴシック" panose="020B0600070205080204" pitchFamily="34" charset="-128"/>
              </a:rPr>
              <a:t>NVIDIA GeForce GTX 285 </a:t>
            </a:r>
            <a:r>
              <a:rPr lang="ja-JP" altLang="en-US">
                <a:ea typeface="ＭＳ Ｐゴシック" panose="020B0600070205080204" pitchFamily="34" charset="-128"/>
              </a:rPr>
              <a:t>“</a:t>
            </a:r>
            <a:r>
              <a:rPr lang="en-US" altLang="ja-JP" dirty="0">
                <a:ea typeface="ＭＳ Ｐゴシック" panose="020B0600070205080204" pitchFamily="34" charset="-128"/>
              </a:rPr>
              <a:t>core</a:t>
            </a:r>
            <a:r>
              <a:rPr lang="ja-JP" altLang="en-US">
                <a:ea typeface="ＭＳ Ｐゴシック" panose="020B0600070205080204" pitchFamily="34" charset="-128"/>
              </a:rPr>
              <a:t>”</a:t>
            </a:r>
            <a:r>
              <a:rPr lang="en-US" altLang="ja-JP" dirty="0">
                <a:ea typeface="ＭＳ Ｐゴシック" panose="020B0600070205080204" pitchFamily="34" charset="-128"/>
              </a:rPr>
              <a:t>(SM)</a:t>
            </a:r>
            <a:endParaRPr lang="en-US" altLang="en-US" dirty="0">
              <a:ea typeface="ＭＳ Ｐゴシック" panose="020B0600070205080204" pitchFamily="34" charset="-128"/>
            </a:endParaRPr>
          </a:p>
        </p:txBody>
      </p:sp>
      <p:grpSp>
        <p:nvGrpSpPr>
          <p:cNvPr id="86019" name="Group 43">
            <a:extLst>
              <a:ext uri="{FF2B5EF4-FFF2-40B4-BE49-F238E27FC236}">
                <a16:creationId xmlns:a16="http://schemas.microsoft.com/office/drawing/2014/main" id="{3C6CE97E-6D39-7B43-84DB-1ACD77816DB7}"/>
              </a:ext>
            </a:extLst>
          </p:cNvPr>
          <p:cNvGrpSpPr>
            <a:grpSpLocks/>
          </p:cNvGrpSpPr>
          <p:nvPr/>
        </p:nvGrpSpPr>
        <p:grpSpPr bwMode="auto">
          <a:xfrm>
            <a:off x="942975" y="1384300"/>
            <a:ext cx="4378325" cy="2952750"/>
            <a:chOff x="3803438" y="3041984"/>
            <a:chExt cx="1114185" cy="751417"/>
          </a:xfrm>
        </p:grpSpPr>
        <p:sp>
          <p:nvSpPr>
            <p:cNvPr id="7" name="Rectangle 6">
              <a:extLst>
                <a:ext uri="{FF2B5EF4-FFF2-40B4-BE49-F238E27FC236}">
                  <a16:creationId xmlns:a16="http://schemas.microsoft.com/office/drawing/2014/main" id="{1EC4947D-2146-3840-A3A5-700959F2220B}"/>
                </a:ext>
              </a:extLst>
            </p:cNvPr>
            <p:cNvSpPr/>
            <p:nvPr/>
          </p:nvSpPr>
          <p:spPr bwMode="auto">
            <a:xfrm>
              <a:off x="3803438" y="3041984"/>
              <a:ext cx="1114185" cy="751417"/>
            </a:xfrm>
            <a:prstGeom prst="rect">
              <a:avLst/>
            </a:prstGeom>
            <a:solidFill>
              <a:schemeClr val="bg2">
                <a:lumMod val="20000"/>
                <a:lumOff val="80000"/>
              </a:schemeClr>
            </a:solidFill>
            <a:ln w="1905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86036" name="Rectangle 7">
              <a:extLst>
                <a:ext uri="{FF2B5EF4-FFF2-40B4-BE49-F238E27FC236}">
                  <a16:creationId xmlns:a16="http://schemas.microsoft.com/office/drawing/2014/main" id="{15E7ED51-7987-6F42-A7E7-63217B433C8D}"/>
                </a:ext>
              </a:extLst>
            </p:cNvPr>
            <p:cNvSpPr>
              <a:spLocks noChangeArrowheads="1"/>
            </p:cNvSpPr>
            <p:nvPr/>
          </p:nvSpPr>
          <p:spPr bwMode="auto">
            <a:xfrm>
              <a:off x="4011475" y="3091609"/>
              <a:ext cx="698111" cy="137160"/>
            </a:xfrm>
            <a:prstGeom prst="rect">
              <a:avLst/>
            </a:prstGeom>
            <a:solidFill>
              <a:srgbClr val="DA581C"/>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86037" name="Rectangle 8">
              <a:extLst>
                <a:ext uri="{FF2B5EF4-FFF2-40B4-BE49-F238E27FC236}">
                  <a16:creationId xmlns:a16="http://schemas.microsoft.com/office/drawing/2014/main" id="{A242C84D-DC0A-B443-9862-803A0B660153}"/>
                </a:ext>
              </a:extLst>
            </p:cNvPr>
            <p:cNvSpPr>
              <a:spLocks noChangeArrowheads="1"/>
            </p:cNvSpPr>
            <p:nvPr/>
          </p:nvSpPr>
          <p:spPr bwMode="auto">
            <a:xfrm>
              <a:off x="3852724" y="3608042"/>
              <a:ext cx="1015612" cy="137160"/>
            </a:xfrm>
            <a:prstGeom prst="rect">
              <a:avLst/>
            </a:prstGeom>
            <a:solidFill>
              <a:srgbClr val="AEC3F5"/>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86038" name="Rectangle 9">
              <a:extLst>
                <a:ext uri="{FF2B5EF4-FFF2-40B4-BE49-F238E27FC236}">
                  <a16:creationId xmlns:a16="http://schemas.microsoft.com/office/drawing/2014/main" id="{86F8908B-C092-4F4D-8411-D9628D1F74B5}"/>
                </a:ext>
              </a:extLst>
            </p:cNvPr>
            <p:cNvSpPr>
              <a:spLocks noChangeArrowheads="1"/>
            </p:cNvSpPr>
            <p:nvPr/>
          </p:nvSpPr>
          <p:spPr bwMode="auto">
            <a:xfrm>
              <a:off x="3852421" y="3266850"/>
              <a:ext cx="225644" cy="137083"/>
            </a:xfrm>
            <a:prstGeom prst="rect">
              <a:avLst/>
            </a:prstGeom>
            <a:solidFill>
              <a:srgbClr val="FFAF16"/>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86039" name="Rectangle 10">
              <a:extLst>
                <a:ext uri="{FF2B5EF4-FFF2-40B4-BE49-F238E27FC236}">
                  <a16:creationId xmlns:a16="http://schemas.microsoft.com/office/drawing/2014/main" id="{3C167264-3F9E-8743-968D-3674580E6177}"/>
                </a:ext>
              </a:extLst>
            </p:cNvPr>
            <p:cNvSpPr>
              <a:spLocks noChangeArrowheads="1"/>
            </p:cNvSpPr>
            <p:nvPr/>
          </p:nvSpPr>
          <p:spPr bwMode="auto">
            <a:xfrm>
              <a:off x="3887456" y="3303641"/>
              <a:ext cx="63500" cy="63500"/>
            </a:xfrm>
            <a:prstGeom prst="rect">
              <a:avLst/>
            </a:prstGeom>
            <a:solidFill>
              <a:srgbClr val="FFF25C"/>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40" name="Rectangle 11">
              <a:extLst>
                <a:ext uri="{FF2B5EF4-FFF2-40B4-BE49-F238E27FC236}">
                  <a16:creationId xmlns:a16="http://schemas.microsoft.com/office/drawing/2014/main" id="{B2CA647F-501F-7C47-819D-65D3DEB1E50F}"/>
                </a:ext>
              </a:extLst>
            </p:cNvPr>
            <p:cNvSpPr>
              <a:spLocks noChangeArrowheads="1"/>
            </p:cNvSpPr>
            <p:nvPr/>
          </p:nvSpPr>
          <p:spPr bwMode="auto">
            <a:xfrm>
              <a:off x="3979531" y="3303641"/>
              <a:ext cx="63500" cy="63500"/>
            </a:xfrm>
            <a:prstGeom prst="rect">
              <a:avLst/>
            </a:prstGeom>
            <a:solidFill>
              <a:srgbClr val="4292B4"/>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41" name="Rectangle 12">
              <a:extLst>
                <a:ext uri="{FF2B5EF4-FFF2-40B4-BE49-F238E27FC236}">
                  <a16:creationId xmlns:a16="http://schemas.microsoft.com/office/drawing/2014/main" id="{8B6FDE80-A7D2-234B-85BF-B44257F4A435}"/>
                </a:ext>
              </a:extLst>
            </p:cNvPr>
            <p:cNvSpPr>
              <a:spLocks noChangeArrowheads="1"/>
            </p:cNvSpPr>
            <p:nvPr/>
          </p:nvSpPr>
          <p:spPr bwMode="auto">
            <a:xfrm>
              <a:off x="4115946" y="3266850"/>
              <a:ext cx="225644" cy="137083"/>
            </a:xfrm>
            <a:prstGeom prst="rect">
              <a:avLst/>
            </a:prstGeom>
            <a:solidFill>
              <a:srgbClr val="FFAF16"/>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86042" name="Rectangle 13">
              <a:extLst>
                <a:ext uri="{FF2B5EF4-FFF2-40B4-BE49-F238E27FC236}">
                  <a16:creationId xmlns:a16="http://schemas.microsoft.com/office/drawing/2014/main" id="{236775A5-4BF7-B641-A069-93CF2B5EDF11}"/>
                </a:ext>
              </a:extLst>
            </p:cNvPr>
            <p:cNvSpPr>
              <a:spLocks noChangeArrowheads="1"/>
            </p:cNvSpPr>
            <p:nvPr/>
          </p:nvSpPr>
          <p:spPr bwMode="auto">
            <a:xfrm>
              <a:off x="4150981" y="3303641"/>
              <a:ext cx="63500" cy="63500"/>
            </a:xfrm>
            <a:prstGeom prst="rect">
              <a:avLst/>
            </a:prstGeom>
            <a:solidFill>
              <a:srgbClr val="FFF25C"/>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43" name="Rectangle 14">
              <a:extLst>
                <a:ext uri="{FF2B5EF4-FFF2-40B4-BE49-F238E27FC236}">
                  <a16:creationId xmlns:a16="http://schemas.microsoft.com/office/drawing/2014/main" id="{A9ADA722-B1F8-9F4C-8C5A-A6F03216A160}"/>
                </a:ext>
              </a:extLst>
            </p:cNvPr>
            <p:cNvSpPr>
              <a:spLocks noChangeArrowheads="1"/>
            </p:cNvSpPr>
            <p:nvPr/>
          </p:nvSpPr>
          <p:spPr bwMode="auto">
            <a:xfrm>
              <a:off x="4243056" y="3303641"/>
              <a:ext cx="63500" cy="63500"/>
            </a:xfrm>
            <a:prstGeom prst="rect">
              <a:avLst/>
            </a:prstGeom>
            <a:solidFill>
              <a:srgbClr val="4292B4"/>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44" name="Rectangle 15">
              <a:extLst>
                <a:ext uri="{FF2B5EF4-FFF2-40B4-BE49-F238E27FC236}">
                  <a16:creationId xmlns:a16="http://schemas.microsoft.com/office/drawing/2014/main" id="{9A240BC1-B890-A843-96C3-7DB5479344DF}"/>
                </a:ext>
              </a:extLst>
            </p:cNvPr>
            <p:cNvSpPr>
              <a:spLocks noChangeArrowheads="1"/>
            </p:cNvSpPr>
            <p:nvPr/>
          </p:nvSpPr>
          <p:spPr bwMode="auto">
            <a:xfrm>
              <a:off x="4379471" y="3266850"/>
              <a:ext cx="225644" cy="137083"/>
            </a:xfrm>
            <a:prstGeom prst="rect">
              <a:avLst/>
            </a:prstGeom>
            <a:solidFill>
              <a:srgbClr val="FFAF16"/>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86045" name="Rectangle 16">
              <a:extLst>
                <a:ext uri="{FF2B5EF4-FFF2-40B4-BE49-F238E27FC236}">
                  <a16:creationId xmlns:a16="http://schemas.microsoft.com/office/drawing/2014/main" id="{2F2525A8-D7D2-354E-88FA-CC581B6E2D78}"/>
                </a:ext>
              </a:extLst>
            </p:cNvPr>
            <p:cNvSpPr>
              <a:spLocks noChangeArrowheads="1"/>
            </p:cNvSpPr>
            <p:nvPr/>
          </p:nvSpPr>
          <p:spPr bwMode="auto">
            <a:xfrm>
              <a:off x="4414506" y="3303641"/>
              <a:ext cx="63500" cy="63500"/>
            </a:xfrm>
            <a:prstGeom prst="rect">
              <a:avLst/>
            </a:prstGeom>
            <a:solidFill>
              <a:srgbClr val="FFF25C"/>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46" name="Rectangle 17">
              <a:extLst>
                <a:ext uri="{FF2B5EF4-FFF2-40B4-BE49-F238E27FC236}">
                  <a16:creationId xmlns:a16="http://schemas.microsoft.com/office/drawing/2014/main" id="{0B65EB3B-F8FB-634E-89A1-D29A062656D7}"/>
                </a:ext>
              </a:extLst>
            </p:cNvPr>
            <p:cNvSpPr>
              <a:spLocks noChangeArrowheads="1"/>
            </p:cNvSpPr>
            <p:nvPr/>
          </p:nvSpPr>
          <p:spPr bwMode="auto">
            <a:xfrm>
              <a:off x="4506581" y="3303641"/>
              <a:ext cx="63500" cy="63500"/>
            </a:xfrm>
            <a:prstGeom prst="rect">
              <a:avLst/>
            </a:prstGeom>
            <a:solidFill>
              <a:srgbClr val="4292B4"/>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47" name="Rectangle 18">
              <a:extLst>
                <a:ext uri="{FF2B5EF4-FFF2-40B4-BE49-F238E27FC236}">
                  <a16:creationId xmlns:a16="http://schemas.microsoft.com/office/drawing/2014/main" id="{70236E65-0DE9-DF4F-90A6-E8E6A1D5F4F0}"/>
                </a:ext>
              </a:extLst>
            </p:cNvPr>
            <p:cNvSpPr>
              <a:spLocks noChangeArrowheads="1"/>
            </p:cNvSpPr>
            <p:nvPr/>
          </p:nvSpPr>
          <p:spPr bwMode="auto">
            <a:xfrm>
              <a:off x="4642996" y="3266850"/>
              <a:ext cx="225644" cy="137083"/>
            </a:xfrm>
            <a:prstGeom prst="rect">
              <a:avLst/>
            </a:prstGeom>
            <a:solidFill>
              <a:srgbClr val="FFAF16"/>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86048" name="Rectangle 19">
              <a:extLst>
                <a:ext uri="{FF2B5EF4-FFF2-40B4-BE49-F238E27FC236}">
                  <a16:creationId xmlns:a16="http://schemas.microsoft.com/office/drawing/2014/main" id="{208A421A-0F16-594D-B153-E5D1519774C1}"/>
                </a:ext>
              </a:extLst>
            </p:cNvPr>
            <p:cNvSpPr>
              <a:spLocks noChangeArrowheads="1"/>
            </p:cNvSpPr>
            <p:nvPr/>
          </p:nvSpPr>
          <p:spPr bwMode="auto">
            <a:xfrm>
              <a:off x="4678031" y="3303641"/>
              <a:ext cx="63500" cy="63500"/>
            </a:xfrm>
            <a:prstGeom prst="rect">
              <a:avLst/>
            </a:prstGeom>
            <a:solidFill>
              <a:srgbClr val="FFF25C"/>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49" name="Rectangle 20">
              <a:extLst>
                <a:ext uri="{FF2B5EF4-FFF2-40B4-BE49-F238E27FC236}">
                  <a16:creationId xmlns:a16="http://schemas.microsoft.com/office/drawing/2014/main" id="{669DFF4A-8F8C-F94A-9794-F01EF8316736}"/>
                </a:ext>
              </a:extLst>
            </p:cNvPr>
            <p:cNvSpPr>
              <a:spLocks noChangeArrowheads="1"/>
            </p:cNvSpPr>
            <p:nvPr/>
          </p:nvSpPr>
          <p:spPr bwMode="auto">
            <a:xfrm>
              <a:off x="4770106" y="3303641"/>
              <a:ext cx="63500" cy="63500"/>
            </a:xfrm>
            <a:prstGeom prst="rect">
              <a:avLst/>
            </a:prstGeom>
            <a:solidFill>
              <a:srgbClr val="4292B4"/>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50" name="Rectangle 21">
              <a:extLst>
                <a:ext uri="{FF2B5EF4-FFF2-40B4-BE49-F238E27FC236}">
                  <a16:creationId xmlns:a16="http://schemas.microsoft.com/office/drawing/2014/main" id="{A250B22C-AD3C-2D48-892D-66A5C0D9F028}"/>
                </a:ext>
              </a:extLst>
            </p:cNvPr>
            <p:cNvSpPr>
              <a:spLocks noChangeArrowheads="1"/>
            </p:cNvSpPr>
            <p:nvPr/>
          </p:nvSpPr>
          <p:spPr bwMode="auto">
            <a:xfrm>
              <a:off x="3852421" y="3435125"/>
              <a:ext cx="225644" cy="137083"/>
            </a:xfrm>
            <a:prstGeom prst="rect">
              <a:avLst/>
            </a:prstGeom>
            <a:solidFill>
              <a:srgbClr val="FFAF16"/>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86051" name="Rectangle 22">
              <a:extLst>
                <a:ext uri="{FF2B5EF4-FFF2-40B4-BE49-F238E27FC236}">
                  <a16:creationId xmlns:a16="http://schemas.microsoft.com/office/drawing/2014/main" id="{09134A07-21BB-924A-96FE-49DBDBA69A97}"/>
                </a:ext>
              </a:extLst>
            </p:cNvPr>
            <p:cNvSpPr>
              <a:spLocks noChangeArrowheads="1"/>
            </p:cNvSpPr>
            <p:nvPr/>
          </p:nvSpPr>
          <p:spPr bwMode="auto">
            <a:xfrm>
              <a:off x="3887456" y="3471916"/>
              <a:ext cx="63500" cy="63500"/>
            </a:xfrm>
            <a:prstGeom prst="rect">
              <a:avLst/>
            </a:prstGeom>
            <a:solidFill>
              <a:srgbClr val="FFF25C"/>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52" name="Rectangle 23">
              <a:extLst>
                <a:ext uri="{FF2B5EF4-FFF2-40B4-BE49-F238E27FC236}">
                  <a16:creationId xmlns:a16="http://schemas.microsoft.com/office/drawing/2014/main" id="{75EB8275-49B3-9543-B2F2-F25454DCFC8A}"/>
                </a:ext>
              </a:extLst>
            </p:cNvPr>
            <p:cNvSpPr>
              <a:spLocks noChangeArrowheads="1"/>
            </p:cNvSpPr>
            <p:nvPr/>
          </p:nvSpPr>
          <p:spPr bwMode="auto">
            <a:xfrm>
              <a:off x="3979531" y="3471916"/>
              <a:ext cx="63500" cy="63500"/>
            </a:xfrm>
            <a:prstGeom prst="rect">
              <a:avLst/>
            </a:prstGeom>
            <a:solidFill>
              <a:srgbClr val="4292B4"/>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53" name="Rectangle 24">
              <a:extLst>
                <a:ext uri="{FF2B5EF4-FFF2-40B4-BE49-F238E27FC236}">
                  <a16:creationId xmlns:a16="http://schemas.microsoft.com/office/drawing/2014/main" id="{F0B47C6F-1924-C343-AA9C-23289AB2F36E}"/>
                </a:ext>
              </a:extLst>
            </p:cNvPr>
            <p:cNvSpPr>
              <a:spLocks noChangeArrowheads="1"/>
            </p:cNvSpPr>
            <p:nvPr/>
          </p:nvSpPr>
          <p:spPr bwMode="auto">
            <a:xfrm>
              <a:off x="4115946" y="3435125"/>
              <a:ext cx="225644" cy="137083"/>
            </a:xfrm>
            <a:prstGeom prst="rect">
              <a:avLst/>
            </a:prstGeom>
            <a:solidFill>
              <a:srgbClr val="FFAF16"/>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86054" name="Rectangle 25">
              <a:extLst>
                <a:ext uri="{FF2B5EF4-FFF2-40B4-BE49-F238E27FC236}">
                  <a16:creationId xmlns:a16="http://schemas.microsoft.com/office/drawing/2014/main" id="{5695F944-B961-F440-ACE7-093807CF8103}"/>
                </a:ext>
              </a:extLst>
            </p:cNvPr>
            <p:cNvSpPr>
              <a:spLocks noChangeArrowheads="1"/>
            </p:cNvSpPr>
            <p:nvPr/>
          </p:nvSpPr>
          <p:spPr bwMode="auto">
            <a:xfrm>
              <a:off x="4150981" y="3471916"/>
              <a:ext cx="63500" cy="63500"/>
            </a:xfrm>
            <a:prstGeom prst="rect">
              <a:avLst/>
            </a:prstGeom>
            <a:solidFill>
              <a:srgbClr val="FFF25C"/>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55" name="Rectangle 26">
              <a:extLst>
                <a:ext uri="{FF2B5EF4-FFF2-40B4-BE49-F238E27FC236}">
                  <a16:creationId xmlns:a16="http://schemas.microsoft.com/office/drawing/2014/main" id="{40E073B1-EDBC-AC48-A0A4-952183C2F473}"/>
                </a:ext>
              </a:extLst>
            </p:cNvPr>
            <p:cNvSpPr>
              <a:spLocks noChangeArrowheads="1"/>
            </p:cNvSpPr>
            <p:nvPr/>
          </p:nvSpPr>
          <p:spPr bwMode="auto">
            <a:xfrm>
              <a:off x="4243056" y="3471916"/>
              <a:ext cx="63500" cy="63500"/>
            </a:xfrm>
            <a:prstGeom prst="rect">
              <a:avLst/>
            </a:prstGeom>
            <a:solidFill>
              <a:srgbClr val="4292B4"/>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56" name="Rectangle 27">
              <a:extLst>
                <a:ext uri="{FF2B5EF4-FFF2-40B4-BE49-F238E27FC236}">
                  <a16:creationId xmlns:a16="http://schemas.microsoft.com/office/drawing/2014/main" id="{49044685-69FC-1B4A-AA02-164998A6A412}"/>
                </a:ext>
              </a:extLst>
            </p:cNvPr>
            <p:cNvSpPr>
              <a:spLocks noChangeArrowheads="1"/>
            </p:cNvSpPr>
            <p:nvPr/>
          </p:nvSpPr>
          <p:spPr bwMode="auto">
            <a:xfrm>
              <a:off x="4379471" y="3435125"/>
              <a:ext cx="225644" cy="137083"/>
            </a:xfrm>
            <a:prstGeom prst="rect">
              <a:avLst/>
            </a:prstGeom>
            <a:solidFill>
              <a:srgbClr val="FFAF16"/>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86057" name="Rectangle 28">
              <a:extLst>
                <a:ext uri="{FF2B5EF4-FFF2-40B4-BE49-F238E27FC236}">
                  <a16:creationId xmlns:a16="http://schemas.microsoft.com/office/drawing/2014/main" id="{592B1C78-31F9-7A4B-8BBA-358EC1EB317C}"/>
                </a:ext>
              </a:extLst>
            </p:cNvPr>
            <p:cNvSpPr>
              <a:spLocks noChangeArrowheads="1"/>
            </p:cNvSpPr>
            <p:nvPr/>
          </p:nvSpPr>
          <p:spPr bwMode="auto">
            <a:xfrm>
              <a:off x="4414506" y="3471916"/>
              <a:ext cx="63500" cy="63500"/>
            </a:xfrm>
            <a:prstGeom prst="rect">
              <a:avLst/>
            </a:prstGeom>
            <a:solidFill>
              <a:srgbClr val="FFF25C"/>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58" name="Rectangle 29">
              <a:extLst>
                <a:ext uri="{FF2B5EF4-FFF2-40B4-BE49-F238E27FC236}">
                  <a16:creationId xmlns:a16="http://schemas.microsoft.com/office/drawing/2014/main" id="{2302EA73-4A57-C74B-A0E8-574DFB5A1F61}"/>
                </a:ext>
              </a:extLst>
            </p:cNvPr>
            <p:cNvSpPr>
              <a:spLocks noChangeArrowheads="1"/>
            </p:cNvSpPr>
            <p:nvPr/>
          </p:nvSpPr>
          <p:spPr bwMode="auto">
            <a:xfrm>
              <a:off x="4506581" y="3471916"/>
              <a:ext cx="63500" cy="63500"/>
            </a:xfrm>
            <a:prstGeom prst="rect">
              <a:avLst/>
            </a:prstGeom>
            <a:solidFill>
              <a:srgbClr val="4292B4"/>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59" name="Rectangle 30">
              <a:extLst>
                <a:ext uri="{FF2B5EF4-FFF2-40B4-BE49-F238E27FC236}">
                  <a16:creationId xmlns:a16="http://schemas.microsoft.com/office/drawing/2014/main" id="{5051CA9A-CE30-B34C-B33F-B3E2D841549D}"/>
                </a:ext>
              </a:extLst>
            </p:cNvPr>
            <p:cNvSpPr>
              <a:spLocks noChangeArrowheads="1"/>
            </p:cNvSpPr>
            <p:nvPr/>
          </p:nvSpPr>
          <p:spPr bwMode="auto">
            <a:xfrm>
              <a:off x="4642996" y="3435125"/>
              <a:ext cx="225644" cy="137083"/>
            </a:xfrm>
            <a:prstGeom prst="rect">
              <a:avLst/>
            </a:prstGeom>
            <a:solidFill>
              <a:srgbClr val="FFAF16"/>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86060" name="Rectangle 31">
              <a:extLst>
                <a:ext uri="{FF2B5EF4-FFF2-40B4-BE49-F238E27FC236}">
                  <a16:creationId xmlns:a16="http://schemas.microsoft.com/office/drawing/2014/main" id="{1CCD61A0-0B5F-A74D-A0E4-4BEE97B4503D}"/>
                </a:ext>
              </a:extLst>
            </p:cNvPr>
            <p:cNvSpPr>
              <a:spLocks noChangeArrowheads="1"/>
            </p:cNvSpPr>
            <p:nvPr/>
          </p:nvSpPr>
          <p:spPr bwMode="auto">
            <a:xfrm>
              <a:off x="4678031" y="3471916"/>
              <a:ext cx="63500" cy="63500"/>
            </a:xfrm>
            <a:prstGeom prst="rect">
              <a:avLst/>
            </a:prstGeom>
            <a:solidFill>
              <a:srgbClr val="FFF25C"/>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61" name="Rectangle 32">
              <a:extLst>
                <a:ext uri="{FF2B5EF4-FFF2-40B4-BE49-F238E27FC236}">
                  <a16:creationId xmlns:a16="http://schemas.microsoft.com/office/drawing/2014/main" id="{724595E4-86F0-294F-A48D-332E9DB10A8E}"/>
                </a:ext>
              </a:extLst>
            </p:cNvPr>
            <p:cNvSpPr>
              <a:spLocks noChangeArrowheads="1"/>
            </p:cNvSpPr>
            <p:nvPr/>
          </p:nvSpPr>
          <p:spPr bwMode="auto">
            <a:xfrm>
              <a:off x="4770106" y="3471916"/>
              <a:ext cx="63500" cy="63500"/>
            </a:xfrm>
            <a:prstGeom prst="rect">
              <a:avLst/>
            </a:prstGeom>
            <a:solidFill>
              <a:srgbClr val="4292B4"/>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6062" name="Group 924">
              <a:extLst>
                <a:ext uri="{FF2B5EF4-FFF2-40B4-BE49-F238E27FC236}">
                  <a16:creationId xmlns:a16="http://schemas.microsoft.com/office/drawing/2014/main" id="{9F33BA9A-4C25-C54C-9360-807C93A5F42B}"/>
                </a:ext>
              </a:extLst>
            </p:cNvPr>
            <p:cNvGrpSpPr>
              <a:grpSpLocks/>
            </p:cNvGrpSpPr>
            <p:nvPr/>
          </p:nvGrpSpPr>
          <p:grpSpPr bwMode="auto">
            <a:xfrm>
              <a:off x="3945065" y="3557252"/>
              <a:ext cx="826293" cy="182442"/>
              <a:chOff x="656433" y="1899568"/>
              <a:chExt cx="826293" cy="182442"/>
            </a:xfrm>
          </p:grpSpPr>
          <p:cxnSp>
            <p:nvCxnSpPr>
              <p:cNvPr id="86063" name="Straight Connector 34">
                <a:extLst>
                  <a:ext uri="{FF2B5EF4-FFF2-40B4-BE49-F238E27FC236}">
                    <a16:creationId xmlns:a16="http://schemas.microsoft.com/office/drawing/2014/main" id="{B83FF8BD-8E53-F343-9483-BDEA7BBE5192}"/>
                  </a:ext>
                </a:extLst>
              </p:cNvPr>
              <p:cNvCxnSpPr>
                <a:cxnSpLocks noChangeShapeType="1"/>
              </p:cNvCxnSpPr>
              <p:nvPr/>
            </p:nvCxnSpPr>
            <p:spPr bwMode="auto">
              <a:xfrm rot="5400000">
                <a:off x="594520" y="2019304"/>
                <a:ext cx="124619" cy="793"/>
              </a:xfrm>
              <a:prstGeom prst="line">
                <a:avLst/>
              </a:prstGeom>
              <a:noFill/>
              <a:ln w="19050">
                <a:solidFill>
                  <a:srgbClr val="717F9F"/>
                </a:solidFill>
                <a:round/>
                <a:headEnd/>
                <a:tailEnd/>
              </a:ln>
              <a:extLst>
                <a:ext uri="{909E8E84-426E-40DD-AFC4-6F175D3DCCD1}">
                  <a14:hiddenFill xmlns:a14="http://schemas.microsoft.com/office/drawing/2010/main">
                    <a:noFill/>
                  </a14:hiddenFill>
                </a:ext>
              </a:extLst>
            </p:spPr>
          </p:cxnSp>
          <p:cxnSp>
            <p:nvCxnSpPr>
              <p:cNvPr id="86064" name="Straight Connector 35">
                <a:extLst>
                  <a:ext uri="{FF2B5EF4-FFF2-40B4-BE49-F238E27FC236}">
                    <a16:creationId xmlns:a16="http://schemas.microsoft.com/office/drawing/2014/main" id="{F48CF067-A9FC-3D46-8229-B17E4A2EF76A}"/>
                  </a:ext>
                </a:extLst>
              </p:cNvPr>
              <p:cNvCxnSpPr>
                <a:cxnSpLocks noChangeShapeType="1"/>
              </p:cNvCxnSpPr>
              <p:nvPr/>
            </p:nvCxnSpPr>
            <p:spPr bwMode="auto">
              <a:xfrm rot="5400000">
                <a:off x="690828" y="2019304"/>
                <a:ext cx="124619" cy="793"/>
              </a:xfrm>
              <a:prstGeom prst="line">
                <a:avLst/>
              </a:prstGeom>
              <a:noFill/>
              <a:ln w="19050">
                <a:solidFill>
                  <a:srgbClr val="717F9F"/>
                </a:solidFill>
                <a:round/>
                <a:headEnd/>
                <a:tailEnd/>
              </a:ln>
              <a:extLst>
                <a:ext uri="{909E8E84-426E-40DD-AFC4-6F175D3DCCD1}">
                  <a14:hiddenFill xmlns:a14="http://schemas.microsoft.com/office/drawing/2010/main">
                    <a:noFill/>
                  </a14:hiddenFill>
                </a:ext>
              </a:extLst>
            </p:spPr>
          </p:cxnSp>
          <p:cxnSp>
            <p:nvCxnSpPr>
              <p:cNvPr id="86065" name="Straight Connector 36">
                <a:extLst>
                  <a:ext uri="{FF2B5EF4-FFF2-40B4-BE49-F238E27FC236}">
                    <a16:creationId xmlns:a16="http://schemas.microsoft.com/office/drawing/2014/main" id="{D3922FAF-2B21-0446-A014-CD37C4A97361}"/>
                  </a:ext>
                </a:extLst>
              </p:cNvPr>
              <p:cNvCxnSpPr>
                <a:cxnSpLocks noChangeShapeType="1"/>
              </p:cNvCxnSpPr>
              <p:nvPr/>
            </p:nvCxnSpPr>
            <p:spPr bwMode="auto">
              <a:xfrm rot="5400000">
                <a:off x="787136" y="2019304"/>
                <a:ext cx="124619" cy="793"/>
              </a:xfrm>
              <a:prstGeom prst="line">
                <a:avLst/>
              </a:prstGeom>
              <a:noFill/>
              <a:ln w="19050">
                <a:solidFill>
                  <a:srgbClr val="717F9F"/>
                </a:solidFill>
                <a:round/>
                <a:headEnd/>
                <a:tailEnd/>
              </a:ln>
              <a:extLst>
                <a:ext uri="{909E8E84-426E-40DD-AFC4-6F175D3DCCD1}">
                  <a14:hiddenFill xmlns:a14="http://schemas.microsoft.com/office/drawing/2010/main">
                    <a:noFill/>
                  </a14:hiddenFill>
                </a:ext>
              </a:extLst>
            </p:spPr>
          </p:cxnSp>
          <p:cxnSp>
            <p:nvCxnSpPr>
              <p:cNvPr id="86066" name="Straight Connector 37">
                <a:extLst>
                  <a:ext uri="{FF2B5EF4-FFF2-40B4-BE49-F238E27FC236}">
                    <a16:creationId xmlns:a16="http://schemas.microsoft.com/office/drawing/2014/main" id="{8EA8A48C-29CD-B442-8172-EFB448CB59ED}"/>
                  </a:ext>
                </a:extLst>
              </p:cNvPr>
              <p:cNvCxnSpPr>
                <a:cxnSpLocks noChangeShapeType="1"/>
              </p:cNvCxnSpPr>
              <p:nvPr/>
            </p:nvCxnSpPr>
            <p:spPr bwMode="auto">
              <a:xfrm rot="5400000">
                <a:off x="1229520" y="2019304"/>
                <a:ext cx="124619" cy="793"/>
              </a:xfrm>
              <a:prstGeom prst="line">
                <a:avLst/>
              </a:prstGeom>
              <a:noFill/>
              <a:ln w="19050">
                <a:solidFill>
                  <a:srgbClr val="717F9F"/>
                </a:solidFill>
                <a:round/>
                <a:headEnd/>
                <a:tailEnd/>
              </a:ln>
              <a:extLst>
                <a:ext uri="{909E8E84-426E-40DD-AFC4-6F175D3DCCD1}">
                  <a14:hiddenFill xmlns:a14="http://schemas.microsoft.com/office/drawing/2010/main">
                    <a:noFill/>
                  </a14:hiddenFill>
                </a:ext>
              </a:extLst>
            </p:spPr>
          </p:cxnSp>
          <p:cxnSp>
            <p:nvCxnSpPr>
              <p:cNvPr id="86067" name="Straight Connector 38">
                <a:extLst>
                  <a:ext uri="{FF2B5EF4-FFF2-40B4-BE49-F238E27FC236}">
                    <a16:creationId xmlns:a16="http://schemas.microsoft.com/office/drawing/2014/main" id="{98D2CAEB-2660-D044-A00E-2DF7ADC0FED8}"/>
                  </a:ext>
                </a:extLst>
              </p:cNvPr>
              <p:cNvCxnSpPr>
                <a:cxnSpLocks noChangeShapeType="1"/>
              </p:cNvCxnSpPr>
              <p:nvPr/>
            </p:nvCxnSpPr>
            <p:spPr bwMode="auto">
              <a:xfrm rot="5400000">
                <a:off x="1324770" y="2019304"/>
                <a:ext cx="124619" cy="793"/>
              </a:xfrm>
              <a:prstGeom prst="line">
                <a:avLst/>
              </a:prstGeom>
              <a:noFill/>
              <a:ln w="19050">
                <a:solidFill>
                  <a:srgbClr val="717F9F"/>
                </a:solidFill>
                <a:round/>
                <a:headEnd/>
                <a:tailEnd/>
              </a:ln>
              <a:extLst>
                <a:ext uri="{909E8E84-426E-40DD-AFC4-6F175D3DCCD1}">
                  <a14:hiddenFill xmlns:a14="http://schemas.microsoft.com/office/drawing/2010/main">
                    <a:noFill/>
                  </a14:hiddenFill>
                </a:ext>
              </a:extLst>
            </p:spPr>
          </p:cxnSp>
          <p:cxnSp>
            <p:nvCxnSpPr>
              <p:cNvPr id="86068" name="Straight Connector 39">
                <a:extLst>
                  <a:ext uri="{FF2B5EF4-FFF2-40B4-BE49-F238E27FC236}">
                    <a16:creationId xmlns:a16="http://schemas.microsoft.com/office/drawing/2014/main" id="{E4AB2653-4159-6B4E-A816-372127879852}"/>
                  </a:ext>
                </a:extLst>
              </p:cNvPr>
              <p:cNvCxnSpPr>
                <a:cxnSpLocks noChangeShapeType="1"/>
              </p:cNvCxnSpPr>
              <p:nvPr/>
            </p:nvCxnSpPr>
            <p:spPr bwMode="auto">
              <a:xfrm rot="5400000">
                <a:off x="1420020" y="2019304"/>
                <a:ext cx="124619" cy="793"/>
              </a:xfrm>
              <a:prstGeom prst="line">
                <a:avLst/>
              </a:prstGeom>
              <a:noFill/>
              <a:ln w="19050">
                <a:solidFill>
                  <a:srgbClr val="717F9F"/>
                </a:solidFill>
                <a:round/>
                <a:headEnd/>
                <a:tailEnd/>
              </a:ln>
              <a:extLst>
                <a:ext uri="{909E8E84-426E-40DD-AFC4-6F175D3DCCD1}">
                  <a14:hiddenFill xmlns:a14="http://schemas.microsoft.com/office/drawing/2010/main">
                    <a:noFill/>
                  </a14:hiddenFill>
                </a:ext>
              </a:extLst>
            </p:spPr>
          </p:cxnSp>
          <p:cxnSp>
            <p:nvCxnSpPr>
              <p:cNvPr id="86069" name="Straight Connector 40">
                <a:extLst>
                  <a:ext uri="{FF2B5EF4-FFF2-40B4-BE49-F238E27FC236}">
                    <a16:creationId xmlns:a16="http://schemas.microsoft.com/office/drawing/2014/main" id="{897D54E8-0FCA-9743-932A-CC7245BDD6BD}"/>
                  </a:ext>
                </a:extLst>
              </p:cNvPr>
              <p:cNvCxnSpPr>
                <a:cxnSpLocks noChangeShapeType="1"/>
              </p:cNvCxnSpPr>
              <p:nvPr/>
            </p:nvCxnSpPr>
            <p:spPr bwMode="auto">
              <a:xfrm rot="5400000">
                <a:off x="883445" y="2019304"/>
                <a:ext cx="124619" cy="793"/>
              </a:xfrm>
              <a:prstGeom prst="line">
                <a:avLst/>
              </a:prstGeom>
              <a:noFill/>
              <a:ln w="19050">
                <a:solidFill>
                  <a:srgbClr val="717F9F"/>
                </a:solidFill>
                <a:round/>
                <a:headEnd/>
                <a:tailEnd/>
              </a:ln>
              <a:extLst>
                <a:ext uri="{909E8E84-426E-40DD-AFC4-6F175D3DCCD1}">
                  <a14:hiddenFill xmlns:a14="http://schemas.microsoft.com/office/drawing/2010/main">
                    <a:noFill/>
                  </a14:hiddenFill>
                </a:ext>
              </a:extLst>
            </p:spPr>
          </p:cxnSp>
          <p:cxnSp>
            <p:nvCxnSpPr>
              <p:cNvPr id="86070" name="Straight Connector 41">
                <a:extLst>
                  <a:ext uri="{FF2B5EF4-FFF2-40B4-BE49-F238E27FC236}">
                    <a16:creationId xmlns:a16="http://schemas.microsoft.com/office/drawing/2014/main" id="{637E798E-D42B-7641-ADFB-53E107B64777}"/>
                  </a:ext>
                </a:extLst>
              </p:cNvPr>
              <p:cNvCxnSpPr>
                <a:cxnSpLocks noChangeShapeType="1"/>
              </p:cNvCxnSpPr>
              <p:nvPr/>
            </p:nvCxnSpPr>
            <p:spPr bwMode="auto">
              <a:xfrm rot="5400000">
                <a:off x="1134270" y="2019304"/>
                <a:ext cx="124619" cy="793"/>
              </a:xfrm>
              <a:prstGeom prst="line">
                <a:avLst/>
              </a:prstGeom>
              <a:noFill/>
              <a:ln w="19050">
                <a:solidFill>
                  <a:srgbClr val="717F9F"/>
                </a:solidFill>
                <a:round/>
                <a:headEnd/>
                <a:tailEnd/>
              </a:ln>
              <a:extLst>
                <a:ext uri="{909E8E84-426E-40DD-AFC4-6F175D3DCCD1}">
                  <a14:hiddenFill xmlns:a14="http://schemas.microsoft.com/office/drawing/2010/main">
                    <a:noFill/>
                  </a14:hiddenFill>
                </a:ext>
              </a:extLst>
            </p:spPr>
          </p:cxnSp>
          <p:sp>
            <p:nvSpPr>
              <p:cNvPr id="86071" name="TextBox 42">
                <a:extLst>
                  <a:ext uri="{FF2B5EF4-FFF2-40B4-BE49-F238E27FC236}">
                    <a16:creationId xmlns:a16="http://schemas.microsoft.com/office/drawing/2014/main" id="{E623CF30-7446-D74F-9669-158406990DC6}"/>
                  </a:ext>
                </a:extLst>
              </p:cNvPr>
              <p:cNvSpPr txBox="1">
                <a:spLocks noChangeArrowheads="1"/>
              </p:cNvSpPr>
              <p:nvPr/>
            </p:nvSpPr>
            <p:spPr bwMode="auto">
              <a:xfrm>
                <a:off x="924380" y="1899568"/>
                <a:ext cx="297678" cy="16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36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sp>
        <p:nvSpPr>
          <p:cNvPr id="86020" name="Rectangle 45">
            <a:extLst>
              <a:ext uri="{FF2B5EF4-FFF2-40B4-BE49-F238E27FC236}">
                <a16:creationId xmlns:a16="http://schemas.microsoft.com/office/drawing/2014/main" id="{B32C1F7C-2650-6C47-972E-E88CD5D8A8F3}"/>
              </a:ext>
            </a:extLst>
          </p:cNvPr>
          <p:cNvSpPr>
            <a:spLocks noChangeArrowheads="1"/>
          </p:cNvSpPr>
          <p:nvPr/>
        </p:nvSpPr>
        <p:spPr bwMode="auto">
          <a:xfrm>
            <a:off x="4946650" y="4784725"/>
            <a:ext cx="622300" cy="49530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21" name="Rectangle 46">
            <a:extLst>
              <a:ext uri="{FF2B5EF4-FFF2-40B4-BE49-F238E27FC236}">
                <a16:creationId xmlns:a16="http://schemas.microsoft.com/office/drawing/2014/main" id="{C3642F44-4B20-7446-BA47-F660AA0B5037}"/>
              </a:ext>
            </a:extLst>
          </p:cNvPr>
          <p:cNvSpPr>
            <a:spLocks noChangeArrowheads="1"/>
          </p:cNvSpPr>
          <p:nvPr/>
        </p:nvSpPr>
        <p:spPr bwMode="auto">
          <a:xfrm>
            <a:off x="571500" y="4772025"/>
            <a:ext cx="622300" cy="495300"/>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22" name="Rectangle 47">
            <a:extLst>
              <a:ext uri="{FF2B5EF4-FFF2-40B4-BE49-F238E27FC236}">
                <a16:creationId xmlns:a16="http://schemas.microsoft.com/office/drawing/2014/main" id="{4D928F3A-7E60-CA47-A9A9-45D32895891C}"/>
              </a:ext>
            </a:extLst>
          </p:cNvPr>
          <p:cNvSpPr>
            <a:spLocks noChangeArrowheads="1"/>
          </p:cNvSpPr>
          <p:nvPr/>
        </p:nvSpPr>
        <p:spPr bwMode="auto">
          <a:xfrm>
            <a:off x="4951413" y="5475288"/>
            <a:ext cx="622300" cy="49530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23" name="Rectangle 48">
            <a:extLst>
              <a:ext uri="{FF2B5EF4-FFF2-40B4-BE49-F238E27FC236}">
                <a16:creationId xmlns:a16="http://schemas.microsoft.com/office/drawing/2014/main" id="{13BA63B1-4F1C-654A-B298-BA8AEE39DE25}"/>
              </a:ext>
            </a:extLst>
          </p:cNvPr>
          <p:cNvSpPr>
            <a:spLocks noChangeArrowheads="1"/>
          </p:cNvSpPr>
          <p:nvPr/>
        </p:nvSpPr>
        <p:spPr bwMode="auto">
          <a:xfrm>
            <a:off x="639763" y="4932363"/>
            <a:ext cx="228600" cy="2159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24" name="Rectangle 49">
            <a:extLst>
              <a:ext uri="{FF2B5EF4-FFF2-40B4-BE49-F238E27FC236}">
                <a16:creationId xmlns:a16="http://schemas.microsoft.com/office/drawing/2014/main" id="{A275E730-784E-D742-A3AF-832BF488AA67}"/>
              </a:ext>
            </a:extLst>
          </p:cNvPr>
          <p:cNvSpPr>
            <a:spLocks noChangeArrowheads="1"/>
          </p:cNvSpPr>
          <p:nvPr/>
        </p:nvSpPr>
        <p:spPr bwMode="auto">
          <a:xfrm>
            <a:off x="919163" y="4932363"/>
            <a:ext cx="228600" cy="2159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25" name="TextBox 50">
            <a:extLst>
              <a:ext uri="{FF2B5EF4-FFF2-40B4-BE49-F238E27FC236}">
                <a16:creationId xmlns:a16="http://schemas.microsoft.com/office/drawing/2014/main" id="{43F40C92-6070-0E4D-9090-2CC9E5027855}"/>
              </a:ext>
            </a:extLst>
          </p:cNvPr>
          <p:cNvSpPr txBox="1">
            <a:spLocks noChangeArrowheads="1"/>
          </p:cNvSpPr>
          <p:nvPr/>
        </p:nvSpPr>
        <p:spPr bwMode="auto">
          <a:xfrm>
            <a:off x="5608638" y="4805363"/>
            <a:ext cx="3295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Myriad Pro Semibold" pitchFamily="1" charset="0"/>
                <a:ea typeface="ＭＳ Ｐゴシック" panose="020B0600070205080204" pitchFamily="34" charset="-128"/>
                <a:cs typeface="+mn-cs"/>
              </a:rPr>
              <a:t>= instruction stream decode</a:t>
            </a:r>
          </a:p>
        </p:txBody>
      </p:sp>
      <p:sp>
        <p:nvSpPr>
          <p:cNvPr id="86026" name="TextBox 51">
            <a:extLst>
              <a:ext uri="{FF2B5EF4-FFF2-40B4-BE49-F238E27FC236}">
                <a16:creationId xmlns:a16="http://schemas.microsoft.com/office/drawing/2014/main" id="{6D387465-D3C0-8245-A774-926992569021}"/>
              </a:ext>
            </a:extLst>
          </p:cNvPr>
          <p:cNvSpPr txBox="1">
            <a:spLocks noChangeArrowheads="1"/>
          </p:cNvSpPr>
          <p:nvPr/>
        </p:nvSpPr>
        <p:spPr bwMode="auto">
          <a:xfrm>
            <a:off x="1250950" y="4752975"/>
            <a:ext cx="3573463"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Myriad Pro Semibold" pitchFamily="1" charset="0"/>
                <a:ea typeface="ＭＳ Ｐゴシック" panose="020B0600070205080204" pitchFamily="34" charset="-128"/>
                <a:cs typeface="+mn-cs"/>
              </a:rPr>
              <a:t>= SIMD functional unit, control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Myriad Pro Semibold" pitchFamily="1" charset="0"/>
                <a:ea typeface="ＭＳ Ｐゴシック" panose="020B0600070205080204" pitchFamily="34" charset="-128"/>
                <a:cs typeface="+mn-cs"/>
              </a:rPr>
              <a:t>   shared across 8 units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Myriad Pro Semibold" pitchFamily="1" charset="0"/>
                <a:ea typeface="ＭＳ Ｐゴシック" panose="020B0600070205080204" pitchFamily="34" charset="-128"/>
                <a:cs typeface="+mn-cs"/>
              </a:rPr>
              <a:t>   </a:t>
            </a:r>
          </a:p>
        </p:txBody>
      </p:sp>
      <p:sp>
        <p:nvSpPr>
          <p:cNvPr id="86027" name="TextBox 52">
            <a:extLst>
              <a:ext uri="{FF2B5EF4-FFF2-40B4-BE49-F238E27FC236}">
                <a16:creationId xmlns:a16="http://schemas.microsoft.com/office/drawing/2014/main" id="{EADDC5F0-299D-8943-AEDA-E419637D2A5C}"/>
              </a:ext>
            </a:extLst>
          </p:cNvPr>
          <p:cNvSpPr txBox="1">
            <a:spLocks noChangeArrowheads="1"/>
          </p:cNvSpPr>
          <p:nvPr/>
        </p:nvSpPr>
        <p:spPr bwMode="auto">
          <a:xfrm>
            <a:off x="5608638" y="5518150"/>
            <a:ext cx="3270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Myriad Pro Semibold" pitchFamily="1" charset="0"/>
                <a:ea typeface="ＭＳ Ｐゴシック" panose="020B0600070205080204" pitchFamily="34" charset="-128"/>
                <a:cs typeface="+mn-cs"/>
              </a:rPr>
              <a:t>= execution context storage </a:t>
            </a:r>
          </a:p>
        </p:txBody>
      </p:sp>
      <p:sp>
        <p:nvSpPr>
          <p:cNvPr id="86028" name="Rectangle 53">
            <a:extLst>
              <a:ext uri="{FF2B5EF4-FFF2-40B4-BE49-F238E27FC236}">
                <a16:creationId xmlns:a16="http://schemas.microsoft.com/office/drawing/2014/main" id="{598FAC29-FA25-6341-8E92-5BD03285B2F7}"/>
              </a:ext>
            </a:extLst>
          </p:cNvPr>
          <p:cNvSpPr>
            <a:spLocks noChangeArrowheads="1"/>
          </p:cNvSpPr>
          <p:nvPr/>
        </p:nvSpPr>
        <p:spPr bwMode="auto">
          <a:xfrm>
            <a:off x="1531938" y="5589588"/>
            <a:ext cx="228600" cy="2159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29" name="Rectangle 54">
            <a:extLst>
              <a:ext uri="{FF2B5EF4-FFF2-40B4-BE49-F238E27FC236}">
                <a16:creationId xmlns:a16="http://schemas.microsoft.com/office/drawing/2014/main" id="{6D94A679-5B65-CD4A-9520-0345005C8BC4}"/>
              </a:ext>
            </a:extLst>
          </p:cNvPr>
          <p:cNvSpPr>
            <a:spLocks noChangeArrowheads="1"/>
          </p:cNvSpPr>
          <p:nvPr/>
        </p:nvSpPr>
        <p:spPr bwMode="auto">
          <a:xfrm>
            <a:off x="1531938" y="5895975"/>
            <a:ext cx="228600" cy="2159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030" name="TextBox 55">
            <a:extLst>
              <a:ext uri="{FF2B5EF4-FFF2-40B4-BE49-F238E27FC236}">
                <a16:creationId xmlns:a16="http://schemas.microsoft.com/office/drawing/2014/main" id="{BC660D98-3FFA-674F-AD7E-BBC076C4C27B}"/>
              </a:ext>
            </a:extLst>
          </p:cNvPr>
          <p:cNvSpPr txBox="1">
            <a:spLocks noChangeArrowheads="1"/>
          </p:cNvSpPr>
          <p:nvPr/>
        </p:nvSpPr>
        <p:spPr bwMode="auto">
          <a:xfrm>
            <a:off x="1836738" y="5500688"/>
            <a:ext cx="18272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Myriad Pro Semibold" pitchFamily="1" charset="0"/>
                <a:ea typeface="ＭＳ Ｐゴシック" panose="020B0600070205080204" pitchFamily="34" charset="-128"/>
                <a:cs typeface="+mn-cs"/>
              </a:rPr>
              <a:t>= multiply-add</a:t>
            </a:r>
          </a:p>
        </p:txBody>
      </p:sp>
      <p:sp>
        <p:nvSpPr>
          <p:cNvPr id="86031" name="TextBox 56">
            <a:extLst>
              <a:ext uri="{FF2B5EF4-FFF2-40B4-BE49-F238E27FC236}">
                <a16:creationId xmlns:a16="http://schemas.microsoft.com/office/drawing/2014/main" id="{AAF4E999-3E1A-404F-AB7E-8B44F28AA045}"/>
              </a:ext>
            </a:extLst>
          </p:cNvPr>
          <p:cNvSpPr txBox="1">
            <a:spLocks noChangeArrowheads="1"/>
          </p:cNvSpPr>
          <p:nvPr/>
        </p:nvSpPr>
        <p:spPr bwMode="auto">
          <a:xfrm>
            <a:off x="1836738" y="5795963"/>
            <a:ext cx="1339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Myriad Pro Semibold" pitchFamily="1" charset="0"/>
                <a:ea typeface="ＭＳ Ｐゴシック" panose="020B0600070205080204" pitchFamily="34" charset="-128"/>
                <a:cs typeface="+mn-cs"/>
              </a:rPr>
              <a:t>= multiply</a:t>
            </a:r>
          </a:p>
        </p:txBody>
      </p:sp>
      <p:cxnSp>
        <p:nvCxnSpPr>
          <p:cNvPr id="86032" name="Straight Arrow Connector 59">
            <a:extLst>
              <a:ext uri="{FF2B5EF4-FFF2-40B4-BE49-F238E27FC236}">
                <a16:creationId xmlns:a16="http://schemas.microsoft.com/office/drawing/2014/main" id="{4C55F0B9-121C-194E-87D6-B0541D217D42}"/>
              </a:ext>
            </a:extLst>
          </p:cNvPr>
          <p:cNvCxnSpPr>
            <a:cxnSpLocks noChangeShapeType="1"/>
          </p:cNvCxnSpPr>
          <p:nvPr/>
        </p:nvCxnSpPr>
        <p:spPr bwMode="auto">
          <a:xfrm rot="10800000" flipV="1">
            <a:off x="4919663" y="3876675"/>
            <a:ext cx="1457325" cy="14288"/>
          </a:xfrm>
          <a:prstGeom prst="straightConnector1">
            <a:avLst/>
          </a:prstGeom>
          <a:noFill/>
          <a:ln w="31750">
            <a:solidFill>
              <a:schemeClr val="tx1"/>
            </a:solidFill>
            <a:round/>
            <a:headEnd/>
            <a:tailEnd type="triangle" w="lg" len="med"/>
          </a:ln>
          <a:extLst>
            <a:ext uri="{909E8E84-426E-40DD-AFC4-6F175D3DCCD1}">
              <a14:hiddenFill xmlns:a14="http://schemas.microsoft.com/office/drawing/2010/main">
                <a:noFill/>
              </a14:hiddenFill>
            </a:ext>
          </a:extLst>
        </p:spPr>
      </p:cxnSp>
      <p:sp>
        <p:nvSpPr>
          <p:cNvPr id="86033" name="TextBox 58">
            <a:extLst>
              <a:ext uri="{FF2B5EF4-FFF2-40B4-BE49-F238E27FC236}">
                <a16:creationId xmlns:a16="http://schemas.microsoft.com/office/drawing/2014/main" id="{9551EA2E-BFF2-1042-B4AE-346274B7F508}"/>
              </a:ext>
            </a:extLst>
          </p:cNvPr>
          <p:cNvSpPr txBox="1">
            <a:spLocks noChangeArrowheads="1"/>
          </p:cNvSpPr>
          <p:nvPr/>
        </p:nvSpPr>
        <p:spPr bwMode="auto">
          <a:xfrm>
            <a:off x="6456363" y="3206750"/>
            <a:ext cx="235108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Myriad Pro Semibold" pitchFamily="1" charset="0"/>
                <a:ea typeface="ＭＳ Ｐゴシック" panose="020B0600070205080204" pitchFamily="34" charset="-128"/>
                <a:cs typeface="+mn-cs"/>
              </a:rPr>
              <a:t>64 KB of storage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Myriad Pro Semibold" pitchFamily="1" charset="0"/>
                <a:ea typeface="ＭＳ Ｐゴシック" panose="020B0600070205080204" pitchFamily="34" charset="-128"/>
                <a:cs typeface="+mn-cs"/>
              </a:rPr>
              <a:t>for thread contexts (registers)</a:t>
            </a:r>
          </a:p>
        </p:txBody>
      </p:sp>
      <p:sp>
        <p:nvSpPr>
          <p:cNvPr id="86034" name="TextBox 57">
            <a:extLst>
              <a:ext uri="{FF2B5EF4-FFF2-40B4-BE49-F238E27FC236}">
                <a16:creationId xmlns:a16="http://schemas.microsoft.com/office/drawing/2014/main" id="{7F033086-6310-BE49-897A-F6D54FFBBBC8}"/>
              </a:ext>
            </a:extLst>
          </p:cNvPr>
          <p:cNvSpPr txBox="1">
            <a:spLocks noChangeArrowheads="1"/>
          </p:cNvSpPr>
          <p:nvPr/>
        </p:nvSpPr>
        <p:spPr bwMode="auto">
          <a:xfrm>
            <a:off x="152400" y="6535738"/>
            <a:ext cx="19526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Kayvon Fatahalian</a:t>
            </a:r>
          </a:p>
        </p:txBody>
      </p:sp>
      <p:sp>
        <p:nvSpPr>
          <p:cNvPr id="57"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536713828"/>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7A878D85-82F0-B740-9E5B-017C5BD238E3}"/>
              </a:ext>
            </a:extLst>
          </p:cNvPr>
          <p:cNvSpPr>
            <a:spLocks noGrp="1"/>
          </p:cNvSpPr>
          <p:nvPr>
            <p:ph type="title"/>
          </p:nvPr>
        </p:nvSpPr>
        <p:spPr/>
        <p:txBody>
          <a:bodyPr/>
          <a:lstStyle/>
          <a:p>
            <a:r>
              <a:rPr lang="en-US" altLang="en-US">
                <a:ea typeface="ＭＳ Ｐゴシック" panose="020B0600070205080204" pitchFamily="34" charset="-128"/>
              </a:rPr>
              <a:t>NVIDIA GeForce GTX 285</a:t>
            </a:r>
          </a:p>
        </p:txBody>
      </p:sp>
      <p:sp>
        <p:nvSpPr>
          <p:cNvPr id="480" name="Rectangle 479">
            <a:extLst>
              <a:ext uri="{FF2B5EF4-FFF2-40B4-BE49-F238E27FC236}">
                <a16:creationId xmlns:a16="http://schemas.microsoft.com/office/drawing/2014/main" id="{83821A85-EE98-E145-9312-9E553DFA2ECE}"/>
              </a:ext>
            </a:extLst>
          </p:cNvPr>
          <p:cNvSpPr/>
          <p:nvPr/>
        </p:nvSpPr>
        <p:spPr bwMode="auto">
          <a:xfrm>
            <a:off x="455613" y="1323975"/>
            <a:ext cx="3940175" cy="877888"/>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grpSp>
        <p:nvGrpSpPr>
          <p:cNvPr id="90115" name="Group 1486">
            <a:extLst>
              <a:ext uri="{FF2B5EF4-FFF2-40B4-BE49-F238E27FC236}">
                <a16:creationId xmlns:a16="http://schemas.microsoft.com/office/drawing/2014/main" id="{6B49761D-14E3-4D45-BE98-8302348D27A2}"/>
              </a:ext>
            </a:extLst>
          </p:cNvPr>
          <p:cNvGrpSpPr>
            <a:grpSpLocks/>
          </p:cNvGrpSpPr>
          <p:nvPr/>
        </p:nvGrpSpPr>
        <p:grpSpPr bwMode="auto">
          <a:xfrm>
            <a:off x="3940175" y="1393825"/>
            <a:ext cx="463550" cy="747713"/>
            <a:chOff x="3940698" y="1394549"/>
            <a:chExt cx="463081" cy="747517"/>
          </a:xfrm>
        </p:grpSpPr>
        <p:sp>
          <p:nvSpPr>
            <p:cNvPr id="98481" name="Rectangle 474">
              <a:extLst>
                <a:ext uri="{FF2B5EF4-FFF2-40B4-BE49-F238E27FC236}">
                  <a16:creationId xmlns:a16="http://schemas.microsoft.com/office/drawing/2014/main" id="{1EC4D3DB-89F5-B045-863E-59A99CA8E85A}"/>
                </a:ext>
              </a:extLst>
            </p:cNvPr>
            <p:cNvSpPr>
              <a:spLocks noChangeArrowheads="1"/>
            </p:cNvSpPr>
            <p:nvPr/>
          </p:nvSpPr>
          <p:spPr bwMode="auto">
            <a:xfrm>
              <a:off x="4004141" y="1394549"/>
              <a:ext cx="336195" cy="747517"/>
            </a:xfrm>
            <a:prstGeom prst="rect">
              <a:avLst/>
            </a:prstGeom>
            <a:solidFill>
              <a:srgbClr val="8B9CC3"/>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82" name="TextBox 475">
              <a:extLst>
                <a:ext uri="{FF2B5EF4-FFF2-40B4-BE49-F238E27FC236}">
                  <a16:creationId xmlns:a16="http://schemas.microsoft.com/office/drawing/2014/main" id="{C7B899CB-782B-3941-BD07-D556DB538E5D}"/>
                </a:ext>
              </a:extLst>
            </p:cNvPr>
            <p:cNvSpPr txBox="1">
              <a:spLocks noChangeArrowheads="1"/>
            </p:cNvSpPr>
            <p:nvPr/>
          </p:nvSpPr>
          <p:spPr bwMode="auto">
            <a:xfrm>
              <a:off x="3940698" y="1622113"/>
              <a:ext cx="4630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300" b="0" i="0" u="none" strike="noStrike" kern="1200" cap="none" spc="0" normalizeH="0" baseline="0" noProof="0">
                  <a:ln>
                    <a:noFill/>
                  </a:ln>
                  <a:solidFill>
                    <a:srgbClr val="000000"/>
                  </a:solidFill>
                  <a:effectLst/>
                  <a:uLnTx/>
                  <a:uFillTx/>
                  <a:latin typeface="Myriad Pro Black" charset="0"/>
                  <a:ea typeface="ＭＳ Ｐゴシック" panose="020B0600070205080204" pitchFamily="34" charset="-128"/>
                  <a:cs typeface="+mn-cs"/>
                </a:rPr>
                <a:t>Tex</a:t>
              </a:r>
            </a:p>
          </p:txBody>
        </p:sp>
      </p:grpSp>
      <p:sp>
        <p:nvSpPr>
          <p:cNvPr id="179" name="Rectangle 178">
            <a:extLst>
              <a:ext uri="{FF2B5EF4-FFF2-40B4-BE49-F238E27FC236}">
                <a16:creationId xmlns:a16="http://schemas.microsoft.com/office/drawing/2014/main" id="{3FD4C389-6669-C749-A517-9AE63F7F5E7F}"/>
              </a:ext>
            </a:extLst>
          </p:cNvPr>
          <p:cNvSpPr/>
          <p:nvPr/>
        </p:nvSpPr>
        <p:spPr bwMode="auto">
          <a:xfrm>
            <a:off x="514350" y="1384300"/>
            <a:ext cx="1114425" cy="750888"/>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0117" name="Rectangle 179">
            <a:extLst>
              <a:ext uri="{FF2B5EF4-FFF2-40B4-BE49-F238E27FC236}">
                <a16:creationId xmlns:a16="http://schemas.microsoft.com/office/drawing/2014/main" id="{401398FC-EA85-804E-A90B-1FC30526D9EC}"/>
              </a:ext>
            </a:extLst>
          </p:cNvPr>
          <p:cNvSpPr>
            <a:spLocks noChangeArrowheads="1"/>
          </p:cNvSpPr>
          <p:nvPr/>
        </p:nvSpPr>
        <p:spPr bwMode="auto">
          <a:xfrm>
            <a:off x="722313" y="1433513"/>
            <a:ext cx="698500" cy="138112"/>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118" name="Rectangle 188">
            <a:extLst>
              <a:ext uri="{FF2B5EF4-FFF2-40B4-BE49-F238E27FC236}">
                <a16:creationId xmlns:a16="http://schemas.microsoft.com/office/drawing/2014/main" id="{A9347082-F05A-B845-8871-9AB35F4FD0DC}"/>
              </a:ext>
            </a:extLst>
          </p:cNvPr>
          <p:cNvSpPr>
            <a:spLocks noChangeArrowheads="1"/>
          </p:cNvSpPr>
          <p:nvPr/>
        </p:nvSpPr>
        <p:spPr bwMode="auto">
          <a:xfrm>
            <a:off x="563563" y="1951038"/>
            <a:ext cx="1016000" cy="136525"/>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119" name="Rectangle 180">
            <a:extLst>
              <a:ext uri="{FF2B5EF4-FFF2-40B4-BE49-F238E27FC236}">
                <a16:creationId xmlns:a16="http://schemas.microsoft.com/office/drawing/2014/main" id="{56225A5C-0A48-8B47-A29D-F4B3C662931B}"/>
              </a:ext>
            </a:extLst>
          </p:cNvPr>
          <p:cNvSpPr>
            <a:spLocks noChangeArrowheads="1"/>
          </p:cNvSpPr>
          <p:nvPr/>
        </p:nvSpPr>
        <p:spPr bwMode="auto">
          <a:xfrm>
            <a:off x="563563" y="1609725"/>
            <a:ext cx="225425" cy="136525"/>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120" name="Rectangle 429">
            <a:extLst>
              <a:ext uri="{FF2B5EF4-FFF2-40B4-BE49-F238E27FC236}">
                <a16:creationId xmlns:a16="http://schemas.microsoft.com/office/drawing/2014/main" id="{1522E285-0A40-784C-BE49-FC5FF8965B7F}"/>
              </a:ext>
            </a:extLst>
          </p:cNvPr>
          <p:cNvSpPr>
            <a:spLocks noChangeArrowheads="1"/>
          </p:cNvSpPr>
          <p:nvPr/>
        </p:nvSpPr>
        <p:spPr bwMode="auto">
          <a:xfrm>
            <a:off x="598488" y="1646238"/>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121" name="Rectangle 430">
            <a:extLst>
              <a:ext uri="{FF2B5EF4-FFF2-40B4-BE49-F238E27FC236}">
                <a16:creationId xmlns:a16="http://schemas.microsoft.com/office/drawing/2014/main" id="{B7446C4F-9651-7D4C-9773-5A2C12BB41B4}"/>
              </a:ext>
            </a:extLst>
          </p:cNvPr>
          <p:cNvSpPr>
            <a:spLocks noChangeArrowheads="1"/>
          </p:cNvSpPr>
          <p:nvPr/>
        </p:nvSpPr>
        <p:spPr bwMode="auto">
          <a:xfrm>
            <a:off x="690563" y="1646238"/>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122" name="Rectangle 1167">
            <a:extLst>
              <a:ext uri="{FF2B5EF4-FFF2-40B4-BE49-F238E27FC236}">
                <a16:creationId xmlns:a16="http://schemas.microsoft.com/office/drawing/2014/main" id="{B024ACCA-FAA9-0542-BD37-963ADE7C43DB}"/>
              </a:ext>
            </a:extLst>
          </p:cNvPr>
          <p:cNvSpPr>
            <a:spLocks noChangeArrowheads="1"/>
          </p:cNvSpPr>
          <p:nvPr/>
        </p:nvSpPr>
        <p:spPr bwMode="auto">
          <a:xfrm>
            <a:off x="827088" y="1609725"/>
            <a:ext cx="225425" cy="136525"/>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123" name="Rectangle 1169">
            <a:extLst>
              <a:ext uri="{FF2B5EF4-FFF2-40B4-BE49-F238E27FC236}">
                <a16:creationId xmlns:a16="http://schemas.microsoft.com/office/drawing/2014/main" id="{58ADA699-1DE5-B84D-8095-8347E8E93B08}"/>
              </a:ext>
            </a:extLst>
          </p:cNvPr>
          <p:cNvSpPr>
            <a:spLocks noChangeArrowheads="1"/>
          </p:cNvSpPr>
          <p:nvPr/>
        </p:nvSpPr>
        <p:spPr bwMode="auto">
          <a:xfrm>
            <a:off x="862013" y="1646238"/>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124" name="Rectangle 1170">
            <a:extLst>
              <a:ext uri="{FF2B5EF4-FFF2-40B4-BE49-F238E27FC236}">
                <a16:creationId xmlns:a16="http://schemas.microsoft.com/office/drawing/2014/main" id="{D95F99E6-3B19-C842-A912-138090179E08}"/>
              </a:ext>
            </a:extLst>
          </p:cNvPr>
          <p:cNvSpPr>
            <a:spLocks noChangeArrowheads="1"/>
          </p:cNvSpPr>
          <p:nvPr/>
        </p:nvSpPr>
        <p:spPr bwMode="auto">
          <a:xfrm>
            <a:off x="954088" y="1646238"/>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125" name="Rectangle 1177">
            <a:extLst>
              <a:ext uri="{FF2B5EF4-FFF2-40B4-BE49-F238E27FC236}">
                <a16:creationId xmlns:a16="http://schemas.microsoft.com/office/drawing/2014/main" id="{8AE26AF5-A9C6-AD4B-A76E-4EA308652FD3}"/>
              </a:ext>
            </a:extLst>
          </p:cNvPr>
          <p:cNvSpPr>
            <a:spLocks noChangeArrowheads="1"/>
          </p:cNvSpPr>
          <p:nvPr/>
        </p:nvSpPr>
        <p:spPr bwMode="auto">
          <a:xfrm>
            <a:off x="1090613" y="1609725"/>
            <a:ext cx="225425" cy="136525"/>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126" name="Rectangle 1179">
            <a:extLst>
              <a:ext uri="{FF2B5EF4-FFF2-40B4-BE49-F238E27FC236}">
                <a16:creationId xmlns:a16="http://schemas.microsoft.com/office/drawing/2014/main" id="{B24830B6-00C4-724E-B24A-B069D550A83B}"/>
              </a:ext>
            </a:extLst>
          </p:cNvPr>
          <p:cNvSpPr>
            <a:spLocks noChangeArrowheads="1"/>
          </p:cNvSpPr>
          <p:nvPr/>
        </p:nvSpPr>
        <p:spPr bwMode="auto">
          <a:xfrm>
            <a:off x="1125538" y="1646238"/>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127" name="Rectangle 1180">
            <a:extLst>
              <a:ext uri="{FF2B5EF4-FFF2-40B4-BE49-F238E27FC236}">
                <a16:creationId xmlns:a16="http://schemas.microsoft.com/office/drawing/2014/main" id="{D826F73B-6B4F-1543-A879-CABF26AE1491}"/>
              </a:ext>
            </a:extLst>
          </p:cNvPr>
          <p:cNvSpPr>
            <a:spLocks noChangeArrowheads="1"/>
          </p:cNvSpPr>
          <p:nvPr/>
        </p:nvSpPr>
        <p:spPr bwMode="auto">
          <a:xfrm>
            <a:off x="1217613" y="1646238"/>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128" name="Rectangle 1187">
            <a:extLst>
              <a:ext uri="{FF2B5EF4-FFF2-40B4-BE49-F238E27FC236}">
                <a16:creationId xmlns:a16="http://schemas.microsoft.com/office/drawing/2014/main" id="{DC001533-3878-1B41-AB9A-E3BF2B99E801}"/>
              </a:ext>
            </a:extLst>
          </p:cNvPr>
          <p:cNvSpPr>
            <a:spLocks noChangeArrowheads="1"/>
          </p:cNvSpPr>
          <p:nvPr/>
        </p:nvSpPr>
        <p:spPr bwMode="auto">
          <a:xfrm>
            <a:off x="1354138" y="1609725"/>
            <a:ext cx="225425" cy="136525"/>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129" name="Rectangle 1189">
            <a:extLst>
              <a:ext uri="{FF2B5EF4-FFF2-40B4-BE49-F238E27FC236}">
                <a16:creationId xmlns:a16="http://schemas.microsoft.com/office/drawing/2014/main" id="{82B4D81F-9126-584C-AED5-B8E941ADA726}"/>
              </a:ext>
            </a:extLst>
          </p:cNvPr>
          <p:cNvSpPr>
            <a:spLocks noChangeArrowheads="1"/>
          </p:cNvSpPr>
          <p:nvPr/>
        </p:nvSpPr>
        <p:spPr bwMode="auto">
          <a:xfrm>
            <a:off x="1389063" y="1646238"/>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130" name="Rectangle 1190">
            <a:extLst>
              <a:ext uri="{FF2B5EF4-FFF2-40B4-BE49-F238E27FC236}">
                <a16:creationId xmlns:a16="http://schemas.microsoft.com/office/drawing/2014/main" id="{1C20A191-DDB1-9E48-AC1D-DC976D01A1B0}"/>
              </a:ext>
            </a:extLst>
          </p:cNvPr>
          <p:cNvSpPr>
            <a:spLocks noChangeArrowheads="1"/>
          </p:cNvSpPr>
          <p:nvPr/>
        </p:nvSpPr>
        <p:spPr bwMode="auto">
          <a:xfrm>
            <a:off x="1481138" y="1646238"/>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131" name="Rectangle 1162">
            <a:extLst>
              <a:ext uri="{FF2B5EF4-FFF2-40B4-BE49-F238E27FC236}">
                <a16:creationId xmlns:a16="http://schemas.microsoft.com/office/drawing/2014/main" id="{C0F0082C-A940-3F4D-8FC8-B5E549E251AD}"/>
              </a:ext>
            </a:extLst>
          </p:cNvPr>
          <p:cNvSpPr>
            <a:spLocks noChangeArrowheads="1"/>
          </p:cNvSpPr>
          <p:nvPr/>
        </p:nvSpPr>
        <p:spPr bwMode="auto">
          <a:xfrm>
            <a:off x="563563" y="1778000"/>
            <a:ext cx="225425" cy="136525"/>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132" name="Rectangle 1164">
            <a:extLst>
              <a:ext uri="{FF2B5EF4-FFF2-40B4-BE49-F238E27FC236}">
                <a16:creationId xmlns:a16="http://schemas.microsoft.com/office/drawing/2014/main" id="{EC7D8DD1-BA05-C84F-BB52-680704C6C397}"/>
              </a:ext>
            </a:extLst>
          </p:cNvPr>
          <p:cNvSpPr>
            <a:spLocks noChangeArrowheads="1"/>
          </p:cNvSpPr>
          <p:nvPr/>
        </p:nvSpPr>
        <p:spPr bwMode="auto">
          <a:xfrm>
            <a:off x="598488" y="1814513"/>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133" name="Rectangle 1165">
            <a:extLst>
              <a:ext uri="{FF2B5EF4-FFF2-40B4-BE49-F238E27FC236}">
                <a16:creationId xmlns:a16="http://schemas.microsoft.com/office/drawing/2014/main" id="{202D2526-7D79-6C4A-83A7-D4579B852B3D}"/>
              </a:ext>
            </a:extLst>
          </p:cNvPr>
          <p:cNvSpPr>
            <a:spLocks noChangeArrowheads="1"/>
          </p:cNvSpPr>
          <p:nvPr/>
        </p:nvSpPr>
        <p:spPr bwMode="auto">
          <a:xfrm>
            <a:off x="690563" y="1814513"/>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134" name="Rectangle 1172">
            <a:extLst>
              <a:ext uri="{FF2B5EF4-FFF2-40B4-BE49-F238E27FC236}">
                <a16:creationId xmlns:a16="http://schemas.microsoft.com/office/drawing/2014/main" id="{9EB183CF-27B7-2047-BE99-9DBACA3DE3A0}"/>
              </a:ext>
            </a:extLst>
          </p:cNvPr>
          <p:cNvSpPr>
            <a:spLocks noChangeArrowheads="1"/>
          </p:cNvSpPr>
          <p:nvPr/>
        </p:nvSpPr>
        <p:spPr bwMode="auto">
          <a:xfrm>
            <a:off x="827088" y="1778000"/>
            <a:ext cx="225425" cy="136525"/>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135" name="Rectangle 1174">
            <a:extLst>
              <a:ext uri="{FF2B5EF4-FFF2-40B4-BE49-F238E27FC236}">
                <a16:creationId xmlns:a16="http://schemas.microsoft.com/office/drawing/2014/main" id="{8741D510-B4BC-F944-BD75-494E65BD1858}"/>
              </a:ext>
            </a:extLst>
          </p:cNvPr>
          <p:cNvSpPr>
            <a:spLocks noChangeArrowheads="1"/>
          </p:cNvSpPr>
          <p:nvPr/>
        </p:nvSpPr>
        <p:spPr bwMode="auto">
          <a:xfrm>
            <a:off x="862013" y="1814513"/>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136" name="Rectangle 1175">
            <a:extLst>
              <a:ext uri="{FF2B5EF4-FFF2-40B4-BE49-F238E27FC236}">
                <a16:creationId xmlns:a16="http://schemas.microsoft.com/office/drawing/2014/main" id="{7AEAF8C0-1B17-134D-A152-7890259494FF}"/>
              </a:ext>
            </a:extLst>
          </p:cNvPr>
          <p:cNvSpPr>
            <a:spLocks noChangeArrowheads="1"/>
          </p:cNvSpPr>
          <p:nvPr/>
        </p:nvSpPr>
        <p:spPr bwMode="auto">
          <a:xfrm>
            <a:off x="954088" y="1814513"/>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137" name="Rectangle 1182">
            <a:extLst>
              <a:ext uri="{FF2B5EF4-FFF2-40B4-BE49-F238E27FC236}">
                <a16:creationId xmlns:a16="http://schemas.microsoft.com/office/drawing/2014/main" id="{9A451BD9-8C2D-9A43-B641-E11A1289CDB6}"/>
              </a:ext>
            </a:extLst>
          </p:cNvPr>
          <p:cNvSpPr>
            <a:spLocks noChangeArrowheads="1"/>
          </p:cNvSpPr>
          <p:nvPr/>
        </p:nvSpPr>
        <p:spPr bwMode="auto">
          <a:xfrm>
            <a:off x="1090613" y="1778000"/>
            <a:ext cx="225425" cy="136525"/>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138" name="Rectangle 1184">
            <a:extLst>
              <a:ext uri="{FF2B5EF4-FFF2-40B4-BE49-F238E27FC236}">
                <a16:creationId xmlns:a16="http://schemas.microsoft.com/office/drawing/2014/main" id="{8D7028CE-2413-7C42-95AC-5237E78D5559}"/>
              </a:ext>
            </a:extLst>
          </p:cNvPr>
          <p:cNvSpPr>
            <a:spLocks noChangeArrowheads="1"/>
          </p:cNvSpPr>
          <p:nvPr/>
        </p:nvSpPr>
        <p:spPr bwMode="auto">
          <a:xfrm>
            <a:off x="1125538" y="1814513"/>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139" name="Rectangle 1185">
            <a:extLst>
              <a:ext uri="{FF2B5EF4-FFF2-40B4-BE49-F238E27FC236}">
                <a16:creationId xmlns:a16="http://schemas.microsoft.com/office/drawing/2014/main" id="{ED1C725E-0F26-C340-B6DA-AE35229E3E7D}"/>
              </a:ext>
            </a:extLst>
          </p:cNvPr>
          <p:cNvSpPr>
            <a:spLocks noChangeArrowheads="1"/>
          </p:cNvSpPr>
          <p:nvPr/>
        </p:nvSpPr>
        <p:spPr bwMode="auto">
          <a:xfrm>
            <a:off x="1217613" y="1814513"/>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140" name="Rectangle 1192">
            <a:extLst>
              <a:ext uri="{FF2B5EF4-FFF2-40B4-BE49-F238E27FC236}">
                <a16:creationId xmlns:a16="http://schemas.microsoft.com/office/drawing/2014/main" id="{6AB3FC78-95D0-A14F-96C8-3B0C723A4000}"/>
              </a:ext>
            </a:extLst>
          </p:cNvPr>
          <p:cNvSpPr>
            <a:spLocks noChangeArrowheads="1"/>
          </p:cNvSpPr>
          <p:nvPr/>
        </p:nvSpPr>
        <p:spPr bwMode="auto">
          <a:xfrm>
            <a:off x="1354138" y="1778000"/>
            <a:ext cx="225425" cy="136525"/>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141" name="Rectangle 1194">
            <a:extLst>
              <a:ext uri="{FF2B5EF4-FFF2-40B4-BE49-F238E27FC236}">
                <a16:creationId xmlns:a16="http://schemas.microsoft.com/office/drawing/2014/main" id="{D7A12910-F15F-E146-8C16-54B258668E8C}"/>
              </a:ext>
            </a:extLst>
          </p:cNvPr>
          <p:cNvSpPr>
            <a:spLocks noChangeArrowheads="1"/>
          </p:cNvSpPr>
          <p:nvPr/>
        </p:nvSpPr>
        <p:spPr bwMode="auto">
          <a:xfrm>
            <a:off x="1389063" y="1814513"/>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142" name="Rectangle 1195">
            <a:extLst>
              <a:ext uri="{FF2B5EF4-FFF2-40B4-BE49-F238E27FC236}">
                <a16:creationId xmlns:a16="http://schemas.microsoft.com/office/drawing/2014/main" id="{AD16E01F-C140-304A-959F-D05769A722F2}"/>
              </a:ext>
            </a:extLst>
          </p:cNvPr>
          <p:cNvSpPr>
            <a:spLocks noChangeArrowheads="1"/>
          </p:cNvSpPr>
          <p:nvPr/>
        </p:nvSpPr>
        <p:spPr bwMode="auto">
          <a:xfrm>
            <a:off x="1481138" y="1814513"/>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90143" name="Group 1429">
            <a:extLst>
              <a:ext uri="{FF2B5EF4-FFF2-40B4-BE49-F238E27FC236}">
                <a16:creationId xmlns:a16="http://schemas.microsoft.com/office/drawing/2014/main" id="{B4F59C23-8A2D-2748-ADA5-CA825D62566A}"/>
              </a:ext>
            </a:extLst>
          </p:cNvPr>
          <p:cNvGrpSpPr>
            <a:grpSpLocks/>
          </p:cNvGrpSpPr>
          <p:nvPr/>
        </p:nvGrpSpPr>
        <p:grpSpPr bwMode="auto">
          <a:xfrm>
            <a:off x="1682750" y="1389063"/>
            <a:ext cx="1114425" cy="752475"/>
            <a:chOff x="517764" y="1384300"/>
            <a:chExt cx="1114185" cy="751417"/>
          </a:xfrm>
        </p:grpSpPr>
        <p:sp>
          <p:nvSpPr>
            <p:cNvPr id="1431" name="Rectangle 1430">
              <a:extLst>
                <a:ext uri="{FF2B5EF4-FFF2-40B4-BE49-F238E27FC236}">
                  <a16:creationId xmlns:a16="http://schemas.microsoft.com/office/drawing/2014/main" id="{73805B7F-BF3E-9544-BCA9-7544AC6BEB72}"/>
                </a:ext>
              </a:extLst>
            </p:cNvPr>
            <p:cNvSpPr/>
            <p:nvPr/>
          </p:nvSpPr>
          <p:spPr bwMode="auto">
            <a:xfrm>
              <a:off x="517764" y="1384300"/>
              <a:ext cx="1114185" cy="751417"/>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8455" name="Rectangle 1431">
              <a:extLst>
                <a:ext uri="{FF2B5EF4-FFF2-40B4-BE49-F238E27FC236}">
                  <a16:creationId xmlns:a16="http://schemas.microsoft.com/office/drawing/2014/main" id="{663F5E51-5FF6-F64A-BE10-92673E13B749}"/>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56" name="Rectangle 1432">
              <a:extLst>
                <a:ext uri="{FF2B5EF4-FFF2-40B4-BE49-F238E27FC236}">
                  <a16:creationId xmlns:a16="http://schemas.microsoft.com/office/drawing/2014/main" id="{B0C6A479-7EEA-7A4B-904E-10080A3551F8}"/>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57" name="Rectangle 1433">
              <a:extLst>
                <a:ext uri="{FF2B5EF4-FFF2-40B4-BE49-F238E27FC236}">
                  <a16:creationId xmlns:a16="http://schemas.microsoft.com/office/drawing/2014/main" id="{81C88A44-CCE5-634D-8F8A-730DF5CD2E28}"/>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58" name="Rectangle 1434">
              <a:extLst>
                <a:ext uri="{FF2B5EF4-FFF2-40B4-BE49-F238E27FC236}">
                  <a16:creationId xmlns:a16="http://schemas.microsoft.com/office/drawing/2014/main" id="{B8324726-1728-C745-A392-01F880A973F9}"/>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59" name="Rectangle 1435">
              <a:extLst>
                <a:ext uri="{FF2B5EF4-FFF2-40B4-BE49-F238E27FC236}">
                  <a16:creationId xmlns:a16="http://schemas.microsoft.com/office/drawing/2014/main" id="{39FF6BF1-7EBB-404C-A488-A16F2BF5DFA1}"/>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60" name="Rectangle 1436">
              <a:extLst>
                <a:ext uri="{FF2B5EF4-FFF2-40B4-BE49-F238E27FC236}">
                  <a16:creationId xmlns:a16="http://schemas.microsoft.com/office/drawing/2014/main" id="{E8C0ECCA-4708-864E-962D-E2BEC861DB7C}"/>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61" name="Rectangle 1437">
              <a:extLst>
                <a:ext uri="{FF2B5EF4-FFF2-40B4-BE49-F238E27FC236}">
                  <a16:creationId xmlns:a16="http://schemas.microsoft.com/office/drawing/2014/main" id="{DB58EF1B-DC38-D348-98D2-5361F5913ECA}"/>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62" name="Rectangle 1438">
              <a:extLst>
                <a:ext uri="{FF2B5EF4-FFF2-40B4-BE49-F238E27FC236}">
                  <a16:creationId xmlns:a16="http://schemas.microsoft.com/office/drawing/2014/main" id="{D9E5F2DD-C806-6649-851B-366CED189805}"/>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63" name="Rectangle 1439">
              <a:extLst>
                <a:ext uri="{FF2B5EF4-FFF2-40B4-BE49-F238E27FC236}">
                  <a16:creationId xmlns:a16="http://schemas.microsoft.com/office/drawing/2014/main" id="{26CEDE40-E80A-2C47-B018-6796A3CBE5C7}"/>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64" name="Rectangle 1440">
              <a:extLst>
                <a:ext uri="{FF2B5EF4-FFF2-40B4-BE49-F238E27FC236}">
                  <a16:creationId xmlns:a16="http://schemas.microsoft.com/office/drawing/2014/main" id="{8A63744E-41B6-6644-A38D-F2EA8745BA44}"/>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65" name="Rectangle 1441">
              <a:extLst>
                <a:ext uri="{FF2B5EF4-FFF2-40B4-BE49-F238E27FC236}">
                  <a16:creationId xmlns:a16="http://schemas.microsoft.com/office/drawing/2014/main" id="{9CBC5D59-44B6-C940-A339-E5E5A726F4E9}"/>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66" name="Rectangle 1442">
              <a:extLst>
                <a:ext uri="{FF2B5EF4-FFF2-40B4-BE49-F238E27FC236}">
                  <a16:creationId xmlns:a16="http://schemas.microsoft.com/office/drawing/2014/main" id="{1D61BDD4-B5E0-D144-BFDD-6FC54EA09A14}"/>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67" name="Rectangle 1443">
              <a:extLst>
                <a:ext uri="{FF2B5EF4-FFF2-40B4-BE49-F238E27FC236}">
                  <a16:creationId xmlns:a16="http://schemas.microsoft.com/office/drawing/2014/main" id="{61864AEB-B751-A44D-801B-F05E0C1AC9E5}"/>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68" name="Rectangle 1444">
              <a:extLst>
                <a:ext uri="{FF2B5EF4-FFF2-40B4-BE49-F238E27FC236}">
                  <a16:creationId xmlns:a16="http://schemas.microsoft.com/office/drawing/2014/main" id="{1F17E127-8AAA-2D49-90AB-A6BA39033B5F}"/>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69" name="Rectangle 1445">
              <a:extLst>
                <a:ext uri="{FF2B5EF4-FFF2-40B4-BE49-F238E27FC236}">
                  <a16:creationId xmlns:a16="http://schemas.microsoft.com/office/drawing/2014/main" id="{F9BF41C9-0A69-B54E-A2AC-D5311E221634}"/>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70" name="Rectangle 1446">
              <a:extLst>
                <a:ext uri="{FF2B5EF4-FFF2-40B4-BE49-F238E27FC236}">
                  <a16:creationId xmlns:a16="http://schemas.microsoft.com/office/drawing/2014/main" id="{CBF44DA0-E0DA-F844-A289-6939E40DDD55}"/>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71" name="Rectangle 1447">
              <a:extLst>
                <a:ext uri="{FF2B5EF4-FFF2-40B4-BE49-F238E27FC236}">
                  <a16:creationId xmlns:a16="http://schemas.microsoft.com/office/drawing/2014/main" id="{134E7C6E-942D-1246-8D87-D41AF4402020}"/>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72" name="Rectangle 1448">
              <a:extLst>
                <a:ext uri="{FF2B5EF4-FFF2-40B4-BE49-F238E27FC236}">
                  <a16:creationId xmlns:a16="http://schemas.microsoft.com/office/drawing/2014/main" id="{07185943-3545-6A40-B6EC-EE4D7762DA8B}"/>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73" name="Rectangle 1449">
              <a:extLst>
                <a:ext uri="{FF2B5EF4-FFF2-40B4-BE49-F238E27FC236}">
                  <a16:creationId xmlns:a16="http://schemas.microsoft.com/office/drawing/2014/main" id="{3C8E56D6-D653-A141-BE26-0BAB61688C4C}"/>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74" name="Rectangle 1450">
              <a:extLst>
                <a:ext uri="{FF2B5EF4-FFF2-40B4-BE49-F238E27FC236}">
                  <a16:creationId xmlns:a16="http://schemas.microsoft.com/office/drawing/2014/main" id="{79A2C32A-13FC-304D-BEF4-2FA2D3F46F06}"/>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75" name="Rectangle 1451">
              <a:extLst>
                <a:ext uri="{FF2B5EF4-FFF2-40B4-BE49-F238E27FC236}">
                  <a16:creationId xmlns:a16="http://schemas.microsoft.com/office/drawing/2014/main" id="{2650F791-9E68-B249-B9B4-7E8F01150A1E}"/>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76" name="Rectangle 1452">
              <a:extLst>
                <a:ext uri="{FF2B5EF4-FFF2-40B4-BE49-F238E27FC236}">
                  <a16:creationId xmlns:a16="http://schemas.microsoft.com/office/drawing/2014/main" id="{214021A9-1790-994F-AD98-7285B8D914CF}"/>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77" name="Rectangle 1453">
              <a:extLst>
                <a:ext uri="{FF2B5EF4-FFF2-40B4-BE49-F238E27FC236}">
                  <a16:creationId xmlns:a16="http://schemas.microsoft.com/office/drawing/2014/main" id="{567AD1B1-9A92-BA4C-B052-A7420D6DF100}"/>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78" name="Rectangle 1454">
              <a:extLst>
                <a:ext uri="{FF2B5EF4-FFF2-40B4-BE49-F238E27FC236}">
                  <a16:creationId xmlns:a16="http://schemas.microsoft.com/office/drawing/2014/main" id="{4469E2B3-370F-6F41-A225-0A243625678C}"/>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79" name="Rectangle 1455">
              <a:extLst>
                <a:ext uri="{FF2B5EF4-FFF2-40B4-BE49-F238E27FC236}">
                  <a16:creationId xmlns:a16="http://schemas.microsoft.com/office/drawing/2014/main" id="{A10FFE8B-0D9A-8148-8C40-2EF7B3D07A20}"/>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80" name="Rectangle 1456">
              <a:extLst>
                <a:ext uri="{FF2B5EF4-FFF2-40B4-BE49-F238E27FC236}">
                  <a16:creationId xmlns:a16="http://schemas.microsoft.com/office/drawing/2014/main" id="{7D7C589D-5869-9446-9F15-9EBCB14F83BB}"/>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0144" name="Group 1457">
            <a:extLst>
              <a:ext uri="{FF2B5EF4-FFF2-40B4-BE49-F238E27FC236}">
                <a16:creationId xmlns:a16="http://schemas.microsoft.com/office/drawing/2014/main" id="{9E716721-44C9-9E4A-BDE5-6021DD7A305A}"/>
              </a:ext>
            </a:extLst>
          </p:cNvPr>
          <p:cNvGrpSpPr>
            <a:grpSpLocks/>
          </p:cNvGrpSpPr>
          <p:nvPr/>
        </p:nvGrpSpPr>
        <p:grpSpPr bwMode="auto">
          <a:xfrm>
            <a:off x="2846388" y="1389063"/>
            <a:ext cx="1114425" cy="752475"/>
            <a:chOff x="517764" y="1384300"/>
            <a:chExt cx="1114185" cy="751417"/>
          </a:xfrm>
        </p:grpSpPr>
        <p:sp>
          <p:nvSpPr>
            <p:cNvPr id="1459" name="Rectangle 1458">
              <a:extLst>
                <a:ext uri="{FF2B5EF4-FFF2-40B4-BE49-F238E27FC236}">
                  <a16:creationId xmlns:a16="http://schemas.microsoft.com/office/drawing/2014/main" id="{4B3BF9D9-DD1D-FE44-AE85-43CDB2456172}"/>
                </a:ext>
              </a:extLst>
            </p:cNvPr>
            <p:cNvSpPr/>
            <p:nvPr/>
          </p:nvSpPr>
          <p:spPr bwMode="auto">
            <a:xfrm>
              <a:off x="517764" y="1384300"/>
              <a:ext cx="1114185" cy="751417"/>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8428" name="Rectangle 1459">
              <a:extLst>
                <a:ext uri="{FF2B5EF4-FFF2-40B4-BE49-F238E27FC236}">
                  <a16:creationId xmlns:a16="http://schemas.microsoft.com/office/drawing/2014/main" id="{C21B2F32-872B-E046-B169-BC3925ED90B0}"/>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29" name="Rectangle 1460">
              <a:extLst>
                <a:ext uri="{FF2B5EF4-FFF2-40B4-BE49-F238E27FC236}">
                  <a16:creationId xmlns:a16="http://schemas.microsoft.com/office/drawing/2014/main" id="{FB5B8E47-F39B-D24A-B027-B33DEFF89A4D}"/>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30" name="Rectangle 1461">
              <a:extLst>
                <a:ext uri="{FF2B5EF4-FFF2-40B4-BE49-F238E27FC236}">
                  <a16:creationId xmlns:a16="http://schemas.microsoft.com/office/drawing/2014/main" id="{5EC2CF82-72A4-CF40-A99C-CA5DB41414D1}"/>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31" name="Rectangle 1462">
              <a:extLst>
                <a:ext uri="{FF2B5EF4-FFF2-40B4-BE49-F238E27FC236}">
                  <a16:creationId xmlns:a16="http://schemas.microsoft.com/office/drawing/2014/main" id="{F6A3C983-A571-1043-95DD-A1D2856DE599}"/>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32" name="Rectangle 1463">
              <a:extLst>
                <a:ext uri="{FF2B5EF4-FFF2-40B4-BE49-F238E27FC236}">
                  <a16:creationId xmlns:a16="http://schemas.microsoft.com/office/drawing/2014/main" id="{497C24BE-E256-C349-A113-45B2A6D45AE7}"/>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33" name="Rectangle 1464">
              <a:extLst>
                <a:ext uri="{FF2B5EF4-FFF2-40B4-BE49-F238E27FC236}">
                  <a16:creationId xmlns:a16="http://schemas.microsoft.com/office/drawing/2014/main" id="{6344156C-37DE-6646-B812-061871DAE159}"/>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34" name="Rectangle 1465">
              <a:extLst>
                <a:ext uri="{FF2B5EF4-FFF2-40B4-BE49-F238E27FC236}">
                  <a16:creationId xmlns:a16="http://schemas.microsoft.com/office/drawing/2014/main" id="{DECDFD5D-2BEF-714C-B119-719456DD4220}"/>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35" name="Rectangle 1466">
              <a:extLst>
                <a:ext uri="{FF2B5EF4-FFF2-40B4-BE49-F238E27FC236}">
                  <a16:creationId xmlns:a16="http://schemas.microsoft.com/office/drawing/2014/main" id="{35707116-83A2-354E-8C67-52DAEC6F713A}"/>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36" name="Rectangle 1467">
              <a:extLst>
                <a:ext uri="{FF2B5EF4-FFF2-40B4-BE49-F238E27FC236}">
                  <a16:creationId xmlns:a16="http://schemas.microsoft.com/office/drawing/2014/main" id="{89F156BD-DE5C-904A-B18B-BAE2D6E4FAA7}"/>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37" name="Rectangle 1468">
              <a:extLst>
                <a:ext uri="{FF2B5EF4-FFF2-40B4-BE49-F238E27FC236}">
                  <a16:creationId xmlns:a16="http://schemas.microsoft.com/office/drawing/2014/main" id="{CFAAB21B-2A01-1C4A-B659-61D37B7E47FF}"/>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38" name="Rectangle 1469">
              <a:extLst>
                <a:ext uri="{FF2B5EF4-FFF2-40B4-BE49-F238E27FC236}">
                  <a16:creationId xmlns:a16="http://schemas.microsoft.com/office/drawing/2014/main" id="{1BF3C052-AAE6-4E43-9393-C65CC541DAA5}"/>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39" name="Rectangle 1470">
              <a:extLst>
                <a:ext uri="{FF2B5EF4-FFF2-40B4-BE49-F238E27FC236}">
                  <a16:creationId xmlns:a16="http://schemas.microsoft.com/office/drawing/2014/main" id="{358CDF5F-B179-5343-AC47-763101FE5BFC}"/>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40" name="Rectangle 1471">
              <a:extLst>
                <a:ext uri="{FF2B5EF4-FFF2-40B4-BE49-F238E27FC236}">
                  <a16:creationId xmlns:a16="http://schemas.microsoft.com/office/drawing/2014/main" id="{C4B6A59E-6B03-A546-9929-50A06220C5B7}"/>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41" name="Rectangle 1472">
              <a:extLst>
                <a:ext uri="{FF2B5EF4-FFF2-40B4-BE49-F238E27FC236}">
                  <a16:creationId xmlns:a16="http://schemas.microsoft.com/office/drawing/2014/main" id="{FD48326B-B2CF-2446-B93D-E8C2F5CAC565}"/>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42" name="Rectangle 1473">
              <a:extLst>
                <a:ext uri="{FF2B5EF4-FFF2-40B4-BE49-F238E27FC236}">
                  <a16:creationId xmlns:a16="http://schemas.microsoft.com/office/drawing/2014/main" id="{10710E2B-5AE4-9E4B-A9BD-0625643AF754}"/>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43" name="Rectangle 1474">
              <a:extLst>
                <a:ext uri="{FF2B5EF4-FFF2-40B4-BE49-F238E27FC236}">
                  <a16:creationId xmlns:a16="http://schemas.microsoft.com/office/drawing/2014/main" id="{A3D981EC-A967-0445-A04C-2CE93E402D0A}"/>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44" name="Rectangle 1475">
              <a:extLst>
                <a:ext uri="{FF2B5EF4-FFF2-40B4-BE49-F238E27FC236}">
                  <a16:creationId xmlns:a16="http://schemas.microsoft.com/office/drawing/2014/main" id="{1EB458B6-0F31-D643-AE36-7D61EC1E49C6}"/>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45" name="Rectangle 1476">
              <a:extLst>
                <a:ext uri="{FF2B5EF4-FFF2-40B4-BE49-F238E27FC236}">
                  <a16:creationId xmlns:a16="http://schemas.microsoft.com/office/drawing/2014/main" id="{C8349AC4-2D72-AA45-ACC6-B997B100C175}"/>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46" name="Rectangle 1477">
              <a:extLst>
                <a:ext uri="{FF2B5EF4-FFF2-40B4-BE49-F238E27FC236}">
                  <a16:creationId xmlns:a16="http://schemas.microsoft.com/office/drawing/2014/main" id="{68A826C2-1240-374A-9123-B63A59F67C94}"/>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47" name="Rectangle 1478">
              <a:extLst>
                <a:ext uri="{FF2B5EF4-FFF2-40B4-BE49-F238E27FC236}">
                  <a16:creationId xmlns:a16="http://schemas.microsoft.com/office/drawing/2014/main" id="{1B5DC558-6B5D-3D4F-9AFD-0A86BCCA4A73}"/>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48" name="Rectangle 1479">
              <a:extLst>
                <a:ext uri="{FF2B5EF4-FFF2-40B4-BE49-F238E27FC236}">
                  <a16:creationId xmlns:a16="http://schemas.microsoft.com/office/drawing/2014/main" id="{CE735C4A-3D41-9744-AC28-3308F09103AD}"/>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49" name="Rectangle 1480">
              <a:extLst>
                <a:ext uri="{FF2B5EF4-FFF2-40B4-BE49-F238E27FC236}">
                  <a16:creationId xmlns:a16="http://schemas.microsoft.com/office/drawing/2014/main" id="{3ABA1F5D-2E7A-0B4C-8FE1-F5289FEEF7B4}"/>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50" name="Rectangle 1481">
              <a:extLst>
                <a:ext uri="{FF2B5EF4-FFF2-40B4-BE49-F238E27FC236}">
                  <a16:creationId xmlns:a16="http://schemas.microsoft.com/office/drawing/2014/main" id="{6C2CA990-5DAB-354C-B1D2-878DE1BEFE73}"/>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51" name="Rectangle 1482">
              <a:extLst>
                <a:ext uri="{FF2B5EF4-FFF2-40B4-BE49-F238E27FC236}">
                  <a16:creationId xmlns:a16="http://schemas.microsoft.com/office/drawing/2014/main" id="{0E09748E-B4F2-2244-A48D-833B55010BBC}"/>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52" name="Rectangle 1483">
              <a:extLst>
                <a:ext uri="{FF2B5EF4-FFF2-40B4-BE49-F238E27FC236}">
                  <a16:creationId xmlns:a16="http://schemas.microsoft.com/office/drawing/2014/main" id="{1B69F57B-5ED3-ED4E-AD93-97344CBAF61C}"/>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53" name="Rectangle 1484">
              <a:extLst>
                <a:ext uri="{FF2B5EF4-FFF2-40B4-BE49-F238E27FC236}">
                  <a16:creationId xmlns:a16="http://schemas.microsoft.com/office/drawing/2014/main" id="{570A7842-EBCC-8146-AF22-825129430400}"/>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0145" name="Group 1489">
            <a:extLst>
              <a:ext uri="{FF2B5EF4-FFF2-40B4-BE49-F238E27FC236}">
                <a16:creationId xmlns:a16="http://schemas.microsoft.com/office/drawing/2014/main" id="{204C40B5-E2BA-A145-AEBF-313E74582AFA}"/>
              </a:ext>
            </a:extLst>
          </p:cNvPr>
          <p:cNvGrpSpPr>
            <a:grpSpLocks/>
          </p:cNvGrpSpPr>
          <p:nvPr/>
        </p:nvGrpSpPr>
        <p:grpSpPr bwMode="auto">
          <a:xfrm>
            <a:off x="455613" y="2195513"/>
            <a:ext cx="3948112" cy="877887"/>
            <a:chOff x="458550" y="1323474"/>
            <a:chExt cx="3947680" cy="877859"/>
          </a:xfrm>
        </p:grpSpPr>
        <p:sp>
          <p:nvSpPr>
            <p:cNvPr id="1491" name="Rectangle 1490">
              <a:extLst>
                <a:ext uri="{FF2B5EF4-FFF2-40B4-BE49-F238E27FC236}">
                  <a16:creationId xmlns:a16="http://schemas.microsoft.com/office/drawing/2014/main" id="{9EA822E1-EBEA-1346-B4DD-2D9513E20534}"/>
                </a:ext>
              </a:extLst>
            </p:cNvPr>
            <p:cNvSpPr/>
            <p:nvPr/>
          </p:nvSpPr>
          <p:spPr bwMode="auto">
            <a:xfrm>
              <a:off x="458550" y="1323474"/>
              <a:ext cx="3939744" cy="877859"/>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grpSp>
          <p:nvGrpSpPr>
            <p:cNvPr id="98340" name="Group 1486">
              <a:extLst>
                <a:ext uri="{FF2B5EF4-FFF2-40B4-BE49-F238E27FC236}">
                  <a16:creationId xmlns:a16="http://schemas.microsoft.com/office/drawing/2014/main" id="{24D05FC9-86A0-E64D-8B95-4BC9D7831F55}"/>
                </a:ext>
              </a:extLst>
            </p:cNvPr>
            <p:cNvGrpSpPr>
              <a:grpSpLocks/>
            </p:cNvGrpSpPr>
            <p:nvPr/>
          </p:nvGrpSpPr>
          <p:grpSpPr bwMode="auto">
            <a:xfrm>
              <a:off x="3943149" y="1394549"/>
              <a:ext cx="463081" cy="747517"/>
              <a:chOff x="3940698" y="1394549"/>
              <a:chExt cx="463081" cy="747517"/>
            </a:xfrm>
          </p:grpSpPr>
          <p:sp>
            <p:nvSpPr>
              <p:cNvPr id="98425" name="Rectangle 1576">
                <a:extLst>
                  <a:ext uri="{FF2B5EF4-FFF2-40B4-BE49-F238E27FC236}">
                    <a16:creationId xmlns:a16="http://schemas.microsoft.com/office/drawing/2014/main" id="{2ADC01D3-0098-2242-814E-BB7AEE4F29F9}"/>
                  </a:ext>
                </a:extLst>
              </p:cNvPr>
              <p:cNvSpPr>
                <a:spLocks noChangeArrowheads="1"/>
              </p:cNvSpPr>
              <p:nvPr/>
            </p:nvSpPr>
            <p:spPr bwMode="auto">
              <a:xfrm>
                <a:off x="4004141" y="1394549"/>
                <a:ext cx="336195" cy="747517"/>
              </a:xfrm>
              <a:prstGeom prst="rect">
                <a:avLst/>
              </a:prstGeom>
              <a:solidFill>
                <a:srgbClr val="8B9CC3"/>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26" name="TextBox 1577">
                <a:extLst>
                  <a:ext uri="{FF2B5EF4-FFF2-40B4-BE49-F238E27FC236}">
                    <a16:creationId xmlns:a16="http://schemas.microsoft.com/office/drawing/2014/main" id="{FB5F7A6B-49CB-4849-A69F-82030D32B015}"/>
                  </a:ext>
                </a:extLst>
              </p:cNvPr>
              <p:cNvSpPr txBox="1">
                <a:spLocks noChangeArrowheads="1"/>
              </p:cNvSpPr>
              <p:nvPr/>
            </p:nvSpPr>
            <p:spPr bwMode="auto">
              <a:xfrm>
                <a:off x="3940698" y="1622113"/>
                <a:ext cx="4630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300" b="0" i="0" u="none" strike="noStrike" kern="1200" cap="none" spc="0" normalizeH="0" baseline="0" noProof="0">
                    <a:ln>
                      <a:noFill/>
                    </a:ln>
                    <a:solidFill>
                      <a:srgbClr val="000000"/>
                    </a:solidFill>
                    <a:effectLst/>
                    <a:uLnTx/>
                    <a:uFillTx/>
                    <a:latin typeface="Myriad Pro Black" charset="0"/>
                    <a:ea typeface="ＭＳ Ｐゴシック" panose="020B0600070205080204" pitchFamily="34" charset="-128"/>
                    <a:cs typeface="+mn-cs"/>
                  </a:rPr>
                  <a:t>Tex</a:t>
                </a:r>
              </a:p>
            </p:txBody>
          </p:sp>
        </p:grpSp>
        <p:grpSp>
          <p:nvGrpSpPr>
            <p:cNvPr id="98341" name="Group 1428">
              <a:extLst>
                <a:ext uri="{FF2B5EF4-FFF2-40B4-BE49-F238E27FC236}">
                  <a16:creationId xmlns:a16="http://schemas.microsoft.com/office/drawing/2014/main" id="{157BFCFD-602B-7443-B6B4-88A7E35E3F85}"/>
                </a:ext>
              </a:extLst>
            </p:cNvPr>
            <p:cNvGrpSpPr>
              <a:grpSpLocks/>
            </p:cNvGrpSpPr>
            <p:nvPr/>
          </p:nvGrpSpPr>
          <p:grpSpPr bwMode="auto">
            <a:xfrm>
              <a:off x="517764" y="1384300"/>
              <a:ext cx="1114185" cy="751417"/>
              <a:chOff x="517764" y="1384300"/>
              <a:chExt cx="1114185" cy="751417"/>
            </a:xfrm>
          </p:grpSpPr>
          <p:sp>
            <p:nvSpPr>
              <p:cNvPr id="1550" name="Rectangle 1549">
                <a:extLst>
                  <a:ext uri="{FF2B5EF4-FFF2-40B4-BE49-F238E27FC236}">
                    <a16:creationId xmlns:a16="http://schemas.microsoft.com/office/drawing/2014/main" id="{03B0B486-4A1B-F44C-BE02-B2B1464CAFD6}"/>
                  </a:ext>
                </a:extLst>
              </p:cNvPr>
              <p:cNvSpPr/>
              <p:nvPr/>
            </p:nvSpPr>
            <p:spPr bwMode="auto">
              <a:xfrm>
                <a:off x="517281" y="1383797"/>
                <a:ext cx="1114303" cy="752451"/>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8399" name="Rectangle 1550">
                <a:extLst>
                  <a:ext uri="{FF2B5EF4-FFF2-40B4-BE49-F238E27FC236}">
                    <a16:creationId xmlns:a16="http://schemas.microsoft.com/office/drawing/2014/main" id="{CAD38007-09B5-CB49-9FDD-2D4FA86160A3}"/>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00" name="Rectangle 1551">
                <a:extLst>
                  <a:ext uri="{FF2B5EF4-FFF2-40B4-BE49-F238E27FC236}">
                    <a16:creationId xmlns:a16="http://schemas.microsoft.com/office/drawing/2014/main" id="{DE37EE1D-1184-FD4C-B46E-A1657C2789F6}"/>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01" name="Rectangle 1552">
                <a:extLst>
                  <a:ext uri="{FF2B5EF4-FFF2-40B4-BE49-F238E27FC236}">
                    <a16:creationId xmlns:a16="http://schemas.microsoft.com/office/drawing/2014/main" id="{7C7F62C9-EEAE-CC4A-8ED1-D3A152600CE8}"/>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02" name="Rectangle 1553">
                <a:extLst>
                  <a:ext uri="{FF2B5EF4-FFF2-40B4-BE49-F238E27FC236}">
                    <a16:creationId xmlns:a16="http://schemas.microsoft.com/office/drawing/2014/main" id="{F9455C93-C9A2-0B4E-B2AB-9BB4A1D9D3E2}"/>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03" name="Rectangle 1554">
                <a:extLst>
                  <a:ext uri="{FF2B5EF4-FFF2-40B4-BE49-F238E27FC236}">
                    <a16:creationId xmlns:a16="http://schemas.microsoft.com/office/drawing/2014/main" id="{B6204B8C-BFE3-3743-AEB3-0B844E14B474}"/>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04" name="Rectangle 1555">
                <a:extLst>
                  <a:ext uri="{FF2B5EF4-FFF2-40B4-BE49-F238E27FC236}">
                    <a16:creationId xmlns:a16="http://schemas.microsoft.com/office/drawing/2014/main" id="{B0EEC127-5710-F043-ABB4-24DF0146A6EC}"/>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05" name="Rectangle 1556">
                <a:extLst>
                  <a:ext uri="{FF2B5EF4-FFF2-40B4-BE49-F238E27FC236}">
                    <a16:creationId xmlns:a16="http://schemas.microsoft.com/office/drawing/2014/main" id="{285B35B5-4D2F-A84B-B183-E66D1E9B592D}"/>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06" name="Rectangle 1557">
                <a:extLst>
                  <a:ext uri="{FF2B5EF4-FFF2-40B4-BE49-F238E27FC236}">
                    <a16:creationId xmlns:a16="http://schemas.microsoft.com/office/drawing/2014/main" id="{0D285ABA-FB9F-C641-BD10-F5A9E7A47D0D}"/>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07" name="Rectangle 1558">
                <a:extLst>
                  <a:ext uri="{FF2B5EF4-FFF2-40B4-BE49-F238E27FC236}">
                    <a16:creationId xmlns:a16="http://schemas.microsoft.com/office/drawing/2014/main" id="{1B2F1E3D-20C3-5148-9D86-B7DCC7762238}"/>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08" name="Rectangle 1559">
                <a:extLst>
                  <a:ext uri="{FF2B5EF4-FFF2-40B4-BE49-F238E27FC236}">
                    <a16:creationId xmlns:a16="http://schemas.microsoft.com/office/drawing/2014/main" id="{22AB4ACB-C64E-C847-863D-E8905AE00383}"/>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09" name="Rectangle 1560">
                <a:extLst>
                  <a:ext uri="{FF2B5EF4-FFF2-40B4-BE49-F238E27FC236}">
                    <a16:creationId xmlns:a16="http://schemas.microsoft.com/office/drawing/2014/main" id="{13EDCB3A-682E-EC44-924C-787DF717947F}"/>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10" name="Rectangle 1561">
                <a:extLst>
                  <a:ext uri="{FF2B5EF4-FFF2-40B4-BE49-F238E27FC236}">
                    <a16:creationId xmlns:a16="http://schemas.microsoft.com/office/drawing/2014/main" id="{C13343FA-CD23-C441-9791-801D45700199}"/>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11" name="Rectangle 1562">
                <a:extLst>
                  <a:ext uri="{FF2B5EF4-FFF2-40B4-BE49-F238E27FC236}">
                    <a16:creationId xmlns:a16="http://schemas.microsoft.com/office/drawing/2014/main" id="{117BBFFB-3145-4C42-8A06-A2795DF77D31}"/>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12" name="Rectangle 1563">
                <a:extLst>
                  <a:ext uri="{FF2B5EF4-FFF2-40B4-BE49-F238E27FC236}">
                    <a16:creationId xmlns:a16="http://schemas.microsoft.com/office/drawing/2014/main" id="{8176C5BD-9A90-3B4B-85F8-33C65F5D21B6}"/>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13" name="Rectangle 1564">
                <a:extLst>
                  <a:ext uri="{FF2B5EF4-FFF2-40B4-BE49-F238E27FC236}">
                    <a16:creationId xmlns:a16="http://schemas.microsoft.com/office/drawing/2014/main" id="{3C7E8D15-5596-E24F-9BCC-AA620A483C77}"/>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14" name="Rectangle 1565">
                <a:extLst>
                  <a:ext uri="{FF2B5EF4-FFF2-40B4-BE49-F238E27FC236}">
                    <a16:creationId xmlns:a16="http://schemas.microsoft.com/office/drawing/2014/main" id="{C16B5BDD-B124-B14D-A542-787F6B4F9316}"/>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15" name="Rectangle 1566">
                <a:extLst>
                  <a:ext uri="{FF2B5EF4-FFF2-40B4-BE49-F238E27FC236}">
                    <a16:creationId xmlns:a16="http://schemas.microsoft.com/office/drawing/2014/main" id="{EE02F0B8-1FD3-BC4A-8763-2A5E8AA191F2}"/>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16" name="Rectangle 1567">
                <a:extLst>
                  <a:ext uri="{FF2B5EF4-FFF2-40B4-BE49-F238E27FC236}">
                    <a16:creationId xmlns:a16="http://schemas.microsoft.com/office/drawing/2014/main" id="{BF96272D-8C36-3E4E-BE7D-39BA2998E9A3}"/>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17" name="Rectangle 1568">
                <a:extLst>
                  <a:ext uri="{FF2B5EF4-FFF2-40B4-BE49-F238E27FC236}">
                    <a16:creationId xmlns:a16="http://schemas.microsoft.com/office/drawing/2014/main" id="{5D1F8244-F7F8-114C-8A92-BFACBECE6D59}"/>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18" name="Rectangle 1569">
                <a:extLst>
                  <a:ext uri="{FF2B5EF4-FFF2-40B4-BE49-F238E27FC236}">
                    <a16:creationId xmlns:a16="http://schemas.microsoft.com/office/drawing/2014/main" id="{B8D04909-43FA-CA4A-8FF1-1C54B0ECEA61}"/>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19" name="Rectangle 1570">
                <a:extLst>
                  <a:ext uri="{FF2B5EF4-FFF2-40B4-BE49-F238E27FC236}">
                    <a16:creationId xmlns:a16="http://schemas.microsoft.com/office/drawing/2014/main" id="{407E8337-597F-5245-B954-A95DA74689E7}"/>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20" name="Rectangle 1571">
                <a:extLst>
                  <a:ext uri="{FF2B5EF4-FFF2-40B4-BE49-F238E27FC236}">
                    <a16:creationId xmlns:a16="http://schemas.microsoft.com/office/drawing/2014/main" id="{FB63A634-1EBE-104D-B019-B8ACB8B4788F}"/>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21" name="Rectangle 1572">
                <a:extLst>
                  <a:ext uri="{FF2B5EF4-FFF2-40B4-BE49-F238E27FC236}">
                    <a16:creationId xmlns:a16="http://schemas.microsoft.com/office/drawing/2014/main" id="{93A79703-604D-234A-B398-E773D80CB86C}"/>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22" name="Rectangle 1573">
                <a:extLst>
                  <a:ext uri="{FF2B5EF4-FFF2-40B4-BE49-F238E27FC236}">
                    <a16:creationId xmlns:a16="http://schemas.microsoft.com/office/drawing/2014/main" id="{CA433897-BF95-F544-B8A8-85497DCC9FA8}"/>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423" name="Rectangle 1574">
                <a:extLst>
                  <a:ext uri="{FF2B5EF4-FFF2-40B4-BE49-F238E27FC236}">
                    <a16:creationId xmlns:a16="http://schemas.microsoft.com/office/drawing/2014/main" id="{8591B443-D90F-1147-B5B1-DB67B3640AF5}"/>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424" name="Rectangle 1575">
                <a:extLst>
                  <a:ext uri="{FF2B5EF4-FFF2-40B4-BE49-F238E27FC236}">
                    <a16:creationId xmlns:a16="http://schemas.microsoft.com/office/drawing/2014/main" id="{577FE587-B640-A740-888D-A502A3AF0135}"/>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8342" name="Group 1429">
              <a:extLst>
                <a:ext uri="{FF2B5EF4-FFF2-40B4-BE49-F238E27FC236}">
                  <a16:creationId xmlns:a16="http://schemas.microsoft.com/office/drawing/2014/main" id="{86CE3A3C-A533-F84E-BD83-B679F92C04CC}"/>
                </a:ext>
              </a:extLst>
            </p:cNvPr>
            <p:cNvGrpSpPr>
              <a:grpSpLocks/>
            </p:cNvGrpSpPr>
            <p:nvPr/>
          </p:nvGrpSpPr>
          <p:grpSpPr bwMode="auto">
            <a:xfrm>
              <a:off x="1686164" y="1389648"/>
              <a:ext cx="1114185" cy="751417"/>
              <a:chOff x="517764" y="1384300"/>
              <a:chExt cx="1114185" cy="751417"/>
            </a:xfrm>
          </p:grpSpPr>
          <p:sp>
            <p:nvSpPr>
              <p:cNvPr id="1523" name="Rectangle 1522">
                <a:extLst>
                  <a:ext uri="{FF2B5EF4-FFF2-40B4-BE49-F238E27FC236}">
                    <a16:creationId xmlns:a16="http://schemas.microsoft.com/office/drawing/2014/main" id="{0863C379-F8E4-EC47-BEA4-2EF302A8FF4D}"/>
                  </a:ext>
                </a:extLst>
              </p:cNvPr>
              <p:cNvSpPr/>
              <p:nvPr/>
            </p:nvSpPr>
            <p:spPr bwMode="auto">
              <a:xfrm>
                <a:off x="517153" y="1384799"/>
                <a:ext cx="1114303"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8372" name="Rectangle 1523">
                <a:extLst>
                  <a:ext uri="{FF2B5EF4-FFF2-40B4-BE49-F238E27FC236}">
                    <a16:creationId xmlns:a16="http://schemas.microsoft.com/office/drawing/2014/main" id="{F0356EA5-D475-C140-B74B-AA7C69F33E33}"/>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73" name="Rectangle 1524">
                <a:extLst>
                  <a:ext uri="{FF2B5EF4-FFF2-40B4-BE49-F238E27FC236}">
                    <a16:creationId xmlns:a16="http://schemas.microsoft.com/office/drawing/2014/main" id="{C04CE5BC-364F-7748-B42D-8D0CBC226B40}"/>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74" name="Rectangle 1525">
                <a:extLst>
                  <a:ext uri="{FF2B5EF4-FFF2-40B4-BE49-F238E27FC236}">
                    <a16:creationId xmlns:a16="http://schemas.microsoft.com/office/drawing/2014/main" id="{B508435A-1964-2748-96BB-B0394D6762A1}"/>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75" name="Rectangle 1526">
                <a:extLst>
                  <a:ext uri="{FF2B5EF4-FFF2-40B4-BE49-F238E27FC236}">
                    <a16:creationId xmlns:a16="http://schemas.microsoft.com/office/drawing/2014/main" id="{B5B6B38E-48AA-5148-896F-5092FC982857}"/>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76" name="Rectangle 1527">
                <a:extLst>
                  <a:ext uri="{FF2B5EF4-FFF2-40B4-BE49-F238E27FC236}">
                    <a16:creationId xmlns:a16="http://schemas.microsoft.com/office/drawing/2014/main" id="{FF3F677A-2651-1346-8735-17A3A6EC061D}"/>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77" name="Rectangle 1528">
                <a:extLst>
                  <a:ext uri="{FF2B5EF4-FFF2-40B4-BE49-F238E27FC236}">
                    <a16:creationId xmlns:a16="http://schemas.microsoft.com/office/drawing/2014/main" id="{DFFD5082-F474-434E-992D-C60C1A90ED0E}"/>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78" name="Rectangle 1529">
                <a:extLst>
                  <a:ext uri="{FF2B5EF4-FFF2-40B4-BE49-F238E27FC236}">
                    <a16:creationId xmlns:a16="http://schemas.microsoft.com/office/drawing/2014/main" id="{D4B5E852-7965-A94C-81E2-6563CE6D436B}"/>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79" name="Rectangle 1530">
                <a:extLst>
                  <a:ext uri="{FF2B5EF4-FFF2-40B4-BE49-F238E27FC236}">
                    <a16:creationId xmlns:a16="http://schemas.microsoft.com/office/drawing/2014/main" id="{89EC9E7A-11AE-FB49-921B-023D137A70CB}"/>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80" name="Rectangle 1531">
                <a:extLst>
                  <a:ext uri="{FF2B5EF4-FFF2-40B4-BE49-F238E27FC236}">
                    <a16:creationId xmlns:a16="http://schemas.microsoft.com/office/drawing/2014/main" id="{561D2457-FF57-4344-B21F-C7E94E554260}"/>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81" name="Rectangle 1532">
                <a:extLst>
                  <a:ext uri="{FF2B5EF4-FFF2-40B4-BE49-F238E27FC236}">
                    <a16:creationId xmlns:a16="http://schemas.microsoft.com/office/drawing/2014/main" id="{5E972986-D56A-BC42-A9D6-84AEC0F6A688}"/>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82" name="Rectangle 1533">
                <a:extLst>
                  <a:ext uri="{FF2B5EF4-FFF2-40B4-BE49-F238E27FC236}">
                    <a16:creationId xmlns:a16="http://schemas.microsoft.com/office/drawing/2014/main" id="{893F6F52-1E64-1643-9976-3796218651C8}"/>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83" name="Rectangle 1534">
                <a:extLst>
                  <a:ext uri="{FF2B5EF4-FFF2-40B4-BE49-F238E27FC236}">
                    <a16:creationId xmlns:a16="http://schemas.microsoft.com/office/drawing/2014/main" id="{84075B27-EDC7-5F46-B480-EACD52B81A69}"/>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84" name="Rectangle 1535">
                <a:extLst>
                  <a:ext uri="{FF2B5EF4-FFF2-40B4-BE49-F238E27FC236}">
                    <a16:creationId xmlns:a16="http://schemas.microsoft.com/office/drawing/2014/main" id="{467B5797-8F9A-4144-A4DA-5E939665D0BE}"/>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85" name="Rectangle 1536">
                <a:extLst>
                  <a:ext uri="{FF2B5EF4-FFF2-40B4-BE49-F238E27FC236}">
                    <a16:creationId xmlns:a16="http://schemas.microsoft.com/office/drawing/2014/main" id="{CD5AB53E-9F28-DC45-8E1E-2C4E8D0E56CF}"/>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86" name="Rectangle 1537">
                <a:extLst>
                  <a:ext uri="{FF2B5EF4-FFF2-40B4-BE49-F238E27FC236}">
                    <a16:creationId xmlns:a16="http://schemas.microsoft.com/office/drawing/2014/main" id="{B8F3A6C2-AB6D-9643-A7F2-12A5E42A3738}"/>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87" name="Rectangle 1538">
                <a:extLst>
                  <a:ext uri="{FF2B5EF4-FFF2-40B4-BE49-F238E27FC236}">
                    <a16:creationId xmlns:a16="http://schemas.microsoft.com/office/drawing/2014/main" id="{62FE16A3-DCA8-A143-90AE-119A7B768F98}"/>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88" name="Rectangle 1539">
                <a:extLst>
                  <a:ext uri="{FF2B5EF4-FFF2-40B4-BE49-F238E27FC236}">
                    <a16:creationId xmlns:a16="http://schemas.microsoft.com/office/drawing/2014/main" id="{EC5E9602-D194-5E45-8974-9B5BECD17998}"/>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89" name="Rectangle 1540">
                <a:extLst>
                  <a:ext uri="{FF2B5EF4-FFF2-40B4-BE49-F238E27FC236}">
                    <a16:creationId xmlns:a16="http://schemas.microsoft.com/office/drawing/2014/main" id="{610B339A-0CFD-FA43-B31B-5D4B26BC3665}"/>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90" name="Rectangle 1541">
                <a:extLst>
                  <a:ext uri="{FF2B5EF4-FFF2-40B4-BE49-F238E27FC236}">
                    <a16:creationId xmlns:a16="http://schemas.microsoft.com/office/drawing/2014/main" id="{AA33F1F9-6738-3243-B25D-337CFC9AC08A}"/>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91" name="Rectangle 1542">
                <a:extLst>
                  <a:ext uri="{FF2B5EF4-FFF2-40B4-BE49-F238E27FC236}">
                    <a16:creationId xmlns:a16="http://schemas.microsoft.com/office/drawing/2014/main" id="{526F5256-33E3-4945-92C9-9E15B71D627C}"/>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92" name="Rectangle 1543">
                <a:extLst>
                  <a:ext uri="{FF2B5EF4-FFF2-40B4-BE49-F238E27FC236}">
                    <a16:creationId xmlns:a16="http://schemas.microsoft.com/office/drawing/2014/main" id="{18BAD3AA-4067-084F-8EDC-795644F15E0B}"/>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93" name="Rectangle 1544">
                <a:extLst>
                  <a:ext uri="{FF2B5EF4-FFF2-40B4-BE49-F238E27FC236}">
                    <a16:creationId xmlns:a16="http://schemas.microsoft.com/office/drawing/2014/main" id="{8A876EE1-3C27-5C45-B696-FD3DC3EE4017}"/>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94" name="Rectangle 1545">
                <a:extLst>
                  <a:ext uri="{FF2B5EF4-FFF2-40B4-BE49-F238E27FC236}">
                    <a16:creationId xmlns:a16="http://schemas.microsoft.com/office/drawing/2014/main" id="{163F8A1E-5C7B-2140-9FB9-FF23235C4091}"/>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95" name="Rectangle 1546">
                <a:extLst>
                  <a:ext uri="{FF2B5EF4-FFF2-40B4-BE49-F238E27FC236}">
                    <a16:creationId xmlns:a16="http://schemas.microsoft.com/office/drawing/2014/main" id="{A80B8DAF-EB2D-AA46-8D41-9671A619A4D7}"/>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96" name="Rectangle 1547">
                <a:extLst>
                  <a:ext uri="{FF2B5EF4-FFF2-40B4-BE49-F238E27FC236}">
                    <a16:creationId xmlns:a16="http://schemas.microsoft.com/office/drawing/2014/main" id="{FB764317-C2A9-CE46-8ADF-8D2C0E946661}"/>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97" name="Rectangle 1548">
                <a:extLst>
                  <a:ext uri="{FF2B5EF4-FFF2-40B4-BE49-F238E27FC236}">
                    <a16:creationId xmlns:a16="http://schemas.microsoft.com/office/drawing/2014/main" id="{1510DFC1-8A3F-764C-9D1D-D28FDA64CD93}"/>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8343" name="Group 1457">
              <a:extLst>
                <a:ext uri="{FF2B5EF4-FFF2-40B4-BE49-F238E27FC236}">
                  <a16:creationId xmlns:a16="http://schemas.microsoft.com/office/drawing/2014/main" id="{E8E5EEED-1F82-4345-91E1-1E2562FB652C}"/>
                </a:ext>
              </a:extLst>
            </p:cNvPr>
            <p:cNvGrpSpPr>
              <a:grpSpLocks/>
            </p:cNvGrpSpPr>
            <p:nvPr/>
          </p:nvGrpSpPr>
          <p:grpSpPr bwMode="auto">
            <a:xfrm>
              <a:off x="2849216" y="1389648"/>
              <a:ext cx="1114185" cy="751417"/>
              <a:chOff x="517764" y="1384300"/>
              <a:chExt cx="1114185" cy="751417"/>
            </a:xfrm>
          </p:grpSpPr>
          <p:sp>
            <p:nvSpPr>
              <p:cNvPr id="1496" name="Rectangle 1495">
                <a:extLst>
                  <a:ext uri="{FF2B5EF4-FFF2-40B4-BE49-F238E27FC236}">
                    <a16:creationId xmlns:a16="http://schemas.microsoft.com/office/drawing/2014/main" id="{4A4ABC30-A9B3-CC43-AD95-4065F22AFCF0}"/>
                  </a:ext>
                </a:extLst>
              </p:cNvPr>
              <p:cNvSpPr/>
              <p:nvPr/>
            </p:nvSpPr>
            <p:spPr bwMode="auto">
              <a:xfrm>
                <a:off x="517611" y="1384799"/>
                <a:ext cx="1114303"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8345" name="Rectangle 1496">
                <a:extLst>
                  <a:ext uri="{FF2B5EF4-FFF2-40B4-BE49-F238E27FC236}">
                    <a16:creationId xmlns:a16="http://schemas.microsoft.com/office/drawing/2014/main" id="{662C4411-A7A9-2A48-9058-C88B4BCD5B7C}"/>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46" name="Rectangle 1497">
                <a:extLst>
                  <a:ext uri="{FF2B5EF4-FFF2-40B4-BE49-F238E27FC236}">
                    <a16:creationId xmlns:a16="http://schemas.microsoft.com/office/drawing/2014/main" id="{31FD7BEA-B422-E948-95A8-82404D38BAC8}"/>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47" name="Rectangle 1498">
                <a:extLst>
                  <a:ext uri="{FF2B5EF4-FFF2-40B4-BE49-F238E27FC236}">
                    <a16:creationId xmlns:a16="http://schemas.microsoft.com/office/drawing/2014/main" id="{22BF8676-B406-D940-8777-E150BBEE5704}"/>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48" name="Rectangle 1499">
                <a:extLst>
                  <a:ext uri="{FF2B5EF4-FFF2-40B4-BE49-F238E27FC236}">
                    <a16:creationId xmlns:a16="http://schemas.microsoft.com/office/drawing/2014/main" id="{5B3B968B-1672-4442-9C80-125D9CA67040}"/>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49" name="Rectangle 1500">
                <a:extLst>
                  <a:ext uri="{FF2B5EF4-FFF2-40B4-BE49-F238E27FC236}">
                    <a16:creationId xmlns:a16="http://schemas.microsoft.com/office/drawing/2014/main" id="{F1CAD7F5-22BF-3F44-969D-37A00D7C1B6F}"/>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50" name="Rectangle 1501">
                <a:extLst>
                  <a:ext uri="{FF2B5EF4-FFF2-40B4-BE49-F238E27FC236}">
                    <a16:creationId xmlns:a16="http://schemas.microsoft.com/office/drawing/2014/main" id="{7A143170-A1DF-1E41-BDA9-B6C63D1ADC11}"/>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51" name="Rectangle 1502">
                <a:extLst>
                  <a:ext uri="{FF2B5EF4-FFF2-40B4-BE49-F238E27FC236}">
                    <a16:creationId xmlns:a16="http://schemas.microsoft.com/office/drawing/2014/main" id="{1FAA22DD-A728-1147-8732-F20B40B593B3}"/>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52" name="Rectangle 1503">
                <a:extLst>
                  <a:ext uri="{FF2B5EF4-FFF2-40B4-BE49-F238E27FC236}">
                    <a16:creationId xmlns:a16="http://schemas.microsoft.com/office/drawing/2014/main" id="{785588A2-C027-2740-A978-9E4E9C86A116}"/>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53" name="Rectangle 1504">
                <a:extLst>
                  <a:ext uri="{FF2B5EF4-FFF2-40B4-BE49-F238E27FC236}">
                    <a16:creationId xmlns:a16="http://schemas.microsoft.com/office/drawing/2014/main" id="{1ADF8714-5CFA-5449-9E68-DC3B01C065A4}"/>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54" name="Rectangle 1505">
                <a:extLst>
                  <a:ext uri="{FF2B5EF4-FFF2-40B4-BE49-F238E27FC236}">
                    <a16:creationId xmlns:a16="http://schemas.microsoft.com/office/drawing/2014/main" id="{932ECFFD-0775-6240-902C-1BBD55AA0DB0}"/>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55" name="Rectangle 1506">
                <a:extLst>
                  <a:ext uri="{FF2B5EF4-FFF2-40B4-BE49-F238E27FC236}">
                    <a16:creationId xmlns:a16="http://schemas.microsoft.com/office/drawing/2014/main" id="{92E77484-C2B4-2E4A-9A8C-A4F3BA4CF438}"/>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56" name="Rectangle 1507">
                <a:extLst>
                  <a:ext uri="{FF2B5EF4-FFF2-40B4-BE49-F238E27FC236}">
                    <a16:creationId xmlns:a16="http://schemas.microsoft.com/office/drawing/2014/main" id="{278E88DC-6E03-5F4D-9111-B397C4FE1064}"/>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57" name="Rectangle 1508">
                <a:extLst>
                  <a:ext uri="{FF2B5EF4-FFF2-40B4-BE49-F238E27FC236}">
                    <a16:creationId xmlns:a16="http://schemas.microsoft.com/office/drawing/2014/main" id="{53B1634E-46F6-DE4F-BFF6-C7C77DCBF2DD}"/>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58" name="Rectangle 1509">
                <a:extLst>
                  <a:ext uri="{FF2B5EF4-FFF2-40B4-BE49-F238E27FC236}">
                    <a16:creationId xmlns:a16="http://schemas.microsoft.com/office/drawing/2014/main" id="{8E292407-47E6-4C45-852E-A5ADE454743E}"/>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59" name="Rectangle 1510">
                <a:extLst>
                  <a:ext uri="{FF2B5EF4-FFF2-40B4-BE49-F238E27FC236}">
                    <a16:creationId xmlns:a16="http://schemas.microsoft.com/office/drawing/2014/main" id="{413D1AF6-BE5F-0549-8CFA-F4EAB14CD4B1}"/>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60" name="Rectangle 1511">
                <a:extLst>
                  <a:ext uri="{FF2B5EF4-FFF2-40B4-BE49-F238E27FC236}">
                    <a16:creationId xmlns:a16="http://schemas.microsoft.com/office/drawing/2014/main" id="{E875B172-99B5-E949-9580-316AE8321ADB}"/>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61" name="Rectangle 1512">
                <a:extLst>
                  <a:ext uri="{FF2B5EF4-FFF2-40B4-BE49-F238E27FC236}">
                    <a16:creationId xmlns:a16="http://schemas.microsoft.com/office/drawing/2014/main" id="{94C848ED-2256-224B-B45D-7185FA2ACB26}"/>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62" name="Rectangle 1513">
                <a:extLst>
                  <a:ext uri="{FF2B5EF4-FFF2-40B4-BE49-F238E27FC236}">
                    <a16:creationId xmlns:a16="http://schemas.microsoft.com/office/drawing/2014/main" id="{4177288C-1AC3-4C4B-9CDC-0C63FEBB434D}"/>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63" name="Rectangle 1514">
                <a:extLst>
                  <a:ext uri="{FF2B5EF4-FFF2-40B4-BE49-F238E27FC236}">
                    <a16:creationId xmlns:a16="http://schemas.microsoft.com/office/drawing/2014/main" id="{F5B64464-2AB2-1C4A-8A69-273A7F8C7A48}"/>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64" name="Rectangle 1515">
                <a:extLst>
                  <a:ext uri="{FF2B5EF4-FFF2-40B4-BE49-F238E27FC236}">
                    <a16:creationId xmlns:a16="http://schemas.microsoft.com/office/drawing/2014/main" id="{9EA7A8CF-319A-B442-B20B-F2C2F54CC4EB}"/>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65" name="Rectangle 1516">
                <a:extLst>
                  <a:ext uri="{FF2B5EF4-FFF2-40B4-BE49-F238E27FC236}">
                    <a16:creationId xmlns:a16="http://schemas.microsoft.com/office/drawing/2014/main" id="{E28D29A9-C1D4-8F40-AC00-9324BF0C4DCA}"/>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66" name="Rectangle 1517">
                <a:extLst>
                  <a:ext uri="{FF2B5EF4-FFF2-40B4-BE49-F238E27FC236}">
                    <a16:creationId xmlns:a16="http://schemas.microsoft.com/office/drawing/2014/main" id="{0304D882-5581-9144-999F-65902D08CBF7}"/>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67" name="Rectangle 1518">
                <a:extLst>
                  <a:ext uri="{FF2B5EF4-FFF2-40B4-BE49-F238E27FC236}">
                    <a16:creationId xmlns:a16="http://schemas.microsoft.com/office/drawing/2014/main" id="{6ADD00E0-83E6-524A-940C-D8EC9C38F761}"/>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68" name="Rectangle 1519">
                <a:extLst>
                  <a:ext uri="{FF2B5EF4-FFF2-40B4-BE49-F238E27FC236}">
                    <a16:creationId xmlns:a16="http://schemas.microsoft.com/office/drawing/2014/main" id="{CF2C9B12-E4BD-E848-8D99-91E661363C77}"/>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69" name="Rectangle 1520">
                <a:extLst>
                  <a:ext uri="{FF2B5EF4-FFF2-40B4-BE49-F238E27FC236}">
                    <a16:creationId xmlns:a16="http://schemas.microsoft.com/office/drawing/2014/main" id="{477D626C-0A41-E14E-8E5D-7F9D57DCB410}"/>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70" name="Rectangle 1521">
                <a:extLst>
                  <a:ext uri="{FF2B5EF4-FFF2-40B4-BE49-F238E27FC236}">
                    <a16:creationId xmlns:a16="http://schemas.microsoft.com/office/drawing/2014/main" id="{F4FC1710-50A9-A44C-A679-0F065635D2F0}"/>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90146" name="Group 1578">
            <a:extLst>
              <a:ext uri="{FF2B5EF4-FFF2-40B4-BE49-F238E27FC236}">
                <a16:creationId xmlns:a16="http://schemas.microsoft.com/office/drawing/2014/main" id="{198F18CC-2E7F-7B40-86B4-FE00A910AD41}"/>
              </a:ext>
            </a:extLst>
          </p:cNvPr>
          <p:cNvGrpSpPr>
            <a:grpSpLocks/>
          </p:cNvGrpSpPr>
          <p:nvPr/>
        </p:nvGrpSpPr>
        <p:grpSpPr bwMode="auto">
          <a:xfrm>
            <a:off x="455613" y="3067050"/>
            <a:ext cx="3948112" cy="877888"/>
            <a:chOff x="458550" y="1323474"/>
            <a:chExt cx="3947680" cy="877859"/>
          </a:xfrm>
        </p:grpSpPr>
        <p:sp>
          <p:nvSpPr>
            <p:cNvPr id="1580" name="Rectangle 1579">
              <a:extLst>
                <a:ext uri="{FF2B5EF4-FFF2-40B4-BE49-F238E27FC236}">
                  <a16:creationId xmlns:a16="http://schemas.microsoft.com/office/drawing/2014/main" id="{7CA8E221-0FC6-6646-AED2-E1EAC58DF679}"/>
                </a:ext>
              </a:extLst>
            </p:cNvPr>
            <p:cNvSpPr/>
            <p:nvPr/>
          </p:nvSpPr>
          <p:spPr bwMode="auto">
            <a:xfrm>
              <a:off x="458550" y="1323474"/>
              <a:ext cx="3939744" cy="877859"/>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grpSp>
          <p:nvGrpSpPr>
            <p:cNvPr id="91084" name="Group 1486">
              <a:extLst>
                <a:ext uri="{FF2B5EF4-FFF2-40B4-BE49-F238E27FC236}">
                  <a16:creationId xmlns:a16="http://schemas.microsoft.com/office/drawing/2014/main" id="{0FFA5F01-B30B-D14D-84DF-51A6C263E74D}"/>
                </a:ext>
              </a:extLst>
            </p:cNvPr>
            <p:cNvGrpSpPr>
              <a:grpSpLocks/>
            </p:cNvGrpSpPr>
            <p:nvPr/>
          </p:nvGrpSpPr>
          <p:grpSpPr bwMode="auto">
            <a:xfrm>
              <a:off x="3943149" y="1394549"/>
              <a:ext cx="463081" cy="747517"/>
              <a:chOff x="3940698" y="1394549"/>
              <a:chExt cx="463081" cy="747517"/>
            </a:xfrm>
          </p:grpSpPr>
          <p:sp>
            <p:nvSpPr>
              <p:cNvPr id="98337" name="Rectangle 1665">
                <a:extLst>
                  <a:ext uri="{FF2B5EF4-FFF2-40B4-BE49-F238E27FC236}">
                    <a16:creationId xmlns:a16="http://schemas.microsoft.com/office/drawing/2014/main" id="{9B0177EC-DCFF-0B4C-A73F-7F5074CF9489}"/>
                  </a:ext>
                </a:extLst>
              </p:cNvPr>
              <p:cNvSpPr>
                <a:spLocks noChangeArrowheads="1"/>
              </p:cNvSpPr>
              <p:nvPr/>
            </p:nvSpPr>
            <p:spPr bwMode="auto">
              <a:xfrm>
                <a:off x="4004141" y="1394549"/>
                <a:ext cx="336195" cy="747517"/>
              </a:xfrm>
              <a:prstGeom prst="rect">
                <a:avLst/>
              </a:prstGeom>
              <a:solidFill>
                <a:srgbClr val="8B9CC3"/>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38" name="TextBox 1666">
                <a:extLst>
                  <a:ext uri="{FF2B5EF4-FFF2-40B4-BE49-F238E27FC236}">
                    <a16:creationId xmlns:a16="http://schemas.microsoft.com/office/drawing/2014/main" id="{D351A5D0-2FA0-CA44-8882-F56EC42B8AEF}"/>
                  </a:ext>
                </a:extLst>
              </p:cNvPr>
              <p:cNvSpPr txBox="1">
                <a:spLocks noChangeArrowheads="1"/>
              </p:cNvSpPr>
              <p:nvPr/>
            </p:nvSpPr>
            <p:spPr bwMode="auto">
              <a:xfrm>
                <a:off x="3940698" y="1622113"/>
                <a:ext cx="4630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300" b="0" i="0" u="none" strike="noStrike" kern="1200" cap="none" spc="0" normalizeH="0" baseline="0" noProof="0">
                    <a:ln>
                      <a:noFill/>
                    </a:ln>
                    <a:solidFill>
                      <a:srgbClr val="000000"/>
                    </a:solidFill>
                    <a:effectLst/>
                    <a:uLnTx/>
                    <a:uFillTx/>
                    <a:latin typeface="Myriad Pro Black" charset="0"/>
                    <a:ea typeface="ＭＳ Ｐゴシック" panose="020B0600070205080204" pitchFamily="34" charset="-128"/>
                    <a:cs typeface="+mn-cs"/>
                  </a:rPr>
                  <a:t>Tex</a:t>
                </a:r>
              </a:p>
            </p:txBody>
          </p:sp>
        </p:grpSp>
        <p:grpSp>
          <p:nvGrpSpPr>
            <p:cNvPr id="91085" name="Group 1428">
              <a:extLst>
                <a:ext uri="{FF2B5EF4-FFF2-40B4-BE49-F238E27FC236}">
                  <a16:creationId xmlns:a16="http://schemas.microsoft.com/office/drawing/2014/main" id="{119BFEF6-169C-8042-9340-C39D6A351D5A}"/>
                </a:ext>
              </a:extLst>
            </p:cNvPr>
            <p:cNvGrpSpPr>
              <a:grpSpLocks/>
            </p:cNvGrpSpPr>
            <p:nvPr/>
          </p:nvGrpSpPr>
          <p:grpSpPr bwMode="auto">
            <a:xfrm>
              <a:off x="517764" y="1384300"/>
              <a:ext cx="1114185" cy="751417"/>
              <a:chOff x="517764" y="1384300"/>
              <a:chExt cx="1114185" cy="751417"/>
            </a:xfrm>
          </p:grpSpPr>
          <p:sp>
            <p:nvSpPr>
              <p:cNvPr id="1639" name="Rectangle 1638">
                <a:extLst>
                  <a:ext uri="{FF2B5EF4-FFF2-40B4-BE49-F238E27FC236}">
                    <a16:creationId xmlns:a16="http://schemas.microsoft.com/office/drawing/2014/main" id="{1C8C1FE7-625A-E84E-8A61-4C6646E58D45}"/>
                  </a:ext>
                </a:extLst>
              </p:cNvPr>
              <p:cNvSpPr/>
              <p:nvPr/>
            </p:nvSpPr>
            <p:spPr bwMode="auto">
              <a:xfrm>
                <a:off x="517281" y="1383797"/>
                <a:ext cx="1114303" cy="752450"/>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8311" name="Rectangle 1639">
                <a:extLst>
                  <a:ext uri="{FF2B5EF4-FFF2-40B4-BE49-F238E27FC236}">
                    <a16:creationId xmlns:a16="http://schemas.microsoft.com/office/drawing/2014/main" id="{70F5CC5F-D832-BB49-B452-0E62767F3FA7}"/>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12" name="Rectangle 1640">
                <a:extLst>
                  <a:ext uri="{FF2B5EF4-FFF2-40B4-BE49-F238E27FC236}">
                    <a16:creationId xmlns:a16="http://schemas.microsoft.com/office/drawing/2014/main" id="{1508147C-5BBC-DC49-BFFA-A5EE55A8DF91}"/>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13" name="Rectangle 1641">
                <a:extLst>
                  <a:ext uri="{FF2B5EF4-FFF2-40B4-BE49-F238E27FC236}">
                    <a16:creationId xmlns:a16="http://schemas.microsoft.com/office/drawing/2014/main" id="{C717B6F4-9F6D-9540-9876-DA35239F4A8E}"/>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14" name="Rectangle 1642">
                <a:extLst>
                  <a:ext uri="{FF2B5EF4-FFF2-40B4-BE49-F238E27FC236}">
                    <a16:creationId xmlns:a16="http://schemas.microsoft.com/office/drawing/2014/main" id="{4C8F6564-52EF-B84A-BE62-F084571BFAAA}"/>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15" name="Rectangle 1643">
                <a:extLst>
                  <a:ext uri="{FF2B5EF4-FFF2-40B4-BE49-F238E27FC236}">
                    <a16:creationId xmlns:a16="http://schemas.microsoft.com/office/drawing/2014/main" id="{3F5412B2-1F69-824E-BA62-66B8486F17E0}"/>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16" name="Rectangle 1644">
                <a:extLst>
                  <a:ext uri="{FF2B5EF4-FFF2-40B4-BE49-F238E27FC236}">
                    <a16:creationId xmlns:a16="http://schemas.microsoft.com/office/drawing/2014/main" id="{59BACD90-A113-4D4B-AB51-C97673FEF563}"/>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17" name="Rectangle 1645">
                <a:extLst>
                  <a:ext uri="{FF2B5EF4-FFF2-40B4-BE49-F238E27FC236}">
                    <a16:creationId xmlns:a16="http://schemas.microsoft.com/office/drawing/2014/main" id="{81038651-77B6-6B44-A8AA-7A443EEA0545}"/>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18" name="Rectangle 1646">
                <a:extLst>
                  <a:ext uri="{FF2B5EF4-FFF2-40B4-BE49-F238E27FC236}">
                    <a16:creationId xmlns:a16="http://schemas.microsoft.com/office/drawing/2014/main" id="{A9057200-BD40-CD4A-9A39-7F8AE9F3FEE1}"/>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19" name="Rectangle 1647">
                <a:extLst>
                  <a:ext uri="{FF2B5EF4-FFF2-40B4-BE49-F238E27FC236}">
                    <a16:creationId xmlns:a16="http://schemas.microsoft.com/office/drawing/2014/main" id="{8DAC9B3D-B277-444D-BE9C-A8072438DA4E}"/>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20" name="Rectangle 1648">
                <a:extLst>
                  <a:ext uri="{FF2B5EF4-FFF2-40B4-BE49-F238E27FC236}">
                    <a16:creationId xmlns:a16="http://schemas.microsoft.com/office/drawing/2014/main" id="{CFAA78D1-EE05-3B49-965C-92D778F71808}"/>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21" name="Rectangle 1649">
                <a:extLst>
                  <a:ext uri="{FF2B5EF4-FFF2-40B4-BE49-F238E27FC236}">
                    <a16:creationId xmlns:a16="http://schemas.microsoft.com/office/drawing/2014/main" id="{048E216B-84E4-C046-AB2C-8A323FAAD250}"/>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22" name="Rectangle 1650">
                <a:extLst>
                  <a:ext uri="{FF2B5EF4-FFF2-40B4-BE49-F238E27FC236}">
                    <a16:creationId xmlns:a16="http://schemas.microsoft.com/office/drawing/2014/main" id="{D2D93978-A960-F14D-BCF0-DC87DECAFEFE}"/>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23" name="Rectangle 1651">
                <a:extLst>
                  <a:ext uri="{FF2B5EF4-FFF2-40B4-BE49-F238E27FC236}">
                    <a16:creationId xmlns:a16="http://schemas.microsoft.com/office/drawing/2014/main" id="{26BF7543-DFB2-5C48-B7A2-DE77729D434C}"/>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24" name="Rectangle 1652">
                <a:extLst>
                  <a:ext uri="{FF2B5EF4-FFF2-40B4-BE49-F238E27FC236}">
                    <a16:creationId xmlns:a16="http://schemas.microsoft.com/office/drawing/2014/main" id="{75F01788-3EB7-3A46-92D9-5D677E005A3A}"/>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25" name="Rectangle 1653">
                <a:extLst>
                  <a:ext uri="{FF2B5EF4-FFF2-40B4-BE49-F238E27FC236}">
                    <a16:creationId xmlns:a16="http://schemas.microsoft.com/office/drawing/2014/main" id="{04E8582D-3D59-7E4A-B41D-D7A03A9108E8}"/>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26" name="Rectangle 1654">
                <a:extLst>
                  <a:ext uri="{FF2B5EF4-FFF2-40B4-BE49-F238E27FC236}">
                    <a16:creationId xmlns:a16="http://schemas.microsoft.com/office/drawing/2014/main" id="{02D92144-AC10-1543-89CB-739B923E485A}"/>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27" name="Rectangle 1655">
                <a:extLst>
                  <a:ext uri="{FF2B5EF4-FFF2-40B4-BE49-F238E27FC236}">
                    <a16:creationId xmlns:a16="http://schemas.microsoft.com/office/drawing/2014/main" id="{19C4C88A-8CF3-3D41-9F84-93883716A9D5}"/>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28" name="Rectangle 1656">
                <a:extLst>
                  <a:ext uri="{FF2B5EF4-FFF2-40B4-BE49-F238E27FC236}">
                    <a16:creationId xmlns:a16="http://schemas.microsoft.com/office/drawing/2014/main" id="{421C371E-B368-6748-A506-C972BDA49A89}"/>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29" name="Rectangle 1657">
                <a:extLst>
                  <a:ext uri="{FF2B5EF4-FFF2-40B4-BE49-F238E27FC236}">
                    <a16:creationId xmlns:a16="http://schemas.microsoft.com/office/drawing/2014/main" id="{862B1C53-CCC9-8F4C-91DA-3F1912E232E8}"/>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30" name="Rectangle 1658">
                <a:extLst>
                  <a:ext uri="{FF2B5EF4-FFF2-40B4-BE49-F238E27FC236}">
                    <a16:creationId xmlns:a16="http://schemas.microsoft.com/office/drawing/2014/main" id="{EE561F07-ED55-5244-B73C-99F8738D12D2}"/>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31" name="Rectangle 1659">
                <a:extLst>
                  <a:ext uri="{FF2B5EF4-FFF2-40B4-BE49-F238E27FC236}">
                    <a16:creationId xmlns:a16="http://schemas.microsoft.com/office/drawing/2014/main" id="{C02FB0D2-4293-E04F-AC0E-C0EEE238481F}"/>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32" name="Rectangle 1660">
                <a:extLst>
                  <a:ext uri="{FF2B5EF4-FFF2-40B4-BE49-F238E27FC236}">
                    <a16:creationId xmlns:a16="http://schemas.microsoft.com/office/drawing/2014/main" id="{D89DB0B6-1CD2-B746-A9B7-F27F2EAE7408}"/>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33" name="Rectangle 1661">
                <a:extLst>
                  <a:ext uri="{FF2B5EF4-FFF2-40B4-BE49-F238E27FC236}">
                    <a16:creationId xmlns:a16="http://schemas.microsoft.com/office/drawing/2014/main" id="{59F8877C-3471-F14B-932D-0B871DC72801}"/>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34" name="Rectangle 1662">
                <a:extLst>
                  <a:ext uri="{FF2B5EF4-FFF2-40B4-BE49-F238E27FC236}">
                    <a16:creationId xmlns:a16="http://schemas.microsoft.com/office/drawing/2014/main" id="{814EB2D4-8874-0946-8B97-38B927E86E73}"/>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35" name="Rectangle 1663">
                <a:extLst>
                  <a:ext uri="{FF2B5EF4-FFF2-40B4-BE49-F238E27FC236}">
                    <a16:creationId xmlns:a16="http://schemas.microsoft.com/office/drawing/2014/main" id="{0BB2D399-45E8-C140-B7CF-EB3524E913E6}"/>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36" name="Rectangle 1664">
                <a:extLst>
                  <a:ext uri="{FF2B5EF4-FFF2-40B4-BE49-F238E27FC236}">
                    <a16:creationId xmlns:a16="http://schemas.microsoft.com/office/drawing/2014/main" id="{422CFB2F-B419-7744-82CA-3BF62E9762AE}"/>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1086" name="Group 1429">
              <a:extLst>
                <a:ext uri="{FF2B5EF4-FFF2-40B4-BE49-F238E27FC236}">
                  <a16:creationId xmlns:a16="http://schemas.microsoft.com/office/drawing/2014/main" id="{353D4797-CC51-E746-A547-53BDB786404B}"/>
                </a:ext>
              </a:extLst>
            </p:cNvPr>
            <p:cNvGrpSpPr>
              <a:grpSpLocks/>
            </p:cNvGrpSpPr>
            <p:nvPr/>
          </p:nvGrpSpPr>
          <p:grpSpPr bwMode="auto">
            <a:xfrm>
              <a:off x="1686164" y="1389648"/>
              <a:ext cx="1114185" cy="751417"/>
              <a:chOff x="517764" y="1384300"/>
              <a:chExt cx="1114185" cy="751417"/>
            </a:xfrm>
          </p:grpSpPr>
          <p:sp>
            <p:nvSpPr>
              <p:cNvPr id="1612" name="Rectangle 1611">
                <a:extLst>
                  <a:ext uri="{FF2B5EF4-FFF2-40B4-BE49-F238E27FC236}">
                    <a16:creationId xmlns:a16="http://schemas.microsoft.com/office/drawing/2014/main" id="{768C3328-634F-684D-BA8B-8E95C502A090}"/>
                  </a:ext>
                </a:extLst>
              </p:cNvPr>
              <p:cNvSpPr/>
              <p:nvPr/>
            </p:nvSpPr>
            <p:spPr bwMode="auto">
              <a:xfrm>
                <a:off x="517153" y="1384799"/>
                <a:ext cx="1114303"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1116" name="Rectangle 1612">
                <a:extLst>
                  <a:ext uri="{FF2B5EF4-FFF2-40B4-BE49-F238E27FC236}">
                    <a16:creationId xmlns:a16="http://schemas.microsoft.com/office/drawing/2014/main" id="{870D5577-96A4-294C-81EC-F7F5D3E0655B}"/>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117" name="Rectangle 1613">
                <a:extLst>
                  <a:ext uri="{FF2B5EF4-FFF2-40B4-BE49-F238E27FC236}">
                    <a16:creationId xmlns:a16="http://schemas.microsoft.com/office/drawing/2014/main" id="{C9C55474-B651-9D47-BF32-5E66AC0D5067}"/>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118" name="Rectangle 1614">
                <a:extLst>
                  <a:ext uri="{FF2B5EF4-FFF2-40B4-BE49-F238E27FC236}">
                    <a16:creationId xmlns:a16="http://schemas.microsoft.com/office/drawing/2014/main" id="{9D75491C-3662-CA4E-B594-A64434BD50F8}"/>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119" name="Rectangle 1615">
                <a:extLst>
                  <a:ext uri="{FF2B5EF4-FFF2-40B4-BE49-F238E27FC236}">
                    <a16:creationId xmlns:a16="http://schemas.microsoft.com/office/drawing/2014/main" id="{DFBD45B4-B6E6-A042-AD69-364DE414B32C}"/>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20" name="Rectangle 1616">
                <a:extLst>
                  <a:ext uri="{FF2B5EF4-FFF2-40B4-BE49-F238E27FC236}">
                    <a16:creationId xmlns:a16="http://schemas.microsoft.com/office/drawing/2014/main" id="{82DFFABD-478D-DE40-BFEC-B4D628882B0C}"/>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21" name="Rectangle 1617">
                <a:extLst>
                  <a:ext uri="{FF2B5EF4-FFF2-40B4-BE49-F238E27FC236}">
                    <a16:creationId xmlns:a16="http://schemas.microsoft.com/office/drawing/2014/main" id="{51C7705F-09E6-B243-936A-706F1465DB26}"/>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122" name="Rectangle 1618">
                <a:extLst>
                  <a:ext uri="{FF2B5EF4-FFF2-40B4-BE49-F238E27FC236}">
                    <a16:creationId xmlns:a16="http://schemas.microsoft.com/office/drawing/2014/main" id="{806A03D7-D20C-D142-9B8F-746BE676598C}"/>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23" name="Rectangle 1619">
                <a:extLst>
                  <a:ext uri="{FF2B5EF4-FFF2-40B4-BE49-F238E27FC236}">
                    <a16:creationId xmlns:a16="http://schemas.microsoft.com/office/drawing/2014/main" id="{5383E38B-0FE1-2648-A7CE-1175DC4699A9}"/>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24" name="Rectangle 1620">
                <a:extLst>
                  <a:ext uri="{FF2B5EF4-FFF2-40B4-BE49-F238E27FC236}">
                    <a16:creationId xmlns:a16="http://schemas.microsoft.com/office/drawing/2014/main" id="{FBE89D0E-0EF1-7A49-80CB-AA7B5642E8EC}"/>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125" name="Rectangle 1621">
                <a:extLst>
                  <a:ext uri="{FF2B5EF4-FFF2-40B4-BE49-F238E27FC236}">
                    <a16:creationId xmlns:a16="http://schemas.microsoft.com/office/drawing/2014/main" id="{ADB5117D-2588-B34A-A830-A27844F6F320}"/>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26" name="Rectangle 1622">
                <a:extLst>
                  <a:ext uri="{FF2B5EF4-FFF2-40B4-BE49-F238E27FC236}">
                    <a16:creationId xmlns:a16="http://schemas.microsoft.com/office/drawing/2014/main" id="{FDE153F2-1FF1-C74A-9363-8A4BB909C3D3}"/>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27" name="Rectangle 1623">
                <a:extLst>
                  <a:ext uri="{FF2B5EF4-FFF2-40B4-BE49-F238E27FC236}">
                    <a16:creationId xmlns:a16="http://schemas.microsoft.com/office/drawing/2014/main" id="{12E59783-8147-A240-8C6C-8049C0304461}"/>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128" name="Rectangle 1624">
                <a:extLst>
                  <a:ext uri="{FF2B5EF4-FFF2-40B4-BE49-F238E27FC236}">
                    <a16:creationId xmlns:a16="http://schemas.microsoft.com/office/drawing/2014/main" id="{E4D4CCEB-1F66-534C-8302-25DCB8805E08}"/>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29" name="Rectangle 1625">
                <a:extLst>
                  <a:ext uri="{FF2B5EF4-FFF2-40B4-BE49-F238E27FC236}">
                    <a16:creationId xmlns:a16="http://schemas.microsoft.com/office/drawing/2014/main" id="{D8921008-A053-0944-B89F-057E16772C16}"/>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30" name="Rectangle 1626">
                <a:extLst>
                  <a:ext uri="{FF2B5EF4-FFF2-40B4-BE49-F238E27FC236}">
                    <a16:creationId xmlns:a16="http://schemas.microsoft.com/office/drawing/2014/main" id="{0E2C7343-B168-5E47-AE58-254E6F8A75BA}"/>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131" name="Rectangle 1627">
                <a:extLst>
                  <a:ext uri="{FF2B5EF4-FFF2-40B4-BE49-F238E27FC236}">
                    <a16:creationId xmlns:a16="http://schemas.microsoft.com/office/drawing/2014/main" id="{4AE3AE15-CFEB-3343-96F5-6DE58EE7A1BB}"/>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32" name="Rectangle 1628">
                <a:extLst>
                  <a:ext uri="{FF2B5EF4-FFF2-40B4-BE49-F238E27FC236}">
                    <a16:creationId xmlns:a16="http://schemas.microsoft.com/office/drawing/2014/main" id="{C133593F-EF10-E641-96A7-F7B5879DB790}"/>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33" name="Rectangle 1629">
                <a:extLst>
                  <a:ext uri="{FF2B5EF4-FFF2-40B4-BE49-F238E27FC236}">
                    <a16:creationId xmlns:a16="http://schemas.microsoft.com/office/drawing/2014/main" id="{3759B188-CA7C-244D-BCD6-3408DA9B9E22}"/>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134" name="Rectangle 1630">
                <a:extLst>
                  <a:ext uri="{FF2B5EF4-FFF2-40B4-BE49-F238E27FC236}">
                    <a16:creationId xmlns:a16="http://schemas.microsoft.com/office/drawing/2014/main" id="{953EEF89-455B-3243-910C-96B0FD40D799}"/>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35" name="Rectangle 1631">
                <a:extLst>
                  <a:ext uri="{FF2B5EF4-FFF2-40B4-BE49-F238E27FC236}">
                    <a16:creationId xmlns:a16="http://schemas.microsoft.com/office/drawing/2014/main" id="{82E80812-9572-1D45-94BC-62523AFD0D12}"/>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04" name="Rectangle 1632">
                <a:extLst>
                  <a:ext uri="{FF2B5EF4-FFF2-40B4-BE49-F238E27FC236}">
                    <a16:creationId xmlns:a16="http://schemas.microsoft.com/office/drawing/2014/main" id="{E483BAFB-5022-2B4E-9734-D0DD0A91276D}"/>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05" name="Rectangle 1633">
                <a:extLst>
                  <a:ext uri="{FF2B5EF4-FFF2-40B4-BE49-F238E27FC236}">
                    <a16:creationId xmlns:a16="http://schemas.microsoft.com/office/drawing/2014/main" id="{D67EE9A0-A7F0-5C46-8E56-C3F363132422}"/>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06" name="Rectangle 1634">
                <a:extLst>
                  <a:ext uri="{FF2B5EF4-FFF2-40B4-BE49-F238E27FC236}">
                    <a16:creationId xmlns:a16="http://schemas.microsoft.com/office/drawing/2014/main" id="{394F8C83-7B9B-5144-BB11-16C041899BD8}"/>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07" name="Rectangle 1635">
                <a:extLst>
                  <a:ext uri="{FF2B5EF4-FFF2-40B4-BE49-F238E27FC236}">
                    <a16:creationId xmlns:a16="http://schemas.microsoft.com/office/drawing/2014/main" id="{502F1275-8E79-0D49-BF77-F070400D18BD}"/>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8308" name="Rectangle 1636">
                <a:extLst>
                  <a:ext uri="{FF2B5EF4-FFF2-40B4-BE49-F238E27FC236}">
                    <a16:creationId xmlns:a16="http://schemas.microsoft.com/office/drawing/2014/main" id="{E112B2D9-ED31-FB44-BFD3-8C2083793E4D}"/>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309" name="Rectangle 1637">
                <a:extLst>
                  <a:ext uri="{FF2B5EF4-FFF2-40B4-BE49-F238E27FC236}">
                    <a16:creationId xmlns:a16="http://schemas.microsoft.com/office/drawing/2014/main" id="{9D02A29F-447C-5D4E-9C91-EA1E893FE924}"/>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1087" name="Group 1457">
              <a:extLst>
                <a:ext uri="{FF2B5EF4-FFF2-40B4-BE49-F238E27FC236}">
                  <a16:creationId xmlns:a16="http://schemas.microsoft.com/office/drawing/2014/main" id="{556C2D81-0AED-BF46-ABA0-4B97AB1E336B}"/>
                </a:ext>
              </a:extLst>
            </p:cNvPr>
            <p:cNvGrpSpPr>
              <a:grpSpLocks/>
            </p:cNvGrpSpPr>
            <p:nvPr/>
          </p:nvGrpSpPr>
          <p:grpSpPr bwMode="auto">
            <a:xfrm>
              <a:off x="2849216" y="1389648"/>
              <a:ext cx="1114185" cy="751417"/>
              <a:chOff x="517764" y="1384300"/>
              <a:chExt cx="1114185" cy="751417"/>
            </a:xfrm>
          </p:grpSpPr>
          <p:sp>
            <p:nvSpPr>
              <p:cNvPr id="1585" name="Rectangle 1584">
                <a:extLst>
                  <a:ext uri="{FF2B5EF4-FFF2-40B4-BE49-F238E27FC236}">
                    <a16:creationId xmlns:a16="http://schemas.microsoft.com/office/drawing/2014/main" id="{DF4E4396-1286-5647-B947-D704C2393A07}"/>
                  </a:ext>
                </a:extLst>
              </p:cNvPr>
              <p:cNvSpPr/>
              <p:nvPr/>
            </p:nvSpPr>
            <p:spPr bwMode="auto">
              <a:xfrm>
                <a:off x="517611" y="1384799"/>
                <a:ext cx="1114303"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1089" name="Rectangle 1585">
                <a:extLst>
                  <a:ext uri="{FF2B5EF4-FFF2-40B4-BE49-F238E27FC236}">
                    <a16:creationId xmlns:a16="http://schemas.microsoft.com/office/drawing/2014/main" id="{E86932F8-7AC4-4645-8E70-A98FD933D9F8}"/>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90" name="Rectangle 1586">
                <a:extLst>
                  <a:ext uri="{FF2B5EF4-FFF2-40B4-BE49-F238E27FC236}">
                    <a16:creationId xmlns:a16="http://schemas.microsoft.com/office/drawing/2014/main" id="{778E0C08-74B2-474C-80FF-B8DC7F703B11}"/>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91" name="Rectangle 1587">
                <a:extLst>
                  <a:ext uri="{FF2B5EF4-FFF2-40B4-BE49-F238E27FC236}">
                    <a16:creationId xmlns:a16="http://schemas.microsoft.com/office/drawing/2014/main" id="{61B1B76F-C7AA-2749-AABF-30EA56C070CB}"/>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92" name="Rectangle 1588">
                <a:extLst>
                  <a:ext uri="{FF2B5EF4-FFF2-40B4-BE49-F238E27FC236}">
                    <a16:creationId xmlns:a16="http://schemas.microsoft.com/office/drawing/2014/main" id="{45F260DB-3C64-2342-A282-7388C085B530}"/>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93" name="Rectangle 1589">
                <a:extLst>
                  <a:ext uri="{FF2B5EF4-FFF2-40B4-BE49-F238E27FC236}">
                    <a16:creationId xmlns:a16="http://schemas.microsoft.com/office/drawing/2014/main" id="{13205DCE-F7D2-4D4D-AED4-593FF4701A0F}"/>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94" name="Rectangle 1590">
                <a:extLst>
                  <a:ext uri="{FF2B5EF4-FFF2-40B4-BE49-F238E27FC236}">
                    <a16:creationId xmlns:a16="http://schemas.microsoft.com/office/drawing/2014/main" id="{1C2D25A5-FB5E-C54B-87CA-4AE2B65B8E23}"/>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95" name="Rectangle 1591">
                <a:extLst>
                  <a:ext uri="{FF2B5EF4-FFF2-40B4-BE49-F238E27FC236}">
                    <a16:creationId xmlns:a16="http://schemas.microsoft.com/office/drawing/2014/main" id="{9E040053-9EDA-EE42-B824-1741CCFC5703}"/>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96" name="Rectangle 1592">
                <a:extLst>
                  <a:ext uri="{FF2B5EF4-FFF2-40B4-BE49-F238E27FC236}">
                    <a16:creationId xmlns:a16="http://schemas.microsoft.com/office/drawing/2014/main" id="{B2ABD7FB-7D6B-EB4D-A4CE-C3714DADA582}"/>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97" name="Rectangle 1593">
                <a:extLst>
                  <a:ext uri="{FF2B5EF4-FFF2-40B4-BE49-F238E27FC236}">
                    <a16:creationId xmlns:a16="http://schemas.microsoft.com/office/drawing/2014/main" id="{0627EED6-2FA3-4444-9678-8794E9B803D0}"/>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98" name="Rectangle 1594">
                <a:extLst>
                  <a:ext uri="{FF2B5EF4-FFF2-40B4-BE49-F238E27FC236}">
                    <a16:creationId xmlns:a16="http://schemas.microsoft.com/office/drawing/2014/main" id="{7FFE30D2-CA1F-3049-B403-4007C70EE10A}"/>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99" name="Rectangle 1595">
                <a:extLst>
                  <a:ext uri="{FF2B5EF4-FFF2-40B4-BE49-F238E27FC236}">
                    <a16:creationId xmlns:a16="http://schemas.microsoft.com/office/drawing/2014/main" id="{A7A8CD05-3F29-5B41-AE89-F0281E7D0455}"/>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00" name="Rectangle 1596">
                <a:extLst>
                  <a:ext uri="{FF2B5EF4-FFF2-40B4-BE49-F238E27FC236}">
                    <a16:creationId xmlns:a16="http://schemas.microsoft.com/office/drawing/2014/main" id="{7DF9E054-0885-9B4D-BB47-A0F6B05D28F2}"/>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101" name="Rectangle 1597">
                <a:extLst>
                  <a:ext uri="{FF2B5EF4-FFF2-40B4-BE49-F238E27FC236}">
                    <a16:creationId xmlns:a16="http://schemas.microsoft.com/office/drawing/2014/main" id="{22FCD7CC-5E2A-D241-B391-201A0414EFB3}"/>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02" name="Rectangle 1598">
                <a:extLst>
                  <a:ext uri="{FF2B5EF4-FFF2-40B4-BE49-F238E27FC236}">
                    <a16:creationId xmlns:a16="http://schemas.microsoft.com/office/drawing/2014/main" id="{760C1DD4-C183-E749-9235-D1A5484A51B4}"/>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03" name="Rectangle 1599">
                <a:extLst>
                  <a:ext uri="{FF2B5EF4-FFF2-40B4-BE49-F238E27FC236}">
                    <a16:creationId xmlns:a16="http://schemas.microsoft.com/office/drawing/2014/main" id="{F3B32648-3B15-8946-992D-84BE26BA6FC8}"/>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104" name="Rectangle 1600">
                <a:extLst>
                  <a:ext uri="{FF2B5EF4-FFF2-40B4-BE49-F238E27FC236}">
                    <a16:creationId xmlns:a16="http://schemas.microsoft.com/office/drawing/2014/main" id="{368C7227-BBF4-E549-9E20-C4B439F9D01E}"/>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05" name="Rectangle 1601">
                <a:extLst>
                  <a:ext uri="{FF2B5EF4-FFF2-40B4-BE49-F238E27FC236}">
                    <a16:creationId xmlns:a16="http://schemas.microsoft.com/office/drawing/2014/main" id="{5F82744E-6F14-CC44-B07F-1C3974149C24}"/>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06" name="Rectangle 1602">
                <a:extLst>
                  <a:ext uri="{FF2B5EF4-FFF2-40B4-BE49-F238E27FC236}">
                    <a16:creationId xmlns:a16="http://schemas.microsoft.com/office/drawing/2014/main" id="{1731E983-9419-D647-9AA8-11505FDAF853}"/>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107" name="Rectangle 1603">
                <a:extLst>
                  <a:ext uri="{FF2B5EF4-FFF2-40B4-BE49-F238E27FC236}">
                    <a16:creationId xmlns:a16="http://schemas.microsoft.com/office/drawing/2014/main" id="{193D19EE-EC22-7042-89A0-F1D8277BFEDA}"/>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08" name="Rectangle 1604">
                <a:extLst>
                  <a:ext uri="{FF2B5EF4-FFF2-40B4-BE49-F238E27FC236}">
                    <a16:creationId xmlns:a16="http://schemas.microsoft.com/office/drawing/2014/main" id="{4C7EC26C-2BEB-DF4C-B51C-B79595DD5E5C}"/>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09" name="Rectangle 1605">
                <a:extLst>
                  <a:ext uri="{FF2B5EF4-FFF2-40B4-BE49-F238E27FC236}">
                    <a16:creationId xmlns:a16="http://schemas.microsoft.com/office/drawing/2014/main" id="{7E954F8F-02D2-0C44-80AC-A72A4012B977}"/>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110" name="Rectangle 1606">
                <a:extLst>
                  <a:ext uri="{FF2B5EF4-FFF2-40B4-BE49-F238E27FC236}">
                    <a16:creationId xmlns:a16="http://schemas.microsoft.com/office/drawing/2014/main" id="{CF767570-65F5-2947-8DEC-7CF80C54273E}"/>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11" name="Rectangle 1607">
                <a:extLst>
                  <a:ext uri="{FF2B5EF4-FFF2-40B4-BE49-F238E27FC236}">
                    <a16:creationId xmlns:a16="http://schemas.microsoft.com/office/drawing/2014/main" id="{B704F40A-0F66-3149-A600-9417046E69E1}"/>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12" name="Rectangle 1608">
                <a:extLst>
                  <a:ext uri="{FF2B5EF4-FFF2-40B4-BE49-F238E27FC236}">
                    <a16:creationId xmlns:a16="http://schemas.microsoft.com/office/drawing/2014/main" id="{146B3CC0-ABB3-414F-9E96-DB93FB35717B}"/>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113" name="Rectangle 1609">
                <a:extLst>
                  <a:ext uri="{FF2B5EF4-FFF2-40B4-BE49-F238E27FC236}">
                    <a16:creationId xmlns:a16="http://schemas.microsoft.com/office/drawing/2014/main" id="{C45313EC-A62E-314E-AACE-0A381EF2082D}"/>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114" name="Rectangle 1610">
                <a:extLst>
                  <a:ext uri="{FF2B5EF4-FFF2-40B4-BE49-F238E27FC236}">
                    <a16:creationId xmlns:a16="http://schemas.microsoft.com/office/drawing/2014/main" id="{EB19FA31-6D06-D647-949F-524185996364}"/>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90147" name="Group 1667">
            <a:extLst>
              <a:ext uri="{FF2B5EF4-FFF2-40B4-BE49-F238E27FC236}">
                <a16:creationId xmlns:a16="http://schemas.microsoft.com/office/drawing/2014/main" id="{46F01105-81E0-334F-A141-379410D1C69A}"/>
              </a:ext>
            </a:extLst>
          </p:cNvPr>
          <p:cNvGrpSpPr>
            <a:grpSpLocks/>
          </p:cNvGrpSpPr>
          <p:nvPr/>
        </p:nvGrpSpPr>
        <p:grpSpPr bwMode="auto">
          <a:xfrm>
            <a:off x="455613" y="3938588"/>
            <a:ext cx="3948112" cy="877887"/>
            <a:chOff x="458550" y="1323474"/>
            <a:chExt cx="3947680" cy="877859"/>
          </a:xfrm>
        </p:grpSpPr>
        <p:sp>
          <p:nvSpPr>
            <p:cNvPr id="1669" name="Rectangle 1668">
              <a:extLst>
                <a:ext uri="{FF2B5EF4-FFF2-40B4-BE49-F238E27FC236}">
                  <a16:creationId xmlns:a16="http://schemas.microsoft.com/office/drawing/2014/main" id="{7A62658C-05DE-0C46-A649-5ECC83B9370C}"/>
                </a:ext>
              </a:extLst>
            </p:cNvPr>
            <p:cNvSpPr/>
            <p:nvPr/>
          </p:nvSpPr>
          <p:spPr bwMode="auto">
            <a:xfrm>
              <a:off x="458550" y="1323474"/>
              <a:ext cx="3939744" cy="877859"/>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grpSp>
          <p:nvGrpSpPr>
            <p:cNvPr id="90996" name="Group 1486">
              <a:extLst>
                <a:ext uri="{FF2B5EF4-FFF2-40B4-BE49-F238E27FC236}">
                  <a16:creationId xmlns:a16="http://schemas.microsoft.com/office/drawing/2014/main" id="{DE2B2116-1B77-6244-BFF6-BB5A48B7DEDB}"/>
                </a:ext>
              </a:extLst>
            </p:cNvPr>
            <p:cNvGrpSpPr>
              <a:grpSpLocks/>
            </p:cNvGrpSpPr>
            <p:nvPr/>
          </p:nvGrpSpPr>
          <p:grpSpPr bwMode="auto">
            <a:xfrm>
              <a:off x="3943149" y="1394549"/>
              <a:ext cx="463081" cy="747517"/>
              <a:chOff x="3940698" y="1394549"/>
              <a:chExt cx="463081" cy="747517"/>
            </a:xfrm>
          </p:grpSpPr>
          <p:sp>
            <p:nvSpPr>
              <p:cNvPr id="91081" name="Rectangle 1754">
                <a:extLst>
                  <a:ext uri="{FF2B5EF4-FFF2-40B4-BE49-F238E27FC236}">
                    <a16:creationId xmlns:a16="http://schemas.microsoft.com/office/drawing/2014/main" id="{DF8229A6-2769-6945-881D-801E6ABE9FDC}"/>
                  </a:ext>
                </a:extLst>
              </p:cNvPr>
              <p:cNvSpPr>
                <a:spLocks noChangeArrowheads="1"/>
              </p:cNvSpPr>
              <p:nvPr/>
            </p:nvSpPr>
            <p:spPr bwMode="auto">
              <a:xfrm>
                <a:off x="4004141" y="1394549"/>
                <a:ext cx="336195" cy="747517"/>
              </a:xfrm>
              <a:prstGeom prst="rect">
                <a:avLst/>
              </a:prstGeom>
              <a:solidFill>
                <a:srgbClr val="8B9CC3"/>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82" name="TextBox 1755">
                <a:extLst>
                  <a:ext uri="{FF2B5EF4-FFF2-40B4-BE49-F238E27FC236}">
                    <a16:creationId xmlns:a16="http://schemas.microsoft.com/office/drawing/2014/main" id="{4BD0818D-EB53-734F-8DF8-7D499CAC6663}"/>
                  </a:ext>
                </a:extLst>
              </p:cNvPr>
              <p:cNvSpPr txBox="1">
                <a:spLocks noChangeArrowheads="1"/>
              </p:cNvSpPr>
              <p:nvPr/>
            </p:nvSpPr>
            <p:spPr bwMode="auto">
              <a:xfrm>
                <a:off x="3940698" y="1622113"/>
                <a:ext cx="4630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300" b="0" i="0" u="none" strike="noStrike" kern="1200" cap="none" spc="0" normalizeH="0" baseline="0" noProof="0">
                    <a:ln>
                      <a:noFill/>
                    </a:ln>
                    <a:solidFill>
                      <a:srgbClr val="000000"/>
                    </a:solidFill>
                    <a:effectLst/>
                    <a:uLnTx/>
                    <a:uFillTx/>
                    <a:latin typeface="Myriad Pro Black" charset="0"/>
                    <a:ea typeface="ＭＳ Ｐゴシック" panose="020B0600070205080204" pitchFamily="34" charset="-128"/>
                    <a:cs typeface="+mn-cs"/>
                  </a:rPr>
                  <a:t>Tex</a:t>
                </a:r>
              </a:p>
            </p:txBody>
          </p:sp>
        </p:grpSp>
        <p:grpSp>
          <p:nvGrpSpPr>
            <p:cNvPr id="90997" name="Group 1428">
              <a:extLst>
                <a:ext uri="{FF2B5EF4-FFF2-40B4-BE49-F238E27FC236}">
                  <a16:creationId xmlns:a16="http://schemas.microsoft.com/office/drawing/2014/main" id="{F31B4F41-C834-5B47-8A1C-03F0AFBB7481}"/>
                </a:ext>
              </a:extLst>
            </p:cNvPr>
            <p:cNvGrpSpPr>
              <a:grpSpLocks/>
            </p:cNvGrpSpPr>
            <p:nvPr/>
          </p:nvGrpSpPr>
          <p:grpSpPr bwMode="auto">
            <a:xfrm>
              <a:off x="517764" y="1384300"/>
              <a:ext cx="1114185" cy="751417"/>
              <a:chOff x="517764" y="1384300"/>
              <a:chExt cx="1114185" cy="751417"/>
            </a:xfrm>
          </p:grpSpPr>
          <p:sp>
            <p:nvSpPr>
              <p:cNvPr id="1728" name="Rectangle 1727">
                <a:extLst>
                  <a:ext uri="{FF2B5EF4-FFF2-40B4-BE49-F238E27FC236}">
                    <a16:creationId xmlns:a16="http://schemas.microsoft.com/office/drawing/2014/main" id="{28D0C338-D921-7B4A-B566-D1C0F6895967}"/>
                  </a:ext>
                </a:extLst>
              </p:cNvPr>
              <p:cNvSpPr/>
              <p:nvPr/>
            </p:nvSpPr>
            <p:spPr bwMode="auto">
              <a:xfrm>
                <a:off x="517281" y="1383797"/>
                <a:ext cx="1114303" cy="752451"/>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1055" name="Rectangle 1728">
                <a:extLst>
                  <a:ext uri="{FF2B5EF4-FFF2-40B4-BE49-F238E27FC236}">
                    <a16:creationId xmlns:a16="http://schemas.microsoft.com/office/drawing/2014/main" id="{BA3F451D-32A7-6D42-B012-788A612AC50B}"/>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56" name="Rectangle 1729">
                <a:extLst>
                  <a:ext uri="{FF2B5EF4-FFF2-40B4-BE49-F238E27FC236}">
                    <a16:creationId xmlns:a16="http://schemas.microsoft.com/office/drawing/2014/main" id="{7A3523DD-7634-6C4B-A1FA-162D36071ACB}"/>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57" name="Rectangle 1730">
                <a:extLst>
                  <a:ext uri="{FF2B5EF4-FFF2-40B4-BE49-F238E27FC236}">
                    <a16:creationId xmlns:a16="http://schemas.microsoft.com/office/drawing/2014/main" id="{3B3648E1-B04F-D740-ABCB-9DB00786F89C}"/>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58" name="Rectangle 1731">
                <a:extLst>
                  <a:ext uri="{FF2B5EF4-FFF2-40B4-BE49-F238E27FC236}">
                    <a16:creationId xmlns:a16="http://schemas.microsoft.com/office/drawing/2014/main" id="{D4EB97A7-5E83-1143-9EC8-F6EB87F2032E}"/>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59" name="Rectangle 1732">
                <a:extLst>
                  <a:ext uri="{FF2B5EF4-FFF2-40B4-BE49-F238E27FC236}">
                    <a16:creationId xmlns:a16="http://schemas.microsoft.com/office/drawing/2014/main" id="{946093CE-FE2D-6F48-B674-3571140F2950}"/>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60" name="Rectangle 1733">
                <a:extLst>
                  <a:ext uri="{FF2B5EF4-FFF2-40B4-BE49-F238E27FC236}">
                    <a16:creationId xmlns:a16="http://schemas.microsoft.com/office/drawing/2014/main" id="{49529BF2-A5C7-ED41-A256-6524E73794BA}"/>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61" name="Rectangle 1734">
                <a:extLst>
                  <a:ext uri="{FF2B5EF4-FFF2-40B4-BE49-F238E27FC236}">
                    <a16:creationId xmlns:a16="http://schemas.microsoft.com/office/drawing/2014/main" id="{0AE18EB4-2479-D54E-90BE-6D258654E270}"/>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62" name="Rectangle 1735">
                <a:extLst>
                  <a:ext uri="{FF2B5EF4-FFF2-40B4-BE49-F238E27FC236}">
                    <a16:creationId xmlns:a16="http://schemas.microsoft.com/office/drawing/2014/main" id="{516A2DC1-2A41-5B4F-905B-D6C02D970F8A}"/>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63" name="Rectangle 1736">
                <a:extLst>
                  <a:ext uri="{FF2B5EF4-FFF2-40B4-BE49-F238E27FC236}">
                    <a16:creationId xmlns:a16="http://schemas.microsoft.com/office/drawing/2014/main" id="{2F890742-BAFB-A541-BD9C-E3934411A63C}"/>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64" name="Rectangle 1737">
                <a:extLst>
                  <a:ext uri="{FF2B5EF4-FFF2-40B4-BE49-F238E27FC236}">
                    <a16:creationId xmlns:a16="http://schemas.microsoft.com/office/drawing/2014/main" id="{9816748D-6E84-6249-AD26-2E08C886E976}"/>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65" name="Rectangle 1738">
                <a:extLst>
                  <a:ext uri="{FF2B5EF4-FFF2-40B4-BE49-F238E27FC236}">
                    <a16:creationId xmlns:a16="http://schemas.microsoft.com/office/drawing/2014/main" id="{AF28D6EB-59BF-4D45-AE01-901D7C7F6CCC}"/>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66" name="Rectangle 1739">
                <a:extLst>
                  <a:ext uri="{FF2B5EF4-FFF2-40B4-BE49-F238E27FC236}">
                    <a16:creationId xmlns:a16="http://schemas.microsoft.com/office/drawing/2014/main" id="{FE8F7636-62DF-6A48-8CFB-5BF643A6015F}"/>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67" name="Rectangle 1740">
                <a:extLst>
                  <a:ext uri="{FF2B5EF4-FFF2-40B4-BE49-F238E27FC236}">
                    <a16:creationId xmlns:a16="http://schemas.microsoft.com/office/drawing/2014/main" id="{62163AB1-3284-FE45-95E9-29156F5DA808}"/>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68" name="Rectangle 1741">
                <a:extLst>
                  <a:ext uri="{FF2B5EF4-FFF2-40B4-BE49-F238E27FC236}">
                    <a16:creationId xmlns:a16="http://schemas.microsoft.com/office/drawing/2014/main" id="{4D01737E-6BA5-074B-BFC3-4835CA0E11C4}"/>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69" name="Rectangle 1742">
                <a:extLst>
                  <a:ext uri="{FF2B5EF4-FFF2-40B4-BE49-F238E27FC236}">
                    <a16:creationId xmlns:a16="http://schemas.microsoft.com/office/drawing/2014/main" id="{C1CA2D1C-E268-6742-806D-806286FB7A02}"/>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70" name="Rectangle 1743">
                <a:extLst>
                  <a:ext uri="{FF2B5EF4-FFF2-40B4-BE49-F238E27FC236}">
                    <a16:creationId xmlns:a16="http://schemas.microsoft.com/office/drawing/2014/main" id="{743B828B-AF63-6647-BE13-A20DFF5664FF}"/>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71" name="Rectangle 1744">
                <a:extLst>
                  <a:ext uri="{FF2B5EF4-FFF2-40B4-BE49-F238E27FC236}">
                    <a16:creationId xmlns:a16="http://schemas.microsoft.com/office/drawing/2014/main" id="{9CC8884C-AF04-4143-92DF-1F28BBE559E0}"/>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72" name="Rectangle 1745">
                <a:extLst>
                  <a:ext uri="{FF2B5EF4-FFF2-40B4-BE49-F238E27FC236}">
                    <a16:creationId xmlns:a16="http://schemas.microsoft.com/office/drawing/2014/main" id="{770023BD-9420-DB40-9EBA-CF92E4225BA3}"/>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73" name="Rectangle 1746">
                <a:extLst>
                  <a:ext uri="{FF2B5EF4-FFF2-40B4-BE49-F238E27FC236}">
                    <a16:creationId xmlns:a16="http://schemas.microsoft.com/office/drawing/2014/main" id="{3B8C9DE9-FDA8-8A4D-8C25-290916DCAEFF}"/>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74" name="Rectangle 1747">
                <a:extLst>
                  <a:ext uri="{FF2B5EF4-FFF2-40B4-BE49-F238E27FC236}">
                    <a16:creationId xmlns:a16="http://schemas.microsoft.com/office/drawing/2014/main" id="{DBF69B9F-B7F0-9C4D-8334-F72A62A683DF}"/>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75" name="Rectangle 1748">
                <a:extLst>
                  <a:ext uri="{FF2B5EF4-FFF2-40B4-BE49-F238E27FC236}">
                    <a16:creationId xmlns:a16="http://schemas.microsoft.com/office/drawing/2014/main" id="{4B9EF81D-B1AB-1C49-9AF2-4E91D6BFAB6C}"/>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76" name="Rectangle 1749">
                <a:extLst>
                  <a:ext uri="{FF2B5EF4-FFF2-40B4-BE49-F238E27FC236}">
                    <a16:creationId xmlns:a16="http://schemas.microsoft.com/office/drawing/2014/main" id="{1C49E80E-E909-C647-A28F-05D8E9E69AAE}"/>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77" name="Rectangle 1750">
                <a:extLst>
                  <a:ext uri="{FF2B5EF4-FFF2-40B4-BE49-F238E27FC236}">
                    <a16:creationId xmlns:a16="http://schemas.microsoft.com/office/drawing/2014/main" id="{0F61A211-87F9-3D4C-852C-937AC49549E1}"/>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78" name="Rectangle 1751">
                <a:extLst>
                  <a:ext uri="{FF2B5EF4-FFF2-40B4-BE49-F238E27FC236}">
                    <a16:creationId xmlns:a16="http://schemas.microsoft.com/office/drawing/2014/main" id="{F5617D91-01A2-614B-86D0-2A6B88086B53}"/>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79" name="Rectangle 1752">
                <a:extLst>
                  <a:ext uri="{FF2B5EF4-FFF2-40B4-BE49-F238E27FC236}">
                    <a16:creationId xmlns:a16="http://schemas.microsoft.com/office/drawing/2014/main" id="{EA1290D4-7C17-DD48-94D1-4F91BE247CDA}"/>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80" name="Rectangle 1753">
                <a:extLst>
                  <a:ext uri="{FF2B5EF4-FFF2-40B4-BE49-F238E27FC236}">
                    <a16:creationId xmlns:a16="http://schemas.microsoft.com/office/drawing/2014/main" id="{C3193061-2446-4145-B915-083B8C793F60}"/>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0998" name="Group 1429">
              <a:extLst>
                <a:ext uri="{FF2B5EF4-FFF2-40B4-BE49-F238E27FC236}">
                  <a16:creationId xmlns:a16="http://schemas.microsoft.com/office/drawing/2014/main" id="{FDA507E1-8440-EF48-9C5E-C316934C62E5}"/>
                </a:ext>
              </a:extLst>
            </p:cNvPr>
            <p:cNvGrpSpPr>
              <a:grpSpLocks/>
            </p:cNvGrpSpPr>
            <p:nvPr/>
          </p:nvGrpSpPr>
          <p:grpSpPr bwMode="auto">
            <a:xfrm>
              <a:off x="1686164" y="1389648"/>
              <a:ext cx="1114185" cy="751417"/>
              <a:chOff x="517764" y="1384300"/>
              <a:chExt cx="1114185" cy="751417"/>
            </a:xfrm>
          </p:grpSpPr>
          <p:sp>
            <p:nvSpPr>
              <p:cNvPr id="1701" name="Rectangle 1700">
                <a:extLst>
                  <a:ext uri="{FF2B5EF4-FFF2-40B4-BE49-F238E27FC236}">
                    <a16:creationId xmlns:a16="http://schemas.microsoft.com/office/drawing/2014/main" id="{6F18CC96-6677-E948-B975-ED16F8BE789E}"/>
                  </a:ext>
                </a:extLst>
              </p:cNvPr>
              <p:cNvSpPr/>
              <p:nvPr/>
            </p:nvSpPr>
            <p:spPr bwMode="auto">
              <a:xfrm>
                <a:off x="517153" y="1384799"/>
                <a:ext cx="1114303"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1028" name="Rectangle 1701">
                <a:extLst>
                  <a:ext uri="{FF2B5EF4-FFF2-40B4-BE49-F238E27FC236}">
                    <a16:creationId xmlns:a16="http://schemas.microsoft.com/office/drawing/2014/main" id="{4CA63051-6D1A-2F41-B48A-EB03C9C7B78B}"/>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29" name="Rectangle 1702">
                <a:extLst>
                  <a:ext uri="{FF2B5EF4-FFF2-40B4-BE49-F238E27FC236}">
                    <a16:creationId xmlns:a16="http://schemas.microsoft.com/office/drawing/2014/main" id="{C5F4B687-4238-B04F-A905-330B488E823F}"/>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30" name="Rectangle 1703">
                <a:extLst>
                  <a:ext uri="{FF2B5EF4-FFF2-40B4-BE49-F238E27FC236}">
                    <a16:creationId xmlns:a16="http://schemas.microsoft.com/office/drawing/2014/main" id="{5E792CB1-6C53-C84F-BCB3-F34C4C37A4F3}"/>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31" name="Rectangle 1704">
                <a:extLst>
                  <a:ext uri="{FF2B5EF4-FFF2-40B4-BE49-F238E27FC236}">
                    <a16:creationId xmlns:a16="http://schemas.microsoft.com/office/drawing/2014/main" id="{115B9D6C-3AAB-E148-909C-02C13E4AF7D0}"/>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32" name="Rectangle 1705">
                <a:extLst>
                  <a:ext uri="{FF2B5EF4-FFF2-40B4-BE49-F238E27FC236}">
                    <a16:creationId xmlns:a16="http://schemas.microsoft.com/office/drawing/2014/main" id="{9D78BEA2-7941-864E-8746-CB8050F99E67}"/>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33" name="Rectangle 1706">
                <a:extLst>
                  <a:ext uri="{FF2B5EF4-FFF2-40B4-BE49-F238E27FC236}">
                    <a16:creationId xmlns:a16="http://schemas.microsoft.com/office/drawing/2014/main" id="{F56FD19D-B76C-594C-8AE5-D8C3D0F9F193}"/>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34" name="Rectangle 1707">
                <a:extLst>
                  <a:ext uri="{FF2B5EF4-FFF2-40B4-BE49-F238E27FC236}">
                    <a16:creationId xmlns:a16="http://schemas.microsoft.com/office/drawing/2014/main" id="{25EDDC48-8849-E343-A776-BE2EBB9EB814}"/>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35" name="Rectangle 1708">
                <a:extLst>
                  <a:ext uri="{FF2B5EF4-FFF2-40B4-BE49-F238E27FC236}">
                    <a16:creationId xmlns:a16="http://schemas.microsoft.com/office/drawing/2014/main" id="{2A811480-C4C5-3444-A260-835EBD15EC8D}"/>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36" name="Rectangle 1709">
                <a:extLst>
                  <a:ext uri="{FF2B5EF4-FFF2-40B4-BE49-F238E27FC236}">
                    <a16:creationId xmlns:a16="http://schemas.microsoft.com/office/drawing/2014/main" id="{CC895F29-CFB1-3D45-A7E7-B23C099FC740}"/>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37" name="Rectangle 1710">
                <a:extLst>
                  <a:ext uri="{FF2B5EF4-FFF2-40B4-BE49-F238E27FC236}">
                    <a16:creationId xmlns:a16="http://schemas.microsoft.com/office/drawing/2014/main" id="{8E63D8A9-74D4-484E-847B-11F55B79010E}"/>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38" name="Rectangle 1711">
                <a:extLst>
                  <a:ext uri="{FF2B5EF4-FFF2-40B4-BE49-F238E27FC236}">
                    <a16:creationId xmlns:a16="http://schemas.microsoft.com/office/drawing/2014/main" id="{5439BB9D-E01B-F248-9C7A-F61AB5A41816}"/>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39" name="Rectangle 1712">
                <a:extLst>
                  <a:ext uri="{FF2B5EF4-FFF2-40B4-BE49-F238E27FC236}">
                    <a16:creationId xmlns:a16="http://schemas.microsoft.com/office/drawing/2014/main" id="{4BCED969-C92B-F442-83BA-C62B90E93D0B}"/>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40" name="Rectangle 1713">
                <a:extLst>
                  <a:ext uri="{FF2B5EF4-FFF2-40B4-BE49-F238E27FC236}">
                    <a16:creationId xmlns:a16="http://schemas.microsoft.com/office/drawing/2014/main" id="{D85956D5-D773-574D-84C2-8563BFC4A353}"/>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41" name="Rectangle 1714">
                <a:extLst>
                  <a:ext uri="{FF2B5EF4-FFF2-40B4-BE49-F238E27FC236}">
                    <a16:creationId xmlns:a16="http://schemas.microsoft.com/office/drawing/2014/main" id="{4B8B5EB7-5676-8F4D-A866-566ED33BC381}"/>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42" name="Rectangle 1715">
                <a:extLst>
                  <a:ext uri="{FF2B5EF4-FFF2-40B4-BE49-F238E27FC236}">
                    <a16:creationId xmlns:a16="http://schemas.microsoft.com/office/drawing/2014/main" id="{9EB6BA07-BB3D-2F49-A43F-761D58AA6835}"/>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43" name="Rectangle 1716">
                <a:extLst>
                  <a:ext uri="{FF2B5EF4-FFF2-40B4-BE49-F238E27FC236}">
                    <a16:creationId xmlns:a16="http://schemas.microsoft.com/office/drawing/2014/main" id="{B3AEF572-FFE0-B44B-B343-7FAADA9E2E09}"/>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44" name="Rectangle 1717">
                <a:extLst>
                  <a:ext uri="{FF2B5EF4-FFF2-40B4-BE49-F238E27FC236}">
                    <a16:creationId xmlns:a16="http://schemas.microsoft.com/office/drawing/2014/main" id="{D2A76A30-8721-BE40-BE05-ECD2FC287A33}"/>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45" name="Rectangle 1718">
                <a:extLst>
                  <a:ext uri="{FF2B5EF4-FFF2-40B4-BE49-F238E27FC236}">
                    <a16:creationId xmlns:a16="http://schemas.microsoft.com/office/drawing/2014/main" id="{AC5E63F8-5460-4642-8754-D4BB34F36BFD}"/>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46" name="Rectangle 1719">
                <a:extLst>
                  <a:ext uri="{FF2B5EF4-FFF2-40B4-BE49-F238E27FC236}">
                    <a16:creationId xmlns:a16="http://schemas.microsoft.com/office/drawing/2014/main" id="{69E7045B-D453-684E-A757-0969BE0D0C11}"/>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47" name="Rectangle 1720">
                <a:extLst>
                  <a:ext uri="{FF2B5EF4-FFF2-40B4-BE49-F238E27FC236}">
                    <a16:creationId xmlns:a16="http://schemas.microsoft.com/office/drawing/2014/main" id="{DB8BD55D-C8B0-6A4A-A03E-D56509C200E7}"/>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48" name="Rectangle 1721">
                <a:extLst>
                  <a:ext uri="{FF2B5EF4-FFF2-40B4-BE49-F238E27FC236}">
                    <a16:creationId xmlns:a16="http://schemas.microsoft.com/office/drawing/2014/main" id="{DFE12565-9EEB-7C4B-8CC8-967B7C969344}"/>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49" name="Rectangle 1722">
                <a:extLst>
                  <a:ext uri="{FF2B5EF4-FFF2-40B4-BE49-F238E27FC236}">
                    <a16:creationId xmlns:a16="http://schemas.microsoft.com/office/drawing/2014/main" id="{6C230DA5-A661-D04D-9F94-36E6E4882147}"/>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50" name="Rectangle 1723">
                <a:extLst>
                  <a:ext uri="{FF2B5EF4-FFF2-40B4-BE49-F238E27FC236}">
                    <a16:creationId xmlns:a16="http://schemas.microsoft.com/office/drawing/2014/main" id="{EE4B2D7E-A198-1D41-8ACA-492475FC9483}"/>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51" name="Rectangle 1724">
                <a:extLst>
                  <a:ext uri="{FF2B5EF4-FFF2-40B4-BE49-F238E27FC236}">
                    <a16:creationId xmlns:a16="http://schemas.microsoft.com/office/drawing/2014/main" id="{B2A2671D-0883-8643-B192-6B006A4A01F2}"/>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52" name="Rectangle 1725">
                <a:extLst>
                  <a:ext uri="{FF2B5EF4-FFF2-40B4-BE49-F238E27FC236}">
                    <a16:creationId xmlns:a16="http://schemas.microsoft.com/office/drawing/2014/main" id="{B260D8FC-C3B7-A745-892F-B5A6B44C3890}"/>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53" name="Rectangle 1726">
                <a:extLst>
                  <a:ext uri="{FF2B5EF4-FFF2-40B4-BE49-F238E27FC236}">
                    <a16:creationId xmlns:a16="http://schemas.microsoft.com/office/drawing/2014/main" id="{D2ED04E7-1D52-F443-88A7-FD779172B29C}"/>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0999" name="Group 1457">
              <a:extLst>
                <a:ext uri="{FF2B5EF4-FFF2-40B4-BE49-F238E27FC236}">
                  <a16:creationId xmlns:a16="http://schemas.microsoft.com/office/drawing/2014/main" id="{2D5E9B44-341A-3942-9D2A-BACA95FBB15B}"/>
                </a:ext>
              </a:extLst>
            </p:cNvPr>
            <p:cNvGrpSpPr>
              <a:grpSpLocks/>
            </p:cNvGrpSpPr>
            <p:nvPr/>
          </p:nvGrpSpPr>
          <p:grpSpPr bwMode="auto">
            <a:xfrm>
              <a:off x="2849216" y="1389648"/>
              <a:ext cx="1114185" cy="751417"/>
              <a:chOff x="517764" y="1384300"/>
              <a:chExt cx="1114185" cy="751417"/>
            </a:xfrm>
          </p:grpSpPr>
          <p:sp>
            <p:nvSpPr>
              <p:cNvPr id="1674" name="Rectangle 1673">
                <a:extLst>
                  <a:ext uri="{FF2B5EF4-FFF2-40B4-BE49-F238E27FC236}">
                    <a16:creationId xmlns:a16="http://schemas.microsoft.com/office/drawing/2014/main" id="{F68A8F22-4DBA-B041-BC84-BCCBE2FB111A}"/>
                  </a:ext>
                </a:extLst>
              </p:cNvPr>
              <p:cNvSpPr/>
              <p:nvPr/>
            </p:nvSpPr>
            <p:spPr bwMode="auto">
              <a:xfrm>
                <a:off x="517611" y="1384799"/>
                <a:ext cx="1114303"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1001" name="Rectangle 1674">
                <a:extLst>
                  <a:ext uri="{FF2B5EF4-FFF2-40B4-BE49-F238E27FC236}">
                    <a16:creationId xmlns:a16="http://schemas.microsoft.com/office/drawing/2014/main" id="{AA7286CD-323B-454B-AF66-6EEC7DAFE4F6}"/>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02" name="Rectangle 1675">
                <a:extLst>
                  <a:ext uri="{FF2B5EF4-FFF2-40B4-BE49-F238E27FC236}">
                    <a16:creationId xmlns:a16="http://schemas.microsoft.com/office/drawing/2014/main" id="{FEED1DB6-0677-ED46-A2EA-E58A62A5AAF0}"/>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03" name="Rectangle 1676">
                <a:extLst>
                  <a:ext uri="{FF2B5EF4-FFF2-40B4-BE49-F238E27FC236}">
                    <a16:creationId xmlns:a16="http://schemas.microsoft.com/office/drawing/2014/main" id="{DD06E4F7-D5A6-B942-99E6-816735DC3116}"/>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04" name="Rectangle 1677">
                <a:extLst>
                  <a:ext uri="{FF2B5EF4-FFF2-40B4-BE49-F238E27FC236}">
                    <a16:creationId xmlns:a16="http://schemas.microsoft.com/office/drawing/2014/main" id="{A78370F9-5E6A-204A-BE1E-6ED0680B0820}"/>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05" name="Rectangle 1678">
                <a:extLst>
                  <a:ext uri="{FF2B5EF4-FFF2-40B4-BE49-F238E27FC236}">
                    <a16:creationId xmlns:a16="http://schemas.microsoft.com/office/drawing/2014/main" id="{CAF53EC0-3CA5-8844-8A40-0397EC3720BE}"/>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06" name="Rectangle 1679">
                <a:extLst>
                  <a:ext uri="{FF2B5EF4-FFF2-40B4-BE49-F238E27FC236}">
                    <a16:creationId xmlns:a16="http://schemas.microsoft.com/office/drawing/2014/main" id="{24B72C9A-1ED5-2F45-A072-30BED069DFB3}"/>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07" name="Rectangle 1680">
                <a:extLst>
                  <a:ext uri="{FF2B5EF4-FFF2-40B4-BE49-F238E27FC236}">
                    <a16:creationId xmlns:a16="http://schemas.microsoft.com/office/drawing/2014/main" id="{35364B76-8F39-1341-9CB2-BF9D304F1B98}"/>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08" name="Rectangle 1681">
                <a:extLst>
                  <a:ext uri="{FF2B5EF4-FFF2-40B4-BE49-F238E27FC236}">
                    <a16:creationId xmlns:a16="http://schemas.microsoft.com/office/drawing/2014/main" id="{17A8786D-66D5-CA41-BE1C-F2AE1EB55AB8}"/>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09" name="Rectangle 1682">
                <a:extLst>
                  <a:ext uri="{FF2B5EF4-FFF2-40B4-BE49-F238E27FC236}">
                    <a16:creationId xmlns:a16="http://schemas.microsoft.com/office/drawing/2014/main" id="{020A6E4F-6D19-984B-B40C-90C065467E3D}"/>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10" name="Rectangle 1683">
                <a:extLst>
                  <a:ext uri="{FF2B5EF4-FFF2-40B4-BE49-F238E27FC236}">
                    <a16:creationId xmlns:a16="http://schemas.microsoft.com/office/drawing/2014/main" id="{39AB18EB-651D-5C46-8582-1B71FB3F816A}"/>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11" name="Rectangle 1684">
                <a:extLst>
                  <a:ext uri="{FF2B5EF4-FFF2-40B4-BE49-F238E27FC236}">
                    <a16:creationId xmlns:a16="http://schemas.microsoft.com/office/drawing/2014/main" id="{737EC347-DE4A-F342-947F-BB5AFC723951}"/>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12" name="Rectangle 1685">
                <a:extLst>
                  <a:ext uri="{FF2B5EF4-FFF2-40B4-BE49-F238E27FC236}">
                    <a16:creationId xmlns:a16="http://schemas.microsoft.com/office/drawing/2014/main" id="{1DB9DDAE-FCBF-514C-AEFF-2603AC30E0A1}"/>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13" name="Rectangle 1686">
                <a:extLst>
                  <a:ext uri="{FF2B5EF4-FFF2-40B4-BE49-F238E27FC236}">
                    <a16:creationId xmlns:a16="http://schemas.microsoft.com/office/drawing/2014/main" id="{74B2E040-A7D4-CD4B-B49E-1479CBC84841}"/>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14" name="Rectangle 1687">
                <a:extLst>
                  <a:ext uri="{FF2B5EF4-FFF2-40B4-BE49-F238E27FC236}">
                    <a16:creationId xmlns:a16="http://schemas.microsoft.com/office/drawing/2014/main" id="{C237E154-ED5F-8443-AE12-128FA356153D}"/>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15" name="Rectangle 1688">
                <a:extLst>
                  <a:ext uri="{FF2B5EF4-FFF2-40B4-BE49-F238E27FC236}">
                    <a16:creationId xmlns:a16="http://schemas.microsoft.com/office/drawing/2014/main" id="{6C3F968F-091E-684A-8FEE-6F74336A2CA8}"/>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16" name="Rectangle 1689">
                <a:extLst>
                  <a:ext uri="{FF2B5EF4-FFF2-40B4-BE49-F238E27FC236}">
                    <a16:creationId xmlns:a16="http://schemas.microsoft.com/office/drawing/2014/main" id="{D90527FA-7128-5C4A-9CAC-E5DBEE9845DC}"/>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17" name="Rectangle 1690">
                <a:extLst>
                  <a:ext uri="{FF2B5EF4-FFF2-40B4-BE49-F238E27FC236}">
                    <a16:creationId xmlns:a16="http://schemas.microsoft.com/office/drawing/2014/main" id="{22501D7C-F20D-2448-B872-BC6979FAB2FA}"/>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18" name="Rectangle 1691">
                <a:extLst>
                  <a:ext uri="{FF2B5EF4-FFF2-40B4-BE49-F238E27FC236}">
                    <a16:creationId xmlns:a16="http://schemas.microsoft.com/office/drawing/2014/main" id="{BB177CFF-217E-C149-AA7E-9B1572FE251C}"/>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19" name="Rectangle 1692">
                <a:extLst>
                  <a:ext uri="{FF2B5EF4-FFF2-40B4-BE49-F238E27FC236}">
                    <a16:creationId xmlns:a16="http://schemas.microsoft.com/office/drawing/2014/main" id="{BAB3E7EB-5331-6A42-AB12-A511917BDF0D}"/>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20" name="Rectangle 1693">
                <a:extLst>
                  <a:ext uri="{FF2B5EF4-FFF2-40B4-BE49-F238E27FC236}">
                    <a16:creationId xmlns:a16="http://schemas.microsoft.com/office/drawing/2014/main" id="{EB2EFB8A-AA1A-5E4A-BE9C-12E673CC5564}"/>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21" name="Rectangle 1694">
                <a:extLst>
                  <a:ext uri="{FF2B5EF4-FFF2-40B4-BE49-F238E27FC236}">
                    <a16:creationId xmlns:a16="http://schemas.microsoft.com/office/drawing/2014/main" id="{B637E8BF-63BA-0942-9F5A-A0A70B6595E5}"/>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22" name="Rectangle 1695">
                <a:extLst>
                  <a:ext uri="{FF2B5EF4-FFF2-40B4-BE49-F238E27FC236}">
                    <a16:creationId xmlns:a16="http://schemas.microsoft.com/office/drawing/2014/main" id="{8ECE2388-A478-A94A-A001-C11769DD2284}"/>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23" name="Rectangle 1696">
                <a:extLst>
                  <a:ext uri="{FF2B5EF4-FFF2-40B4-BE49-F238E27FC236}">
                    <a16:creationId xmlns:a16="http://schemas.microsoft.com/office/drawing/2014/main" id="{393F68C7-E515-EB44-9AB3-198D10EE4BAA}"/>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24" name="Rectangle 1697">
                <a:extLst>
                  <a:ext uri="{FF2B5EF4-FFF2-40B4-BE49-F238E27FC236}">
                    <a16:creationId xmlns:a16="http://schemas.microsoft.com/office/drawing/2014/main" id="{F1A0F24E-1AD8-C645-BD80-D0EE5CC19C0C}"/>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1025" name="Rectangle 1698">
                <a:extLst>
                  <a:ext uri="{FF2B5EF4-FFF2-40B4-BE49-F238E27FC236}">
                    <a16:creationId xmlns:a16="http://schemas.microsoft.com/office/drawing/2014/main" id="{DC87397A-E350-FF41-A91F-2593AA28986E}"/>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026" name="Rectangle 1699">
                <a:extLst>
                  <a:ext uri="{FF2B5EF4-FFF2-40B4-BE49-F238E27FC236}">
                    <a16:creationId xmlns:a16="http://schemas.microsoft.com/office/drawing/2014/main" id="{76B8E6FB-9B55-904C-A3CF-E5DB74B199D8}"/>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90148" name="Group 1756">
            <a:extLst>
              <a:ext uri="{FF2B5EF4-FFF2-40B4-BE49-F238E27FC236}">
                <a16:creationId xmlns:a16="http://schemas.microsoft.com/office/drawing/2014/main" id="{4743957F-98A1-874A-8D96-AE09E42D8B4D}"/>
              </a:ext>
            </a:extLst>
          </p:cNvPr>
          <p:cNvGrpSpPr>
            <a:grpSpLocks/>
          </p:cNvGrpSpPr>
          <p:nvPr/>
        </p:nvGrpSpPr>
        <p:grpSpPr bwMode="auto">
          <a:xfrm>
            <a:off x="455613" y="4810125"/>
            <a:ext cx="3948112" cy="877888"/>
            <a:chOff x="458550" y="1323474"/>
            <a:chExt cx="3947680" cy="877859"/>
          </a:xfrm>
        </p:grpSpPr>
        <p:sp>
          <p:nvSpPr>
            <p:cNvPr id="1758" name="Rectangle 1757">
              <a:extLst>
                <a:ext uri="{FF2B5EF4-FFF2-40B4-BE49-F238E27FC236}">
                  <a16:creationId xmlns:a16="http://schemas.microsoft.com/office/drawing/2014/main" id="{088148F9-0DEF-A748-A4E0-819B885C62BD}"/>
                </a:ext>
              </a:extLst>
            </p:cNvPr>
            <p:cNvSpPr/>
            <p:nvPr/>
          </p:nvSpPr>
          <p:spPr bwMode="auto">
            <a:xfrm>
              <a:off x="458550" y="1323474"/>
              <a:ext cx="3939744" cy="877859"/>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grpSp>
          <p:nvGrpSpPr>
            <p:cNvPr id="90908" name="Group 1486">
              <a:extLst>
                <a:ext uri="{FF2B5EF4-FFF2-40B4-BE49-F238E27FC236}">
                  <a16:creationId xmlns:a16="http://schemas.microsoft.com/office/drawing/2014/main" id="{F081ED37-8202-A141-B7F8-FF6E4F95EB09}"/>
                </a:ext>
              </a:extLst>
            </p:cNvPr>
            <p:cNvGrpSpPr>
              <a:grpSpLocks/>
            </p:cNvGrpSpPr>
            <p:nvPr/>
          </p:nvGrpSpPr>
          <p:grpSpPr bwMode="auto">
            <a:xfrm>
              <a:off x="3943149" y="1394549"/>
              <a:ext cx="463081" cy="747517"/>
              <a:chOff x="3940698" y="1394549"/>
              <a:chExt cx="463081" cy="747517"/>
            </a:xfrm>
          </p:grpSpPr>
          <p:sp>
            <p:nvSpPr>
              <p:cNvPr id="90993" name="Rectangle 1843">
                <a:extLst>
                  <a:ext uri="{FF2B5EF4-FFF2-40B4-BE49-F238E27FC236}">
                    <a16:creationId xmlns:a16="http://schemas.microsoft.com/office/drawing/2014/main" id="{9BB745FE-D7BF-4E47-9535-0F18DF6ED706}"/>
                  </a:ext>
                </a:extLst>
              </p:cNvPr>
              <p:cNvSpPr>
                <a:spLocks noChangeArrowheads="1"/>
              </p:cNvSpPr>
              <p:nvPr/>
            </p:nvSpPr>
            <p:spPr bwMode="auto">
              <a:xfrm>
                <a:off x="4004141" y="1394549"/>
                <a:ext cx="336195" cy="747517"/>
              </a:xfrm>
              <a:prstGeom prst="rect">
                <a:avLst/>
              </a:prstGeom>
              <a:solidFill>
                <a:srgbClr val="8B9CC3"/>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94" name="TextBox 1844">
                <a:extLst>
                  <a:ext uri="{FF2B5EF4-FFF2-40B4-BE49-F238E27FC236}">
                    <a16:creationId xmlns:a16="http://schemas.microsoft.com/office/drawing/2014/main" id="{7E1BCC98-D438-A84E-9BC5-C9C0BA906E19}"/>
                  </a:ext>
                </a:extLst>
              </p:cNvPr>
              <p:cNvSpPr txBox="1">
                <a:spLocks noChangeArrowheads="1"/>
              </p:cNvSpPr>
              <p:nvPr/>
            </p:nvSpPr>
            <p:spPr bwMode="auto">
              <a:xfrm>
                <a:off x="3940698" y="1622113"/>
                <a:ext cx="4630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300" b="0" i="0" u="none" strike="noStrike" kern="1200" cap="none" spc="0" normalizeH="0" baseline="0" noProof="0">
                    <a:ln>
                      <a:noFill/>
                    </a:ln>
                    <a:solidFill>
                      <a:srgbClr val="000000"/>
                    </a:solidFill>
                    <a:effectLst/>
                    <a:uLnTx/>
                    <a:uFillTx/>
                    <a:latin typeface="Myriad Pro Black" charset="0"/>
                    <a:ea typeface="ＭＳ Ｐゴシック" panose="020B0600070205080204" pitchFamily="34" charset="-128"/>
                    <a:cs typeface="+mn-cs"/>
                  </a:rPr>
                  <a:t>Tex</a:t>
                </a:r>
              </a:p>
            </p:txBody>
          </p:sp>
        </p:grpSp>
        <p:grpSp>
          <p:nvGrpSpPr>
            <p:cNvPr id="90909" name="Group 1428">
              <a:extLst>
                <a:ext uri="{FF2B5EF4-FFF2-40B4-BE49-F238E27FC236}">
                  <a16:creationId xmlns:a16="http://schemas.microsoft.com/office/drawing/2014/main" id="{CAAB22BA-EC9B-BC48-9BE3-AA33F13BF6A7}"/>
                </a:ext>
              </a:extLst>
            </p:cNvPr>
            <p:cNvGrpSpPr>
              <a:grpSpLocks/>
            </p:cNvGrpSpPr>
            <p:nvPr/>
          </p:nvGrpSpPr>
          <p:grpSpPr bwMode="auto">
            <a:xfrm>
              <a:off x="517764" y="1384300"/>
              <a:ext cx="1114185" cy="751417"/>
              <a:chOff x="517764" y="1384300"/>
              <a:chExt cx="1114185" cy="751417"/>
            </a:xfrm>
          </p:grpSpPr>
          <p:sp>
            <p:nvSpPr>
              <p:cNvPr id="1817" name="Rectangle 1816">
                <a:extLst>
                  <a:ext uri="{FF2B5EF4-FFF2-40B4-BE49-F238E27FC236}">
                    <a16:creationId xmlns:a16="http://schemas.microsoft.com/office/drawing/2014/main" id="{F5051D9E-A861-7A47-9C41-BBFDF7C2072A}"/>
                  </a:ext>
                </a:extLst>
              </p:cNvPr>
              <p:cNvSpPr/>
              <p:nvPr/>
            </p:nvSpPr>
            <p:spPr bwMode="auto">
              <a:xfrm>
                <a:off x="517281" y="1383797"/>
                <a:ext cx="1114303" cy="752450"/>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0967" name="Rectangle 1817">
                <a:extLst>
                  <a:ext uri="{FF2B5EF4-FFF2-40B4-BE49-F238E27FC236}">
                    <a16:creationId xmlns:a16="http://schemas.microsoft.com/office/drawing/2014/main" id="{D6513DD5-DC38-0F4B-92D2-EBE6712B52C4}"/>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68" name="Rectangle 1818">
                <a:extLst>
                  <a:ext uri="{FF2B5EF4-FFF2-40B4-BE49-F238E27FC236}">
                    <a16:creationId xmlns:a16="http://schemas.microsoft.com/office/drawing/2014/main" id="{D35276E0-06AE-E244-B1ED-3218DC46F1F1}"/>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69" name="Rectangle 1819">
                <a:extLst>
                  <a:ext uri="{FF2B5EF4-FFF2-40B4-BE49-F238E27FC236}">
                    <a16:creationId xmlns:a16="http://schemas.microsoft.com/office/drawing/2014/main" id="{F2CC98FE-0F7C-F640-B6FF-2784582DE42E}"/>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70" name="Rectangle 1820">
                <a:extLst>
                  <a:ext uri="{FF2B5EF4-FFF2-40B4-BE49-F238E27FC236}">
                    <a16:creationId xmlns:a16="http://schemas.microsoft.com/office/drawing/2014/main" id="{A437B33F-92A0-204C-AD60-5F56F791DA38}"/>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71" name="Rectangle 1821">
                <a:extLst>
                  <a:ext uri="{FF2B5EF4-FFF2-40B4-BE49-F238E27FC236}">
                    <a16:creationId xmlns:a16="http://schemas.microsoft.com/office/drawing/2014/main" id="{DD955A47-0862-0749-BAFE-6318026CEF5D}"/>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72" name="Rectangle 1822">
                <a:extLst>
                  <a:ext uri="{FF2B5EF4-FFF2-40B4-BE49-F238E27FC236}">
                    <a16:creationId xmlns:a16="http://schemas.microsoft.com/office/drawing/2014/main" id="{8B00FF05-A368-C44E-8234-FD55D774FC3A}"/>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73" name="Rectangle 1823">
                <a:extLst>
                  <a:ext uri="{FF2B5EF4-FFF2-40B4-BE49-F238E27FC236}">
                    <a16:creationId xmlns:a16="http://schemas.microsoft.com/office/drawing/2014/main" id="{FF946927-4522-0944-BBE6-6B007F827FDF}"/>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74" name="Rectangle 1824">
                <a:extLst>
                  <a:ext uri="{FF2B5EF4-FFF2-40B4-BE49-F238E27FC236}">
                    <a16:creationId xmlns:a16="http://schemas.microsoft.com/office/drawing/2014/main" id="{ADDA6ACA-E8F1-E943-9457-19B958A7C092}"/>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75" name="Rectangle 1825">
                <a:extLst>
                  <a:ext uri="{FF2B5EF4-FFF2-40B4-BE49-F238E27FC236}">
                    <a16:creationId xmlns:a16="http://schemas.microsoft.com/office/drawing/2014/main" id="{9B9A778D-D2C3-154E-B81F-0D8638ECDDAB}"/>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76" name="Rectangle 1826">
                <a:extLst>
                  <a:ext uri="{FF2B5EF4-FFF2-40B4-BE49-F238E27FC236}">
                    <a16:creationId xmlns:a16="http://schemas.microsoft.com/office/drawing/2014/main" id="{717B8050-A78F-8E43-8958-7157FA1DF412}"/>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77" name="Rectangle 1827">
                <a:extLst>
                  <a:ext uri="{FF2B5EF4-FFF2-40B4-BE49-F238E27FC236}">
                    <a16:creationId xmlns:a16="http://schemas.microsoft.com/office/drawing/2014/main" id="{BF316076-6728-A942-BCD8-6DB737BB9ABA}"/>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78" name="Rectangle 1828">
                <a:extLst>
                  <a:ext uri="{FF2B5EF4-FFF2-40B4-BE49-F238E27FC236}">
                    <a16:creationId xmlns:a16="http://schemas.microsoft.com/office/drawing/2014/main" id="{4CA4A6A4-ED6F-8E49-B86C-7CED89F9ED4C}"/>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79" name="Rectangle 1829">
                <a:extLst>
                  <a:ext uri="{FF2B5EF4-FFF2-40B4-BE49-F238E27FC236}">
                    <a16:creationId xmlns:a16="http://schemas.microsoft.com/office/drawing/2014/main" id="{50F909F7-422E-B445-8AA8-1396F9A618AF}"/>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80" name="Rectangle 1830">
                <a:extLst>
                  <a:ext uri="{FF2B5EF4-FFF2-40B4-BE49-F238E27FC236}">
                    <a16:creationId xmlns:a16="http://schemas.microsoft.com/office/drawing/2014/main" id="{E9C7C450-2471-E24E-B82B-CAE4BDCFA948}"/>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81" name="Rectangle 1831">
                <a:extLst>
                  <a:ext uri="{FF2B5EF4-FFF2-40B4-BE49-F238E27FC236}">
                    <a16:creationId xmlns:a16="http://schemas.microsoft.com/office/drawing/2014/main" id="{20E42512-4FE5-4145-9397-E15DBD4581FA}"/>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82" name="Rectangle 1832">
                <a:extLst>
                  <a:ext uri="{FF2B5EF4-FFF2-40B4-BE49-F238E27FC236}">
                    <a16:creationId xmlns:a16="http://schemas.microsoft.com/office/drawing/2014/main" id="{620C3851-639F-D248-869E-5EBBFDD79D81}"/>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83" name="Rectangle 1833">
                <a:extLst>
                  <a:ext uri="{FF2B5EF4-FFF2-40B4-BE49-F238E27FC236}">
                    <a16:creationId xmlns:a16="http://schemas.microsoft.com/office/drawing/2014/main" id="{FA94582C-D7FB-FC4E-AB2E-68B7F975FE0E}"/>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84" name="Rectangle 1834">
                <a:extLst>
                  <a:ext uri="{FF2B5EF4-FFF2-40B4-BE49-F238E27FC236}">
                    <a16:creationId xmlns:a16="http://schemas.microsoft.com/office/drawing/2014/main" id="{BA8F4BF5-CF53-4D4B-B0B1-697119F4B91C}"/>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85" name="Rectangle 1835">
                <a:extLst>
                  <a:ext uri="{FF2B5EF4-FFF2-40B4-BE49-F238E27FC236}">
                    <a16:creationId xmlns:a16="http://schemas.microsoft.com/office/drawing/2014/main" id="{98EC7607-117A-EB47-B9E4-0586BBAEEB46}"/>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86" name="Rectangle 1836">
                <a:extLst>
                  <a:ext uri="{FF2B5EF4-FFF2-40B4-BE49-F238E27FC236}">
                    <a16:creationId xmlns:a16="http://schemas.microsoft.com/office/drawing/2014/main" id="{605061FF-B88A-5A4B-A128-9D09FA90DC11}"/>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87" name="Rectangle 1837">
                <a:extLst>
                  <a:ext uri="{FF2B5EF4-FFF2-40B4-BE49-F238E27FC236}">
                    <a16:creationId xmlns:a16="http://schemas.microsoft.com/office/drawing/2014/main" id="{B654069B-B2F9-9B45-8B40-95B36F04E4BA}"/>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88" name="Rectangle 1838">
                <a:extLst>
                  <a:ext uri="{FF2B5EF4-FFF2-40B4-BE49-F238E27FC236}">
                    <a16:creationId xmlns:a16="http://schemas.microsoft.com/office/drawing/2014/main" id="{3E73E93F-D1BC-A643-852A-9D74A27FFB88}"/>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89" name="Rectangle 1839">
                <a:extLst>
                  <a:ext uri="{FF2B5EF4-FFF2-40B4-BE49-F238E27FC236}">
                    <a16:creationId xmlns:a16="http://schemas.microsoft.com/office/drawing/2014/main" id="{8EF5C9F4-66B3-434C-9C15-D74FB861F905}"/>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90" name="Rectangle 1840">
                <a:extLst>
                  <a:ext uri="{FF2B5EF4-FFF2-40B4-BE49-F238E27FC236}">
                    <a16:creationId xmlns:a16="http://schemas.microsoft.com/office/drawing/2014/main" id="{097BB7F8-3E6A-634D-A153-D91DC52E0C80}"/>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91" name="Rectangle 1841">
                <a:extLst>
                  <a:ext uri="{FF2B5EF4-FFF2-40B4-BE49-F238E27FC236}">
                    <a16:creationId xmlns:a16="http://schemas.microsoft.com/office/drawing/2014/main" id="{48570CD3-1C91-A440-A103-1E8035A94646}"/>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92" name="Rectangle 1842">
                <a:extLst>
                  <a:ext uri="{FF2B5EF4-FFF2-40B4-BE49-F238E27FC236}">
                    <a16:creationId xmlns:a16="http://schemas.microsoft.com/office/drawing/2014/main" id="{4459F468-EEB4-874B-9C09-F8E7631384A9}"/>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0910" name="Group 1429">
              <a:extLst>
                <a:ext uri="{FF2B5EF4-FFF2-40B4-BE49-F238E27FC236}">
                  <a16:creationId xmlns:a16="http://schemas.microsoft.com/office/drawing/2014/main" id="{0D322A57-9F5D-5548-9B73-65A2E56AA768}"/>
                </a:ext>
              </a:extLst>
            </p:cNvPr>
            <p:cNvGrpSpPr>
              <a:grpSpLocks/>
            </p:cNvGrpSpPr>
            <p:nvPr/>
          </p:nvGrpSpPr>
          <p:grpSpPr bwMode="auto">
            <a:xfrm>
              <a:off x="1686164" y="1389648"/>
              <a:ext cx="1114185" cy="751417"/>
              <a:chOff x="517764" y="1384300"/>
              <a:chExt cx="1114185" cy="751417"/>
            </a:xfrm>
          </p:grpSpPr>
          <p:sp>
            <p:nvSpPr>
              <p:cNvPr id="1790" name="Rectangle 1789">
                <a:extLst>
                  <a:ext uri="{FF2B5EF4-FFF2-40B4-BE49-F238E27FC236}">
                    <a16:creationId xmlns:a16="http://schemas.microsoft.com/office/drawing/2014/main" id="{0C101895-DB76-904B-A750-DB0CC09DD3BA}"/>
                  </a:ext>
                </a:extLst>
              </p:cNvPr>
              <p:cNvSpPr/>
              <p:nvPr/>
            </p:nvSpPr>
            <p:spPr bwMode="auto">
              <a:xfrm>
                <a:off x="517153" y="1384799"/>
                <a:ext cx="1114303"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0940" name="Rectangle 1790">
                <a:extLst>
                  <a:ext uri="{FF2B5EF4-FFF2-40B4-BE49-F238E27FC236}">
                    <a16:creationId xmlns:a16="http://schemas.microsoft.com/office/drawing/2014/main" id="{E1E32408-5380-A84E-B6AB-0D5A2F3064D6}"/>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41" name="Rectangle 1791">
                <a:extLst>
                  <a:ext uri="{FF2B5EF4-FFF2-40B4-BE49-F238E27FC236}">
                    <a16:creationId xmlns:a16="http://schemas.microsoft.com/office/drawing/2014/main" id="{B1266C08-5AA3-9B41-A451-029727A90DB7}"/>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42" name="Rectangle 1792">
                <a:extLst>
                  <a:ext uri="{FF2B5EF4-FFF2-40B4-BE49-F238E27FC236}">
                    <a16:creationId xmlns:a16="http://schemas.microsoft.com/office/drawing/2014/main" id="{7C8071FC-A901-9741-AAA9-DE26BCBC7BB8}"/>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43" name="Rectangle 1793">
                <a:extLst>
                  <a:ext uri="{FF2B5EF4-FFF2-40B4-BE49-F238E27FC236}">
                    <a16:creationId xmlns:a16="http://schemas.microsoft.com/office/drawing/2014/main" id="{B06531F2-C3AA-2E49-BEEA-E81D96908377}"/>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44" name="Rectangle 1794">
                <a:extLst>
                  <a:ext uri="{FF2B5EF4-FFF2-40B4-BE49-F238E27FC236}">
                    <a16:creationId xmlns:a16="http://schemas.microsoft.com/office/drawing/2014/main" id="{06406984-2197-154A-9288-1DF0891913E3}"/>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45" name="Rectangle 1795">
                <a:extLst>
                  <a:ext uri="{FF2B5EF4-FFF2-40B4-BE49-F238E27FC236}">
                    <a16:creationId xmlns:a16="http://schemas.microsoft.com/office/drawing/2014/main" id="{3E814C85-844B-E54F-B4FF-F5305B5A4F71}"/>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46" name="Rectangle 1796">
                <a:extLst>
                  <a:ext uri="{FF2B5EF4-FFF2-40B4-BE49-F238E27FC236}">
                    <a16:creationId xmlns:a16="http://schemas.microsoft.com/office/drawing/2014/main" id="{B9FC5C2C-7573-1E48-8CD6-808094628305}"/>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47" name="Rectangle 1797">
                <a:extLst>
                  <a:ext uri="{FF2B5EF4-FFF2-40B4-BE49-F238E27FC236}">
                    <a16:creationId xmlns:a16="http://schemas.microsoft.com/office/drawing/2014/main" id="{B0E261A1-AF9D-B244-9960-C5E76E2FBAE9}"/>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48" name="Rectangle 1798">
                <a:extLst>
                  <a:ext uri="{FF2B5EF4-FFF2-40B4-BE49-F238E27FC236}">
                    <a16:creationId xmlns:a16="http://schemas.microsoft.com/office/drawing/2014/main" id="{17E2ADE1-8704-3448-A175-61795DC8845B}"/>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49" name="Rectangle 1799">
                <a:extLst>
                  <a:ext uri="{FF2B5EF4-FFF2-40B4-BE49-F238E27FC236}">
                    <a16:creationId xmlns:a16="http://schemas.microsoft.com/office/drawing/2014/main" id="{DC9B20BA-036A-3A4E-824E-D5E61C968280}"/>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50" name="Rectangle 1800">
                <a:extLst>
                  <a:ext uri="{FF2B5EF4-FFF2-40B4-BE49-F238E27FC236}">
                    <a16:creationId xmlns:a16="http://schemas.microsoft.com/office/drawing/2014/main" id="{4249C369-02FB-1944-B074-15AAD890E52E}"/>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51" name="Rectangle 1801">
                <a:extLst>
                  <a:ext uri="{FF2B5EF4-FFF2-40B4-BE49-F238E27FC236}">
                    <a16:creationId xmlns:a16="http://schemas.microsoft.com/office/drawing/2014/main" id="{4D470A84-A330-DF46-97FD-14A77FDE1E36}"/>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52" name="Rectangle 1802">
                <a:extLst>
                  <a:ext uri="{FF2B5EF4-FFF2-40B4-BE49-F238E27FC236}">
                    <a16:creationId xmlns:a16="http://schemas.microsoft.com/office/drawing/2014/main" id="{7A27ED3B-0583-9547-8832-F9C2043F1A55}"/>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53" name="Rectangle 1803">
                <a:extLst>
                  <a:ext uri="{FF2B5EF4-FFF2-40B4-BE49-F238E27FC236}">
                    <a16:creationId xmlns:a16="http://schemas.microsoft.com/office/drawing/2014/main" id="{91588A39-1232-C941-81EB-7855424BA7D3}"/>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54" name="Rectangle 1804">
                <a:extLst>
                  <a:ext uri="{FF2B5EF4-FFF2-40B4-BE49-F238E27FC236}">
                    <a16:creationId xmlns:a16="http://schemas.microsoft.com/office/drawing/2014/main" id="{C7993AA2-1290-4D41-93BA-2B5DE5180CC0}"/>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55" name="Rectangle 1805">
                <a:extLst>
                  <a:ext uri="{FF2B5EF4-FFF2-40B4-BE49-F238E27FC236}">
                    <a16:creationId xmlns:a16="http://schemas.microsoft.com/office/drawing/2014/main" id="{1A152487-4590-A645-B367-AC801CAD19C6}"/>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56" name="Rectangle 1806">
                <a:extLst>
                  <a:ext uri="{FF2B5EF4-FFF2-40B4-BE49-F238E27FC236}">
                    <a16:creationId xmlns:a16="http://schemas.microsoft.com/office/drawing/2014/main" id="{BACC0AA0-CF20-E94A-9E86-696858A1970B}"/>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57" name="Rectangle 1807">
                <a:extLst>
                  <a:ext uri="{FF2B5EF4-FFF2-40B4-BE49-F238E27FC236}">
                    <a16:creationId xmlns:a16="http://schemas.microsoft.com/office/drawing/2014/main" id="{CD1331FF-5004-BA4E-BCD8-0E2000B81575}"/>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58" name="Rectangle 1808">
                <a:extLst>
                  <a:ext uri="{FF2B5EF4-FFF2-40B4-BE49-F238E27FC236}">
                    <a16:creationId xmlns:a16="http://schemas.microsoft.com/office/drawing/2014/main" id="{9F53A2DA-5AAF-B341-BF7E-51F1B93503C0}"/>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59" name="Rectangle 1809">
                <a:extLst>
                  <a:ext uri="{FF2B5EF4-FFF2-40B4-BE49-F238E27FC236}">
                    <a16:creationId xmlns:a16="http://schemas.microsoft.com/office/drawing/2014/main" id="{62C4CE42-E43E-8842-95E7-24A208EA730C}"/>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60" name="Rectangle 1810">
                <a:extLst>
                  <a:ext uri="{FF2B5EF4-FFF2-40B4-BE49-F238E27FC236}">
                    <a16:creationId xmlns:a16="http://schemas.microsoft.com/office/drawing/2014/main" id="{854E8915-AF05-E04C-8AAA-F2EC46F21AAA}"/>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61" name="Rectangle 1811">
                <a:extLst>
                  <a:ext uri="{FF2B5EF4-FFF2-40B4-BE49-F238E27FC236}">
                    <a16:creationId xmlns:a16="http://schemas.microsoft.com/office/drawing/2014/main" id="{813F185C-94B7-5147-A92A-C9355F5BCC7B}"/>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62" name="Rectangle 1812">
                <a:extLst>
                  <a:ext uri="{FF2B5EF4-FFF2-40B4-BE49-F238E27FC236}">
                    <a16:creationId xmlns:a16="http://schemas.microsoft.com/office/drawing/2014/main" id="{238DB759-340F-2B4E-AEEF-45C665ABBE04}"/>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63" name="Rectangle 1813">
                <a:extLst>
                  <a:ext uri="{FF2B5EF4-FFF2-40B4-BE49-F238E27FC236}">
                    <a16:creationId xmlns:a16="http://schemas.microsoft.com/office/drawing/2014/main" id="{41AEEB23-F8CA-C746-82CC-506EA26F5946}"/>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64" name="Rectangle 1814">
                <a:extLst>
                  <a:ext uri="{FF2B5EF4-FFF2-40B4-BE49-F238E27FC236}">
                    <a16:creationId xmlns:a16="http://schemas.microsoft.com/office/drawing/2014/main" id="{B0C44A14-AE97-354A-BBA3-52DFC9D9E46A}"/>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65" name="Rectangle 1815">
                <a:extLst>
                  <a:ext uri="{FF2B5EF4-FFF2-40B4-BE49-F238E27FC236}">
                    <a16:creationId xmlns:a16="http://schemas.microsoft.com/office/drawing/2014/main" id="{54D6C988-83F2-0843-9F49-0AB87ED864AA}"/>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0911" name="Group 1457">
              <a:extLst>
                <a:ext uri="{FF2B5EF4-FFF2-40B4-BE49-F238E27FC236}">
                  <a16:creationId xmlns:a16="http://schemas.microsoft.com/office/drawing/2014/main" id="{7288CB1E-ABC4-7E4B-B98F-09196DCBAA03}"/>
                </a:ext>
              </a:extLst>
            </p:cNvPr>
            <p:cNvGrpSpPr>
              <a:grpSpLocks/>
            </p:cNvGrpSpPr>
            <p:nvPr/>
          </p:nvGrpSpPr>
          <p:grpSpPr bwMode="auto">
            <a:xfrm>
              <a:off x="2849216" y="1389648"/>
              <a:ext cx="1114185" cy="751417"/>
              <a:chOff x="517764" y="1384300"/>
              <a:chExt cx="1114185" cy="751417"/>
            </a:xfrm>
          </p:grpSpPr>
          <p:sp>
            <p:nvSpPr>
              <p:cNvPr id="1763" name="Rectangle 1762">
                <a:extLst>
                  <a:ext uri="{FF2B5EF4-FFF2-40B4-BE49-F238E27FC236}">
                    <a16:creationId xmlns:a16="http://schemas.microsoft.com/office/drawing/2014/main" id="{3E424929-31F1-FF48-B3E7-2854D1540565}"/>
                  </a:ext>
                </a:extLst>
              </p:cNvPr>
              <p:cNvSpPr/>
              <p:nvPr/>
            </p:nvSpPr>
            <p:spPr bwMode="auto">
              <a:xfrm>
                <a:off x="517611" y="1384799"/>
                <a:ext cx="1114303"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0913" name="Rectangle 1763">
                <a:extLst>
                  <a:ext uri="{FF2B5EF4-FFF2-40B4-BE49-F238E27FC236}">
                    <a16:creationId xmlns:a16="http://schemas.microsoft.com/office/drawing/2014/main" id="{FF4DF94D-2AFD-AF41-BE39-A45C4358A065}"/>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14" name="Rectangle 1764">
                <a:extLst>
                  <a:ext uri="{FF2B5EF4-FFF2-40B4-BE49-F238E27FC236}">
                    <a16:creationId xmlns:a16="http://schemas.microsoft.com/office/drawing/2014/main" id="{5CF9BC82-2CCC-0345-B083-E12457E92969}"/>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15" name="Rectangle 1765">
                <a:extLst>
                  <a:ext uri="{FF2B5EF4-FFF2-40B4-BE49-F238E27FC236}">
                    <a16:creationId xmlns:a16="http://schemas.microsoft.com/office/drawing/2014/main" id="{6A528342-1ED2-E94C-A524-2A7BCBB2F7B3}"/>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16" name="Rectangle 1766">
                <a:extLst>
                  <a:ext uri="{FF2B5EF4-FFF2-40B4-BE49-F238E27FC236}">
                    <a16:creationId xmlns:a16="http://schemas.microsoft.com/office/drawing/2014/main" id="{2042DCE3-5ADB-AB42-A340-A189D25B33EE}"/>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17" name="Rectangle 1767">
                <a:extLst>
                  <a:ext uri="{FF2B5EF4-FFF2-40B4-BE49-F238E27FC236}">
                    <a16:creationId xmlns:a16="http://schemas.microsoft.com/office/drawing/2014/main" id="{D1492C50-5069-4C4E-B2BC-0D8A02A499C0}"/>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18" name="Rectangle 1768">
                <a:extLst>
                  <a:ext uri="{FF2B5EF4-FFF2-40B4-BE49-F238E27FC236}">
                    <a16:creationId xmlns:a16="http://schemas.microsoft.com/office/drawing/2014/main" id="{607649FC-A370-3943-9C5C-9B5FD01BAB9B}"/>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19" name="Rectangle 1769">
                <a:extLst>
                  <a:ext uri="{FF2B5EF4-FFF2-40B4-BE49-F238E27FC236}">
                    <a16:creationId xmlns:a16="http://schemas.microsoft.com/office/drawing/2014/main" id="{BA566BA8-0114-564F-8A20-31D86C962BE9}"/>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20" name="Rectangle 1770">
                <a:extLst>
                  <a:ext uri="{FF2B5EF4-FFF2-40B4-BE49-F238E27FC236}">
                    <a16:creationId xmlns:a16="http://schemas.microsoft.com/office/drawing/2014/main" id="{A7E47D84-DDE9-3F43-A5AD-64D716E59C2F}"/>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21" name="Rectangle 1771">
                <a:extLst>
                  <a:ext uri="{FF2B5EF4-FFF2-40B4-BE49-F238E27FC236}">
                    <a16:creationId xmlns:a16="http://schemas.microsoft.com/office/drawing/2014/main" id="{54937CD7-0AA0-EA4F-8685-EFAB641C1D5A}"/>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22" name="Rectangle 1772">
                <a:extLst>
                  <a:ext uri="{FF2B5EF4-FFF2-40B4-BE49-F238E27FC236}">
                    <a16:creationId xmlns:a16="http://schemas.microsoft.com/office/drawing/2014/main" id="{E13832FC-F257-1F48-8E55-CA34444E84D5}"/>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23" name="Rectangle 1773">
                <a:extLst>
                  <a:ext uri="{FF2B5EF4-FFF2-40B4-BE49-F238E27FC236}">
                    <a16:creationId xmlns:a16="http://schemas.microsoft.com/office/drawing/2014/main" id="{C03DC5EA-557D-6D4E-8B88-4451A3E86761}"/>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24" name="Rectangle 1774">
                <a:extLst>
                  <a:ext uri="{FF2B5EF4-FFF2-40B4-BE49-F238E27FC236}">
                    <a16:creationId xmlns:a16="http://schemas.microsoft.com/office/drawing/2014/main" id="{0B5F4EF6-2A7B-2546-B12E-D47681EBF56E}"/>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25" name="Rectangle 1775">
                <a:extLst>
                  <a:ext uri="{FF2B5EF4-FFF2-40B4-BE49-F238E27FC236}">
                    <a16:creationId xmlns:a16="http://schemas.microsoft.com/office/drawing/2014/main" id="{01AB01A4-80F0-9C40-8501-37CFBE570F00}"/>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26" name="Rectangle 1776">
                <a:extLst>
                  <a:ext uri="{FF2B5EF4-FFF2-40B4-BE49-F238E27FC236}">
                    <a16:creationId xmlns:a16="http://schemas.microsoft.com/office/drawing/2014/main" id="{2440A4D9-1DCE-AC4A-AC02-C07FFF51787E}"/>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27" name="Rectangle 1777">
                <a:extLst>
                  <a:ext uri="{FF2B5EF4-FFF2-40B4-BE49-F238E27FC236}">
                    <a16:creationId xmlns:a16="http://schemas.microsoft.com/office/drawing/2014/main" id="{529F46CA-271F-EF45-B870-AD5BA8032F36}"/>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28" name="Rectangle 1778">
                <a:extLst>
                  <a:ext uri="{FF2B5EF4-FFF2-40B4-BE49-F238E27FC236}">
                    <a16:creationId xmlns:a16="http://schemas.microsoft.com/office/drawing/2014/main" id="{F4E5545E-B6FB-8843-93AF-4FD1981030F8}"/>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29" name="Rectangle 1779">
                <a:extLst>
                  <a:ext uri="{FF2B5EF4-FFF2-40B4-BE49-F238E27FC236}">
                    <a16:creationId xmlns:a16="http://schemas.microsoft.com/office/drawing/2014/main" id="{093D9871-F1BB-974B-AC1D-25EE1AA69971}"/>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30" name="Rectangle 1780">
                <a:extLst>
                  <a:ext uri="{FF2B5EF4-FFF2-40B4-BE49-F238E27FC236}">
                    <a16:creationId xmlns:a16="http://schemas.microsoft.com/office/drawing/2014/main" id="{BCCCADD0-3DF8-F64D-8AD4-0FCAE0D15952}"/>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31" name="Rectangle 1781">
                <a:extLst>
                  <a:ext uri="{FF2B5EF4-FFF2-40B4-BE49-F238E27FC236}">
                    <a16:creationId xmlns:a16="http://schemas.microsoft.com/office/drawing/2014/main" id="{66138C94-AA26-D54A-A645-48B4FA825690}"/>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32" name="Rectangle 1782">
                <a:extLst>
                  <a:ext uri="{FF2B5EF4-FFF2-40B4-BE49-F238E27FC236}">
                    <a16:creationId xmlns:a16="http://schemas.microsoft.com/office/drawing/2014/main" id="{B9C7648C-024B-9B48-9C48-BCDE52B8E155}"/>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33" name="Rectangle 1783">
                <a:extLst>
                  <a:ext uri="{FF2B5EF4-FFF2-40B4-BE49-F238E27FC236}">
                    <a16:creationId xmlns:a16="http://schemas.microsoft.com/office/drawing/2014/main" id="{E8AB0403-DEF7-9E46-9BC9-B1C3288777B1}"/>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34" name="Rectangle 1784">
                <a:extLst>
                  <a:ext uri="{FF2B5EF4-FFF2-40B4-BE49-F238E27FC236}">
                    <a16:creationId xmlns:a16="http://schemas.microsoft.com/office/drawing/2014/main" id="{22517E1D-6E9D-4A48-B052-CDAA277782D7}"/>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35" name="Rectangle 1785">
                <a:extLst>
                  <a:ext uri="{FF2B5EF4-FFF2-40B4-BE49-F238E27FC236}">
                    <a16:creationId xmlns:a16="http://schemas.microsoft.com/office/drawing/2014/main" id="{0A9825E0-22A2-CF4D-953A-01521DA4702E}"/>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36" name="Rectangle 1786">
                <a:extLst>
                  <a:ext uri="{FF2B5EF4-FFF2-40B4-BE49-F238E27FC236}">
                    <a16:creationId xmlns:a16="http://schemas.microsoft.com/office/drawing/2014/main" id="{471F192A-7851-7F45-9063-7FC07F3100E8}"/>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37" name="Rectangle 1787">
                <a:extLst>
                  <a:ext uri="{FF2B5EF4-FFF2-40B4-BE49-F238E27FC236}">
                    <a16:creationId xmlns:a16="http://schemas.microsoft.com/office/drawing/2014/main" id="{6E060E49-6D96-AE43-8EDE-5EAC7E7A371C}"/>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38" name="Rectangle 1788">
                <a:extLst>
                  <a:ext uri="{FF2B5EF4-FFF2-40B4-BE49-F238E27FC236}">
                    <a16:creationId xmlns:a16="http://schemas.microsoft.com/office/drawing/2014/main" id="{44AB13AC-417C-934F-BA75-4955D3E8BC31}"/>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90149" name="Group 1934">
            <a:extLst>
              <a:ext uri="{FF2B5EF4-FFF2-40B4-BE49-F238E27FC236}">
                <a16:creationId xmlns:a16="http://schemas.microsoft.com/office/drawing/2014/main" id="{67ABC1FB-59BE-5742-947D-9A79EB3ADAF9}"/>
              </a:ext>
            </a:extLst>
          </p:cNvPr>
          <p:cNvGrpSpPr>
            <a:grpSpLocks/>
          </p:cNvGrpSpPr>
          <p:nvPr/>
        </p:nvGrpSpPr>
        <p:grpSpPr bwMode="auto">
          <a:xfrm>
            <a:off x="4733925" y="1323975"/>
            <a:ext cx="3954463" cy="877888"/>
            <a:chOff x="4545730" y="1328822"/>
            <a:chExt cx="3954134" cy="877859"/>
          </a:xfrm>
        </p:grpSpPr>
        <p:sp>
          <p:nvSpPr>
            <p:cNvPr id="1847" name="Rectangle 1846">
              <a:extLst>
                <a:ext uri="{FF2B5EF4-FFF2-40B4-BE49-F238E27FC236}">
                  <a16:creationId xmlns:a16="http://schemas.microsoft.com/office/drawing/2014/main" id="{36BC2D37-60A3-F246-B89A-6F362A705024}"/>
                </a:ext>
              </a:extLst>
            </p:cNvPr>
            <p:cNvSpPr/>
            <p:nvPr/>
          </p:nvSpPr>
          <p:spPr bwMode="auto">
            <a:xfrm>
              <a:off x="4560017" y="1328822"/>
              <a:ext cx="3939847" cy="877859"/>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grpSp>
          <p:nvGrpSpPr>
            <p:cNvPr id="90820" name="Group 1486">
              <a:extLst>
                <a:ext uri="{FF2B5EF4-FFF2-40B4-BE49-F238E27FC236}">
                  <a16:creationId xmlns:a16="http://schemas.microsoft.com/office/drawing/2014/main" id="{3D088327-D57F-044F-A49E-45B430D78604}"/>
                </a:ext>
              </a:extLst>
            </p:cNvPr>
            <p:cNvGrpSpPr>
              <a:grpSpLocks/>
            </p:cNvGrpSpPr>
            <p:nvPr/>
          </p:nvGrpSpPr>
          <p:grpSpPr bwMode="auto">
            <a:xfrm>
              <a:off x="4545730" y="1393547"/>
              <a:ext cx="463081" cy="747517"/>
              <a:chOff x="3940698" y="1394549"/>
              <a:chExt cx="463081" cy="747517"/>
            </a:xfrm>
          </p:grpSpPr>
          <p:sp>
            <p:nvSpPr>
              <p:cNvPr id="90905" name="Rectangle 1932">
                <a:extLst>
                  <a:ext uri="{FF2B5EF4-FFF2-40B4-BE49-F238E27FC236}">
                    <a16:creationId xmlns:a16="http://schemas.microsoft.com/office/drawing/2014/main" id="{E0F17764-1AD7-244A-AD39-1B8B03F3EA73}"/>
                  </a:ext>
                </a:extLst>
              </p:cNvPr>
              <p:cNvSpPr>
                <a:spLocks noChangeArrowheads="1"/>
              </p:cNvSpPr>
              <p:nvPr/>
            </p:nvSpPr>
            <p:spPr bwMode="auto">
              <a:xfrm>
                <a:off x="4004141" y="1394549"/>
                <a:ext cx="336195" cy="747517"/>
              </a:xfrm>
              <a:prstGeom prst="rect">
                <a:avLst/>
              </a:prstGeom>
              <a:solidFill>
                <a:srgbClr val="8B9CC3"/>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06" name="TextBox 1933">
                <a:extLst>
                  <a:ext uri="{FF2B5EF4-FFF2-40B4-BE49-F238E27FC236}">
                    <a16:creationId xmlns:a16="http://schemas.microsoft.com/office/drawing/2014/main" id="{16268D4D-140D-1448-8368-AF0C06887F31}"/>
                  </a:ext>
                </a:extLst>
              </p:cNvPr>
              <p:cNvSpPr txBox="1">
                <a:spLocks noChangeArrowheads="1"/>
              </p:cNvSpPr>
              <p:nvPr/>
            </p:nvSpPr>
            <p:spPr bwMode="auto">
              <a:xfrm>
                <a:off x="3940698" y="1622113"/>
                <a:ext cx="4630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300" b="0" i="0" u="none" strike="noStrike" kern="1200" cap="none" spc="0" normalizeH="0" baseline="0" noProof="0">
                    <a:ln>
                      <a:noFill/>
                    </a:ln>
                    <a:solidFill>
                      <a:srgbClr val="000000"/>
                    </a:solidFill>
                    <a:effectLst/>
                    <a:uLnTx/>
                    <a:uFillTx/>
                    <a:latin typeface="Myriad Pro Black" charset="0"/>
                    <a:ea typeface="ＭＳ Ｐゴシック" panose="020B0600070205080204" pitchFamily="34" charset="-128"/>
                    <a:cs typeface="+mn-cs"/>
                  </a:rPr>
                  <a:t>Tex</a:t>
                </a:r>
              </a:p>
            </p:txBody>
          </p:sp>
        </p:grpSp>
        <p:grpSp>
          <p:nvGrpSpPr>
            <p:cNvPr id="90821" name="Group 1428">
              <a:extLst>
                <a:ext uri="{FF2B5EF4-FFF2-40B4-BE49-F238E27FC236}">
                  <a16:creationId xmlns:a16="http://schemas.microsoft.com/office/drawing/2014/main" id="{9E726304-384C-B04F-AA33-90ECB6DAEB4B}"/>
                </a:ext>
              </a:extLst>
            </p:cNvPr>
            <p:cNvGrpSpPr>
              <a:grpSpLocks/>
            </p:cNvGrpSpPr>
            <p:nvPr/>
          </p:nvGrpSpPr>
          <p:grpSpPr bwMode="auto">
            <a:xfrm>
              <a:off x="4993845" y="1389648"/>
              <a:ext cx="1114185" cy="751417"/>
              <a:chOff x="517764" y="1384300"/>
              <a:chExt cx="1114185" cy="751417"/>
            </a:xfrm>
          </p:grpSpPr>
          <p:sp>
            <p:nvSpPr>
              <p:cNvPr id="1906" name="Rectangle 1905">
                <a:extLst>
                  <a:ext uri="{FF2B5EF4-FFF2-40B4-BE49-F238E27FC236}">
                    <a16:creationId xmlns:a16="http://schemas.microsoft.com/office/drawing/2014/main" id="{630E44B4-94C3-AC4D-8D96-54E6FE047334}"/>
                  </a:ext>
                </a:extLst>
              </p:cNvPr>
              <p:cNvSpPr/>
              <p:nvPr/>
            </p:nvSpPr>
            <p:spPr bwMode="auto">
              <a:xfrm>
                <a:off x="517287" y="1383797"/>
                <a:ext cx="1114332" cy="752450"/>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0879" name="Rectangle 1906">
                <a:extLst>
                  <a:ext uri="{FF2B5EF4-FFF2-40B4-BE49-F238E27FC236}">
                    <a16:creationId xmlns:a16="http://schemas.microsoft.com/office/drawing/2014/main" id="{AA5C93A8-F6A9-344C-932E-0AAA4817FA45}"/>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80" name="Rectangle 1907">
                <a:extLst>
                  <a:ext uri="{FF2B5EF4-FFF2-40B4-BE49-F238E27FC236}">
                    <a16:creationId xmlns:a16="http://schemas.microsoft.com/office/drawing/2014/main" id="{46BB3244-DAE9-3A45-855F-8924B0F9B981}"/>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81" name="Rectangle 1908">
                <a:extLst>
                  <a:ext uri="{FF2B5EF4-FFF2-40B4-BE49-F238E27FC236}">
                    <a16:creationId xmlns:a16="http://schemas.microsoft.com/office/drawing/2014/main" id="{C8756871-8AE0-2642-9206-429F5D56ABC3}"/>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82" name="Rectangle 1909">
                <a:extLst>
                  <a:ext uri="{FF2B5EF4-FFF2-40B4-BE49-F238E27FC236}">
                    <a16:creationId xmlns:a16="http://schemas.microsoft.com/office/drawing/2014/main" id="{8510FC88-014E-AA40-8FCF-9EFEF05C508D}"/>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83" name="Rectangle 1910">
                <a:extLst>
                  <a:ext uri="{FF2B5EF4-FFF2-40B4-BE49-F238E27FC236}">
                    <a16:creationId xmlns:a16="http://schemas.microsoft.com/office/drawing/2014/main" id="{D584BEFB-68E3-C941-A061-F03458A580A3}"/>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84" name="Rectangle 1911">
                <a:extLst>
                  <a:ext uri="{FF2B5EF4-FFF2-40B4-BE49-F238E27FC236}">
                    <a16:creationId xmlns:a16="http://schemas.microsoft.com/office/drawing/2014/main" id="{BAB6CE1F-A92E-1741-A1FE-14D1C0F77D4A}"/>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85" name="Rectangle 1912">
                <a:extLst>
                  <a:ext uri="{FF2B5EF4-FFF2-40B4-BE49-F238E27FC236}">
                    <a16:creationId xmlns:a16="http://schemas.microsoft.com/office/drawing/2014/main" id="{ED1D65F7-4042-E14D-BEB2-EFAF4922991C}"/>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86" name="Rectangle 1913">
                <a:extLst>
                  <a:ext uri="{FF2B5EF4-FFF2-40B4-BE49-F238E27FC236}">
                    <a16:creationId xmlns:a16="http://schemas.microsoft.com/office/drawing/2014/main" id="{187FFD2E-F74C-9F42-8D90-DE80E3B90829}"/>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87" name="Rectangle 1914">
                <a:extLst>
                  <a:ext uri="{FF2B5EF4-FFF2-40B4-BE49-F238E27FC236}">
                    <a16:creationId xmlns:a16="http://schemas.microsoft.com/office/drawing/2014/main" id="{B0517BE8-8721-D141-BD87-303F3F9E97D7}"/>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88" name="Rectangle 1915">
                <a:extLst>
                  <a:ext uri="{FF2B5EF4-FFF2-40B4-BE49-F238E27FC236}">
                    <a16:creationId xmlns:a16="http://schemas.microsoft.com/office/drawing/2014/main" id="{102F97D5-18CA-A143-903A-EB7C3AB079BD}"/>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89" name="Rectangle 1916">
                <a:extLst>
                  <a:ext uri="{FF2B5EF4-FFF2-40B4-BE49-F238E27FC236}">
                    <a16:creationId xmlns:a16="http://schemas.microsoft.com/office/drawing/2014/main" id="{8F8E1312-126D-C941-8384-E09D6D112353}"/>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90" name="Rectangle 1917">
                <a:extLst>
                  <a:ext uri="{FF2B5EF4-FFF2-40B4-BE49-F238E27FC236}">
                    <a16:creationId xmlns:a16="http://schemas.microsoft.com/office/drawing/2014/main" id="{31135734-F6FE-2444-A130-9E470791BE4F}"/>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91" name="Rectangle 1918">
                <a:extLst>
                  <a:ext uri="{FF2B5EF4-FFF2-40B4-BE49-F238E27FC236}">
                    <a16:creationId xmlns:a16="http://schemas.microsoft.com/office/drawing/2014/main" id="{B403BC14-B710-1348-BB56-5EE24C1AD999}"/>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92" name="Rectangle 1919">
                <a:extLst>
                  <a:ext uri="{FF2B5EF4-FFF2-40B4-BE49-F238E27FC236}">
                    <a16:creationId xmlns:a16="http://schemas.microsoft.com/office/drawing/2014/main" id="{514A6E80-FCF3-2540-8A15-9B09CBC5F7B9}"/>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93" name="Rectangle 1920">
                <a:extLst>
                  <a:ext uri="{FF2B5EF4-FFF2-40B4-BE49-F238E27FC236}">
                    <a16:creationId xmlns:a16="http://schemas.microsoft.com/office/drawing/2014/main" id="{A205F5BC-7E49-7F41-8590-A86AA5DE0731}"/>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94" name="Rectangle 1921">
                <a:extLst>
                  <a:ext uri="{FF2B5EF4-FFF2-40B4-BE49-F238E27FC236}">
                    <a16:creationId xmlns:a16="http://schemas.microsoft.com/office/drawing/2014/main" id="{5DF64196-9690-9049-8FD9-8DC215815091}"/>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95" name="Rectangle 1922">
                <a:extLst>
                  <a:ext uri="{FF2B5EF4-FFF2-40B4-BE49-F238E27FC236}">
                    <a16:creationId xmlns:a16="http://schemas.microsoft.com/office/drawing/2014/main" id="{91BEDDA3-9256-F54C-8D47-0B71E6C778F0}"/>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96" name="Rectangle 1923">
                <a:extLst>
                  <a:ext uri="{FF2B5EF4-FFF2-40B4-BE49-F238E27FC236}">
                    <a16:creationId xmlns:a16="http://schemas.microsoft.com/office/drawing/2014/main" id="{068A12FD-FBD2-0847-93A7-3A9AC4272A1A}"/>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97" name="Rectangle 1924">
                <a:extLst>
                  <a:ext uri="{FF2B5EF4-FFF2-40B4-BE49-F238E27FC236}">
                    <a16:creationId xmlns:a16="http://schemas.microsoft.com/office/drawing/2014/main" id="{43608E80-B7FF-7845-A7D2-6FD84AC01AEF}"/>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98" name="Rectangle 1925">
                <a:extLst>
                  <a:ext uri="{FF2B5EF4-FFF2-40B4-BE49-F238E27FC236}">
                    <a16:creationId xmlns:a16="http://schemas.microsoft.com/office/drawing/2014/main" id="{2DB3769B-8285-CC46-BF89-B8C8558AEB8D}"/>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99" name="Rectangle 1926">
                <a:extLst>
                  <a:ext uri="{FF2B5EF4-FFF2-40B4-BE49-F238E27FC236}">
                    <a16:creationId xmlns:a16="http://schemas.microsoft.com/office/drawing/2014/main" id="{D4DA095B-FA48-BD4D-932B-425A57ADEF2E}"/>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00" name="Rectangle 1927">
                <a:extLst>
                  <a:ext uri="{FF2B5EF4-FFF2-40B4-BE49-F238E27FC236}">
                    <a16:creationId xmlns:a16="http://schemas.microsoft.com/office/drawing/2014/main" id="{D26B7782-5474-0C4A-94FA-25EB97B8051A}"/>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01" name="Rectangle 1928">
                <a:extLst>
                  <a:ext uri="{FF2B5EF4-FFF2-40B4-BE49-F238E27FC236}">
                    <a16:creationId xmlns:a16="http://schemas.microsoft.com/office/drawing/2014/main" id="{57D758DE-212E-1D45-A62F-00BE79EE7595}"/>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02" name="Rectangle 1929">
                <a:extLst>
                  <a:ext uri="{FF2B5EF4-FFF2-40B4-BE49-F238E27FC236}">
                    <a16:creationId xmlns:a16="http://schemas.microsoft.com/office/drawing/2014/main" id="{A09B9992-C3FF-2D4E-8DB1-554AA1704B27}"/>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903" name="Rectangle 1930">
                <a:extLst>
                  <a:ext uri="{FF2B5EF4-FFF2-40B4-BE49-F238E27FC236}">
                    <a16:creationId xmlns:a16="http://schemas.microsoft.com/office/drawing/2014/main" id="{807F7766-0F05-9C49-938C-F048B3FF41E8}"/>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904" name="Rectangle 1931">
                <a:extLst>
                  <a:ext uri="{FF2B5EF4-FFF2-40B4-BE49-F238E27FC236}">
                    <a16:creationId xmlns:a16="http://schemas.microsoft.com/office/drawing/2014/main" id="{11600357-C244-2C4E-AEC0-B0ED34D03BE3}"/>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0822" name="Group 1429">
              <a:extLst>
                <a:ext uri="{FF2B5EF4-FFF2-40B4-BE49-F238E27FC236}">
                  <a16:creationId xmlns:a16="http://schemas.microsoft.com/office/drawing/2014/main" id="{1AEAA236-A636-8E4C-90DA-DDBBDAFADE7B}"/>
                </a:ext>
              </a:extLst>
            </p:cNvPr>
            <p:cNvGrpSpPr>
              <a:grpSpLocks/>
            </p:cNvGrpSpPr>
            <p:nvPr/>
          </p:nvGrpSpPr>
          <p:grpSpPr bwMode="auto">
            <a:xfrm>
              <a:off x="6162245" y="1394996"/>
              <a:ext cx="1114185" cy="751417"/>
              <a:chOff x="517764" y="1384300"/>
              <a:chExt cx="1114185" cy="751417"/>
            </a:xfrm>
          </p:grpSpPr>
          <p:sp>
            <p:nvSpPr>
              <p:cNvPr id="1879" name="Rectangle 1878">
                <a:extLst>
                  <a:ext uri="{FF2B5EF4-FFF2-40B4-BE49-F238E27FC236}">
                    <a16:creationId xmlns:a16="http://schemas.microsoft.com/office/drawing/2014/main" id="{D2FC52B7-7F49-E642-A4A4-F385C08390F4}"/>
                  </a:ext>
                </a:extLst>
              </p:cNvPr>
              <p:cNvSpPr/>
              <p:nvPr/>
            </p:nvSpPr>
            <p:spPr bwMode="auto">
              <a:xfrm>
                <a:off x="517189" y="1384799"/>
                <a:ext cx="1114332"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0852" name="Rectangle 1879">
                <a:extLst>
                  <a:ext uri="{FF2B5EF4-FFF2-40B4-BE49-F238E27FC236}">
                    <a16:creationId xmlns:a16="http://schemas.microsoft.com/office/drawing/2014/main" id="{935FB19C-AE54-ED43-AF97-A5FE02694602}"/>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53" name="Rectangle 1880">
                <a:extLst>
                  <a:ext uri="{FF2B5EF4-FFF2-40B4-BE49-F238E27FC236}">
                    <a16:creationId xmlns:a16="http://schemas.microsoft.com/office/drawing/2014/main" id="{4554D385-3C38-0C44-912F-FD18286A9952}"/>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54" name="Rectangle 1881">
                <a:extLst>
                  <a:ext uri="{FF2B5EF4-FFF2-40B4-BE49-F238E27FC236}">
                    <a16:creationId xmlns:a16="http://schemas.microsoft.com/office/drawing/2014/main" id="{F97A0EF7-E2B7-3E4E-9E7F-241FE97C7067}"/>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55" name="Rectangle 1882">
                <a:extLst>
                  <a:ext uri="{FF2B5EF4-FFF2-40B4-BE49-F238E27FC236}">
                    <a16:creationId xmlns:a16="http://schemas.microsoft.com/office/drawing/2014/main" id="{F9380F27-6ED3-7742-B029-62CD64210DB1}"/>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56" name="Rectangle 1883">
                <a:extLst>
                  <a:ext uri="{FF2B5EF4-FFF2-40B4-BE49-F238E27FC236}">
                    <a16:creationId xmlns:a16="http://schemas.microsoft.com/office/drawing/2014/main" id="{58009A2E-9507-B24F-9E13-730AD2655E7D}"/>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57" name="Rectangle 1884">
                <a:extLst>
                  <a:ext uri="{FF2B5EF4-FFF2-40B4-BE49-F238E27FC236}">
                    <a16:creationId xmlns:a16="http://schemas.microsoft.com/office/drawing/2014/main" id="{A937986F-8EFB-264D-800B-08B41AE6A4D0}"/>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58" name="Rectangle 1885">
                <a:extLst>
                  <a:ext uri="{FF2B5EF4-FFF2-40B4-BE49-F238E27FC236}">
                    <a16:creationId xmlns:a16="http://schemas.microsoft.com/office/drawing/2014/main" id="{C4E2A8CB-8EF3-6445-BD79-D528E12FE351}"/>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59" name="Rectangle 1886">
                <a:extLst>
                  <a:ext uri="{FF2B5EF4-FFF2-40B4-BE49-F238E27FC236}">
                    <a16:creationId xmlns:a16="http://schemas.microsoft.com/office/drawing/2014/main" id="{5C550D22-9F29-9142-A150-45A91020B4BC}"/>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60" name="Rectangle 1887">
                <a:extLst>
                  <a:ext uri="{FF2B5EF4-FFF2-40B4-BE49-F238E27FC236}">
                    <a16:creationId xmlns:a16="http://schemas.microsoft.com/office/drawing/2014/main" id="{D5BA2477-9A27-2247-BEB0-1A196CE9000C}"/>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61" name="Rectangle 1888">
                <a:extLst>
                  <a:ext uri="{FF2B5EF4-FFF2-40B4-BE49-F238E27FC236}">
                    <a16:creationId xmlns:a16="http://schemas.microsoft.com/office/drawing/2014/main" id="{63215325-A654-A544-8359-F1626C28D3CD}"/>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62" name="Rectangle 1889">
                <a:extLst>
                  <a:ext uri="{FF2B5EF4-FFF2-40B4-BE49-F238E27FC236}">
                    <a16:creationId xmlns:a16="http://schemas.microsoft.com/office/drawing/2014/main" id="{AC5F1E68-3349-2B46-B00B-9D31A384959A}"/>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63" name="Rectangle 1890">
                <a:extLst>
                  <a:ext uri="{FF2B5EF4-FFF2-40B4-BE49-F238E27FC236}">
                    <a16:creationId xmlns:a16="http://schemas.microsoft.com/office/drawing/2014/main" id="{B6125461-C3B0-0F4A-8780-42F1CDA756AC}"/>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64" name="Rectangle 1891">
                <a:extLst>
                  <a:ext uri="{FF2B5EF4-FFF2-40B4-BE49-F238E27FC236}">
                    <a16:creationId xmlns:a16="http://schemas.microsoft.com/office/drawing/2014/main" id="{722C22F9-5727-4C40-9B59-3A471B146653}"/>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65" name="Rectangle 1892">
                <a:extLst>
                  <a:ext uri="{FF2B5EF4-FFF2-40B4-BE49-F238E27FC236}">
                    <a16:creationId xmlns:a16="http://schemas.microsoft.com/office/drawing/2014/main" id="{A7C56E94-36DA-7A4A-83EC-3448A84EDA58}"/>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66" name="Rectangle 1893">
                <a:extLst>
                  <a:ext uri="{FF2B5EF4-FFF2-40B4-BE49-F238E27FC236}">
                    <a16:creationId xmlns:a16="http://schemas.microsoft.com/office/drawing/2014/main" id="{25428947-5F87-724B-A956-63F8222418CB}"/>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67" name="Rectangle 1894">
                <a:extLst>
                  <a:ext uri="{FF2B5EF4-FFF2-40B4-BE49-F238E27FC236}">
                    <a16:creationId xmlns:a16="http://schemas.microsoft.com/office/drawing/2014/main" id="{42C601B3-854F-C048-931B-F5A46D028A59}"/>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68" name="Rectangle 1895">
                <a:extLst>
                  <a:ext uri="{FF2B5EF4-FFF2-40B4-BE49-F238E27FC236}">
                    <a16:creationId xmlns:a16="http://schemas.microsoft.com/office/drawing/2014/main" id="{CDEA8473-9E9A-C947-B9EB-10AAFAE038B4}"/>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69" name="Rectangle 1896">
                <a:extLst>
                  <a:ext uri="{FF2B5EF4-FFF2-40B4-BE49-F238E27FC236}">
                    <a16:creationId xmlns:a16="http://schemas.microsoft.com/office/drawing/2014/main" id="{F1294E9D-8193-D545-A010-84EDA44DDAB2}"/>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70" name="Rectangle 1897">
                <a:extLst>
                  <a:ext uri="{FF2B5EF4-FFF2-40B4-BE49-F238E27FC236}">
                    <a16:creationId xmlns:a16="http://schemas.microsoft.com/office/drawing/2014/main" id="{34487F5D-1E93-F848-9B6E-8ACFF67E80E7}"/>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71" name="Rectangle 1898">
                <a:extLst>
                  <a:ext uri="{FF2B5EF4-FFF2-40B4-BE49-F238E27FC236}">
                    <a16:creationId xmlns:a16="http://schemas.microsoft.com/office/drawing/2014/main" id="{E1219DD7-FA05-444B-8196-4DDCE364BA40}"/>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72" name="Rectangle 1899">
                <a:extLst>
                  <a:ext uri="{FF2B5EF4-FFF2-40B4-BE49-F238E27FC236}">
                    <a16:creationId xmlns:a16="http://schemas.microsoft.com/office/drawing/2014/main" id="{B9A9EB7C-FA10-E64E-A705-BF061714B654}"/>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73" name="Rectangle 1900">
                <a:extLst>
                  <a:ext uri="{FF2B5EF4-FFF2-40B4-BE49-F238E27FC236}">
                    <a16:creationId xmlns:a16="http://schemas.microsoft.com/office/drawing/2014/main" id="{407B8EA5-4351-6549-932B-00097866E361}"/>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74" name="Rectangle 1901">
                <a:extLst>
                  <a:ext uri="{FF2B5EF4-FFF2-40B4-BE49-F238E27FC236}">
                    <a16:creationId xmlns:a16="http://schemas.microsoft.com/office/drawing/2014/main" id="{8D3ED37A-A5FD-1044-9000-994ABA8A02A1}"/>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75" name="Rectangle 1902">
                <a:extLst>
                  <a:ext uri="{FF2B5EF4-FFF2-40B4-BE49-F238E27FC236}">
                    <a16:creationId xmlns:a16="http://schemas.microsoft.com/office/drawing/2014/main" id="{714FC3C3-A642-D14E-BA30-BDF17450AF8E}"/>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76" name="Rectangle 1903">
                <a:extLst>
                  <a:ext uri="{FF2B5EF4-FFF2-40B4-BE49-F238E27FC236}">
                    <a16:creationId xmlns:a16="http://schemas.microsoft.com/office/drawing/2014/main" id="{F026269B-9994-D843-AA0C-719DACBCBCA6}"/>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77" name="Rectangle 1904">
                <a:extLst>
                  <a:ext uri="{FF2B5EF4-FFF2-40B4-BE49-F238E27FC236}">
                    <a16:creationId xmlns:a16="http://schemas.microsoft.com/office/drawing/2014/main" id="{7FDEF5B5-0E64-D942-B48A-70D3E36E9B02}"/>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0823" name="Group 1457">
              <a:extLst>
                <a:ext uri="{FF2B5EF4-FFF2-40B4-BE49-F238E27FC236}">
                  <a16:creationId xmlns:a16="http://schemas.microsoft.com/office/drawing/2014/main" id="{19F852B8-45B2-BA43-A1D9-9A9744CAA2B8}"/>
                </a:ext>
              </a:extLst>
            </p:cNvPr>
            <p:cNvGrpSpPr>
              <a:grpSpLocks/>
            </p:cNvGrpSpPr>
            <p:nvPr/>
          </p:nvGrpSpPr>
          <p:grpSpPr bwMode="auto">
            <a:xfrm>
              <a:off x="7325297" y="1394996"/>
              <a:ext cx="1114185" cy="751417"/>
              <a:chOff x="517764" y="1384300"/>
              <a:chExt cx="1114185" cy="751417"/>
            </a:xfrm>
          </p:grpSpPr>
          <p:sp>
            <p:nvSpPr>
              <p:cNvPr id="1852" name="Rectangle 1851">
                <a:extLst>
                  <a:ext uri="{FF2B5EF4-FFF2-40B4-BE49-F238E27FC236}">
                    <a16:creationId xmlns:a16="http://schemas.microsoft.com/office/drawing/2014/main" id="{B9623E74-5E70-934B-BD60-B41830B40989}"/>
                  </a:ext>
                </a:extLst>
              </p:cNvPr>
              <p:cNvSpPr/>
              <p:nvPr/>
            </p:nvSpPr>
            <p:spPr bwMode="auto">
              <a:xfrm>
                <a:off x="517679" y="1384799"/>
                <a:ext cx="1114332"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0825" name="Rectangle 1852">
                <a:extLst>
                  <a:ext uri="{FF2B5EF4-FFF2-40B4-BE49-F238E27FC236}">
                    <a16:creationId xmlns:a16="http://schemas.microsoft.com/office/drawing/2014/main" id="{E6257723-A664-A746-9CD3-A53D14011E80}"/>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26" name="Rectangle 1853">
                <a:extLst>
                  <a:ext uri="{FF2B5EF4-FFF2-40B4-BE49-F238E27FC236}">
                    <a16:creationId xmlns:a16="http://schemas.microsoft.com/office/drawing/2014/main" id="{1F913A7A-463D-B546-972B-465D885A1CBB}"/>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27" name="Rectangle 1854">
                <a:extLst>
                  <a:ext uri="{FF2B5EF4-FFF2-40B4-BE49-F238E27FC236}">
                    <a16:creationId xmlns:a16="http://schemas.microsoft.com/office/drawing/2014/main" id="{8BF78932-B7CB-A245-A225-15964E9417E3}"/>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28" name="Rectangle 1855">
                <a:extLst>
                  <a:ext uri="{FF2B5EF4-FFF2-40B4-BE49-F238E27FC236}">
                    <a16:creationId xmlns:a16="http://schemas.microsoft.com/office/drawing/2014/main" id="{56B5666A-A253-374F-92F3-1FE9C98A835E}"/>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29" name="Rectangle 1856">
                <a:extLst>
                  <a:ext uri="{FF2B5EF4-FFF2-40B4-BE49-F238E27FC236}">
                    <a16:creationId xmlns:a16="http://schemas.microsoft.com/office/drawing/2014/main" id="{3CEEF30D-13E9-4346-A7F4-ADCFDDDE7C43}"/>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30" name="Rectangle 1857">
                <a:extLst>
                  <a:ext uri="{FF2B5EF4-FFF2-40B4-BE49-F238E27FC236}">
                    <a16:creationId xmlns:a16="http://schemas.microsoft.com/office/drawing/2014/main" id="{6E69286C-653F-AA44-9B57-94BCFBA48AAC}"/>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31" name="Rectangle 1858">
                <a:extLst>
                  <a:ext uri="{FF2B5EF4-FFF2-40B4-BE49-F238E27FC236}">
                    <a16:creationId xmlns:a16="http://schemas.microsoft.com/office/drawing/2014/main" id="{13F1117A-7681-CD40-A5F9-FC76CD5DC14A}"/>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32" name="Rectangle 1859">
                <a:extLst>
                  <a:ext uri="{FF2B5EF4-FFF2-40B4-BE49-F238E27FC236}">
                    <a16:creationId xmlns:a16="http://schemas.microsoft.com/office/drawing/2014/main" id="{2725B471-10C8-A14B-B69D-BD0BC192D4C2}"/>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33" name="Rectangle 1860">
                <a:extLst>
                  <a:ext uri="{FF2B5EF4-FFF2-40B4-BE49-F238E27FC236}">
                    <a16:creationId xmlns:a16="http://schemas.microsoft.com/office/drawing/2014/main" id="{A967B297-5B9B-E148-9A89-611CB152695C}"/>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34" name="Rectangle 1861">
                <a:extLst>
                  <a:ext uri="{FF2B5EF4-FFF2-40B4-BE49-F238E27FC236}">
                    <a16:creationId xmlns:a16="http://schemas.microsoft.com/office/drawing/2014/main" id="{8234CAD8-3C1C-614E-A07F-07CE33AFFCEF}"/>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35" name="Rectangle 1862">
                <a:extLst>
                  <a:ext uri="{FF2B5EF4-FFF2-40B4-BE49-F238E27FC236}">
                    <a16:creationId xmlns:a16="http://schemas.microsoft.com/office/drawing/2014/main" id="{3E35B7CC-B673-284E-9A50-B0CADAEAE5A5}"/>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36" name="Rectangle 1863">
                <a:extLst>
                  <a:ext uri="{FF2B5EF4-FFF2-40B4-BE49-F238E27FC236}">
                    <a16:creationId xmlns:a16="http://schemas.microsoft.com/office/drawing/2014/main" id="{1A45F313-CDCE-0144-B2D0-E1B47E0B298E}"/>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37" name="Rectangle 1864">
                <a:extLst>
                  <a:ext uri="{FF2B5EF4-FFF2-40B4-BE49-F238E27FC236}">
                    <a16:creationId xmlns:a16="http://schemas.microsoft.com/office/drawing/2014/main" id="{6D835FA7-40B5-A640-9075-637E8A4C7FBD}"/>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38" name="Rectangle 1865">
                <a:extLst>
                  <a:ext uri="{FF2B5EF4-FFF2-40B4-BE49-F238E27FC236}">
                    <a16:creationId xmlns:a16="http://schemas.microsoft.com/office/drawing/2014/main" id="{5631926D-AD6D-974A-9CA8-FE0F385B6E33}"/>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39" name="Rectangle 1866">
                <a:extLst>
                  <a:ext uri="{FF2B5EF4-FFF2-40B4-BE49-F238E27FC236}">
                    <a16:creationId xmlns:a16="http://schemas.microsoft.com/office/drawing/2014/main" id="{DC13425B-4575-2541-BEC3-B7EC254C0B55}"/>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40" name="Rectangle 1867">
                <a:extLst>
                  <a:ext uri="{FF2B5EF4-FFF2-40B4-BE49-F238E27FC236}">
                    <a16:creationId xmlns:a16="http://schemas.microsoft.com/office/drawing/2014/main" id="{EADF8F32-9314-D341-90EB-762FA1555E93}"/>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41" name="Rectangle 1868">
                <a:extLst>
                  <a:ext uri="{FF2B5EF4-FFF2-40B4-BE49-F238E27FC236}">
                    <a16:creationId xmlns:a16="http://schemas.microsoft.com/office/drawing/2014/main" id="{431659C2-835F-3E47-932A-0E3266D89FDF}"/>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42" name="Rectangle 1869">
                <a:extLst>
                  <a:ext uri="{FF2B5EF4-FFF2-40B4-BE49-F238E27FC236}">
                    <a16:creationId xmlns:a16="http://schemas.microsoft.com/office/drawing/2014/main" id="{0467C2F4-32B2-AB45-98A6-6B91759665E7}"/>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43" name="Rectangle 1870">
                <a:extLst>
                  <a:ext uri="{FF2B5EF4-FFF2-40B4-BE49-F238E27FC236}">
                    <a16:creationId xmlns:a16="http://schemas.microsoft.com/office/drawing/2014/main" id="{89C1F79A-F685-0C49-95E2-68CBB14FD779}"/>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44" name="Rectangle 1871">
                <a:extLst>
                  <a:ext uri="{FF2B5EF4-FFF2-40B4-BE49-F238E27FC236}">
                    <a16:creationId xmlns:a16="http://schemas.microsoft.com/office/drawing/2014/main" id="{34D7E342-8AC4-FA45-826C-418975A965F4}"/>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45" name="Rectangle 1872">
                <a:extLst>
                  <a:ext uri="{FF2B5EF4-FFF2-40B4-BE49-F238E27FC236}">
                    <a16:creationId xmlns:a16="http://schemas.microsoft.com/office/drawing/2014/main" id="{ABA8C3EE-EE80-1D47-BFF4-B2E023057872}"/>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46" name="Rectangle 1873">
                <a:extLst>
                  <a:ext uri="{FF2B5EF4-FFF2-40B4-BE49-F238E27FC236}">
                    <a16:creationId xmlns:a16="http://schemas.microsoft.com/office/drawing/2014/main" id="{4481A74F-3862-AB47-8F6F-849FF7F7227D}"/>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47" name="Rectangle 1874">
                <a:extLst>
                  <a:ext uri="{FF2B5EF4-FFF2-40B4-BE49-F238E27FC236}">
                    <a16:creationId xmlns:a16="http://schemas.microsoft.com/office/drawing/2014/main" id="{7E284AE3-6259-9844-A079-E1DE556D669A}"/>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48" name="Rectangle 1875">
                <a:extLst>
                  <a:ext uri="{FF2B5EF4-FFF2-40B4-BE49-F238E27FC236}">
                    <a16:creationId xmlns:a16="http://schemas.microsoft.com/office/drawing/2014/main" id="{7437695D-D921-E346-A527-740CAA41F6A9}"/>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49" name="Rectangle 1876">
                <a:extLst>
                  <a:ext uri="{FF2B5EF4-FFF2-40B4-BE49-F238E27FC236}">
                    <a16:creationId xmlns:a16="http://schemas.microsoft.com/office/drawing/2014/main" id="{916C42F3-44FE-2048-AAF5-B4BF432450EC}"/>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50" name="Rectangle 1877">
                <a:extLst>
                  <a:ext uri="{FF2B5EF4-FFF2-40B4-BE49-F238E27FC236}">
                    <a16:creationId xmlns:a16="http://schemas.microsoft.com/office/drawing/2014/main" id="{2E5118FD-2343-0148-B101-4376BC59A41B}"/>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90150" name="Group 1935">
            <a:extLst>
              <a:ext uri="{FF2B5EF4-FFF2-40B4-BE49-F238E27FC236}">
                <a16:creationId xmlns:a16="http://schemas.microsoft.com/office/drawing/2014/main" id="{6108D7F9-DABC-644F-84DF-7CA973B16F2A}"/>
              </a:ext>
            </a:extLst>
          </p:cNvPr>
          <p:cNvGrpSpPr>
            <a:grpSpLocks/>
          </p:cNvGrpSpPr>
          <p:nvPr/>
        </p:nvGrpSpPr>
        <p:grpSpPr bwMode="auto">
          <a:xfrm>
            <a:off x="4733925" y="2203450"/>
            <a:ext cx="3954463" cy="877888"/>
            <a:chOff x="4545730" y="1328822"/>
            <a:chExt cx="3954134" cy="877859"/>
          </a:xfrm>
        </p:grpSpPr>
        <p:sp>
          <p:nvSpPr>
            <p:cNvPr id="1937" name="Rectangle 1936">
              <a:extLst>
                <a:ext uri="{FF2B5EF4-FFF2-40B4-BE49-F238E27FC236}">
                  <a16:creationId xmlns:a16="http://schemas.microsoft.com/office/drawing/2014/main" id="{DFBFEDAC-1D65-3E4B-9A0D-05896E0D6198}"/>
                </a:ext>
              </a:extLst>
            </p:cNvPr>
            <p:cNvSpPr/>
            <p:nvPr/>
          </p:nvSpPr>
          <p:spPr bwMode="auto">
            <a:xfrm>
              <a:off x="4560017" y="1328822"/>
              <a:ext cx="3939847" cy="877859"/>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grpSp>
          <p:nvGrpSpPr>
            <p:cNvPr id="90732" name="Group 1486">
              <a:extLst>
                <a:ext uri="{FF2B5EF4-FFF2-40B4-BE49-F238E27FC236}">
                  <a16:creationId xmlns:a16="http://schemas.microsoft.com/office/drawing/2014/main" id="{EB3411C1-3A63-AC41-A30E-738D024D714C}"/>
                </a:ext>
              </a:extLst>
            </p:cNvPr>
            <p:cNvGrpSpPr>
              <a:grpSpLocks/>
            </p:cNvGrpSpPr>
            <p:nvPr/>
          </p:nvGrpSpPr>
          <p:grpSpPr bwMode="auto">
            <a:xfrm>
              <a:off x="4545730" y="1393547"/>
              <a:ext cx="463081" cy="747517"/>
              <a:chOff x="3940698" y="1394549"/>
              <a:chExt cx="463081" cy="747517"/>
            </a:xfrm>
          </p:grpSpPr>
          <p:sp>
            <p:nvSpPr>
              <p:cNvPr id="90817" name="Rectangle 2022">
                <a:extLst>
                  <a:ext uri="{FF2B5EF4-FFF2-40B4-BE49-F238E27FC236}">
                    <a16:creationId xmlns:a16="http://schemas.microsoft.com/office/drawing/2014/main" id="{7C8330C9-0D38-524D-944A-A15DE5D5B6AB}"/>
                  </a:ext>
                </a:extLst>
              </p:cNvPr>
              <p:cNvSpPr>
                <a:spLocks noChangeArrowheads="1"/>
              </p:cNvSpPr>
              <p:nvPr/>
            </p:nvSpPr>
            <p:spPr bwMode="auto">
              <a:xfrm>
                <a:off x="4004141" y="1394549"/>
                <a:ext cx="336195" cy="747517"/>
              </a:xfrm>
              <a:prstGeom prst="rect">
                <a:avLst/>
              </a:prstGeom>
              <a:solidFill>
                <a:srgbClr val="8B9CC3"/>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18" name="TextBox 2023">
                <a:extLst>
                  <a:ext uri="{FF2B5EF4-FFF2-40B4-BE49-F238E27FC236}">
                    <a16:creationId xmlns:a16="http://schemas.microsoft.com/office/drawing/2014/main" id="{5E93C701-B860-FA4F-A16A-8A4CE3513144}"/>
                  </a:ext>
                </a:extLst>
              </p:cNvPr>
              <p:cNvSpPr txBox="1">
                <a:spLocks noChangeArrowheads="1"/>
              </p:cNvSpPr>
              <p:nvPr/>
            </p:nvSpPr>
            <p:spPr bwMode="auto">
              <a:xfrm>
                <a:off x="3940698" y="1622113"/>
                <a:ext cx="4630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300" b="0" i="0" u="none" strike="noStrike" kern="1200" cap="none" spc="0" normalizeH="0" baseline="0" noProof="0">
                    <a:ln>
                      <a:noFill/>
                    </a:ln>
                    <a:solidFill>
                      <a:srgbClr val="000000"/>
                    </a:solidFill>
                    <a:effectLst/>
                    <a:uLnTx/>
                    <a:uFillTx/>
                    <a:latin typeface="Myriad Pro Black" charset="0"/>
                    <a:ea typeface="ＭＳ Ｐゴシック" panose="020B0600070205080204" pitchFamily="34" charset="-128"/>
                    <a:cs typeface="+mn-cs"/>
                  </a:rPr>
                  <a:t>Tex</a:t>
                </a:r>
              </a:p>
            </p:txBody>
          </p:sp>
        </p:grpSp>
        <p:grpSp>
          <p:nvGrpSpPr>
            <p:cNvPr id="90733" name="Group 1428">
              <a:extLst>
                <a:ext uri="{FF2B5EF4-FFF2-40B4-BE49-F238E27FC236}">
                  <a16:creationId xmlns:a16="http://schemas.microsoft.com/office/drawing/2014/main" id="{43D40673-B1C6-D845-91FF-C58E76D154C1}"/>
                </a:ext>
              </a:extLst>
            </p:cNvPr>
            <p:cNvGrpSpPr>
              <a:grpSpLocks/>
            </p:cNvGrpSpPr>
            <p:nvPr/>
          </p:nvGrpSpPr>
          <p:grpSpPr bwMode="auto">
            <a:xfrm>
              <a:off x="4993845" y="1389648"/>
              <a:ext cx="1114185" cy="751417"/>
              <a:chOff x="517764" y="1384300"/>
              <a:chExt cx="1114185" cy="751417"/>
            </a:xfrm>
          </p:grpSpPr>
          <p:sp>
            <p:nvSpPr>
              <p:cNvPr id="1996" name="Rectangle 1995">
                <a:extLst>
                  <a:ext uri="{FF2B5EF4-FFF2-40B4-BE49-F238E27FC236}">
                    <a16:creationId xmlns:a16="http://schemas.microsoft.com/office/drawing/2014/main" id="{BCF5C10E-8C6D-2B4F-8784-91BA7DB440F2}"/>
                  </a:ext>
                </a:extLst>
              </p:cNvPr>
              <p:cNvSpPr/>
              <p:nvPr/>
            </p:nvSpPr>
            <p:spPr bwMode="auto">
              <a:xfrm>
                <a:off x="517287" y="1383797"/>
                <a:ext cx="1114332" cy="752450"/>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0791" name="Rectangle 1996">
                <a:extLst>
                  <a:ext uri="{FF2B5EF4-FFF2-40B4-BE49-F238E27FC236}">
                    <a16:creationId xmlns:a16="http://schemas.microsoft.com/office/drawing/2014/main" id="{E61DD9CE-D69F-9145-A8FA-2D95FB0BB069}"/>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92" name="Rectangle 1997">
                <a:extLst>
                  <a:ext uri="{FF2B5EF4-FFF2-40B4-BE49-F238E27FC236}">
                    <a16:creationId xmlns:a16="http://schemas.microsoft.com/office/drawing/2014/main" id="{78703002-A059-3A47-A582-263174763EDA}"/>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93" name="Rectangle 1998">
                <a:extLst>
                  <a:ext uri="{FF2B5EF4-FFF2-40B4-BE49-F238E27FC236}">
                    <a16:creationId xmlns:a16="http://schemas.microsoft.com/office/drawing/2014/main" id="{6C784449-DD9D-884B-9EAA-5CB94856AAF0}"/>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94" name="Rectangle 1999">
                <a:extLst>
                  <a:ext uri="{FF2B5EF4-FFF2-40B4-BE49-F238E27FC236}">
                    <a16:creationId xmlns:a16="http://schemas.microsoft.com/office/drawing/2014/main" id="{660B56D8-1A4D-1248-A577-AAAD97BF8DF0}"/>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95" name="Rectangle 2000">
                <a:extLst>
                  <a:ext uri="{FF2B5EF4-FFF2-40B4-BE49-F238E27FC236}">
                    <a16:creationId xmlns:a16="http://schemas.microsoft.com/office/drawing/2014/main" id="{CFE5B614-21CC-4242-9D3A-4476629ECD15}"/>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96" name="Rectangle 2001">
                <a:extLst>
                  <a:ext uri="{FF2B5EF4-FFF2-40B4-BE49-F238E27FC236}">
                    <a16:creationId xmlns:a16="http://schemas.microsoft.com/office/drawing/2014/main" id="{51AE7048-32D7-F94E-9E42-B7B5D3FE6DDB}"/>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97" name="Rectangle 2002">
                <a:extLst>
                  <a:ext uri="{FF2B5EF4-FFF2-40B4-BE49-F238E27FC236}">
                    <a16:creationId xmlns:a16="http://schemas.microsoft.com/office/drawing/2014/main" id="{5D30C313-5F87-E541-9F45-5C6511F96056}"/>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98" name="Rectangle 2003">
                <a:extLst>
                  <a:ext uri="{FF2B5EF4-FFF2-40B4-BE49-F238E27FC236}">
                    <a16:creationId xmlns:a16="http://schemas.microsoft.com/office/drawing/2014/main" id="{D136E7F2-1B0E-A845-BCF6-AE0AC8CEB11C}"/>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99" name="Rectangle 2004">
                <a:extLst>
                  <a:ext uri="{FF2B5EF4-FFF2-40B4-BE49-F238E27FC236}">
                    <a16:creationId xmlns:a16="http://schemas.microsoft.com/office/drawing/2014/main" id="{DE37C331-A3C3-9B46-A3B2-EDE60C253A99}"/>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00" name="Rectangle 2005">
                <a:extLst>
                  <a:ext uri="{FF2B5EF4-FFF2-40B4-BE49-F238E27FC236}">
                    <a16:creationId xmlns:a16="http://schemas.microsoft.com/office/drawing/2014/main" id="{90D18865-AFF0-2A4F-849F-9BEFEFEE5172}"/>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01" name="Rectangle 2006">
                <a:extLst>
                  <a:ext uri="{FF2B5EF4-FFF2-40B4-BE49-F238E27FC236}">
                    <a16:creationId xmlns:a16="http://schemas.microsoft.com/office/drawing/2014/main" id="{B215771F-DE3E-BA4E-8E70-30141879859B}"/>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02" name="Rectangle 2007">
                <a:extLst>
                  <a:ext uri="{FF2B5EF4-FFF2-40B4-BE49-F238E27FC236}">
                    <a16:creationId xmlns:a16="http://schemas.microsoft.com/office/drawing/2014/main" id="{66FEFBF3-CC4C-C34C-A62F-140FA3F67E3B}"/>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03" name="Rectangle 2008">
                <a:extLst>
                  <a:ext uri="{FF2B5EF4-FFF2-40B4-BE49-F238E27FC236}">
                    <a16:creationId xmlns:a16="http://schemas.microsoft.com/office/drawing/2014/main" id="{B14E3B22-47BE-2B4E-AF2E-351AA122FA90}"/>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04" name="Rectangle 2009">
                <a:extLst>
                  <a:ext uri="{FF2B5EF4-FFF2-40B4-BE49-F238E27FC236}">
                    <a16:creationId xmlns:a16="http://schemas.microsoft.com/office/drawing/2014/main" id="{5BEB3827-47EA-724C-A025-AA3B88E4C9D2}"/>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05" name="Rectangle 2010">
                <a:extLst>
                  <a:ext uri="{FF2B5EF4-FFF2-40B4-BE49-F238E27FC236}">
                    <a16:creationId xmlns:a16="http://schemas.microsoft.com/office/drawing/2014/main" id="{75E24A24-3BC6-8740-B505-CC29AAA3A5FB}"/>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06" name="Rectangle 2011">
                <a:extLst>
                  <a:ext uri="{FF2B5EF4-FFF2-40B4-BE49-F238E27FC236}">
                    <a16:creationId xmlns:a16="http://schemas.microsoft.com/office/drawing/2014/main" id="{D84983FB-4550-0049-9416-2F8C93703AA4}"/>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07" name="Rectangle 2012">
                <a:extLst>
                  <a:ext uri="{FF2B5EF4-FFF2-40B4-BE49-F238E27FC236}">
                    <a16:creationId xmlns:a16="http://schemas.microsoft.com/office/drawing/2014/main" id="{CFB9E133-2784-3F4E-AB7F-FE670A49BBDF}"/>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08" name="Rectangle 2013">
                <a:extLst>
                  <a:ext uri="{FF2B5EF4-FFF2-40B4-BE49-F238E27FC236}">
                    <a16:creationId xmlns:a16="http://schemas.microsoft.com/office/drawing/2014/main" id="{FBFEDAB7-A799-C54B-8C0F-D89BF0CFF531}"/>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09" name="Rectangle 2014">
                <a:extLst>
                  <a:ext uri="{FF2B5EF4-FFF2-40B4-BE49-F238E27FC236}">
                    <a16:creationId xmlns:a16="http://schemas.microsoft.com/office/drawing/2014/main" id="{8B07468A-6958-3B46-81A1-01A6512C11B2}"/>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10" name="Rectangle 2015">
                <a:extLst>
                  <a:ext uri="{FF2B5EF4-FFF2-40B4-BE49-F238E27FC236}">
                    <a16:creationId xmlns:a16="http://schemas.microsoft.com/office/drawing/2014/main" id="{B6A15326-47EA-714B-B778-89845FF4E8BA}"/>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11" name="Rectangle 2016">
                <a:extLst>
                  <a:ext uri="{FF2B5EF4-FFF2-40B4-BE49-F238E27FC236}">
                    <a16:creationId xmlns:a16="http://schemas.microsoft.com/office/drawing/2014/main" id="{27CA6ED8-D53E-9040-8C97-10C44724EE11}"/>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12" name="Rectangle 2017">
                <a:extLst>
                  <a:ext uri="{FF2B5EF4-FFF2-40B4-BE49-F238E27FC236}">
                    <a16:creationId xmlns:a16="http://schemas.microsoft.com/office/drawing/2014/main" id="{2503D9D0-B6C0-D546-B991-464625B78D60}"/>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13" name="Rectangle 2018">
                <a:extLst>
                  <a:ext uri="{FF2B5EF4-FFF2-40B4-BE49-F238E27FC236}">
                    <a16:creationId xmlns:a16="http://schemas.microsoft.com/office/drawing/2014/main" id="{50CE8D7C-C932-F64A-8C4E-74DF1F34E49D}"/>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14" name="Rectangle 2019">
                <a:extLst>
                  <a:ext uri="{FF2B5EF4-FFF2-40B4-BE49-F238E27FC236}">
                    <a16:creationId xmlns:a16="http://schemas.microsoft.com/office/drawing/2014/main" id="{D8F7E38D-A280-B843-B6E1-9A7DCAD2FA2B}"/>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815" name="Rectangle 2020">
                <a:extLst>
                  <a:ext uri="{FF2B5EF4-FFF2-40B4-BE49-F238E27FC236}">
                    <a16:creationId xmlns:a16="http://schemas.microsoft.com/office/drawing/2014/main" id="{0631A587-AC79-3248-9BDE-04E5A5757BA0}"/>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816" name="Rectangle 2021">
                <a:extLst>
                  <a:ext uri="{FF2B5EF4-FFF2-40B4-BE49-F238E27FC236}">
                    <a16:creationId xmlns:a16="http://schemas.microsoft.com/office/drawing/2014/main" id="{BA1CBEF8-A6AB-F147-AC63-9F5789F082EF}"/>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0734" name="Group 1429">
              <a:extLst>
                <a:ext uri="{FF2B5EF4-FFF2-40B4-BE49-F238E27FC236}">
                  <a16:creationId xmlns:a16="http://schemas.microsoft.com/office/drawing/2014/main" id="{C039AA3B-5B34-0E44-AA7D-FD7865130A80}"/>
                </a:ext>
              </a:extLst>
            </p:cNvPr>
            <p:cNvGrpSpPr>
              <a:grpSpLocks/>
            </p:cNvGrpSpPr>
            <p:nvPr/>
          </p:nvGrpSpPr>
          <p:grpSpPr bwMode="auto">
            <a:xfrm>
              <a:off x="6162245" y="1394996"/>
              <a:ext cx="1114185" cy="751417"/>
              <a:chOff x="517764" y="1384300"/>
              <a:chExt cx="1114185" cy="751417"/>
            </a:xfrm>
          </p:grpSpPr>
          <p:sp>
            <p:nvSpPr>
              <p:cNvPr id="1969" name="Rectangle 1968">
                <a:extLst>
                  <a:ext uri="{FF2B5EF4-FFF2-40B4-BE49-F238E27FC236}">
                    <a16:creationId xmlns:a16="http://schemas.microsoft.com/office/drawing/2014/main" id="{67612538-F552-9742-AFF7-107FADA4C357}"/>
                  </a:ext>
                </a:extLst>
              </p:cNvPr>
              <p:cNvSpPr/>
              <p:nvPr/>
            </p:nvSpPr>
            <p:spPr bwMode="auto">
              <a:xfrm>
                <a:off x="517189" y="1384799"/>
                <a:ext cx="1114332"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0764" name="Rectangle 1969">
                <a:extLst>
                  <a:ext uri="{FF2B5EF4-FFF2-40B4-BE49-F238E27FC236}">
                    <a16:creationId xmlns:a16="http://schemas.microsoft.com/office/drawing/2014/main" id="{3047433C-033A-064C-B0AE-111A80ED8B17}"/>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65" name="Rectangle 1970">
                <a:extLst>
                  <a:ext uri="{FF2B5EF4-FFF2-40B4-BE49-F238E27FC236}">
                    <a16:creationId xmlns:a16="http://schemas.microsoft.com/office/drawing/2014/main" id="{D0A412F2-884E-F945-8AE8-2C81CD784C14}"/>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66" name="Rectangle 1971">
                <a:extLst>
                  <a:ext uri="{FF2B5EF4-FFF2-40B4-BE49-F238E27FC236}">
                    <a16:creationId xmlns:a16="http://schemas.microsoft.com/office/drawing/2014/main" id="{3B1C9923-8DED-A746-84B1-4AF41FBC2138}"/>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67" name="Rectangle 1972">
                <a:extLst>
                  <a:ext uri="{FF2B5EF4-FFF2-40B4-BE49-F238E27FC236}">
                    <a16:creationId xmlns:a16="http://schemas.microsoft.com/office/drawing/2014/main" id="{FA394026-8230-7B4B-85CC-06A3BB286DAE}"/>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68" name="Rectangle 1973">
                <a:extLst>
                  <a:ext uri="{FF2B5EF4-FFF2-40B4-BE49-F238E27FC236}">
                    <a16:creationId xmlns:a16="http://schemas.microsoft.com/office/drawing/2014/main" id="{662B4C05-4DCA-BF4B-91DF-03EB5954273A}"/>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69" name="Rectangle 1974">
                <a:extLst>
                  <a:ext uri="{FF2B5EF4-FFF2-40B4-BE49-F238E27FC236}">
                    <a16:creationId xmlns:a16="http://schemas.microsoft.com/office/drawing/2014/main" id="{5C763F04-89DB-FB4F-B154-05C6CC157F3C}"/>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70" name="Rectangle 1975">
                <a:extLst>
                  <a:ext uri="{FF2B5EF4-FFF2-40B4-BE49-F238E27FC236}">
                    <a16:creationId xmlns:a16="http://schemas.microsoft.com/office/drawing/2014/main" id="{71BF5E41-3539-484A-A233-BB134EC4039D}"/>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71" name="Rectangle 1976">
                <a:extLst>
                  <a:ext uri="{FF2B5EF4-FFF2-40B4-BE49-F238E27FC236}">
                    <a16:creationId xmlns:a16="http://schemas.microsoft.com/office/drawing/2014/main" id="{2943884A-2454-0741-8784-2D1CC6C3B5E1}"/>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72" name="Rectangle 1977">
                <a:extLst>
                  <a:ext uri="{FF2B5EF4-FFF2-40B4-BE49-F238E27FC236}">
                    <a16:creationId xmlns:a16="http://schemas.microsoft.com/office/drawing/2014/main" id="{8BACBC87-239C-604A-A658-7ADA1BDFE091}"/>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73" name="Rectangle 1978">
                <a:extLst>
                  <a:ext uri="{FF2B5EF4-FFF2-40B4-BE49-F238E27FC236}">
                    <a16:creationId xmlns:a16="http://schemas.microsoft.com/office/drawing/2014/main" id="{B7B0CDCF-A48A-3344-8F89-5348560BC75F}"/>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74" name="Rectangle 1979">
                <a:extLst>
                  <a:ext uri="{FF2B5EF4-FFF2-40B4-BE49-F238E27FC236}">
                    <a16:creationId xmlns:a16="http://schemas.microsoft.com/office/drawing/2014/main" id="{97E52672-30D6-FB42-A43E-6E3F9D3C1887}"/>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75" name="Rectangle 1980">
                <a:extLst>
                  <a:ext uri="{FF2B5EF4-FFF2-40B4-BE49-F238E27FC236}">
                    <a16:creationId xmlns:a16="http://schemas.microsoft.com/office/drawing/2014/main" id="{E7FC9CB6-3693-0146-AD86-BB2E24C47066}"/>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76" name="Rectangle 1981">
                <a:extLst>
                  <a:ext uri="{FF2B5EF4-FFF2-40B4-BE49-F238E27FC236}">
                    <a16:creationId xmlns:a16="http://schemas.microsoft.com/office/drawing/2014/main" id="{5C2F95B1-E10F-B24B-8E17-06A2EB578EBE}"/>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77" name="Rectangle 1982">
                <a:extLst>
                  <a:ext uri="{FF2B5EF4-FFF2-40B4-BE49-F238E27FC236}">
                    <a16:creationId xmlns:a16="http://schemas.microsoft.com/office/drawing/2014/main" id="{600732BE-9793-8B4C-B2DC-FB3C94EE4B05}"/>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78" name="Rectangle 1983">
                <a:extLst>
                  <a:ext uri="{FF2B5EF4-FFF2-40B4-BE49-F238E27FC236}">
                    <a16:creationId xmlns:a16="http://schemas.microsoft.com/office/drawing/2014/main" id="{F7A0500D-0A89-BE48-A31A-50C84542DD9D}"/>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79" name="Rectangle 1984">
                <a:extLst>
                  <a:ext uri="{FF2B5EF4-FFF2-40B4-BE49-F238E27FC236}">
                    <a16:creationId xmlns:a16="http://schemas.microsoft.com/office/drawing/2014/main" id="{1F4B4D7E-334C-5849-8618-F3BC3E4B392F}"/>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80" name="Rectangle 1985">
                <a:extLst>
                  <a:ext uri="{FF2B5EF4-FFF2-40B4-BE49-F238E27FC236}">
                    <a16:creationId xmlns:a16="http://schemas.microsoft.com/office/drawing/2014/main" id="{45BD7BCB-6142-6649-8A44-603D54631434}"/>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81" name="Rectangle 1986">
                <a:extLst>
                  <a:ext uri="{FF2B5EF4-FFF2-40B4-BE49-F238E27FC236}">
                    <a16:creationId xmlns:a16="http://schemas.microsoft.com/office/drawing/2014/main" id="{4AF2EBF3-81EA-E942-9D52-3760E48E6048}"/>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82" name="Rectangle 1987">
                <a:extLst>
                  <a:ext uri="{FF2B5EF4-FFF2-40B4-BE49-F238E27FC236}">
                    <a16:creationId xmlns:a16="http://schemas.microsoft.com/office/drawing/2014/main" id="{F2E40820-08E3-8442-82F6-38405672DB90}"/>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83" name="Rectangle 1988">
                <a:extLst>
                  <a:ext uri="{FF2B5EF4-FFF2-40B4-BE49-F238E27FC236}">
                    <a16:creationId xmlns:a16="http://schemas.microsoft.com/office/drawing/2014/main" id="{B057C745-B062-1E43-BA3B-ED3490378924}"/>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84" name="Rectangle 1989">
                <a:extLst>
                  <a:ext uri="{FF2B5EF4-FFF2-40B4-BE49-F238E27FC236}">
                    <a16:creationId xmlns:a16="http://schemas.microsoft.com/office/drawing/2014/main" id="{C8B8A7E7-7E59-6445-8CF2-983AC5C3B174}"/>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85" name="Rectangle 1990">
                <a:extLst>
                  <a:ext uri="{FF2B5EF4-FFF2-40B4-BE49-F238E27FC236}">
                    <a16:creationId xmlns:a16="http://schemas.microsoft.com/office/drawing/2014/main" id="{49C24C89-66F7-594D-AE6A-2185C039ECFA}"/>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86" name="Rectangle 1991">
                <a:extLst>
                  <a:ext uri="{FF2B5EF4-FFF2-40B4-BE49-F238E27FC236}">
                    <a16:creationId xmlns:a16="http://schemas.microsoft.com/office/drawing/2014/main" id="{648B9342-7B21-1848-82EA-047F76892EDC}"/>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87" name="Rectangle 1992">
                <a:extLst>
                  <a:ext uri="{FF2B5EF4-FFF2-40B4-BE49-F238E27FC236}">
                    <a16:creationId xmlns:a16="http://schemas.microsoft.com/office/drawing/2014/main" id="{E7EACC35-2ECF-754B-842D-4EC606DFBC1B}"/>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88" name="Rectangle 1993">
                <a:extLst>
                  <a:ext uri="{FF2B5EF4-FFF2-40B4-BE49-F238E27FC236}">
                    <a16:creationId xmlns:a16="http://schemas.microsoft.com/office/drawing/2014/main" id="{1022C94E-A418-2548-8BBB-C29432472BC0}"/>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89" name="Rectangle 1994">
                <a:extLst>
                  <a:ext uri="{FF2B5EF4-FFF2-40B4-BE49-F238E27FC236}">
                    <a16:creationId xmlns:a16="http://schemas.microsoft.com/office/drawing/2014/main" id="{E451A60B-6F8D-0642-B161-11CC3F5F8C58}"/>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0735" name="Group 1457">
              <a:extLst>
                <a:ext uri="{FF2B5EF4-FFF2-40B4-BE49-F238E27FC236}">
                  <a16:creationId xmlns:a16="http://schemas.microsoft.com/office/drawing/2014/main" id="{7231F00C-3A74-8740-82FA-2234451911B4}"/>
                </a:ext>
              </a:extLst>
            </p:cNvPr>
            <p:cNvGrpSpPr>
              <a:grpSpLocks/>
            </p:cNvGrpSpPr>
            <p:nvPr/>
          </p:nvGrpSpPr>
          <p:grpSpPr bwMode="auto">
            <a:xfrm>
              <a:off x="7325297" y="1394996"/>
              <a:ext cx="1114185" cy="751417"/>
              <a:chOff x="517764" y="1384300"/>
              <a:chExt cx="1114185" cy="751417"/>
            </a:xfrm>
          </p:grpSpPr>
          <p:sp>
            <p:nvSpPr>
              <p:cNvPr id="1942" name="Rectangle 1941">
                <a:extLst>
                  <a:ext uri="{FF2B5EF4-FFF2-40B4-BE49-F238E27FC236}">
                    <a16:creationId xmlns:a16="http://schemas.microsoft.com/office/drawing/2014/main" id="{D05812F9-6767-5042-B2A3-3BDE20889EA8}"/>
                  </a:ext>
                </a:extLst>
              </p:cNvPr>
              <p:cNvSpPr/>
              <p:nvPr/>
            </p:nvSpPr>
            <p:spPr bwMode="auto">
              <a:xfrm>
                <a:off x="517679" y="1384799"/>
                <a:ext cx="1114332"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0737" name="Rectangle 1942">
                <a:extLst>
                  <a:ext uri="{FF2B5EF4-FFF2-40B4-BE49-F238E27FC236}">
                    <a16:creationId xmlns:a16="http://schemas.microsoft.com/office/drawing/2014/main" id="{AB8DE0DE-E253-F340-B151-98565D07FECA}"/>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38" name="Rectangle 1943">
                <a:extLst>
                  <a:ext uri="{FF2B5EF4-FFF2-40B4-BE49-F238E27FC236}">
                    <a16:creationId xmlns:a16="http://schemas.microsoft.com/office/drawing/2014/main" id="{54757FB1-D2F7-B342-9BFE-374C8BFB84C4}"/>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39" name="Rectangle 1944">
                <a:extLst>
                  <a:ext uri="{FF2B5EF4-FFF2-40B4-BE49-F238E27FC236}">
                    <a16:creationId xmlns:a16="http://schemas.microsoft.com/office/drawing/2014/main" id="{9ABDF7E3-1E89-2C42-9E2A-B58E4724B9A9}"/>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40" name="Rectangle 1945">
                <a:extLst>
                  <a:ext uri="{FF2B5EF4-FFF2-40B4-BE49-F238E27FC236}">
                    <a16:creationId xmlns:a16="http://schemas.microsoft.com/office/drawing/2014/main" id="{D5FD805C-2BE7-6645-AC22-D33FE754EF37}"/>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41" name="Rectangle 1946">
                <a:extLst>
                  <a:ext uri="{FF2B5EF4-FFF2-40B4-BE49-F238E27FC236}">
                    <a16:creationId xmlns:a16="http://schemas.microsoft.com/office/drawing/2014/main" id="{C89C1CE9-D963-0544-80FF-16EF94BBE56E}"/>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42" name="Rectangle 1947">
                <a:extLst>
                  <a:ext uri="{FF2B5EF4-FFF2-40B4-BE49-F238E27FC236}">
                    <a16:creationId xmlns:a16="http://schemas.microsoft.com/office/drawing/2014/main" id="{36CF9C56-F3E7-CF4E-8F91-2084C6E89303}"/>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43" name="Rectangle 1948">
                <a:extLst>
                  <a:ext uri="{FF2B5EF4-FFF2-40B4-BE49-F238E27FC236}">
                    <a16:creationId xmlns:a16="http://schemas.microsoft.com/office/drawing/2014/main" id="{DEFE7A13-E2BC-B248-8CDE-38E5D0C8F6A2}"/>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44" name="Rectangle 1949">
                <a:extLst>
                  <a:ext uri="{FF2B5EF4-FFF2-40B4-BE49-F238E27FC236}">
                    <a16:creationId xmlns:a16="http://schemas.microsoft.com/office/drawing/2014/main" id="{F9C50C06-A244-1447-B194-8124FD33310B}"/>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45" name="Rectangle 1950">
                <a:extLst>
                  <a:ext uri="{FF2B5EF4-FFF2-40B4-BE49-F238E27FC236}">
                    <a16:creationId xmlns:a16="http://schemas.microsoft.com/office/drawing/2014/main" id="{AF8D9269-0038-644B-AB63-F2196AA5726D}"/>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46" name="Rectangle 1951">
                <a:extLst>
                  <a:ext uri="{FF2B5EF4-FFF2-40B4-BE49-F238E27FC236}">
                    <a16:creationId xmlns:a16="http://schemas.microsoft.com/office/drawing/2014/main" id="{2929E9D3-A33C-A341-B697-031856B21DB3}"/>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47" name="Rectangle 1952">
                <a:extLst>
                  <a:ext uri="{FF2B5EF4-FFF2-40B4-BE49-F238E27FC236}">
                    <a16:creationId xmlns:a16="http://schemas.microsoft.com/office/drawing/2014/main" id="{B512E2B6-E8AD-3C4B-A52D-57DAD026D5B6}"/>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48" name="Rectangle 1953">
                <a:extLst>
                  <a:ext uri="{FF2B5EF4-FFF2-40B4-BE49-F238E27FC236}">
                    <a16:creationId xmlns:a16="http://schemas.microsoft.com/office/drawing/2014/main" id="{B5363A8F-084F-4B47-9067-2DEC91E71739}"/>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49" name="Rectangle 1954">
                <a:extLst>
                  <a:ext uri="{FF2B5EF4-FFF2-40B4-BE49-F238E27FC236}">
                    <a16:creationId xmlns:a16="http://schemas.microsoft.com/office/drawing/2014/main" id="{EBCACB7A-B4D8-9F43-B556-BE8F8C1AB4C7}"/>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50" name="Rectangle 1955">
                <a:extLst>
                  <a:ext uri="{FF2B5EF4-FFF2-40B4-BE49-F238E27FC236}">
                    <a16:creationId xmlns:a16="http://schemas.microsoft.com/office/drawing/2014/main" id="{D159CCCB-6679-2449-AEBA-C4BA8FE1F6BE}"/>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51" name="Rectangle 1956">
                <a:extLst>
                  <a:ext uri="{FF2B5EF4-FFF2-40B4-BE49-F238E27FC236}">
                    <a16:creationId xmlns:a16="http://schemas.microsoft.com/office/drawing/2014/main" id="{60CBEAA9-9477-1847-9B0F-976791A39991}"/>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52" name="Rectangle 1957">
                <a:extLst>
                  <a:ext uri="{FF2B5EF4-FFF2-40B4-BE49-F238E27FC236}">
                    <a16:creationId xmlns:a16="http://schemas.microsoft.com/office/drawing/2014/main" id="{972C2B11-5965-2A43-A3C5-DF483F9BC33D}"/>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53" name="Rectangle 1958">
                <a:extLst>
                  <a:ext uri="{FF2B5EF4-FFF2-40B4-BE49-F238E27FC236}">
                    <a16:creationId xmlns:a16="http://schemas.microsoft.com/office/drawing/2014/main" id="{6245AC4B-FB15-2A41-A56C-17256E229728}"/>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54" name="Rectangle 1959">
                <a:extLst>
                  <a:ext uri="{FF2B5EF4-FFF2-40B4-BE49-F238E27FC236}">
                    <a16:creationId xmlns:a16="http://schemas.microsoft.com/office/drawing/2014/main" id="{C5E0F3A3-49F4-994F-85B3-930870929610}"/>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55" name="Rectangle 1960">
                <a:extLst>
                  <a:ext uri="{FF2B5EF4-FFF2-40B4-BE49-F238E27FC236}">
                    <a16:creationId xmlns:a16="http://schemas.microsoft.com/office/drawing/2014/main" id="{E1294DB8-D689-DF4D-8134-686FE622526F}"/>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56" name="Rectangle 1961">
                <a:extLst>
                  <a:ext uri="{FF2B5EF4-FFF2-40B4-BE49-F238E27FC236}">
                    <a16:creationId xmlns:a16="http://schemas.microsoft.com/office/drawing/2014/main" id="{239C6297-E316-C941-A2F9-8A9508E49489}"/>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57" name="Rectangle 1962">
                <a:extLst>
                  <a:ext uri="{FF2B5EF4-FFF2-40B4-BE49-F238E27FC236}">
                    <a16:creationId xmlns:a16="http://schemas.microsoft.com/office/drawing/2014/main" id="{D58D042A-159C-A543-97B5-18B3B4366502}"/>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58" name="Rectangle 1963">
                <a:extLst>
                  <a:ext uri="{FF2B5EF4-FFF2-40B4-BE49-F238E27FC236}">
                    <a16:creationId xmlns:a16="http://schemas.microsoft.com/office/drawing/2014/main" id="{F4FD24E8-70A5-0C49-BD34-DA4C51ABB4AE}"/>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59" name="Rectangle 1964">
                <a:extLst>
                  <a:ext uri="{FF2B5EF4-FFF2-40B4-BE49-F238E27FC236}">
                    <a16:creationId xmlns:a16="http://schemas.microsoft.com/office/drawing/2014/main" id="{E7939902-A4DA-5E45-8825-C3C32539EA71}"/>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60" name="Rectangle 1965">
                <a:extLst>
                  <a:ext uri="{FF2B5EF4-FFF2-40B4-BE49-F238E27FC236}">
                    <a16:creationId xmlns:a16="http://schemas.microsoft.com/office/drawing/2014/main" id="{AD801960-2EB4-A441-A288-869CF935E59B}"/>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61" name="Rectangle 1966">
                <a:extLst>
                  <a:ext uri="{FF2B5EF4-FFF2-40B4-BE49-F238E27FC236}">
                    <a16:creationId xmlns:a16="http://schemas.microsoft.com/office/drawing/2014/main" id="{2AFB4EAE-DD0B-0948-A027-CCA63121748F}"/>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62" name="Rectangle 1967">
                <a:extLst>
                  <a:ext uri="{FF2B5EF4-FFF2-40B4-BE49-F238E27FC236}">
                    <a16:creationId xmlns:a16="http://schemas.microsoft.com/office/drawing/2014/main" id="{EBCB1DCF-EEFC-9D4B-8E7B-1F93330D6DEF}"/>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90151" name="Group 2024">
            <a:extLst>
              <a:ext uri="{FF2B5EF4-FFF2-40B4-BE49-F238E27FC236}">
                <a16:creationId xmlns:a16="http://schemas.microsoft.com/office/drawing/2014/main" id="{8709DD03-9BF4-434C-8E6E-8155975827E7}"/>
              </a:ext>
            </a:extLst>
          </p:cNvPr>
          <p:cNvGrpSpPr>
            <a:grpSpLocks/>
          </p:cNvGrpSpPr>
          <p:nvPr/>
        </p:nvGrpSpPr>
        <p:grpSpPr bwMode="auto">
          <a:xfrm>
            <a:off x="4733925" y="3082925"/>
            <a:ext cx="3954463" cy="877888"/>
            <a:chOff x="4545730" y="1328822"/>
            <a:chExt cx="3954134" cy="877859"/>
          </a:xfrm>
        </p:grpSpPr>
        <p:sp>
          <p:nvSpPr>
            <p:cNvPr id="2026" name="Rectangle 2025">
              <a:extLst>
                <a:ext uri="{FF2B5EF4-FFF2-40B4-BE49-F238E27FC236}">
                  <a16:creationId xmlns:a16="http://schemas.microsoft.com/office/drawing/2014/main" id="{4A986243-8182-8A4A-ACB8-55D7C72D0689}"/>
                </a:ext>
              </a:extLst>
            </p:cNvPr>
            <p:cNvSpPr/>
            <p:nvPr/>
          </p:nvSpPr>
          <p:spPr bwMode="auto">
            <a:xfrm>
              <a:off x="4560017" y="1328822"/>
              <a:ext cx="3939847" cy="877859"/>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grpSp>
          <p:nvGrpSpPr>
            <p:cNvPr id="90644" name="Group 1486">
              <a:extLst>
                <a:ext uri="{FF2B5EF4-FFF2-40B4-BE49-F238E27FC236}">
                  <a16:creationId xmlns:a16="http://schemas.microsoft.com/office/drawing/2014/main" id="{30D4CFB7-9C96-3647-BA29-C85470042C0B}"/>
                </a:ext>
              </a:extLst>
            </p:cNvPr>
            <p:cNvGrpSpPr>
              <a:grpSpLocks/>
            </p:cNvGrpSpPr>
            <p:nvPr/>
          </p:nvGrpSpPr>
          <p:grpSpPr bwMode="auto">
            <a:xfrm>
              <a:off x="4545730" y="1393547"/>
              <a:ext cx="463081" cy="747517"/>
              <a:chOff x="3940698" y="1394549"/>
              <a:chExt cx="463081" cy="747517"/>
            </a:xfrm>
          </p:grpSpPr>
          <p:sp>
            <p:nvSpPr>
              <p:cNvPr id="90729" name="Rectangle 2111">
                <a:extLst>
                  <a:ext uri="{FF2B5EF4-FFF2-40B4-BE49-F238E27FC236}">
                    <a16:creationId xmlns:a16="http://schemas.microsoft.com/office/drawing/2014/main" id="{DA599062-F66E-0842-98B9-ADE2D170B041}"/>
                  </a:ext>
                </a:extLst>
              </p:cNvPr>
              <p:cNvSpPr>
                <a:spLocks noChangeArrowheads="1"/>
              </p:cNvSpPr>
              <p:nvPr/>
            </p:nvSpPr>
            <p:spPr bwMode="auto">
              <a:xfrm>
                <a:off x="4004141" y="1394549"/>
                <a:ext cx="336195" cy="747517"/>
              </a:xfrm>
              <a:prstGeom prst="rect">
                <a:avLst/>
              </a:prstGeom>
              <a:solidFill>
                <a:srgbClr val="8B9CC3"/>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30" name="TextBox 2112">
                <a:extLst>
                  <a:ext uri="{FF2B5EF4-FFF2-40B4-BE49-F238E27FC236}">
                    <a16:creationId xmlns:a16="http://schemas.microsoft.com/office/drawing/2014/main" id="{CD25AC3D-7437-5C4E-B90B-D5CB6A3E4E8E}"/>
                  </a:ext>
                </a:extLst>
              </p:cNvPr>
              <p:cNvSpPr txBox="1">
                <a:spLocks noChangeArrowheads="1"/>
              </p:cNvSpPr>
              <p:nvPr/>
            </p:nvSpPr>
            <p:spPr bwMode="auto">
              <a:xfrm>
                <a:off x="3940698" y="1622113"/>
                <a:ext cx="4630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300" b="0" i="0" u="none" strike="noStrike" kern="1200" cap="none" spc="0" normalizeH="0" baseline="0" noProof="0">
                    <a:ln>
                      <a:noFill/>
                    </a:ln>
                    <a:solidFill>
                      <a:srgbClr val="000000"/>
                    </a:solidFill>
                    <a:effectLst/>
                    <a:uLnTx/>
                    <a:uFillTx/>
                    <a:latin typeface="Myriad Pro Black" charset="0"/>
                    <a:ea typeface="ＭＳ Ｐゴシック" panose="020B0600070205080204" pitchFamily="34" charset="-128"/>
                    <a:cs typeface="+mn-cs"/>
                  </a:rPr>
                  <a:t>Tex</a:t>
                </a:r>
              </a:p>
            </p:txBody>
          </p:sp>
        </p:grpSp>
        <p:grpSp>
          <p:nvGrpSpPr>
            <p:cNvPr id="90645" name="Group 1428">
              <a:extLst>
                <a:ext uri="{FF2B5EF4-FFF2-40B4-BE49-F238E27FC236}">
                  <a16:creationId xmlns:a16="http://schemas.microsoft.com/office/drawing/2014/main" id="{536036F9-775D-0142-B9DE-C6B260AF48FE}"/>
                </a:ext>
              </a:extLst>
            </p:cNvPr>
            <p:cNvGrpSpPr>
              <a:grpSpLocks/>
            </p:cNvGrpSpPr>
            <p:nvPr/>
          </p:nvGrpSpPr>
          <p:grpSpPr bwMode="auto">
            <a:xfrm>
              <a:off x="4993845" y="1389648"/>
              <a:ext cx="1114185" cy="751417"/>
              <a:chOff x="517764" y="1384300"/>
              <a:chExt cx="1114185" cy="751417"/>
            </a:xfrm>
          </p:grpSpPr>
          <p:sp>
            <p:nvSpPr>
              <p:cNvPr id="2085" name="Rectangle 2084">
                <a:extLst>
                  <a:ext uri="{FF2B5EF4-FFF2-40B4-BE49-F238E27FC236}">
                    <a16:creationId xmlns:a16="http://schemas.microsoft.com/office/drawing/2014/main" id="{3F9384EF-7EB0-7F41-A3C4-B8B9510E3453}"/>
                  </a:ext>
                </a:extLst>
              </p:cNvPr>
              <p:cNvSpPr/>
              <p:nvPr/>
            </p:nvSpPr>
            <p:spPr bwMode="auto">
              <a:xfrm>
                <a:off x="517287" y="1383797"/>
                <a:ext cx="1114332" cy="752450"/>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0703" name="Rectangle 2085">
                <a:extLst>
                  <a:ext uri="{FF2B5EF4-FFF2-40B4-BE49-F238E27FC236}">
                    <a16:creationId xmlns:a16="http://schemas.microsoft.com/office/drawing/2014/main" id="{22E8298C-757A-F54B-8D1D-CA6B2579D9DA}"/>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04" name="Rectangle 2086">
                <a:extLst>
                  <a:ext uri="{FF2B5EF4-FFF2-40B4-BE49-F238E27FC236}">
                    <a16:creationId xmlns:a16="http://schemas.microsoft.com/office/drawing/2014/main" id="{ECC37C45-5EDC-EA4A-9231-75A2CC73E9BB}"/>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05" name="Rectangle 2087">
                <a:extLst>
                  <a:ext uri="{FF2B5EF4-FFF2-40B4-BE49-F238E27FC236}">
                    <a16:creationId xmlns:a16="http://schemas.microsoft.com/office/drawing/2014/main" id="{6747F0C0-096E-7E40-AAEE-BAF8F86846A4}"/>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06" name="Rectangle 2088">
                <a:extLst>
                  <a:ext uri="{FF2B5EF4-FFF2-40B4-BE49-F238E27FC236}">
                    <a16:creationId xmlns:a16="http://schemas.microsoft.com/office/drawing/2014/main" id="{F636E6C4-8A08-4E43-99E1-22A2C444ECB0}"/>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07" name="Rectangle 2089">
                <a:extLst>
                  <a:ext uri="{FF2B5EF4-FFF2-40B4-BE49-F238E27FC236}">
                    <a16:creationId xmlns:a16="http://schemas.microsoft.com/office/drawing/2014/main" id="{1EDDDD55-8B17-C049-8640-03CC3E21BDC6}"/>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08" name="Rectangle 2090">
                <a:extLst>
                  <a:ext uri="{FF2B5EF4-FFF2-40B4-BE49-F238E27FC236}">
                    <a16:creationId xmlns:a16="http://schemas.microsoft.com/office/drawing/2014/main" id="{0D81A51F-617B-9A49-9FF2-67CD050FAA44}"/>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09" name="Rectangle 2091">
                <a:extLst>
                  <a:ext uri="{FF2B5EF4-FFF2-40B4-BE49-F238E27FC236}">
                    <a16:creationId xmlns:a16="http://schemas.microsoft.com/office/drawing/2014/main" id="{37B8BC30-204D-2443-A4AD-5B22A39611B1}"/>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10" name="Rectangle 2092">
                <a:extLst>
                  <a:ext uri="{FF2B5EF4-FFF2-40B4-BE49-F238E27FC236}">
                    <a16:creationId xmlns:a16="http://schemas.microsoft.com/office/drawing/2014/main" id="{6C29C064-025D-AB43-A6D1-24F5CB5D437A}"/>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11" name="Rectangle 2093">
                <a:extLst>
                  <a:ext uri="{FF2B5EF4-FFF2-40B4-BE49-F238E27FC236}">
                    <a16:creationId xmlns:a16="http://schemas.microsoft.com/office/drawing/2014/main" id="{E2B3D0CA-40E7-8642-A77F-E9AD0E716131}"/>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12" name="Rectangle 2094">
                <a:extLst>
                  <a:ext uri="{FF2B5EF4-FFF2-40B4-BE49-F238E27FC236}">
                    <a16:creationId xmlns:a16="http://schemas.microsoft.com/office/drawing/2014/main" id="{4D6FE0D3-EA2F-EC47-9D34-115580A70D7A}"/>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13" name="Rectangle 2095">
                <a:extLst>
                  <a:ext uri="{FF2B5EF4-FFF2-40B4-BE49-F238E27FC236}">
                    <a16:creationId xmlns:a16="http://schemas.microsoft.com/office/drawing/2014/main" id="{4D777448-BDCF-2941-839E-161F70EF6038}"/>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14" name="Rectangle 2096">
                <a:extLst>
                  <a:ext uri="{FF2B5EF4-FFF2-40B4-BE49-F238E27FC236}">
                    <a16:creationId xmlns:a16="http://schemas.microsoft.com/office/drawing/2014/main" id="{FDAB0D43-5F38-8B4A-9CF7-8B78CC461968}"/>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15" name="Rectangle 2097">
                <a:extLst>
                  <a:ext uri="{FF2B5EF4-FFF2-40B4-BE49-F238E27FC236}">
                    <a16:creationId xmlns:a16="http://schemas.microsoft.com/office/drawing/2014/main" id="{14423821-16EC-A041-B46F-AFC15C6C976A}"/>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16" name="Rectangle 2098">
                <a:extLst>
                  <a:ext uri="{FF2B5EF4-FFF2-40B4-BE49-F238E27FC236}">
                    <a16:creationId xmlns:a16="http://schemas.microsoft.com/office/drawing/2014/main" id="{57B07975-2A4C-5345-A4E1-3A5E245AB8E5}"/>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17" name="Rectangle 2099">
                <a:extLst>
                  <a:ext uri="{FF2B5EF4-FFF2-40B4-BE49-F238E27FC236}">
                    <a16:creationId xmlns:a16="http://schemas.microsoft.com/office/drawing/2014/main" id="{BFFDAF8E-B452-D143-BE2B-9BC022F61D8C}"/>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18" name="Rectangle 2100">
                <a:extLst>
                  <a:ext uri="{FF2B5EF4-FFF2-40B4-BE49-F238E27FC236}">
                    <a16:creationId xmlns:a16="http://schemas.microsoft.com/office/drawing/2014/main" id="{42FB037C-365F-8B44-9E7E-57FD602693C0}"/>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19" name="Rectangle 2101">
                <a:extLst>
                  <a:ext uri="{FF2B5EF4-FFF2-40B4-BE49-F238E27FC236}">
                    <a16:creationId xmlns:a16="http://schemas.microsoft.com/office/drawing/2014/main" id="{0D3A61F4-217D-E248-83EC-FEE36D5C418C}"/>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20" name="Rectangle 2102">
                <a:extLst>
                  <a:ext uri="{FF2B5EF4-FFF2-40B4-BE49-F238E27FC236}">
                    <a16:creationId xmlns:a16="http://schemas.microsoft.com/office/drawing/2014/main" id="{CD7F2131-37F5-D740-93BB-76602A7FB0DC}"/>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21" name="Rectangle 2103">
                <a:extLst>
                  <a:ext uri="{FF2B5EF4-FFF2-40B4-BE49-F238E27FC236}">
                    <a16:creationId xmlns:a16="http://schemas.microsoft.com/office/drawing/2014/main" id="{8A4AD3A9-A86A-C344-9584-336E9F4C5EE5}"/>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22" name="Rectangle 2104">
                <a:extLst>
                  <a:ext uri="{FF2B5EF4-FFF2-40B4-BE49-F238E27FC236}">
                    <a16:creationId xmlns:a16="http://schemas.microsoft.com/office/drawing/2014/main" id="{7DABD50E-933C-4144-8306-0D946CE6D45D}"/>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23" name="Rectangle 2105">
                <a:extLst>
                  <a:ext uri="{FF2B5EF4-FFF2-40B4-BE49-F238E27FC236}">
                    <a16:creationId xmlns:a16="http://schemas.microsoft.com/office/drawing/2014/main" id="{85D271BF-4167-0141-AFAC-C20AC0DA750A}"/>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24" name="Rectangle 2106">
                <a:extLst>
                  <a:ext uri="{FF2B5EF4-FFF2-40B4-BE49-F238E27FC236}">
                    <a16:creationId xmlns:a16="http://schemas.microsoft.com/office/drawing/2014/main" id="{D46EB07D-12CC-7C45-A8F3-737F8C827182}"/>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25" name="Rectangle 2107">
                <a:extLst>
                  <a:ext uri="{FF2B5EF4-FFF2-40B4-BE49-F238E27FC236}">
                    <a16:creationId xmlns:a16="http://schemas.microsoft.com/office/drawing/2014/main" id="{28A9E0DB-5328-0242-AB7F-49A6581F4ED5}"/>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26" name="Rectangle 2108">
                <a:extLst>
                  <a:ext uri="{FF2B5EF4-FFF2-40B4-BE49-F238E27FC236}">
                    <a16:creationId xmlns:a16="http://schemas.microsoft.com/office/drawing/2014/main" id="{A4089267-ADB9-D044-807D-BBBA3B6FA4EE}"/>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27" name="Rectangle 2109">
                <a:extLst>
                  <a:ext uri="{FF2B5EF4-FFF2-40B4-BE49-F238E27FC236}">
                    <a16:creationId xmlns:a16="http://schemas.microsoft.com/office/drawing/2014/main" id="{F46BE12F-B83B-134D-93B4-C86C3EC8AEFF}"/>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28" name="Rectangle 2110">
                <a:extLst>
                  <a:ext uri="{FF2B5EF4-FFF2-40B4-BE49-F238E27FC236}">
                    <a16:creationId xmlns:a16="http://schemas.microsoft.com/office/drawing/2014/main" id="{26E8600C-CD9A-354F-9E7F-682B4F1F2CDD}"/>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0646" name="Group 1429">
              <a:extLst>
                <a:ext uri="{FF2B5EF4-FFF2-40B4-BE49-F238E27FC236}">
                  <a16:creationId xmlns:a16="http://schemas.microsoft.com/office/drawing/2014/main" id="{95FB2275-BAC2-F349-928A-E49485CD6D64}"/>
                </a:ext>
              </a:extLst>
            </p:cNvPr>
            <p:cNvGrpSpPr>
              <a:grpSpLocks/>
            </p:cNvGrpSpPr>
            <p:nvPr/>
          </p:nvGrpSpPr>
          <p:grpSpPr bwMode="auto">
            <a:xfrm>
              <a:off x="6162245" y="1394996"/>
              <a:ext cx="1114185" cy="751417"/>
              <a:chOff x="517764" y="1384300"/>
              <a:chExt cx="1114185" cy="751417"/>
            </a:xfrm>
          </p:grpSpPr>
          <p:sp>
            <p:nvSpPr>
              <p:cNvPr id="2058" name="Rectangle 2057">
                <a:extLst>
                  <a:ext uri="{FF2B5EF4-FFF2-40B4-BE49-F238E27FC236}">
                    <a16:creationId xmlns:a16="http://schemas.microsoft.com/office/drawing/2014/main" id="{BF0AA013-72F9-1940-A90B-F07C3DF1FB00}"/>
                  </a:ext>
                </a:extLst>
              </p:cNvPr>
              <p:cNvSpPr/>
              <p:nvPr/>
            </p:nvSpPr>
            <p:spPr bwMode="auto">
              <a:xfrm>
                <a:off x="517189" y="1384799"/>
                <a:ext cx="1114332"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0676" name="Rectangle 2058">
                <a:extLst>
                  <a:ext uri="{FF2B5EF4-FFF2-40B4-BE49-F238E27FC236}">
                    <a16:creationId xmlns:a16="http://schemas.microsoft.com/office/drawing/2014/main" id="{E0AE78A7-4992-1A49-B507-F045EB52D85F}"/>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77" name="Rectangle 2059">
                <a:extLst>
                  <a:ext uri="{FF2B5EF4-FFF2-40B4-BE49-F238E27FC236}">
                    <a16:creationId xmlns:a16="http://schemas.microsoft.com/office/drawing/2014/main" id="{8410C761-CD93-7A4F-BD0A-956C7269B03E}"/>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78" name="Rectangle 2060">
                <a:extLst>
                  <a:ext uri="{FF2B5EF4-FFF2-40B4-BE49-F238E27FC236}">
                    <a16:creationId xmlns:a16="http://schemas.microsoft.com/office/drawing/2014/main" id="{61FB6E8C-3CD0-7640-BD7E-674816112F37}"/>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79" name="Rectangle 2061">
                <a:extLst>
                  <a:ext uri="{FF2B5EF4-FFF2-40B4-BE49-F238E27FC236}">
                    <a16:creationId xmlns:a16="http://schemas.microsoft.com/office/drawing/2014/main" id="{46E16B64-62D5-2C40-A6AC-DDE8012A40AB}"/>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80" name="Rectangle 2062">
                <a:extLst>
                  <a:ext uri="{FF2B5EF4-FFF2-40B4-BE49-F238E27FC236}">
                    <a16:creationId xmlns:a16="http://schemas.microsoft.com/office/drawing/2014/main" id="{D373DBD5-54A6-6E4A-9EE8-D54812CD3848}"/>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81" name="Rectangle 2063">
                <a:extLst>
                  <a:ext uri="{FF2B5EF4-FFF2-40B4-BE49-F238E27FC236}">
                    <a16:creationId xmlns:a16="http://schemas.microsoft.com/office/drawing/2014/main" id="{B3872CC8-3DEB-0342-A2E3-99035E1A5767}"/>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82" name="Rectangle 2064">
                <a:extLst>
                  <a:ext uri="{FF2B5EF4-FFF2-40B4-BE49-F238E27FC236}">
                    <a16:creationId xmlns:a16="http://schemas.microsoft.com/office/drawing/2014/main" id="{08FD3BB2-1D96-DC4E-AD25-4494DFE251A8}"/>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83" name="Rectangle 2065">
                <a:extLst>
                  <a:ext uri="{FF2B5EF4-FFF2-40B4-BE49-F238E27FC236}">
                    <a16:creationId xmlns:a16="http://schemas.microsoft.com/office/drawing/2014/main" id="{6308DF45-8A45-AE40-AF10-5D4943E8A447}"/>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84" name="Rectangle 2066">
                <a:extLst>
                  <a:ext uri="{FF2B5EF4-FFF2-40B4-BE49-F238E27FC236}">
                    <a16:creationId xmlns:a16="http://schemas.microsoft.com/office/drawing/2014/main" id="{5FFF0DE3-004D-A244-81BD-D731D49758B6}"/>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85" name="Rectangle 2067">
                <a:extLst>
                  <a:ext uri="{FF2B5EF4-FFF2-40B4-BE49-F238E27FC236}">
                    <a16:creationId xmlns:a16="http://schemas.microsoft.com/office/drawing/2014/main" id="{894F8FEC-7BD9-FF40-89B2-51F8CA6A84ED}"/>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86" name="Rectangle 2068">
                <a:extLst>
                  <a:ext uri="{FF2B5EF4-FFF2-40B4-BE49-F238E27FC236}">
                    <a16:creationId xmlns:a16="http://schemas.microsoft.com/office/drawing/2014/main" id="{D5380A24-83FB-0C49-B4CB-B740C746E43C}"/>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87" name="Rectangle 2069">
                <a:extLst>
                  <a:ext uri="{FF2B5EF4-FFF2-40B4-BE49-F238E27FC236}">
                    <a16:creationId xmlns:a16="http://schemas.microsoft.com/office/drawing/2014/main" id="{4E90AADC-2715-C547-9F79-C35020281577}"/>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88" name="Rectangle 2070">
                <a:extLst>
                  <a:ext uri="{FF2B5EF4-FFF2-40B4-BE49-F238E27FC236}">
                    <a16:creationId xmlns:a16="http://schemas.microsoft.com/office/drawing/2014/main" id="{CD3366E8-C178-5447-A16C-56533E3E1028}"/>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89" name="Rectangle 2071">
                <a:extLst>
                  <a:ext uri="{FF2B5EF4-FFF2-40B4-BE49-F238E27FC236}">
                    <a16:creationId xmlns:a16="http://schemas.microsoft.com/office/drawing/2014/main" id="{9A3980C5-CDB1-BF4B-BFC7-98CD434E82CF}"/>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90" name="Rectangle 2072">
                <a:extLst>
                  <a:ext uri="{FF2B5EF4-FFF2-40B4-BE49-F238E27FC236}">
                    <a16:creationId xmlns:a16="http://schemas.microsoft.com/office/drawing/2014/main" id="{ECCA8F8C-860C-2F42-AD48-2B5DF3D1EAAC}"/>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91" name="Rectangle 2073">
                <a:extLst>
                  <a:ext uri="{FF2B5EF4-FFF2-40B4-BE49-F238E27FC236}">
                    <a16:creationId xmlns:a16="http://schemas.microsoft.com/office/drawing/2014/main" id="{D0BE6285-6914-704F-91B1-3C99BD76AE84}"/>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92" name="Rectangle 2074">
                <a:extLst>
                  <a:ext uri="{FF2B5EF4-FFF2-40B4-BE49-F238E27FC236}">
                    <a16:creationId xmlns:a16="http://schemas.microsoft.com/office/drawing/2014/main" id="{E0B4CC6B-CBF4-454A-A151-EDE2DF7F4426}"/>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93" name="Rectangle 2075">
                <a:extLst>
                  <a:ext uri="{FF2B5EF4-FFF2-40B4-BE49-F238E27FC236}">
                    <a16:creationId xmlns:a16="http://schemas.microsoft.com/office/drawing/2014/main" id="{6277D55A-3D84-234C-AB93-DD6EAD5D5EE4}"/>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94" name="Rectangle 2076">
                <a:extLst>
                  <a:ext uri="{FF2B5EF4-FFF2-40B4-BE49-F238E27FC236}">
                    <a16:creationId xmlns:a16="http://schemas.microsoft.com/office/drawing/2014/main" id="{93C3FF6D-3C2B-DD4F-9E8A-D9D0044C748E}"/>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95" name="Rectangle 2077">
                <a:extLst>
                  <a:ext uri="{FF2B5EF4-FFF2-40B4-BE49-F238E27FC236}">
                    <a16:creationId xmlns:a16="http://schemas.microsoft.com/office/drawing/2014/main" id="{93DB99D1-A572-BD43-82D8-B51E82749B9E}"/>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96" name="Rectangle 2078">
                <a:extLst>
                  <a:ext uri="{FF2B5EF4-FFF2-40B4-BE49-F238E27FC236}">
                    <a16:creationId xmlns:a16="http://schemas.microsoft.com/office/drawing/2014/main" id="{033D9807-9638-CF4F-8697-1AE8096A05BC}"/>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97" name="Rectangle 2079">
                <a:extLst>
                  <a:ext uri="{FF2B5EF4-FFF2-40B4-BE49-F238E27FC236}">
                    <a16:creationId xmlns:a16="http://schemas.microsoft.com/office/drawing/2014/main" id="{A4EA66B4-B0B2-2A44-B69C-E9ADB55A2398}"/>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98" name="Rectangle 2080">
                <a:extLst>
                  <a:ext uri="{FF2B5EF4-FFF2-40B4-BE49-F238E27FC236}">
                    <a16:creationId xmlns:a16="http://schemas.microsoft.com/office/drawing/2014/main" id="{998110DF-EA52-0441-BF2E-6737B70181D9}"/>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99" name="Rectangle 2081">
                <a:extLst>
                  <a:ext uri="{FF2B5EF4-FFF2-40B4-BE49-F238E27FC236}">
                    <a16:creationId xmlns:a16="http://schemas.microsoft.com/office/drawing/2014/main" id="{47ED9C2A-7203-4B48-8B6A-184F08FE168A}"/>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700" name="Rectangle 2082">
                <a:extLst>
                  <a:ext uri="{FF2B5EF4-FFF2-40B4-BE49-F238E27FC236}">
                    <a16:creationId xmlns:a16="http://schemas.microsoft.com/office/drawing/2014/main" id="{152AD4A3-EE2D-7549-A573-6C98B9190BC7}"/>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701" name="Rectangle 2083">
                <a:extLst>
                  <a:ext uri="{FF2B5EF4-FFF2-40B4-BE49-F238E27FC236}">
                    <a16:creationId xmlns:a16="http://schemas.microsoft.com/office/drawing/2014/main" id="{410A6218-BC58-C64C-BF4D-B2B66EED0F64}"/>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0647" name="Group 1457">
              <a:extLst>
                <a:ext uri="{FF2B5EF4-FFF2-40B4-BE49-F238E27FC236}">
                  <a16:creationId xmlns:a16="http://schemas.microsoft.com/office/drawing/2014/main" id="{79E8720E-C691-C44B-AEA8-4E40E7ED0EAC}"/>
                </a:ext>
              </a:extLst>
            </p:cNvPr>
            <p:cNvGrpSpPr>
              <a:grpSpLocks/>
            </p:cNvGrpSpPr>
            <p:nvPr/>
          </p:nvGrpSpPr>
          <p:grpSpPr bwMode="auto">
            <a:xfrm>
              <a:off x="7325297" y="1394996"/>
              <a:ext cx="1114185" cy="751417"/>
              <a:chOff x="517764" y="1384300"/>
              <a:chExt cx="1114185" cy="751417"/>
            </a:xfrm>
          </p:grpSpPr>
          <p:sp>
            <p:nvSpPr>
              <p:cNvPr id="2031" name="Rectangle 2030">
                <a:extLst>
                  <a:ext uri="{FF2B5EF4-FFF2-40B4-BE49-F238E27FC236}">
                    <a16:creationId xmlns:a16="http://schemas.microsoft.com/office/drawing/2014/main" id="{C39C4C90-F376-D14D-BA01-CF603724A4AB}"/>
                  </a:ext>
                </a:extLst>
              </p:cNvPr>
              <p:cNvSpPr/>
              <p:nvPr/>
            </p:nvSpPr>
            <p:spPr bwMode="auto">
              <a:xfrm>
                <a:off x="517679" y="1384799"/>
                <a:ext cx="1114332"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0649" name="Rectangle 2031">
                <a:extLst>
                  <a:ext uri="{FF2B5EF4-FFF2-40B4-BE49-F238E27FC236}">
                    <a16:creationId xmlns:a16="http://schemas.microsoft.com/office/drawing/2014/main" id="{08269ED5-CC6A-E44A-99CB-3BFCF6D0F65E}"/>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50" name="Rectangle 2032">
                <a:extLst>
                  <a:ext uri="{FF2B5EF4-FFF2-40B4-BE49-F238E27FC236}">
                    <a16:creationId xmlns:a16="http://schemas.microsoft.com/office/drawing/2014/main" id="{FA335BCD-5184-3846-8B0F-136F64814F50}"/>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51" name="Rectangle 2033">
                <a:extLst>
                  <a:ext uri="{FF2B5EF4-FFF2-40B4-BE49-F238E27FC236}">
                    <a16:creationId xmlns:a16="http://schemas.microsoft.com/office/drawing/2014/main" id="{4A5DAD9B-C0E3-1347-87DF-D27FC4C79F9C}"/>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52" name="Rectangle 2034">
                <a:extLst>
                  <a:ext uri="{FF2B5EF4-FFF2-40B4-BE49-F238E27FC236}">
                    <a16:creationId xmlns:a16="http://schemas.microsoft.com/office/drawing/2014/main" id="{AF8BA169-3A79-C343-9B1D-244FCB3F5AF9}"/>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53" name="Rectangle 2035">
                <a:extLst>
                  <a:ext uri="{FF2B5EF4-FFF2-40B4-BE49-F238E27FC236}">
                    <a16:creationId xmlns:a16="http://schemas.microsoft.com/office/drawing/2014/main" id="{580BC6BB-8795-0B47-9B23-2564F36ABC50}"/>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54" name="Rectangle 2036">
                <a:extLst>
                  <a:ext uri="{FF2B5EF4-FFF2-40B4-BE49-F238E27FC236}">
                    <a16:creationId xmlns:a16="http://schemas.microsoft.com/office/drawing/2014/main" id="{5A1BFE53-85C7-5C4A-8577-F42C67EEA8D1}"/>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55" name="Rectangle 2037">
                <a:extLst>
                  <a:ext uri="{FF2B5EF4-FFF2-40B4-BE49-F238E27FC236}">
                    <a16:creationId xmlns:a16="http://schemas.microsoft.com/office/drawing/2014/main" id="{1E4C88C9-E754-4141-9AE7-3751A69FEA62}"/>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56" name="Rectangle 2038">
                <a:extLst>
                  <a:ext uri="{FF2B5EF4-FFF2-40B4-BE49-F238E27FC236}">
                    <a16:creationId xmlns:a16="http://schemas.microsoft.com/office/drawing/2014/main" id="{A21B8B70-0624-9B47-B92E-830B3719EE0D}"/>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57" name="Rectangle 2039">
                <a:extLst>
                  <a:ext uri="{FF2B5EF4-FFF2-40B4-BE49-F238E27FC236}">
                    <a16:creationId xmlns:a16="http://schemas.microsoft.com/office/drawing/2014/main" id="{C949580D-BA26-2F4A-A927-68922B04CAEF}"/>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58" name="Rectangle 2040">
                <a:extLst>
                  <a:ext uri="{FF2B5EF4-FFF2-40B4-BE49-F238E27FC236}">
                    <a16:creationId xmlns:a16="http://schemas.microsoft.com/office/drawing/2014/main" id="{9CD6F3C1-C9B2-3845-A22E-8572D0DB8305}"/>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59" name="Rectangle 2041">
                <a:extLst>
                  <a:ext uri="{FF2B5EF4-FFF2-40B4-BE49-F238E27FC236}">
                    <a16:creationId xmlns:a16="http://schemas.microsoft.com/office/drawing/2014/main" id="{ED009B68-6740-C64D-9F15-F49C57D7B790}"/>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60" name="Rectangle 2042">
                <a:extLst>
                  <a:ext uri="{FF2B5EF4-FFF2-40B4-BE49-F238E27FC236}">
                    <a16:creationId xmlns:a16="http://schemas.microsoft.com/office/drawing/2014/main" id="{3D6620AD-F063-B646-BA58-6974E677A079}"/>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61" name="Rectangle 2043">
                <a:extLst>
                  <a:ext uri="{FF2B5EF4-FFF2-40B4-BE49-F238E27FC236}">
                    <a16:creationId xmlns:a16="http://schemas.microsoft.com/office/drawing/2014/main" id="{1E6226A9-6780-0F41-9691-65C8ADEE8C76}"/>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62" name="Rectangle 2044">
                <a:extLst>
                  <a:ext uri="{FF2B5EF4-FFF2-40B4-BE49-F238E27FC236}">
                    <a16:creationId xmlns:a16="http://schemas.microsoft.com/office/drawing/2014/main" id="{B3F8C186-6A65-2640-B8FA-A64E627344B5}"/>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63" name="Rectangle 2045">
                <a:extLst>
                  <a:ext uri="{FF2B5EF4-FFF2-40B4-BE49-F238E27FC236}">
                    <a16:creationId xmlns:a16="http://schemas.microsoft.com/office/drawing/2014/main" id="{78ED63EF-B0DD-0846-B09B-6D8E60F3E918}"/>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64" name="Rectangle 2046">
                <a:extLst>
                  <a:ext uri="{FF2B5EF4-FFF2-40B4-BE49-F238E27FC236}">
                    <a16:creationId xmlns:a16="http://schemas.microsoft.com/office/drawing/2014/main" id="{26CA1AAC-69C8-2842-B5EB-C113BBFAE863}"/>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65" name="Rectangle 2047">
                <a:extLst>
                  <a:ext uri="{FF2B5EF4-FFF2-40B4-BE49-F238E27FC236}">
                    <a16:creationId xmlns:a16="http://schemas.microsoft.com/office/drawing/2014/main" id="{2C3711AE-2872-D841-87D2-5D176FE0DDC1}"/>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66" name="Rectangle 2048">
                <a:extLst>
                  <a:ext uri="{FF2B5EF4-FFF2-40B4-BE49-F238E27FC236}">
                    <a16:creationId xmlns:a16="http://schemas.microsoft.com/office/drawing/2014/main" id="{A4EBF118-CA95-5544-BEC4-6C4FDA4F7702}"/>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67" name="Rectangle 2049">
                <a:extLst>
                  <a:ext uri="{FF2B5EF4-FFF2-40B4-BE49-F238E27FC236}">
                    <a16:creationId xmlns:a16="http://schemas.microsoft.com/office/drawing/2014/main" id="{A8F04E88-E52E-D64A-836D-D12FAFA77070}"/>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68" name="Rectangle 2050">
                <a:extLst>
                  <a:ext uri="{FF2B5EF4-FFF2-40B4-BE49-F238E27FC236}">
                    <a16:creationId xmlns:a16="http://schemas.microsoft.com/office/drawing/2014/main" id="{AB9C5E25-5965-E548-995C-55DB3DA5D1CB}"/>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69" name="Rectangle 2051">
                <a:extLst>
                  <a:ext uri="{FF2B5EF4-FFF2-40B4-BE49-F238E27FC236}">
                    <a16:creationId xmlns:a16="http://schemas.microsoft.com/office/drawing/2014/main" id="{FED804E1-FC74-F645-99C8-41BEA388738A}"/>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70" name="Rectangle 2052">
                <a:extLst>
                  <a:ext uri="{FF2B5EF4-FFF2-40B4-BE49-F238E27FC236}">
                    <a16:creationId xmlns:a16="http://schemas.microsoft.com/office/drawing/2014/main" id="{AA9175E9-7A15-8F48-97E9-76F2757D6FFF}"/>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71" name="Rectangle 2053">
                <a:extLst>
                  <a:ext uri="{FF2B5EF4-FFF2-40B4-BE49-F238E27FC236}">
                    <a16:creationId xmlns:a16="http://schemas.microsoft.com/office/drawing/2014/main" id="{A6C65A51-54EA-5F49-A6C1-85C387E3D1AE}"/>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72" name="Rectangle 2054">
                <a:extLst>
                  <a:ext uri="{FF2B5EF4-FFF2-40B4-BE49-F238E27FC236}">
                    <a16:creationId xmlns:a16="http://schemas.microsoft.com/office/drawing/2014/main" id="{63C7CEFF-AFD3-8842-BE7F-992B45000756}"/>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73" name="Rectangle 2055">
                <a:extLst>
                  <a:ext uri="{FF2B5EF4-FFF2-40B4-BE49-F238E27FC236}">
                    <a16:creationId xmlns:a16="http://schemas.microsoft.com/office/drawing/2014/main" id="{2ABD741D-6C1B-6D45-8B56-22388BD06FD5}"/>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74" name="Rectangle 2056">
                <a:extLst>
                  <a:ext uri="{FF2B5EF4-FFF2-40B4-BE49-F238E27FC236}">
                    <a16:creationId xmlns:a16="http://schemas.microsoft.com/office/drawing/2014/main" id="{27C93A54-BCD8-D44B-BD12-E26671EF7843}"/>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90152" name="Group 2113">
            <a:extLst>
              <a:ext uri="{FF2B5EF4-FFF2-40B4-BE49-F238E27FC236}">
                <a16:creationId xmlns:a16="http://schemas.microsoft.com/office/drawing/2014/main" id="{13FB7629-5822-254C-83C3-B22BB4DF281C}"/>
              </a:ext>
            </a:extLst>
          </p:cNvPr>
          <p:cNvGrpSpPr>
            <a:grpSpLocks/>
          </p:cNvGrpSpPr>
          <p:nvPr/>
        </p:nvGrpSpPr>
        <p:grpSpPr bwMode="auto">
          <a:xfrm>
            <a:off x="4733925" y="3962400"/>
            <a:ext cx="3954463" cy="877888"/>
            <a:chOff x="4545730" y="1328822"/>
            <a:chExt cx="3954134" cy="877859"/>
          </a:xfrm>
        </p:grpSpPr>
        <p:sp>
          <p:nvSpPr>
            <p:cNvPr id="2115" name="Rectangle 2114">
              <a:extLst>
                <a:ext uri="{FF2B5EF4-FFF2-40B4-BE49-F238E27FC236}">
                  <a16:creationId xmlns:a16="http://schemas.microsoft.com/office/drawing/2014/main" id="{C0034ADE-803E-904F-8DA2-3C82CC9B6393}"/>
                </a:ext>
              </a:extLst>
            </p:cNvPr>
            <p:cNvSpPr/>
            <p:nvPr/>
          </p:nvSpPr>
          <p:spPr bwMode="auto">
            <a:xfrm>
              <a:off x="4560017" y="1328822"/>
              <a:ext cx="3939847" cy="877859"/>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grpSp>
          <p:nvGrpSpPr>
            <p:cNvPr id="90556" name="Group 1486">
              <a:extLst>
                <a:ext uri="{FF2B5EF4-FFF2-40B4-BE49-F238E27FC236}">
                  <a16:creationId xmlns:a16="http://schemas.microsoft.com/office/drawing/2014/main" id="{1F5E0300-59BE-EF43-806D-45F8E2206834}"/>
                </a:ext>
              </a:extLst>
            </p:cNvPr>
            <p:cNvGrpSpPr>
              <a:grpSpLocks/>
            </p:cNvGrpSpPr>
            <p:nvPr/>
          </p:nvGrpSpPr>
          <p:grpSpPr bwMode="auto">
            <a:xfrm>
              <a:off x="4545730" y="1393547"/>
              <a:ext cx="463081" cy="747517"/>
              <a:chOff x="3940698" y="1394549"/>
              <a:chExt cx="463081" cy="747517"/>
            </a:xfrm>
          </p:grpSpPr>
          <p:sp>
            <p:nvSpPr>
              <p:cNvPr id="90641" name="Rectangle 2200">
                <a:extLst>
                  <a:ext uri="{FF2B5EF4-FFF2-40B4-BE49-F238E27FC236}">
                    <a16:creationId xmlns:a16="http://schemas.microsoft.com/office/drawing/2014/main" id="{8CDBA418-B311-9648-B850-467AA4E9C3A5}"/>
                  </a:ext>
                </a:extLst>
              </p:cNvPr>
              <p:cNvSpPr>
                <a:spLocks noChangeArrowheads="1"/>
              </p:cNvSpPr>
              <p:nvPr/>
            </p:nvSpPr>
            <p:spPr bwMode="auto">
              <a:xfrm>
                <a:off x="4004141" y="1394549"/>
                <a:ext cx="336195" cy="747517"/>
              </a:xfrm>
              <a:prstGeom prst="rect">
                <a:avLst/>
              </a:prstGeom>
              <a:solidFill>
                <a:srgbClr val="8B9CC3"/>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42" name="TextBox 2201">
                <a:extLst>
                  <a:ext uri="{FF2B5EF4-FFF2-40B4-BE49-F238E27FC236}">
                    <a16:creationId xmlns:a16="http://schemas.microsoft.com/office/drawing/2014/main" id="{5E2D5D63-C94D-BD49-BDEC-98080AA1E589}"/>
                  </a:ext>
                </a:extLst>
              </p:cNvPr>
              <p:cNvSpPr txBox="1">
                <a:spLocks noChangeArrowheads="1"/>
              </p:cNvSpPr>
              <p:nvPr/>
            </p:nvSpPr>
            <p:spPr bwMode="auto">
              <a:xfrm>
                <a:off x="3940698" y="1622113"/>
                <a:ext cx="4630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300" b="0" i="0" u="none" strike="noStrike" kern="1200" cap="none" spc="0" normalizeH="0" baseline="0" noProof="0">
                    <a:ln>
                      <a:noFill/>
                    </a:ln>
                    <a:solidFill>
                      <a:srgbClr val="000000"/>
                    </a:solidFill>
                    <a:effectLst/>
                    <a:uLnTx/>
                    <a:uFillTx/>
                    <a:latin typeface="Myriad Pro Black" charset="0"/>
                    <a:ea typeface="ＭＳ Ｐゴシック" panose="020B0600070205080204" pitchFamily="34" charset="-128"/>
                    <a:cs typeface="+mn-cs"/>
                  </a:rPr>
                  <a:t>Tex</a:t>
                </a:r>
              </a:p>
            </p:txBody>
          </p:sp>
        </p:grpSp>
        <p:grpSp>
          <p:nvGrpSpPr>
            <p:cNvPr id="90557" name="Group 1428">
              <a:extLst>
                <a:ext uri="{FF2B5EF4-FFF2-40B4-BE49-F238E27FC236}">
                  <a16:creationId xmlns:a16="http://schemas.microsoft.com/office/drawing/2014/main" id="{E082C794-2FBD-C840-805B-E137EC80CCB2}"/>
                </a:ext>
              </a:extLst>
            </p:cNvPr>
            <p:cNvGrpSpPr>
              <a:grpSpLocks/>
            </p:cNvGrpSpPr>
            <p:nvPr/>
          </p:nvGrpSpPr>
          <p:grpSpPr bwMode="auto">
            <a:xfrm>
              <a:off x="4993845" y="1389648"/>
              <a:ext cx="1114185" cy="751417"/>
              <a:chOff x="517764" y="1384300"/>
              <a:chExt cx="1114185" cy="751417"/>
            </a:xfrm>
          </p:grpSpPr>
          <p:sp>
            <p:nvSpPr>
              <p:cNvPr id="2174" name="Rectangle 2173">
                <a:extLst>
                  <a:ext uri="{FF2B5EF4-FFF2-40B4-BE49-F238E27FC236}">
                    <a16:creationId xmlns:a16="http://schemas.microsoft.com/office/drawing/2014/main" id="{A8566393-AFF1-764D-B0BE-B77DADEDEB21}"/>
                  </a:ext>
                </a:extLst>
              </p:cNvPr>
              <p:cNvSpPr/>
              <p:nvPr/>
            </p:nvSpPr>
            <p:spPr bwMode="auto">
              <a:xfrm>
                <a:off x="517287" y="1383797"/>
                <a:ext cx="1114332" cy="752450"/>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0615" name="Rectangle 2174">
                <a:extLst>
                  <a:ext uri="{FF2B5EF4-FFF2-40B4-BE49-F238E27FC236}">
                    <a16:creationId xmlns:a16="http://schemas.microsoft.com/office/drawing/2014/main" id="{FC14279C-1F4E-C14C-A503-CC3F7ECF6B93}"/>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16" name="Rectangle 2175">
                <a:extLst>
                  <a:ext uri="{FF2B5EF4-FFF2-40B4-BE49-F238E27FC236}">
                    <a16:creationId xmlns:a16="http://schemas.microsoft.com/office/drawing/2014/main" id="{EF6D458F-60F0-CB4B-B173-78E82E1CA4EE}"/>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17" name="Rectangle 2176">
                <a:extLst>
                  <a:ext uri="{FF2B5EF4-FFF2-40B4-BE49-F238E27FC236}">
                    <a16:creationId xmlns:a16="http://schemas.microsoft.com/office/drawing/2014/main" id="{FDE15915-CEB6-F343-9966-F205564359BB}"/>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18" name="Rectangle 2177">
                <a:extLst>
                  <a:ext uri="{FF2B5EF4-FFF2-40B4-BE49-F238E27FC236}">
                    <a16:creationId xmlns:a16="http://schemas.microsoft.com/office/drawing/2014/main" id="{ECDDF46A-DFFA-8146-AFF1-17C6C2D3636E}"/>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19" name="Rectangle 2178">
                <a:extLst>
                  <a:ext uri="{FF2B5EF4-FFF2-40B4-BE49-F238E27FC236}">
                    <a16:creationId xmlns:a16="http://schemas.microsoft.com/office/drawing/2014/main" id="{9D24838B-5452-8340-8D45-4960F4F8DF0D}"/>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20" name="Rectangle 2179">
                <a:extLst>
                  <a:ext uri="{FF2B5EF4-FFF2-40B4-BE49-F238E27FC236}">
                    <a16:creationId xmlns:a16="http://schemas.microsoft.com/office/drawing/2014/main" id="{73196152-066E-1E4B-9B9A-34F4B7FD6544}"/>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21" name="Rectangle 2180">
                <a:extLst>
                  <a:ext uri="{FF2B5EF4-FFF2-40B4-BE49-F238E27FC236}">
                    <a16:creationId xmlns:a16="http://schemas.microsoft.com/office/drawing/2014/main" id="{F49B412C-00C5-4F44-BACF-59B6E325E9E6}"/>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22" name="Rectangle 2181">
                <a:extLst>
                  <a:ext uri="{FF2B5EF4-FFF2-40B4-BE49-F238E27FC236}">
                    <a16:creationId xmlns:a16="http://schemas.microsoft.com/office/drawing/2014/main" id="{A9D38274-CC26-0D4A-882E-484C933B7F57}"/>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23" name="Rectangle 2182">
                <a:extLst>
                  <a:ext uri="{FF2B5EF4-FFF2-40B4-BE49-F238E27FC236}">
                    <a16:creationId xmlns:a16="http://schemas.microsoft.com/office/drawing/2014/main" id="{B5348D29-09F7-A346-85A3-DDBDAA00D53F}"/>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24" name="Rectangle 2183">
                <a:extLst>
                  <a:ext uri="{FF2B5EF4-FFF2-40B4-BE49-F238E27FC236}">
                    <a16:creationId xmlns:a16="http://schemas.microsoft.com/office/drawing/2014/main" id="{787CC891-C607-4943-8A1E-337179334874}"/>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25" name="Rectangle 2184">
                <a:extLst>
                  <a:ext uri="{FF2B5EF4-FFF2-40B4-BE49-F238E27FC236}">
                    <a16:creationId xmlns:a16="http://schemas.microsoft.com/office/drawing/2014/main" id="{4AD85199-059E-8F4B-AFB9-21A7225A62D0}"/>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26" name="Rectangle 2185">
                <a:extLst>
                  <a:ext uri="{FF2B5EF4-FFF2-40B4-BE49-F238E27FC236}">
                    <a16:creationId xmlns:a16="http://schemas.microsoft.com/office/drawing/2014/main" id="{1C487AB2-C37D-5442-885D-A46F4D60C563}"/>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27" name="Rectangle 2186">
                <a:extLst>
                  <a:ext uri="{FF2B5EF4-FFF2-40B4-BE49-F238E27FC236}">
                    <a16:creationId xmlns:a16="http://schemas.microsoft.com/office/drawing/2014/main" id="{BB30A4A1-DF69-274D-B863-DD462E631DE3}"/>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28" name="Rectangle 2187">
                <a:extLst>
                  <a:ext uri="{FF2B5EF4-FFF2-40B4-BE49-F238E27FC236}">
                    <a16:creationId xmlns:a16="http://schemas.microsoft.com/office/drawing/2014/main" id="{EDAE9B35-F864-AC48-B905-E0121B5580C8}"/>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29" name="Rectangle 2188">
                <a:extLst>
                  <a:ext uri="{FF2B5EF4-FFF2-40B4-BE49-F238E27FC236}">
                    <a16:creationId xmlns:a16="http://schemas.microsoft.com/office/drawing/2014/main" id="{336156E5-0090-FA4E-99AB-CE12F782A049}"/>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30" name="Rectangle 2189">
                <a:extLst>
                  <a:ext uri="{FF2B5EF4-FFF2-40B4-BE49-F238E27FC236}">
                    <a16:creationId xmlns:a16="http://schemas.microsoft.com/office/drawing/2014/main" id="{1D363C11-8A25-584C-A8E8-1C1689B80749}"/>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31" name="Rectangle 2190">
                <a:extLst>
                  <a:ext uri="{FF2B5EF4-FFF2-40B4-BE49-F238E27FC236}">
                    <a16:creationId xmlns:a16="http://schemas.microsoft.com/office/drawing/2014/main" id="{56704288-2DEA-AB41-B16A-DC67E29580DC}"/>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32" name="Rectangle 2191">
                <a:extLst>
                  <a:ext uri="{FF2B5EF4-FFF2-40B4-BE49-F238E27FC236}">
                    <a16:creationId xmlns:a16="http://schemas.microsoft.com/office/drawing/2014/main" id="{99ADB6D6-0867-8240-ACA3-A2CC63D5C70E}"/>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33" name="Rectangle 2192">
                <a:extLst>
                  <a:ext uri="{FF2B5EF4-FFF2-40B4-BE49-F238E27FC236}">
                    <a16:creationId xmlns:a16="http://schemas.microsoft.com/office/drawing/2014/main" id="{557D89AF-288E-3847-B382-534E6770E9C8}"/>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34" name="Rectangle 2193">
                <a:extLst>
                  <a:ext uri="{FF2B5EF4-FFF2-40B4-BE49-F238E27FC236}">
                    <a16:creationId xmlns:a16="http://schemas.microsoft.com/office/drawing/2014/main" id="{38EA1434-8B82-F442-86D9-3CED4FDE845B}"/>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35" name="Rectangle 2194">
                <a:extLst>
                  <a:ext uri="{FF2B5EF4-FFF2-40B4-BE49-F238E27FC236}">
                    <a16:creationId xmlns:a16="http://schemas.microsoft.com/office/drawing/2014/main" id="{2D2535EC-B5FE-B34E-B077-6C7A69FB399D}"/>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36" name="Rectangle 2195">
                <a:extLst>
                  <a:ext uri="{FF2B5EF4-FFF2-40B4-BE49-F238E27FC236}">
                    <a16:creationId xmlns:a16="http://schemas.microsoft.com/office/drawing/2014/main" id="{8A4B59C0-C9E2-AA42-95EE-2475CEF0BD38}"/>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37" name="Rectangle 2196">
                <a:extLst>
                  <a:ext uri="{FF2B5EF4-FFF2-40B4-BE49-F238E27FC236}">
                    <a16:creationId xmlns:a16="http://schemas.microsoft.com/office/drawing/2014/main" id="{B196BA9B-9539-0E48-93E5-1EBF52D7C589}"/>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38" name="Rectangle 2197">
                <a:extLst>
                  <a:ext uri="{FF2B5EF4-FFF2-40B4-BE49-F238E27FC236}">
                    <a16:creationId xmlns:a16="http://schemas.microsoft.com/office/drawing/2014/main" id="{2F035A2E-506F-0146-B357-6D9E063545B0}"/>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39" name="Rectangle 2198">
                <a:extLst>
                  <a:ext uri="{FF2B5EF4-FFF2-40B4-BE49-F238E27FC236}">
                    <a16:creationId xmlns:a16="http://schemas.microsoft.com/office/drawing/2014/main" id="{B75EB27F-B708-844C-9496-26297AC8EED4}"/>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40" name="Rectangle 2199">
                <a:extLst>
                  <a:ext uri="{FF2B5EF4-FFF2-40B4-BE49-F238E27FC236}">
                    <a16:creationId xmlns:a16="http://schemas.microsoft.com/office/drawing/2014/main" id="{547F8B8F-AC22-B743-A52C-1256C7FA6044}"/>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0558" name="Group 1429">
              <a:extLst>
                <a:ext uri="{FF2B5EF4-FFF2-40B4-BE49-F238E27FC236}">
                  <a16:creationId xmlns:a16="http://schemas.microsoft.com/office/drawing/2014/main" id="{991C9710-2408-C94E-83B8-33925664A9D7}"/>
                </a:ext>
              </a:extLst>
            </p:cNvPr>
            <p:cNvGrpSpPr>
              <a:grpSpLocks/>
            </p:cNvGrpSpPr>
            <p:nvPr/>
          </p:nvGrpSpPr>
          <p:grpSpPr bwMode="auto">
            <a:xfrm>
              <a:off x="6162245" y="1394996"/>
              <a:ext cx="1114185" cy="751417"/>
              <a:chOff x="517764" y="1384300"/>
              <a:chExt cx="1114185" cy="751417"/>
            </a:xfrm>
          </p:grpSpPr>
          <p:sp>
            <p:nvSpPr>
              <p:cNvPr id="2147" name="Rectangle 2146">
                <a:extLst>
                  <a:ext uri="{FF2B5EF4-FFF2-40B4-BE49-F238E27FC236}">
                    <a16:creationId xmlns:a16="http://schemas.microsoft.com/office/drawing/2014/main" id="{76B1CFAC-E7E1-594C-AE6E-21876B142239}"/>
                  </a:ext>
                </a:extLst>
              </p:cNvPr>
              <p:cNvSpPr/>
              <p:nvPr/>
            </p:nvSpPr>
            <p:spPr bwMode="auto">
              <a:xfrm>
                <a:off x="517189" y="1384799"/>
                <a:ext cx="1114332"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0588" name="Rectangle 2147">
                <a:extLst>
                  <a:ext uri="{FF2B5EF4-FFF2-40B4-BE49-F238E27FC236}">
                    <a16:creationId xmlns:a16="http://schemas.microsoft.com/office/drawing/2014/main" id="{CD762E42-7EB0-E045-B736-CCE3B1FD57E7}"/>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89" name="Rectangle 2148">
                <a:extLst>
                  <a:ext uri="{FF2B5EF4-FFF2-40B4-BE49-F238E27FC236}">
                    <a16:creationId xmlns:a16="http://schemas.microsoft.com/office/drawing/2014/main" id="{6A0B0B22-549C-6541-A5FD-A0F9ACFE7798}"/>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90" name="Rectangle 2149">
                <a:extLst>
                  <a:ext uri="{FF2B5EF4-FFF2-40B4-BE49-F238E27FC236}">
                    <a16:creationId xmlns:a16="http://schemas.microsoft.com/office/drawing/2014/main" id="{4D21D1EA-CC1D-EE45-BC0D-C0F147D5115B}"/>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91" name="Rectangle 2150">
                <a:extLst>
                  <a:ext uri="{FF2B5EF4-FFF2-40B4-BE49-F238E27FC236}">
                    <a16:creationId xmlns:a16="http://schemas.microsoft.com/office/drawing/2014/main" id="{64A242B6-6DBA-8348-8FE9-E86C29DCCB41}"/>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92" name="Rectangle 2151">
                <a:extLst>
                  <a:ext uri="{FF2B5EF4-FFF2-40B4-BE49-F238E27FC236}">
                    <a16:creationId xmlns:a16="http://schemas.microsoft.com/office/drawing/2014/main" id="{E850C6EC-6565-5F4C-95F7-14473CBACB62}"/>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93" name="Rectangle 2152">
                <a:extLst>
                  <a:ext uri="{FF2B5EF4-FFF2-40B4-BE49-F238E27FC236}">
                    <a16:creationId xmlns:a16="http://schemas.microsoft.com/office/drawing/2014/main" id="{5B89B0A6-6178-DE4D-A738-58D27B9A97AA}"/>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94" name="Rectangle 2153">
                <a:extLst>
                  <a:ext uri="{FF2B5EF4-FFF2-40B4-BE49-F238E27FC236}">
                    <a16:creationId xmlns:a16="http://schemas.microsoft.com/office/drawing/2014/main" id="{F3C08579-E4C4-2146-BA34-FDAEC8D36BC5}"/>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95" name="Rectangle 2154">
                <a:extLst>
                  <a:ext uri="{FF2B5EF4-FFF2-40B4-BE49-F238E27FC236}">
                    <a16:creationId xmlns:a16="http://schemas.microsoft.com/office/drawing/2014/main" id="{940A0758-3A59-2242-B8FD-7FA7428F6B0C}"/>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96" name="Rectangle 2155">
                <a:extLst>
                  <a:ext uri="{FF2B5EF4-FFF2-40B4-BE49-F238E27FC236}">
                    <a16:creationId xmlns:a16="http://schemas.microsoft.com/office/drawing/2014/main" id="{84C7631A-294B-8240-98DB-767846C2628C}"/>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97" name="Rectangle 2156">
                <a:extLst>
                  <a:ext uri="{FF2B5EF4-FFF2-40B4-BE49-F238E27FC236}">
                    <a16:creationId xmlns:a16="http://schemas.microsoft.com/office/drawing/2014/main" id="{331F83CF-CF14-8A45-9EF7-B42D3D4553E7}"/>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98" name="Rectangle 2157">
                <a:extLst>
                  <a:ext uri="{FF2B5EF4-FFF2-40B4-BE49-F238E27FC236}">
                    <a16:creationId xmlns:a16="http://schemas.microsoft.com/office/drawing/2014/main" id="{CBB4E4B9-ECED-8446-8A35-02D2FD1BA6AB}"/>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99" name="Rectangle 2158">
                <a:extLst>
                  <a:ext uri="{FF2B5EF4-FFF2-40B4-BE49-F238E27FC236}">
                    <a16:creationId xmlns:a16="http://schemas.microsoft.com/office/drawing/2014/main" id="{5EEEBC14-FE76-4C44-B4F1-D3B0C4E0995D}"/>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00" name="Rectangle 2159">
                <a:extLst>
                  <a:ext uri="{FF2B5EF4-FFF2-40B4-BE49-F238E27FC236}">
                    <a16:creationId xmlns:a16="http://schemas.microsoft.com/office/drawing/2014/main" id="{B4C96A21-C471-5448-BDAE-B9462073E9A7}"/>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01" name="Rectangle 2160">
                <a:extLst>
                  <a:ext uri="{FF2B5EF4-FFF2-40B4-BE49-F238E27FC236}">
                    <a16:creationId xmlns:a16="http://schemas.microsoft.com/office/drawing/2014/main" id="{28A7CDAC-69F7-1C48-BFAE-8173072FBB9F}"/>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02" name="Rectangle 2161">
                <a:extLst>
                  <a:ext uri="{FF2B5EF4-FFF2-40B4-BE49-F238E27FC236}">
                    <a16:creationId xmlns:a16="http://schemas.microsoft.com/office/drawing/2014/main" id="{ECC02B31-0116-1843-82F1-5F19DBCD564F}"/>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03" name="Rectangle 2162">
                <a:extLst>
                  <a:ext uri="{FF2B5EF4-FFF2-40B4-BE49-F238E27FC236}">
                    <a16:creationId xmlns:a16="http://schemas.microsoft.com/office/drawing/2014/main" id="{B9E4CC20-278E-E140-93F5-10C9A6D20B02}"/>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04" name="Rectangle 2163">
                <a:extLst>
                  <a:ext uri="{FF2B5EF4-FFF2-40B4-BE49-F238E27FC236}">
                    <a16:creationId xmlns:a16="http://schemas.microsoft.com/office/drawing/2014/main" id="{823E59E2-185E-CD4B-8A19-DF2F1ACEEA7B}"/>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05" name="Rectangle 2164">
                <a:extLst>
                  <a:ext uri="{FF2B5EF4-FFF2-40B4-BE49-F238E27FC236}">
                    <a16:creationId xmlns:a16="http://schemas.microsoft.com/office/drawing/2014/main" id="{90EB22BE-9805-B946-B764-81E561AD6592}"/>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06" name="Rectangle 2165">
                <a:extLst>
                  <a:ext uri="{FF2B5EF4-FFF2-40B4-BE49-F238E27FC236}">
                    <a16:creationId xmlns:a16="http://schemas.microsoft.com/office/drawing/2014/main" id="{84391DEB-487F-C34F-85E0-5E814B313B19}"/>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07" name="Rectangle 2166">
                <a:extLst>
                  <a:ext uri="{FF2B5EF4-FFF2-40B4-BE49-F238E27FC236}">
                    <a16:creationId xmlns:a16="http://schemas.microsoft.com/office/drawing/2014/main" id="{23FFE1E8-C096-4C4B-B306-94619808E49A}"/>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08" name="Rectangle 2167">
                <a:extLst>
                  <a:ext uri="{FF2B5EF4-FFF2-40B4-BE49-F238E27FC236}">
                    <a16:creationId xmlns:a16="http://schemas.microsoft.com/office/drawing/2014/main" id="{DC6F8BB1-0B09-4542-9942-E085FEE14367}"/>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09" name="Rectangle 2168">
                <a:extLst>
                  <a:ext uri="{FF2B5EF4-FFF2-40B4-BE49-F238E27FC236}">
                    <a16:creationId xmlns:a16="http://schemas.microsoft.com/office/drawing/2014/main" id="{0577CF1F-6C33-6A4F-9696-3B992F02EC11}"/>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10" name="Rectangle 2169">
                <a:extLst>
                  <a:ext uri="{FF2B5EF4-FFF2-40B4-BE49-F238E27FC236}">
                    <a16:creationId xmlns:a16="http://schemas.microsoft.com/office/drawing/2014/main" id="{8701D195-6B9D-3341-804B-18F71CFE133D}"/>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11" name="Rectangle 2170">
                <a:extLst>
                  <a:ext uri="{FF2B5EF4-FFF2-40B4-BE49-F238E27FC236}">
                    <a16:creationId xmlns:a16="http://schemas.microsoft.com/office/drawing/2014/main" id="{26E510E6-322F-6242-9800-5C7C21CE33FD}"/>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612" name="Rectangle 2171">
                <a:extLst>
                  <a:ext uri="{FF2B5EF4-FFF2-40B4-BE49-F238E27FC236}">
                    <a16:creationId xmlns:a16="http://schemas.microsoft.com/office/drawing/2014/main" id="{8EF0E473-12B6-E948-958D-9F0AC5F40F82}"/>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613" name="Rectangle 2172">
                <a:extLst>
                  <a:ext uri="{FF2B5EF4-FFF2-40B4-BE49-F238E27FC236}">
                    <a16:creationId xmlns:a16="http://schemas.microsoft.com/office/drawing/2014/main" id="{37FC464E-4D15-5E4F-8F56-18A7B7789418}"/>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0559" name="Group 1457">
              <a:extLst>
                <a:ext uri="{FF2B5EF4-FFF2-40B4-BE49-F238E27FC236}">
                  <a16:creationId xmlns:a16="http://schemas.microsoft.com/office/drawing/2014/main" id="{3A90EFD0-8ED6-2848-900E-1B23B3A737E9}"/>
                </a:ext>
              </a:extLst>
            </p:cNvPr>
            <p:cNvGrpSpPr>
              <a:grpSpLocks/>
            </p:cNvGrpSpPr>
            <p:nvPr/>
          </p:nvGrpSpPr>
          <p:grpSpPr bwMode="auto">
            <a:xfrm>
              <a:off x="7325297" y="1394996"/>
              <a:ext cx="1114185" cy="751417"/>
              <a:chOff x="517764" y="1384300"/>
              <a:chExt cx="1114185" cy="751417"/>
            </a:xfrm>
          </p:grpSpPr>
          <p:sp>
            <p:nvSpPr>
              <p:cNvPr id="2120" name="Rectangle 2119">
                <a:extLst>
                  <a:ext uri="{FF2B5EF4-FFF2-40B4-BE49-F238E27FC236}">
                    <a16:creationId xmlns:a16="http://schemas.microsoft.com/office/drawing/2014/main" id="{667BDF67-0A0B-904C-963C-50C86F9C991E}"/>
                  </a:ext>
                </a:extLst>
              </p:cNvPr>
              <p:cNvSpPr/>
              <p:nvPr/>
            </p:nvSpPr>
            <p:spPr bwMode="auto">
              <a:xfrm>
                <a:off x="517679" y="1384799"/>
                <a:ext cx="1114332"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0561" name="Rectangle 2120">
                <a:extLst>
                  <a:ext uri="{FF2B5EF4-FFF2-40B4-BE49-F238E27FC236}">
                    <a16:creationId xmlns:a16="http://schemas.microsoft.com/office/drawing/2014/main" id="{79C1C434-BC5B-744F-96F0-255BBD410224}"/>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62" name="Rectangle 2121">
                <a:extLst>
                  <a:ext uri="{FF2B5EF4-FFF2-40B4-BE49-F238E27FC236}">
                    <a16:creationId xmlns:a16="http://schemas.microsoft.com/office/drawing/2014/main" id="{CFFD51F9-DE08-8548-9944-2B1D63756E19}"/>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63" name="Rectangle 2122">
                <a:extLst>
                  <a:ext uri="{FF2B5EF4-FFF2-40B4-BE49-F238E27FC236}">
                    <a16:creationId xmlns:a16="http://schemas.microsoft.com/office/drawing/2014/main" id="{3415955C-68B2-1B48-86A8-F735FA20E416}"/>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64" name="Rectangle 2123">
                <a:extLst>
                  <a:ext uri="{FF2B5EF4-FFF2-40B4-BE49-F238E27FC236}">
                    <a16:creationId xmlns:a16="http://schemas.microsoft.com/office/drawing/2014/main" id="{0F42522F-4126-4C43-91F0-F0013E9C76D5}"/>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65" name="Rectangle 2124">
                <a:extLst>
                  <a:ext uri="{FF2B5EF4-FFF2-40B4-BE49-F238E27FC236}">
                    <a16:creationId xmlns:a16="http://schemas.microsoft.com/office/drawing/2014/main" id="{05543789-444C-6941-ACDB-2125B04919AA}"/>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66" name="Rectangle 2125">
                <a:extLst>
                  <a:ext uri="{FF2B5EF4-FFF2-40B4-BE49-F238E27FC236}">
                    <a16:creationId xmlns:a16="http://schemas.microsoft.com/office/drawing/2014/main" id="{D575B5E8-F58E-CC48-B6EB-01CA75741EEF}"/>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67" name="Rectangle 2126">
                <a:extLst>
                  <a:ext uri="{FF2B5EF4-FFF2-40B4-BE49-F238E27FC236}">
                    <a16:creationId xmlns:a16="http://schemas.microsoft.com/office/drawing/2014/main" id="{46E663D4-A083-8946-A33D-C84ACC91929E}"/>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68" name="Rectangle 2127">
                <a:extLst>
                  <a:ext uri="{FF2B5EF4-FFF2-40B4-BE49-F238E27FC236}">
                    <a16:creationId xmlns:a16="http://schemas.microsoft.com/office/drawing/2014/main" id="{7047B893-BF83-8F45-A0F5-87245DE56EF1}"/>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69" name="Rectangle 2128">
                <a:extLst>
                  <a:ext uri="{FF2B5EF4-FFF2-40B4-BE49-F238E27FC236}">
                    <a16:creationId xmlns:a16="http://schemas.microsoft.com/office/drawing/2014/main" id="{14FC9589-2BFA-7942-9523-C5180DEDA859}"/>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70" name="Rectangle 2129">
                <a:extLst>
                  <a:ext uri="{FF2B5EF4-FFF2-40B4-BE49-F238E27FC236}">
                    <a16:creationId xmlns:a16="http://schemas.microsoft.com/office/drawing/2014/main" id="{7C0E6E87-BE32-9B4F-87A9-4AEA7E7CD57D}"/>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71" name="Rectangle 2130">
                <a:extLst>
                  <a:ext uri="{FF2B5EF4-FFF2-40B4-BE49-F238E27FC236}">
                    <a16:creationId xmlns:a16="http://schemas.microsoft.com/office/drawing/2014/main" id="{6A61F5FD-F86B-EC4B-98C2-19D1B6D2A410}"/>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72" name="Rectangle 2131">
                <a:extLst>
                  <a:ext uri="{FF2B5EF4-FFF2-40B4-BE49-F238E27FC236}">
                    <a16:creationId xmlns:a16="http://schemas.microsoft.com/office/drawing/2014/main" id="{CC47161F-4C79-104D-88D5-585FBAF84C63}"/>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73" name="Rectangle 2132">
                <a:extLst>
                  <a:ext uri="{FF2B5EF4-FFF2-40B4-BE49-F238E27FC236}">
                    <a16:creationId xmlns:a16="http://schemas.microsoft.com/office/drawing/2014/main" id="{EBABF28A-907B-0345-96ED-9D93CA57AD20}"/>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74" name="Rectangle 2133">
                <a:extLst>
                  <a:ext uri="{FF2B5EF4-FFF2-40B4-BE49-F238E27FC236}">
                    <a16:creationId xmlns:a16="http://schemas.microsoft.com/office/drawing/2014/main" id="{4D888CF1-48B4-D14A-B77C-D813498E93D6}"/>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75" name="Rectangle 2134">
                <a:extLst>
                  <a:ext uri="{FF2B5EF4-FFF2-40B4-BE49-F238E27FC236}">
                    <a16:creationId xmlns:a16="http://schemas.microsoft.com/office/drawing/2014/main" id="{E4A15E72-4280-CB4D-90F7-777904F35823}"/>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76" name="Rectangle 2135">
                <a:extLst>
                  <a:ext uri="{FF2B5EF4-FFF2-40B4-BE49-F238E27FC236}">
                    <a16:creationId xmlns:a16="http://schemas.microsoft.com/office/drawing/2014/main" id="{57507599-9432-7B40-BD65-3751A1D3BE02}"/>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77" name="Rectangle 2136">
                <a:extLst>
                  <a:ext uri="{FF2B5EF4-FFF2-40B4-BE49-F238E27FC236}">
                    <a16:creationId xmlns:a16="http://schemas.microsoft.com/office/drawing/2014/main" id="{F3DE17C8-A0A9-6A4C-9FC2-9EACC729EE18}"/>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78" name="Rectangle 2137">
                <a:extLst>
                  <a:ext uri="{FF2B5EF4-FFF2-40B4-BE49-F238E27FC236}">
                    <a16:creationId xmlns:a16="http://schemas.microsoft.com/office/drawing/2014/main" id="{5FE23AB0-27EA-B94E-B78B-2A421DE2EF5D}"/>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79" name="Rectangle 2138">
                <a:extLst>
                  <a:ext uri="{FF2B5EF4-FFF2-40B4-BE49-F238E27FC236}">
                    <a16:creationId xmlns:a16="http://schemas.microsoft.com/office/drawing/2014/main" id="{9C87B2BB-D31C-334B-AD15-20415B94414A}"/>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80" name="Rectangle 2139">
                <a:extLst>
                  <a:ext uri="{FF2B5EF4-FFF2-40B4-BE49-F238E27FC236}">
                    <a16:creationId xmlns:a16="http://schemas.microsoft.com/office/drawing/2014/main" id="{520EA56F-7428-D54D-A470-1FC0D6BC181D}"/>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81" name="Rectangle 2140">
                <a:extLst>
                  <a:ext uri="{FF2B5EF4-FFF2-40B4-BE49-F238E27FC236}">
                    <a16:creationId xmlns:a16="http://schemas.microsoft.com/office/drawing/2014/main" id="{232178BD-13EB-404C-B1A9-D18B79A1E5FD}"/>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82" name="Rectangle 2141">
                <a:extLst>
                  <a:ext uri="{FF2B5EF4-FFF2-40B4-BE49-F238E27FC236}">
                    <a16:creationId xmlns:a16="http://schemas.microsoft.com/office/drawing/2014/main" id="{E6D0349F-95D6-454E-9E89-FBAA6B477634}"/>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83" name="Rectangle 2142">
                <a:extLst>
                  <a:ext uri="{FF2B5EF4-FFF2-40B4-BE49-F238E27FC236}">
                    <a16:creationId xmlns:a16="http://schemas.microsoft.com/office/drawing/2014/main" id="{9E6FB100-8FB3-5A4E-8C1F-CABFA5B48010}"/>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84" name="Rectangle 2143">
                <a:extLst>
                  <a:ext uri="{FF2B5EF4-FFF2-40B4-BE49-F238E27FC236}">
                    <a16:creationId xmlns:a16="http://schemas.microsoft.com/office/drawing/2014/main" id="{83A92D87-9C9C-4542-BE90-E55ACE1D1B36}"/>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85" name="Rectangle 2144">
                <a:extLst>
                  <a:ext uri="{FF2B5EF4-FFF2-40B4-BE49-F238E27FC236}">
                    <a16:creationId xmlns:a16="http://schemas.microsoft.com/office/drawing/2014/main" id="{A7F615BA-B771-074F-9A1E-B7D6C30387F4}"/>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86" name="Rectangle 2145">
                <a:extLst>
                  <a:ext uri="{FF2B5EF4-FFF2-40B4-BE49-F238E27FC236}">
                    <a16:creationId xmlns:a16="http://schemas.microsoft.com/office/drawing/2014/main" id="{D34BC6F4-6B08-AD42-B93A-B19248AD79D9}"/>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90153" name="Group 2202">
            <a:extLst>
              <a:ext uri="{FF2B5EF4-FFF2-40B4-BE49-F238E27FC236}">
                <a16:creationId xmlns:a16="http://schemas.microsoft.com/office/drawing/2014/main" id="{4C388C83-5470-934B-9BB1-ED8A1BB18F4D}"/>
              </a:ext>
            </a:extLst>
          </p:cNvPr>
          <p:cNvGrpSpPr>
            <a:grpSpLocks/>
          </p:cNvGrpSpPr>
          <p:nvPr/>
        </p:nvGrpSpPr>
        <p:grpSpPr bwMode="auto">
          <a:xfrm>
            <a:off x="4733925" y="4841875"/>
            <a:ext cx="3954463" cy="877888"/>
            <a:chOff x="4545730" y="1328822"/>
            <a:chExt cx="3954134" cy="877859"/>
          </a:xfrm>
        </p:grpSpPr>
        <p:sp>
          <p:nvSpPr>
            <p:cNvPr id="2204" name="Rectangle 2203">
              <a:extLst>
                <a:ext uri="{FF2B5EF4-FFF2-40B4-BE49-F238E27FC236}">
                  <a16:creationId xmlns:a16="http://schemas.microsoft.com/office/drawing/2014/main" id="{CBB4D1B7-FFB8-AD4E-9C0B-C075130A753D}"/>
                </a:ext>
              </a:extLst>
            </p:cNvPr>
            <p:cNvSpPr/>
            <p:nvPr/>
          </p:nvSpPr>
          <p:spPr bwMode="auto">
            <a:xfrm>
              <a:off x="4560017" y="1328822"/>
              <a:ext cx="3939847" cy="877859"/>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grpSp>
          <p:nvGrpSpPr>
            <p:cNvPr id="90468" name="Group 1486">
              <a:extLst>
                <a:ext uri="{FF2B5EF4-FFF2-40B4-BE49-F238E27FC236}">
                  <a16:creationId xmlns:a16="http://schemas.microsoft.com/office/drawing/2014/main" id="{377574D9-9DB1-8B4C-93AB-9A5AA25AE3B9}"/>
                </a:ext>
              </a:extLst>
            </p:cNvPr>
            <p:cNvGrpSpPr>
              <a:grpSpLocks/>
            </p:cNvGrpSpPr>
            <p:nvPr/>
          </p:nvGrpSpPr>
          <p:grpSpPr bwMode="auto">
            <a:xfrm>
              <a:off x="4545730" y="1393547"/>
              <a:ext cx="463081" cy="747517"/>
              <a:chOff x="3940698" y="1394549"/>
              <a:chExt cx="463081" cy="747517"/>
            </a:xfrm>
          </p:grpSpPr>
          <p:sp>
            <p:nvSpPr>
              <p:cNvPr id="90553" name="Rectangle 2289">
                <a:extLst>
                  <a:ext uri="{FF2B5EF4-FFF2-40B4-BE49-F238E27FC236}">
                    <a16:creationId xmlns:a16="http://schemas.microsoft.com/office/drawing/2014/main" id="{4C976253-E674-3142-8F5F-4E86F988EBFE}"/>
                  </a:ext>
                </a:extLst>
              </p:cNvPr>
              <p:cNvSpPr>
                <a:spLocks noChangeArrowheads="1"/>
              </p:cNvSpPr>
              <p:nvPr/>
            </p:nvSpPr>
            <p:spPr bwMode="auto">
              <a:xfrm>
                <a:off x="4004141" y="1394549"/>
                <a:ext cx="336195" cy="747517"/>
              </a:xfrm>
              <a:prstGeom prst="rect">
                <a:avLst/>
              </a:prstGeom>
              <a:solidFill>
                <a:srgbClr val="8B9CC3"/>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54" name="TextBox 2290">
                <a:extLst>
                  <a:ext uri="{FF2B5EF4-FFF2-40B4-BE49-F238E27FC236}">
                    <a16:creationId xmlns:a16="http://schemas.microsoft.com/office/drawing/2014/main" id="{4EFEBA39-9C5A-6B41-BA66-CD2EF8072C0C}"/>
                  </a:ext>
                </a:extLst>
              </p:cNvPr>
              <p:cNvSpPr txBox="1">
                <a:spLocks noChangeArrowheads="1"/>
              </p:cNvSpPr>
              <p:nvPr/>
            </p:nvSpPr>
            <p:spPr bwMode="auto">
              <a:xfrm>
                <a:off x="3940698" y="1622113"/>
                <a:ext cx="46308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300" b="0" i="0" u="none" strike="noStrike" kern="1200" cap="none" spc="0" normalizeH="0" baseline="0" noProof="0">
                    <a:ln>
                      <a:noFill/>
                    </a:ln>
                    <a:solidFill>
                      <a:srgbClr val="000000"/>
                    </a:solidFill>
                    <a:effectLst/>
                    <a:uLnTx/>
                    <a:uFillTx/>
                    <a:latin typeface="Myriad Pro Black" charset="0"/>
                    <a:ea typeface="ＭＳ Ｐゴシック" panose="020B0600070205080204" pitchFamily="34" charset="-128"/>
                    <a:cs typeface="+mn-cs"/>
                  </a:rPr>
                  <a:t>Tex</a:t>
                </a:r>
              </a:p>
            </p:txBody>
          </p:sp>
        </p:grpSp>
        <p:grpSp>
          <p:nvGrpSpPr>
            <p:cNvPr id="90469" name="Group 1428">
              <a:extLst>
                <a:ext uri="{FF2B5EF4-FFF2-40B4-BE49-F238E27FC236}">
                  <a16:creationId xmlns:a16="http://schemas.microsoft.com/office/drawing/2014/main" id="{641BBE49-4611-4A46-805E-E4DEAB9947E8}"/>
                </a:ext>
              </a:extLst>
            </p:cNvPr>
            <p:cNvGrpSpPr>
              <a:grpSpLocks/>
            </p:cNvGrpSpPr>
            <p:nvPr/>
          </p:nvGrpSpPr>
          <p:grpSpPr bwMode="auto">
            <a:xfrm>
              <a:off x="4993845" y="1389648"/>
              <a:ext cx="1114185" cy="751417"/>
              <a:chOff x="517764" y="1384300"/>
              <a:chExt cx="1114185" cy="751417"/>
            </a:xfrm>
          </p:grpSpPr>
          <p:sp>
            <p:nvSpPr>
              <p:cNvPr id="2263" name="Rectangle 2262">
                <a:extLst>
                  <a:ext uri="{FF2B5EF4-FFF2-40B4-BE49-F238E27FC236}">
                    <a16:creationId xmlns:a16="http://schemas.microsoft.com/office/drawing/2014/main" id="{0B763067-439C-ED43-BDE1-A03A7CB97419}"/>
                  </a:ext>
                </a:extLst>
              </p:cNvPr>
              <p:cNvSpPr/>
              <p:nvPr/>
            </p:nvSpPr>
            <p:spPr bwMode="auto">
              <a:xfrm>
                <a:off x="517287" y="1383797"/>
                <a:ext cx="1114332" cy="752450"/>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0527" name="Rectangle 2263">
                <a:extLst>
                  <a:ext uri="{FF2B5EF4-FFF2-40B4-BE49-F238E27FC236}">
                    <a16:creationId xmlns:a16="http://schemas.microsoft.com/office/drawing/2014/main" id="{93D2BA17-3964-494C-AF3F-EF69404FA580}"/>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28" name="Rectangle 2264">
                <a:extLst>
                  <a:ext uri="{FF2B5EF4-FFF2-40B4-BE49-F238E27FC236}">
                    <a16:creationId xmlns:a16="http://schemas.microsoft.com/office/drawing/2014/main" id="{82A5336C-661C-9349-BF22-FFE1AF6E10E5}"/>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29" name="Rectangle 2265">
                <a:extLst>
                  <a:ext uri="{FF2B5EF4-FFF2-40B4-BE49-F238E27FC236}">
                    <a16:creationId xmlns:a16="http://schemas.microsoft.com/office/drawing/2014/main" id="{BDA900BE-7B3C-3044-B0F8-6971B20A02DE}"/>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30" name="Rectangle 2266">
                <a:extLst>
                  <a:ext uri="{FF2B5EF4-FFF2-40B4-BE49-F238E27FC236}">
                    <a16:creationId xmlns:a16="http://schemas.microsoft.com/office/drawing/2014/main" id="{82771A8A-A18F-5A49-B878-DDB47C1F2481}"/>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31" name="Rectangle 2267">
                <a:extLst>
                  <a:ext uri="{FF2B5EF4-FFF2-40B4-BE49-F238E27FC236}">
                    <a16:creationId xmlns:a16="http://schemas.microsoft.com/office/drawing/2014/main" id="{DCB26589-7CF0-C14B-81FB-9B287C568895}"/>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32" name="Rectangle 2268">
                <a:extLst>
                  <a:ext uri="{FF2B5EF4-FFF2-40B4-BE49-F238E27FC236}">
                    <a16:creationId xmlns:a16="http://schemas.microsoft.com/office/drawing/2014/main" id="{8D636309-AEB4-724F-8C84-5FA55A222CA0}"/>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33" name="Rectangle 2269">
                <a:extLst>
                  <a:ext uri="{FF2B5EF4-FFF2-40B4-BE49-F238E27FC236}">
                    <a16:creationId xmlns:a16="http://schemas.microsoft.com/office/drawing/2014/main" id="{6AD543C3-079A-D841-8493-0456AFC53443}"/>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34" name="Rectangle 2270">
                <a:extLst>
                  <a:ext uri="{FF2B5EF4-FFF2-40B4-BE49-F238E27FC236}">
                    <a16:creationId xmlns:a16="http://schemas.microsoft.com/office/drawing/2014/main" id="{40B9BB15-74C1-DF49-8207-F15A668DA5EF}"/>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35" name="Rectangle 2271">
                <a:extLst>
                  <a:ext uri="{FF2B5EF4-FFF2-40B4-BE49-F238E27FC236}">
                    <a16:creationId xmlns:a16="http://schemas.microsoft.com/office/drawing/2014/main" id="{2C120B9F-FD8C-6441-8ACA-CF9C18DA9E52}"/>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36" name="Rectangle 2272">
                <a:extLst>
                  <a:ext uri="{FF2B5EF4-FFF2-40B4-BE49-F238E27FC236}">
                    <a16:creationId xmlns:a16="http://schemas.microsoft.com/office/drawing/2014/main" id="{F9D90085-3EE7-8E4F-AE13-98C2FFB68ACD}"/>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37" name="Rectangle 2273">
                <a:extLst>
                  <a:ext uri="{FF2B5EF4-FFF2-40B4-BE49-F238E27FC236}">
                    <a16:creationId xmlns:a16="http://schemas.microsoft.com/office/drawing/2014/main" id="{67E9B216-5D52-C047-BE11-E5126C26D37B}"/>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38" name="Rectangle 2274">
                <a:extLst>
                  <a:ext uri="{FF2B5EF4-FFF2-40B4-BE49-F238E27FC236}">
                    <a16:creationId xmlns:a16="http://schemas.microsoft.com/office/drawing/2014/main" id="{26CC02CD-571D-9548-AFB5-5A543BE123FD}"/>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39" name="Rectangle 2275">
                <a:extLst>
                  <a:ext uri="{FF2B5EF4-FFF2-40B4-BE49-F238E27FC236}">
                    <a16:creationId xmlns:a16="http://schemas.microsoft.com/office/drawing/2014/main" id="{E914537B-D71D-2949-8B5D-9C867AA29263}"/>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40" name="Rectangle 2276">
                <a:extLst>
                  <a:ext uri="{FF2B5EF4-FFF2-40B4-BE49-F238E27FC236}">
                    <a16:creationId xmlns:a16="http://schemas.microsoft.com/office/drawing/2014/main" id="{571017D9-12B5-B247-B869-0EED1719E66A}"/>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41" name="Rectangle 2277">
                <a:extLst>
                  <a:ext uri="{FF2B5EF4-FFF2-40B4-BE49-F238E27FC236}">
                    <a16:creationId xmlns:a16="http://schemas.microsoft.com/office/drawing/2014/main" id="{A06F608B-59B8-A448-BF80-AF1D2E33E56C}"/>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42" name="Rectangle 2278">
                <a:extLst>
                  <a:ext uri="{FF2B5EF4-FFF2-40B4-BE49-F238E27FC236}">
                    <a16:creationId xmlns:a16="http://schemas.microsoft.com/office/drawing/2014/main" id="{4D34EC45-A75B-014E-9E88-2ABF3F949922}"/>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43" name="Rectangle 2279">
                <a:extLst>
                  <a:ext uri="{FF2B5EF4-FFF2-40B4-BE49-F238E27FC236}">
                    <a16:creationId xmlns:a16="http://schemas.microsoft.com/office/drawing/2014/main" id="{03D933CA-23F9-CA4C-8CC5-F22809A38D41}"/>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44" name="Rectangle 2280">
                <a:extLst>
                  <a:ext uri="{FF2B5EF4-FFF2-40B4-BE49-F238E27FC236}">
                    <a16:creationId xmlns:a16="http://schemas.microsoft.com/office/drawing/2014/main" id="{1E22753B-3ADB-2E44-A4CB-A4CEE2CDA147}"/>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45" name="Rectangle 2281">
                <a:extLst>
                  <a:ext uri="{FF2B5EF4-FFF2-40B4-BE49-F238E27FC236}">
                    <a16:creationId xmlns:a16="http://schemas.microsoft.com/office/drawing/2014/main" id="{46FAB442-E159-5C40-9C50-1D272202EBBE}"/>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46" name="Rectangle 2282">
                <a:extLst>
                  <a:ext uri="{FF2B5EF4-FFF2-40B4-BE49-F238E27FC236}">
                    <a16:creationId xmlns:a16="http://schemas.microsoft.com/office/drawing/2014/main" id="{E30B7475-CCCC-404B-93F9-5BE0DB0A59A1}"/>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47" name="Rectangle 2283">
                <a:extLst>
                  <a:ext uri="{FF2B5EF4-FFF2-40B4-BE49-F238E27FC236}">
                    <a16:creationId xmlns:a16="http://schemas.microsoft.com/office/drawing/2014/main" id="{0F2B15E2-C89D-B441-BC9A-F1622AC0A774}"/>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48" name="Rectangle 2284">
                <a:extLst>
                  <a:ext uri="{FF2B5EF4-FFF2-40B4-BE49-F238E27FC236}">
                    <a16:creationId xmlns:a16="http://schemas.microsoft.com/office/drawing/2014/main" id="{482F0DB2-DB4A-8E4F-BCC7-284680843BE5}"/>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49" name="Rectangle 2285">
                <a:extLst>
                  <a:ext uri="{FF2B5EF4-FFF2-40B4-BE49-F238E27FC236}">
                    <a16:creationId xmlns:a16="http://schemas.microsoft.com/office/drawing/2014/main" id="{5C06C0FA-0A3F-F94B-8706-59F4E9D9D17F}"/>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50" name="Rectangle 2286">
                <a:extLst>
                  <a:ext uri="{FF2B5EF4-FFF2-40B4-BE49-F238E27FC236}">
                    <a16:creationId xmlns:a16="http://schemas.microsoft.com/office/drawing/2014/main" id="{1679C45B-B9E9-7D44-B1B6-DBE459C8A42C}"/>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51" name="Rectangle 2287">
                <a:extLst>
                  <a:ext uri="{FF2B5EF4-FFF2-40B4-BE49-F238E27FC236}">
                    <a16:creationId xmlns:a16="http://schemas.microsoft.com/office/drawing/2014/main" id="{3583089E-B213-B74C-B85A-62CDE2B0C0A5}"/>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52" name="Rectangle 2288">
                <a:extLst>
                  <a:ext uri="{FF2B5EF4-FFF2-40B4-BE49-F238E27FC236}">
                    <a16:creationId xmlns:a16="http://schemas.microsoft.com/office/drawing/2014/main" id="{009BD164-B451-2C43-BA07-66EFCC4A300B}"/>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0470" name="Group 1429">
              <a:extLst>
                <a:ext uri="{FF2B5EF4-FFF2-40B4-BE49-F238E27FC236}">
                  <a16:creationId xmlns:a16="http://schemas.microsoft.com/office/drawing/2014/main" id="{7DBAEDFA-78A7-5344-9FB7-752E5B93D146}"/>
                </a:ext>
              </a:extLst>
            </p:cNvPr>
            <p:cNvGrpSpPr>
              <a:grpSpLocks/>
            </p:cNvGrpSpPr>
            <p:nvPr/>
          </p:nvGrpSpPr>
          <p:grpSpPr bwMode="auto">
            <a:xfrm>
              <a:off x="6162245" y="1394996"/>
              <a:ext cx="1114185" cy="751417"/>
              <a:chOff x="517764" y="1384300"/>
              <a:chExt cx="1114185" cy="751417"/>
            </a:xfrm>
          </p:grpSpPr>
          <p:sp>
            <p:nvSpPr>
              <p:cNvPr id="2236" name="Rectangle 2235">
                <a:extLst>
                  <a:ext uri="{FF2B5EF4-FFF2-40B4-BE49-F238E27FC236}">
                    <a16:creationId xmlns:a16="http://schemas.microsoft.com/office/drawing/2014/main" id="{AD13323F-B966-E741-85D4-D64E9563F29E}"/>
                  </a:ext>
                </a:extLst>
              </p:cNvPr>
              <p:cNvSpPr/>
              <p:nvPr/>
            </p:nvSpPr>
            <p:spPr bwMode="auto">
              <a:xfrm>
                <a:off x="517189" y="1384799"/>
                <a:ext cx="1114332"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0500" name="Rectangle 2236">
                <a:extLst>
                  <a:ext uri="{FF2B5EF4-FFF2-40B4-BE49-F238E27FC236}">
                    <a16:creationId xmlns:a16="http://schemas.microsoft.com/office/drawing/2014/main" id="{031723A2-F472-D94B-A117-98BBE7A7B16D}"/>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01" name="Rectangle 2237">
                <a:extLst>
                  <a:ext uri="{FF2B5EF4-FFF2-40B4-BE49-F238E27FC236}">
                    <a16:creationId xmlns:a16="http://schemas.microsoft.com/office/drawing/2014/main" id="{3359AC80-04DF-BF4C-8B47-F58E0054F357}"/>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02" name="Rectangle 2238">
                <a:extLst>
                  <a:ext uri="{FF2B5EF4-FFF2-40B4-BE49-F238E27FC236}">
                    <a16:creationId xmlns:a16="http://schemas.microsoft.com/office/drawing/2014/main" id="{9B84D6EC-E010-3446-A2F0-6C395E37A748}"/>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03" name="Rectangle 2239">
                <a:extLst>
                  <a:ext uri="{FF2B5EF4-FFF2-40B4-BE49-F238E27FC236}">
                    <a16:creationId xmlns:a16="http://schemas.microsoft.com/office/drawing/2014/main" id="{A62B929D-EDF2-7C4C-AA38-46B6FCBF953B}"/>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04" name="Rectangle 2240">
                <a:extLst>
                  <a:ext uri="{FF2B5EF4-FFF2-40B4-BE49-F238E27FC236}">
                    <a16:creationId xmlns:a16="http://schemas.microsoft.com/office/drawing/2014/main" id="{7F7810C1-E9AB-2143-81D0-2C5E311F7D7B}"/>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05" name="Rectangle 2241">
                <a:extLst>
                  <a:ext uri="{FF2B5EF4-FFF2-40B4-BE49-F238E27FC236}">
                    <a16:creationId xmlns:a16="http://schemas.microsoft.com/office/drawing/2014/main" id="{BE810E61-E1E8-954E-A1D4-ACC5E92FE73A}"/>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06" name="Rectangle 2242">
                <a:extLst>
                  <a:ext uri="{FF2B5EF4-FFF2-40B4-BE49-F238E27FC236}">
                    <a16:creationId xmlns:a16="http://schemas.microsoft.com/office/drawing/2014/main" id="{7D94F309-6592-CB41-9739-9F2B54A7F2BB}"/>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07" name="Rectangle 2243">
                <a:extLst>
                  <a:ext uri="{FF2B5EF4-FFF2-40B4-BE49-F238E27FC236}">
                    <a16:creationId xmlns:a16="http://schemas.microsoft.com/office/drawing/2014/main" id="{88EEEEBF-238B-3E41-BBBB-3F073FF0C568}"/>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08" name="Rectangle 2244">
                <a:extLst>
                  <a:ext uri="{FF2B5EF4-FFF2-40B4-BE49-F238E27FC236}">
                    <a16:creationId xmlns:a16="http://schemas.microsoft.com/office/drawing/2014/main" id="{2CF6E431-B200-6E4B-A75C-68660EFC2EEA}"/>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09" name="Rectangle 2245">
                <a:extLst>
                  <a:ext uri="{FF2B5EF4-FFF2-40B4-BE49-F238E27FC236}">
                    <a16:creationId xmlns:a16="http://schemas.microsoft.com/office/drawing/2014/main" id="{A6A23830-C65C-334A-8278-D6EB9C27C8CC}"/>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10" name="Rectangle 2246">
                <a:extLst>
                  <a:ext uri="{FF2B5EF4-FFF2-40B4-BE49-F238E27FC236}">
                    <a16:creationId xmlns:a16="http://schemas.microsoft.com/office/drawing/2014/main" id="{9EA160DF-0747-C345-A1D0-25CD8642485D}"/>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11" name="Rectangle 2247">
                <a:extLst>
                  <a:ext uri="{FF2B5EF4-FFF2-40B4-BE49-F238E27FC236}">
                    <a16:creationId xmlns:a16="http://schemas.microsoft.com/office/drawing/2014/main" id="{C3A55850-6054-C04D-AEB1-1EA6D02C5170}"/>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12" name="Rectangle 2248">
                <a:extLst>
                  <a:ext uri="{FF2B5EF4-FFF2-40B4-BE49-F238E27FC236}">
                    <a16:creationId xmlns:a16="http://schemas.microsoft.com/office/drawing/2014/main" id="{30F3ADE0-25DC-9D4E-AC8B-DE6CF62D5B24}"/>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13" name="Rectangle 2249">
                <a:extLst>
                  <a:ext uri="{FF2B5EF4-FFF2-40B4-BE49-F238E27FC236}">
                    <a16:creationId xmlns:a16="http://schemas.microsoft.com/office/drawing/2014/main" id="{E293D6A0-3B78-EE47-B5B8-0185FC1F9574}"/>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14" name="Rectangle 2250">
                <a:extLst>
                  <a:ext uri="{FF2B5EF4-FFF2-40B4-BE49-F238E27FC236}">
                    <a16:creationId xmlns:a16="http://schemas.microsoft.com/office/drawing/2014/main" id="{20003D7B-EDC8-A84A-9D15-410A3D0F83AD}"/>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15" name="Rectangle 2251">
                <a:extLst>
                  <a:ext uri="{FF2B5EF4-FFF2-40B4-BE49-F238E27FC236}">
                    <a16:creationId xmlns:a16="http://schemas.microsoft.com/office/drawing/2014/main" id="{F7E268F4-E7E4-B24C-907F-7074F924D1FD}"/>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16" name="Rectangle 2252">
                <a:extLst>
                  <a:ext uri="{FF2B5EF4-FFF2-40B4-BE49-F238E27FC236}">
                    <a16:creationId xmlns:a16="http://schemas.microsoft.com/office/drawing/2014/main" id="{9F0213D3-18B2-8F42-AA58-173D0C854F4D}"/>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17" name="Rectangle 2253">
                <a:extLst>
                  <a:ext uri="{FF2B5EF4-FFF2-40B4-BE49-F238E27FC236}">
                    <a16:creationId xmlns:a16="http://schemas.microsoft.com/office/drawing/2014/main" id="{2CFC3765-9947-5A41-867E-06C9749D3511}"/>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18" name="Rectangle 2254">
                <a:extLst>
                  <a:ext uri="{FF2B5EF4-FFF2-40B4-BE49-F238E27FC236}">
                    <a16:creationId xmlns:a16="http://schemas.microsoft.com/office/drawing/2014/main" id="{3822686B-4820-C74C-A7C2-D073EF8648BB}"/>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19" name="Rectangle 2255">
                <a:extLst>
                  <a:ext uri="{FF2B5EF4-FFF2-40B4-BE49-F238E27FC236}">
                    <a16:creationId xmlns:a16="http://schemas.microsoft.com/office/drawing/2014/main" id="{B687CE65-F5A3-7C41-BD60-37599E522475}"/>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20" name="Rectangle 2256">
                <a:extLst>
                  <a:ext uri="{FF2B5EF4-FFF2-40B4-BE49-F238E27FC236}">
                    <a16:creationId xmlns:a16="http://schemas.microsoft.com/office/drawing/2014/main" id="{F67388F0-E985-C44C-9861-F5CC928B0738}"/>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21" name="Rectangle 2257">
                <a:extLst>
                  <a:ext uri="{FF2B5EF4-FFF2-40B4-BE49-F238E27FC236}">
                    <a16:creationId xmlns:a16="http://schemas.microsoft.com/office/drawing/2014/main" id="{90A63E56-043E-2642-AF02-987A5E71DB9D}"/>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22" name="Rectangle 2258">
                <a:extLst>
                  <a:ext uri="{FF2B5EF4-FFF2-40B4-BE49-F238E27FC236}">
                    <a16:creationId xmlns:a16="http://schemas.microsoft.com/office/drawing/2014/main" id="{12E64E4E-C758-9048-A36D-EE028CB2BFC4}"/>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23" name="Rectangle 2259">
                <a:extLst>
                  <a:ext uri="{FF2B5EF4-FFF2-40B4-BE49-F238E27FC236}">
                    <a16:creationId xmlns:a16="http://schemas.microsoft.com/office/drawing/2014/main" id="{43898252-9E35-5042-BF57-85F57BA9B36E}"/>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524" name="Rectangle 2260">
                <a:extLst>
                  <a:ext uri="{FF2B5EF4-FFF2-40B4-BE49-F238E27FC236}">
                    <a16:creationId xmlns:a16="http://schemas.microsoft.com/office/drawing/2014/main" id="{34079244-9C84-8744-B85F-20999A23E14D}"/>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525" name="Rectangle 2261">
                <a:extLst>
                  <a:ext uri="{FF2B5EF4-FFF2-40B4-BE49-F238E27FC236}">
                    <a16:creationId xmlns:a16="http://schemas.microsoft.com/office/drawing/2014/main" id="{48E53A05-C438-1140-B76C-5D14D989AA46}"/>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0471" name="Group 1457">
              <a:extLst>
                <a:ext uri="{FF2B5EF4-FFF2-40B4-BE49-F238E27FC236}">
                  <a16:creationId xmlns:a16="http://schemas.microsoft.com/office/drawing/2014/main" id="{AB87B55E-59FB-FA48-A583-4791926984A5}"/>
                </a:ext>
              </a:extLst>
            </p:cNvPr>
            <p:cNvGrpSpPr>
              <a:grpSpLocks/>
            </p:cNvGrpSpPr>
            <p:nvPr/>
          </p:nvGrpSpPr>
          <p:grpSpPr bwMode="auto">
            <a:xfrm>
              <a:off x="7325297" y="1394996"/>
              <a:ext cx="1114185" cy="751417"/>
              <a:chOff x="517764" y="1384300"/>
              <a:chExt cx="1114185" cy="751417"/>
            </a:xfrm>
          </p:grpSpPr>
          <p:sp>
            <p:nvSpPr>
              <p:cNvPr id="2209" name="Rectangle 2208">
                <a:extLst>
                  <a:ext uri="{FF2B5EF4-FFF2-40B4-BE49-F238E27FC236}">
                    <a16:creationId xmlns:a16="http://schemas.microsoft.com/office/drawing/2014/main" id="{093A1A04-0559-014C-A927-E15631541B69}"/>
                  </a:ext>
                </a:extLst>
              </p:cNvPr>
              <p:cNvSpPr/>
              <p:nvPr/>
            </p:nvSpPr>
            <p:spPr bwMode="auto">
              <a:xfrm>
                <a:off x="517679" y="1384799"/>
                <a:ext cx="1114332" cy="750863"/>
              </a:xfrm>
              <a:prstGeom prst="rect">
                <a:avLst/>
              </a:prstGeom>
              <a:solidFill>
                <a:schemeClr val="bg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90473" name="Rectangle 2209">
                <a:extLst>
                  <a:ext uri="{FF2B5EF4-FFF2-40B4-BE49-F238E27FC236}">
                    <a16:creationId xmlns:a16="http://schemas.microsoft.com/office/drawing/2014/main" id="{C9014B27-B89A-3143-83DC-7C5FAE481DDA}"/>
                  </a:ext>
                </a:extLst>
              </p:cNvPr>
              <p:cNvSpPr>
                <a:spLocks noChangeArrowheads="1"/>
              </p:cNvSpPr>
              <p:nvPr/>
            </p:nvSpPr>
            <p:spPr bwMode="auto">
              <a:xfrm>
                <a:off x="725801" y="1433925"/>
                <a:ext cx="698111" cy="137160"/>
              </a:xfrm>
              <a:prstGeom prst="rect">
                <a:avLst/>
              </a:prstGeom>
              <a:solidFill>
                <a:srgbClr val="DA581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474" name="Rectangle 2210">
                <a:extLst>
                  <a:ext uri="{FF2B5EF4-FFF2-40B4-BE49-F238E27FC236}">
                    <a16:creationId xmlns:a16="http://schemas.microsoft.com/office/drawing/2014/main" id="{328197AE-20BF-214D-8042-318A1753DECC}"/>
                  </a:ext>
                </a:extLst>
              </p:cNvPr>
              <p:cNvSpPr>
                <a:spLocks noChangeArrowheads="1"/>
              </p:cNvSpPr>
              <p:nvPr/>
            </p:nvSpPr>
            <p:spPr bwMode="auto">
              <a:xfrm>
                <a:off x="567050" y="1950358"/>
                <a:ext cx="1015612" cy="137160"/>
              </a:xfrm>
              <a:prstGeom prst="rect">
                <a:avLst/>
              </a:prstGeom>
              <a:solidFill>
                <a:srgbClr val="AEC3F5"/>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475" name="Rectangle 2211">
                <a:extLst>
                  <a:ext uri="{FF2B5EF4-FFF2-40B4-BE49-F238E27FC236}">
                    <a16:creationId xmlns:a16="http://schemas.microsoft.com/office/drawing/2014/main" id="{697287D8-7C90-3B44-8E9B-A444A57C0BFE}"/>
                  </a:ext>
                </a:extLst>
              </p:cNvPr>
              <p:cNvSpPr>
                <a:spLocks noChangeArrowheads="1"/>
              </p:cNvSpPr>
              <p:nvPr/>
            </p:nvSpPr>
            <p:spPr bwMode="auto">
              <a:xfrm>
                <a:off x="56674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476" name="Rectangle 2212">
                <a:extLst>
                  <a:ext uri="{FF2B5EF4-FFF2-40B4-BE49-F238E27FC236}">
                    <a16:creationId xmlns:a16="http://schemas.microsoft.com/office/drawing/2014/main" id="{76D8E57A-41B8-1840-9D14-7E0721273132}"/>
                  </a:ext>
                </a:extLst>
              </p:cNvPr>
              <p:cNvSpPr>
                <a:spLocks noChangeArrowheads="1"/>
              </p:cNvSpPr>
              <p:nvPr/>
            </p:nvSpPr>
            <p:spPr bwMode="auto">
              <a:xfrm>
                <a:off x="60178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477" name="Rectangle 2213">
                <a:extLst>
                  <a:ext uri="{FF2B5EF4-FFF2-40B4-BE49-F238E27FC236}">
                    <a16:creationId xmlns:a16="http://schemas.microsoft.com/office/drawing/2014/main" id="{A01216DA-AB2A-CC4B-999F-EFDE2003E085}"/>
                  </a:ext>
                </a:extLst>
              </p:cNvPr>
              <p:cNvSpPr>
                <a:spLocks noChangeArrowheads="1"/>
              </p:cNvSpPr>
              <p:nvPr/>
            </p:nvSpPr>
            <p:spPr bwMode="auto">
              <a:xfrm>
                <a:off x="69385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478" name="Rectangle 2214">
                <a:extLst>
                  <a:ext uri="{FF2B5EF4-FFF2-40B4-BE49-F238E27FC236}">
                    <a16:creationId xmlns:a16="http://schemas.microsoft.com/office/drawing/2014/main" id="{0F7583AD-A84C-064F-BBA1-88AE0DCE311A}"/>
                  </a:ext>
                </a:extLst>
              </p:cNvPr>
              <p:cNvSpPr>
                <a:spLocks noChangeArrowheads="1"/>
              </p:cNvSpPr>
              <p:nvPr/>
            </p:nvSpPr>
            <p:spPr bwMode="auto">
              <a:xfrm>
                <a:off x="83027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479" name="Rectangle 2215">
                <a:extLst>
                  <a:ext uri="{FF2B5EF4-FFF2-40B4-BE49-F238E27FC236}">
                    <a16:creationId xmlns:a16="http://schemas.microsoft.com/office/drawing/2014/main" id="{1D1D81EE-6A52-AB48-9401-3D26E127EE96}"/>
                  </a:ext>
                </a:extLst>
              </p:cNvPr>
              <p:cNvSpPr>
                <a:spLocks noChangeArrowheads="1"/>
              </p:cNvSpPr>
              <p:nvPr/>
            </p:nvSpPr>
            <p:spPr bwMode="auto">
              <a:xfrm>
                <a:off x="86530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480" name="Rectangle 2216">
                <a:extLst>
                  <a:ext uri="{FF2B5EF4-FFF2-40B4-BE49-F238E27FC236}">
                    <a16:creationId xmlns:a16="http://schemas.microsoft.com/office/drawing/2014/main" id="{0CFAD023-3B90-1A44-9C65-3FF2CDF7C770}"/>
                  </a:ext>
                </a:extLst>
              </p:cNvPr>
              <p:cNvSpPr>
                <a:spLocks noChangeArrowheads="1"/>
              </p:cNvSpPr>
              <p:nvPr/>
            </p:nvSpPr>
            <p:spPr bwMode="auto">
              <a:xfrm>
                <a:off x="95738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481" name="Rectangle 2217">
                <a:extLst>
                  <a:ext uri="{FF2B5EF4-FFF2-40B4-BE49-F238E27FC236}">
                    <a16:creationId xmlns:a16="http://schemas.microsoft.com/office/drawing/2014/main" id="{43570545-C31F-DC44-A641-3FBAA9EF05A7}"/>
                  </a:ext>
                </a:extLst>
              </p:cNvPr>
              <p:cNvSpPr>
                <a:spLocks noChangeArrowheads="1"/>
              </p:cNvSpPr>
              <p:nvPr/>
            </p:nvSpPr>
            <p:spPr bwMode="auto">
              <a:xfrm>
                <a:off x="1093797"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482" name="Rectangle 2218">
                <a:extLst>
                  <a:ext uri="{FF2B5EF4-FFF2-40B4-BE49-F238E27FC236}">
                    <a16:creationId xmlns:a16="http://schemas.microsoft.com/office/drawing/2014/main" id="{6AFB217B-3C13-504F-90DC-E4B749B132E9}"/>
                  </a:ext>
                </a:extLst>
              </p:cNvPr>
              <p:cNvSpPr>
                <a:spLocks noChangeArrowheads="1"/>
              </p:cNvSpPr>
              <p:nvPr/>
            </p:nvSpPr>
            <p:spPr bwMode="auto">
              <a:xfrm>
                <a:off x="1128832"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483" name="Rectangle 2219">
                <a:extLst>
                  <a:ext uri="{FF2B5EF4-FFF2-40B4-BE49-F238E27FC236}">
                    <a16:creationId xmlns:a16="http://schemas.microsoft.com/office/drawing/2014/main" id="{4CAB2F02-B302-D545-B6CB-71E65F33109D}"/>
                  </a:ext>
                </a:extLst>
              </p:cNvPr>
              <p:cNvSpPr>
                <a:spLocks noChangeArrowheads="1"/>
              </p:cNvSpPr>
              <p:nvPr/>
            </p:nvSpPr>
            <p:spPr bwMode="auto">
              <a:xfrm>
                <a:off x="1220907"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484" name="Rectangle 2220">
                <a:extLst>
                  <a:ext uri="{FF2B5EF4-FFF2-40B4-BE49-F238E27FC236}">
                    <a16:creationId xmlns:a16="http://schemas.microsoft.com/office/drawing/2014/main" id="{4DC8F45E-EFD1-904E-BAE0-3D1CA1786AC5}"/>
                  </a:ext>
                </a:extLst>
              </p:cNvPr>
              <p:cNvSpPr>
                <a:spLocks noChangeArrowheads="1"/>
              </p:cNvSpPr>
              <p:nvPr/>
            </p:nvSpPr>
            <p:spPr bwMode="auto">
              <a:xfrm>
                <a:off x="1357322" y="1609166"/>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485" name="Rectangle 2221">
                <a:extLst>
                  <a:ext uri="{FF2B5EF4-FFF2-40B4-BE49-F238E27FC236}">
                    <a16:creationId xmlns:a16="http://schemas.microsoft.com/office/drawing/2014/main" id="{7388148C-FA66-F646-8C50-363768EF9F81}"/>
                  </a:ext>
                </a:extLst>
              </p:cNvPr>
              <p:cNvSpPr>
                <a:spLocks noChangeArrowheads="1"/>
              </p:cNvSpPr>
              <p:nvPr/>
            </p:nvSpPr>
            <p:spPr bwMode="auto">
              <a:xfrm>
                <a:off x="1392357" y="1645957"/>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486" name="Rectangle 2222">
                <a:extLst>
                  <a:ext uri="{FF2B5EF4-FFF2-40B4-BE49-F238E27FC236}">
                    <a16:creationId xmlns:a16="http://schemas.microsoft.com/office/drawing/2014/main" id="{20990225-0C6C-B04D-BB06-57F7C51DFEE4}"/>
                  </a:ext>
                </a:extLst>
              </p:cNvPr>
              <p:cNvSpPr>
                <a:spLocks noChangeArrowheads="1"/>
              </p:cNvSpPr>
              <p:nvPr/>
            </p:nvSpPr>
            <p:spPr bwMode="auto">
              <a:xfrm>
                <a:off x="1484432" y="1645957"/>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487" name="Rectangle 2223">
                <a:extLst>
                  <a:ext uri="{FF2B5EF4-FFF2-40B4-BE49-F238E27FC236}">
                    <a16:creationId xmlns:a16="http://schemas.microsoft.com/office/drawing/2014/main" id="{1CE816A9-CCA8-C446-B753-9CD1C6164B8D}"/>
                  </a:ext>
                </a:extLst>
              </p:cNvPr>
              <p:cNvSpPr>
                <a:spLocks noChangeArrowheads="1"/>
              </p:cNvSpPr>
              <p:nvPr/>
            </p:nvSpPr>
            <p:spPr bwMode="auto">
              <a:xfrm>
                <a:off x="56674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488" name="Rectangle 2224">
                <a:extLst>
                  <a:ext uri="{FF2B5EF4-FFF2-40B4-BE49-F238E27FC236}">
                    <a16:creationId xmlns:a16="http://schemas.microsoft.com/office/drawing/2014/main" id="{D2306119-A1FE-A740-BDF8-56D9397E7A60}"/>
                  </a:ext>
                </a:extLst>
              </p:cNvPr>
              <p:cNvSpPr>
                <a:spLocks noChangeArrowheads="1"/>
              </p:cNvSpPr>
              <p:nvPr/>
            </p:nvSpPr>
            <p:spPr bwMode="auto">
              <a:xfrm>
                <a:off x="60178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489" name="Rectangle 2225">
                <a:extLst>
                  <a:ext uri="{FF2B5EF4-FFF2-40B4-BE49-F238E27FC236}">
                    <a16:creationId xmlns:a16="http://schemas.microsoft.com/office/drawing/2014/main" id="{5B118F6C-B1A7-494B-893C-F25C3B5B36D2}"/>
                  </a:ext>
                </a:extLst>
              </p:cNvPr>
              <p:cNvSpPr>
                <a:spLocks noChangeArrowheads="1"/>
              </p:cNvSpPr>
              <p:nvPr/>
            </p:nvSpPr>
            <p:spPr bwMode="auto">
              <a:xfrm>
                <a:off x="69385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490" name="Rectangle 2226">
                <a:extLst>
                  <a:ext uri="{FF2B5EF4-FFF2-40B4-BE49-F238E27FC236}">
                    <a16:creationId xmlns:a16="http://schemas.microsoft.com/office/drawing/2014/main" id="{77758595-FF8D-8C46-A1B2-06CFBABE5F90}"/>
                  </a:ext>
                </a:extLst>
              </p:cNvPr>
              <p:cNvSpPr>
                <a:spLocks noChangeArrowheads="1"/>
              </p:cNvSpPr>
              <p:nvPr/>
            </p:nvSpPr>
            <p:spPr bwMode="auto">
              <a:xfrm>
                <a:off x="83027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491" name="Rectangle 2227">
                <a:extLst>
                  <a:ext uri="{FF2B5EF4-FFF2-40B4-BE49-F238E27FC236}">
                    <a16:creationId xmlns:a16="http://schemas.microsoft.com/office/drawing/2014/main" id="{0ACB4B04-FA9E-9F4A-972E-C082A95F5FB6}"/>
                  </a:ext>
                </a:extLst>
              </p:cNvPr>
              <p:cNvSpPr>
                <a:spLocks noChangeArrowheads="1"/>
              </p:cNvSpPr>
              <p:nvPr/>
            </p:nvSpPr>
            <p:spPr bwMode="auto">
              <a:xfrm>
                <a:off x="86530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492" name="Rectangle 2228">
                <a:extLst>
                  <a:ext uri="{FF2B5EF4-FFF2-40B4-BE49-F238E27FC236}">
                    <a16:creationId xmlns:a16="http://schemas.microsoft.com/office/drawing/2014/main" id="{6B7A6332-574E-4A4C-B632-A5A443A34E6E}"/>
                  </a:ext>
                </a:extLst>
              </p:cNvPr>
              <p:cNvSpPr>
                <a:spLocks noChangeArrowheads="1"/>
              </p:cNvSpPr>
              <p:nvPr/>
            </p:nvSpPr>
            <p:spPr bwMode="auto">
              <a:xfrm>
                <a:off x="95738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493" name="Rectangle 2229">
                <a:extLst>
                  <a:ext uri="{FF2B5EF4-FFF2-40B4-BE49-F238E27FC236}">
                    <a16:creationId xmlns:a16="http://schemas.microsoft.com/office/drawing/2014/main" id="{0D99747C-1927-904C-84C2-32E8609BF93B}"/>
                  </a:ext>
                </a:extLst>
              </p:cNvPr>
              <p:cNvSpPr>
                <a:spLocks noChangeArrowheads="1"/>
              </p:cNvSpPr>
              <p:nvPr/>
            </p:nvSpPr>
            <p:spPr bwMode="auto">
              <a:xfrm>
                <a:off x="1093797"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494" name="Rectangle 2230">
                <a:extLst>
                  <a:ext uri="{FF2B5EF4-FFF2-40B4-BE49-F238E27FC236}">
                    <a16:creationId xmlns:a16="http://schemas.microsoft.com/office/drawing/2014/main" id="{FFCE5BE3-AA26-4D4E-A8A5-B7293A3ECD77}"/>
                  </a:ext>
                </a:extLst>
              </p:cNvPr>
              <p:cNvSpPr>
                <a:spLocks noChangeArrowheads="1"/>
              </p:cNvSpPr>
              <p:nvPr/>
            </p:nvSpPr>
            <p:spPr bwMode="auto">
              <a:xfrm>
                <a:off x="1128832"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495" name="Rectangle 2231">
                <a:extLst>
                  <a:ext uri="{FF2B5EF4-FFF2-40B4-BE49-F238E27FC236}">
                    <a16:creationId xmlns:a16="http://schemas.microsoft.com/office/drawing/2014/main" id="{8FE4EB49-DDEF-2742-9CF9-346AEA0C78D2}"/>
                  </a:ext>
                </a:extLst>
              </p:cNvPr>
              <p:cNvSpPr>
                <a:spLocks noChangeArrowheads="1"/>
              </p:cNvSpPr>
              <p:nvPr/>
            </p:nvSpPr>
            <p:spPr bwMode="auto">
              <a:xfrm>
                <a:off x="1220907"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496" name="Rectangle 2232">
                <a:extLst>
                  <a:ext uri="{FF2B5EF4-FFF2-40B4-BE49-F238E27FC236}">
                    <a16:creationId xmlns:a16="http://schemas.microsoft.com/office/drawing/2014/main" id="{CAEFB89C-618C-6947-8251-8764ACF8E99C}"/>
                  </a:ext>
                </a:extLst>
              </p:cNvPr>
              <p:cNvSpPr>
                <a:spLocks noChangeArrowheads="1"/>
              </p:cNvSpPr>
              <p:nvPr/>
            </p:nvSpPr>
            <p:spPr bwMode="auto">
              <a:xfrm>
                <a:off x="1357322" y="1777441"/>
                <a:ext cx="225644" cy="137083"/>
              </a:xfrm>
              <a:prstGeom prst="rect">
                <a:avLst/>
              </a:prstGeom>
              <a:solidFill>
                <a:srgbClr val="FFAF16"/>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90497" name="Rectangle 2233">
                <a:extLst>
                  <a:ext uri="{FF2B5EF4-FFF2-40B4-BE49-F238E27FC236}">
                    <a16:creationId xmlns:a16="http://schemas.microsoft.com/office/drawing/2014/main" id="{1135D2EC-EFEB-4547-8C70-58650A6CD7E3}"/>
                  </a:ext>
                </a:extLst>
              </p:cNvPr>
              <p:cNvSpPr>
                <a:spLocks noChangeArrowheads="1"/>
              </p:cNvSpPr>
              <p:nvPr/>
            </p:nvSpPr>
            <p:spPr bwMode="auto">
              <a:xfrm>
                <a:off x="1392357" y="1814232"/>
                <a:ext cx="63500" cy="63500"/>
              </a:xfrm>
              <a:prstGeom prst="rect">
                <a:avLst/>
              </a:prstGeom>
              <a:solidFill>
                <a:srgbClr val="FFF25C"/>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498" name="Rectangle 2234">
                <a:extLst>
                  <a:ext uri="{FF2B5EF4-FFF2-40B4-BE49-F238E27FC236}">
                    <a16:creationId xmlns:a16="http://schemas.microsoft.com/office/drawing/2014/main" id="{63C64A23-B17F-BF4E-A9A4-CA72679FF4D9}"/>
                  </a:ext>
                </a:extLst>
              </p:cNvPr>
              <p:cNvSpPr>
                <a:spLocks noChangeArrowheads="1"/>
              </p:cNvSpPr>
              <p:nvPr/>
            </p:nvSpPr>
            <p:spPr bwMode="auto">
              <a:xfrm>
                <a:off x="1484432" y="1814232"/>
                <a:ext cx="63500" cy="63500"/>
              </a:xfrm>
              <a:prstGeom prst="rect">
                <a:avLst/>
              </a:prstGeom>
              <a:solidFill>
                <a:srgbClr val="4292B4"/>
              </a:solidFill>
              <a:ln w="1270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2293" name="Rectangle 2292">
            <a:extLst>
              <a:ext uri="{FF2B5EF4-FFF2-40B4-BE49-F238E27FC236}">
                <a16:creationId xmlns:a16="http://schemas.microsoft.com/office/drawing/2014/main" id="{9B5500E7-9D57-F44D-BA6A-A30A02597DCB}"/>
              </a:ext>
            </a:extLst>
          </p:cNvPr>
          <p:cNvSpPr/>
          <p:nvPr/>
        </p:nvSpPr>
        <p:spPr bwMode="auto">
          <a:xfrm>
            <a:off x="274638" y="1230313"/>
            <a:ext cx="8594725" cy="5233987"/>
          </a:xfrm>
          <a:prstGeom prst="rect">
            <a:avLst/>
          </a:prstGeom>
          <a:noFill/>
          <a:ln w="12700" cap="flat" cmpd="sng" algn="ctr">
            <a:solidFill>
              <a:schemeClr val="bg2">
                <a:lumMod val="60000"/>
                <a:lumOff val="40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grpSp>
        <p:nvGrpSpPr>
          <p:cNvPr id="90155" name="Group 924">
            <a:extLst>
              <a:ext uri="{FF2B5EF4-FFF2-40B4-BE49-F238E27FC236}">
                <a16:creationId xmlns:a16="http://schemas.microsoft.com/office/drawing/2014/main" id="{C4E2FBC3-BE92-4E46-AA6E-DCD4CFF28AE0}"/>
              </a:ext>
            </a:extLst>
          </p:cNvPr>
          <p:cNvGrpSpPr>
            <a:grpSpLocks/>
          </p:cNvGrpSpPr>
          <p:nvPr/>
        </p:nvGrpSpPr>
        <p:grpSpPr bwMode="auto">
          <a:xfrm>
            <a:off x="657225" y="1838325"/>
            <a:ext cx="825500" cy="276225"/>
            <a:chOff x="656433" y="1838325"/>
            <a:chExt cx="826293" cy="276999"/>
          </a:xfrm>
        </p:grpSpPr>
        <p:cxnSp>
          <p:nvCxnSpPr>
            <p:cNvPr id="90458" name="Straight Connector 899">
              <a:extLst>
                <a:ext uri="{FF2B5EF4-FFF2-40B4-BE49-F238E27FC236}">
                  <a16:creationId xmlns:a16="http://schemas.microsoft.com/office/drawing/2014/main" id="{AC18E16E-7CF0-5B44-8C53-2E508258BF43}"/>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59" name="Straight Connector 906">
              <a:extLst>
                <a:ext uri="{FF2B5EF4-FFF2-40B4-BE49-F238E27FC236}">
                  <a16:creationId xmlns:a16="http://schemas.microsoft.com/office/drawing/2014/main" id="{8C24D5F9-F784-2C43-B87D-D40F1A1950BB}"/>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60" name="Straight Connector 907">
              <a:extLst>
                <a:ext uri="{FF2B5EF4-FFF2-40B4-BE49-F238E27FC236}">
                  <a16:creationId xmlns:a16="http://schemas.microsoft.com/office/drawing/2014/main" id="{F6AD3CC6-86E4-C740-B2B6-20D25DB85A48}"/>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61" name="Straight Connector 908">
              <a:extLst>
                <a:ext uri="{FF2B5EF4-FFF2-40B4-BE49-F238E27FC236}">
                  <a16:creationId xmlns:a16="http://schemas.microsoft.com/office/drawing/2014/main" id="{8159A988-2012-114B-8E13-8235DA66D03C}"/>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62" name="Straight Connector 909">
              <a:extLst>
                <a:ext uri="{FF2B5EF4-FFF2-40B4-BE49-F238E27FC236}">
                  <a16:creationId xmlns:a16="http://schemas.microsoft.com/office/drawing/2014/main" id="{AC5CBAA2-7EF9-5B40-B56B-55C0329CF70E}"/>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63" name="Straight Connector 910">
              <a:extLst>
                <a:ext uri="{FF2B5EF4-FFF2-40B4-BE49-F238E27FC236}">
                  <a16:creationId xmlns:a16="http://schemas.microsoft.com/office/drawing/2014/main" id="{D82866C3-0992-8744-90C4-7A709F5888AA}"/>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64" name="Straight Connector 911">
              <a:extLst>
                <a:ext uri="{FF2B5EF4-FFF2-40B4-BE49-F238E27FC236}">
                  <a16:creationId xmlns:a16="http://schemas.microsoft.com/office/drawing/2014/main" id="{8B4272D7-59FE-A44B-96C9-5658EAF13CB7}"/>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65" name="Straight Connector 912">
              <a:extLst>
                <a:ext uri="{FF2B5EF4-FFF2-40B4-BE49-F238E27FC236}">
                  <a16:creationId xmlns:a16="http://schemas.microsoft.com/office/drawing/2014/main" id="{EE39FE64-FC79-094E-9158-D52FBE593000}"/>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466" name="TextBox 913">
              <a:extLst>
                <a:ext uri="{FF2B5EF4-FFF2-40B4-BE49-F238E27FC236}">
                  <a16:creationId xmlns:a16="http://schemas.microsoft.com/office/drawing/2014/main" id="{6ABA14BF-9709-D645-B209-AC8BE44FD3CF}"/>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156" name="Group 925">
            <a:extLst>
              <a:ext uri="{FF2B5EF4-FFF2-40B4-BE49-F238E27FC236}">
                <a16:creationId xmlns:a16="http://schemas.microsoft.com/office/drawing/2014/main" id="{1012BA64-28AD-DC40-8489-53F755E373A2}"/>
              </a:ext>
            </a:extLst>
          </p:cNvPr>
          <p:cNvGrpSpPr>
            <a:grpSpLocks/>
          </p:cNvGrpSpPr>
          <p:nvPr/>
        </p:nvGrpSpPr>
        <p:grpSpPr bwMode="auto">
          <a:xfrm>
            <a:off x="1828800" y="1843088"/>
            <a:ext cx="827088" cy="276225"/>
            <a:chOff x="656433" y="1838325"/>
            <a:chExt cx="826293" cy="276999"/>
          </a:xfrm>
        </p:grpSpPr>
        <p:cxnSp>
          <p:nvCxnSpPr>
            <p:cNvPr id="90449" name="Straight Connector 926">
              <a:extLst>
                <a:ext uri="{FF2B5EF4-FFF2-40B4-BE49-F238E27FC236}">
                  <a16:creationId xmlns:a16="http://schemas.microsoft.com/office/drawing/2014/main" id="{92C168A9-B469-9843-95D5-EFA18844D8E1}"/>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50" name="Straight Connector 927">
              <a:extLst>
                <a:ext uri="{FF2B5EF4-FFF2-40B4-BE49-F238E27FC236}">
                  <a16:creationId xmlns:a16="http://schemas.microsoft.com/office/drawing/2014/main" id="{C4596910-EFF3-ED43-BD6F-6AEB136D7ACC}"/>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51" name="Straight Connector 928">
              <a:extLst>
                <a:ext uri="{FF2B5EF4-FFF2-40B4-BE49-F238E27FC236}">
                  <a16:creationId xmlns:a16="http://schemas.microsoft.com/office/drawing/2014/main" id="{662347D8-9507-CC44-89E6-DB93948ACC39}"/>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52" name="Straight Connector 929">
              <a:extLst>
                <a:ext uri="{FF2B5EF4-FFF2-40B4-BE49-F238E27FC236}">
                  <a16:creationId xmlns:a16="http://schemas.microsoft.com/office/drawing/2014/main" id="{1787F037-7196-D442-A6A4-B0216A1B1628}"/>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53" name="Straight Connector 930">
              <a:extLst>
                <a:ext uri="{FF2B5EF4-FFF2-40B4-BE49-F238E27FC236}">
                  <a16:creationId xmlns:a16="http://schemas.microsoft.com/office/drawing/2014/main" id="{524B0691-4D3F-9043-B440-D4DEB92CA918}"/>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54" name="Straight Connector 931">
              <a:extLst>
                <a:ext uri="{FF2B5EF4-FFF2-40B4-BE49-F238E27FC236}">
                  <a16:creationId xmlns:a16="http://schemas.microsoft.com/office/drawing/2014/main" id="{E2A4217C-BFB5-CC4C-8E6C-4D9CF134254D}"/>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55" name="Straight Connector 932">
              <a:extLst>
                <a:ext uri="{FF2B5EF4-FFF2-40B4-BE49-F238E27FC236}">
                  <a16:creationId xmlns:a16="http://schemas.microsoft.com/office/drawing/2014/main" id="{4D306345-9C25-B146-81D5-1A63DBB44819}"/>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56" name="Straight Connector 933">
              <a:extLst>
                <a:ext uri="{FF2B5EF4-FFF2-40B4-BE49-F238E27FC236}">
                  <a16:creationId xmlns:a16="http://schemas.microsoft.com/office/drawing/2014/main" id="{810C33A1-50A1-F74C-B2AC-24F4CD788E17}"/>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457" name="TextBox 934">
              <a:extLst>
                <a:ext uri="{FF2B5EF4-FFF2-40B4-BE49-F238E27FC236}">
                  <a16:creationId xmlns:a16="http://schemas.microsoft.com/office/drawing/2014/main" id="{C893090B-247E-C446-8E03-4098D6A3257F}"/>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157" name="Group 935">
            <a:extLst>
              <a:ext uri="{FF2B5EF4-FFF2-40B4-BE49-F238E27FC236}">
                <a16:creationId xmlns:a16="http://schemas.microsoft.com/office/drawing/2014/main" id="{EFB90969-2E84-E044-8B04-819EEF2976C8}"/>
              </a:ext>
            </a:extLst>
          </p:cNvPr>
          <p:cNvGrpSpPr>
            <a:grpSpLocks/>
          </p:cNvGrpSpPr>
          <p:nvPr/>
        </p:nvGrpSpPr>
        <p:grpSpPr bwMode="auto">
          <a:xfrm>
            <a:off x="2989263" y="1843088"/>
            <a:ext cx="825500" cy="276225"/>
            <a:chOff x="656433" y="1838325"/>
            <a:chExt cx="826293" cy="276999"/>
          </a:xfrm>
        </p:grpSpPr>
        <p:cxnSp>
          <p:nvCxnSpPr>
            <p:cNvPr id="90440" name="Straight Connector 936">
              <a:extLst>
                <a:ext uri="{FF2B5EF4-FFF2-40B4-BE49-F238E27FC236}">
                  <a16:creationId xmlns:a16="http://schemas.microsoft.com/office/drawing/2014/main" id="{7E719547-C855-4342-A212-D23B3E21F360}"/>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41" name="Straight Connector 937">
              <a:extLst>
                <a:ext uri="{FF2B5EF4-FFF2-40B4-BE49-F238E27FC236}">
                  <a16:creationId xmlns:a16="http://schemas.microsoft.com/office/drawing/2014/main" id="{282C2838-59C2-244D-8BAF-FEB3771F4F9D}"/>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42" name="Straight Connector 938">
              <a:extLst>
                <a:ext uri="{FF2B5EF4-FFF2-40B4-BE49-F238E27FC236}">
                  <a16:creationId xmlns:a16="http://schemas.microsoft.com/office/drawing/2014/main" id="{6C736EFF-4DBE-444B-B409-1EA1A3A31D01}"/>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43" name="Straight Connector 939">
              <a:extLst>
                <a:ext uri="{FF2B5EF4-FFF2-40B4-BE49-F238E27FC236}">
                  <a16:creationId xmlns:a16="http://schemas.microsoft.com/office/drawing/2014/main" id="{56EEB0A5-E711-ED44-8D88-CBDFA4D76BEA}"/>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44" name="Straight Connector 940">
              <a:extLst>
                <a:ext uri="{FF2B5EF4-FFF2-40B4-BE49-F238E27FC236}">
                  <a16:creationId xmlns:a16="http://schemas.microsoft.com/office/drawing/2014/main" id="{C6DB18C9-F47F-5344-8C02-DD6780F209B2}"/>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45" name="Straight Connector 941">
              <a:extLst>
                <a:ext uri="{FF2B5EF4-FFF2-40B4-BE49-F238E27FC236}">
                  <a16:creationId xmlns:a16="http://schemas.microsoft.com/office/drawing/2014/main" id="{AD972D01-AF39-AD43-B12C-EC3F36C1FB77}"/>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46" name="Straight Connector 942">
              <a:extLst>
                <a:ext uri="{FF2B5EF4-FFF2-40B4-BE49-F238E27FC236}">
                  <a16:creationId xmlns:a16="http://schemas.microsoft.com/office/drawing/2014/main" id="{A92D0987-3BB3-9444-948A-22E0895290E7}"/>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47" name="Straight Connector 943">
              <a:extLst>
                <a:ext uri="{FF2B5EF4-FFF2-40B4-BE49-F238E27FC236}">
                  <a16:creationId xmlns:a16="http://schemas.microsoft.com/office/drawing/2014/main" id="{D344F846-0FEC-0344-9388-2A283F1BC920}"/>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448" name="TextBox 944">
              <a:extLst>
                <a:ext uri="{FF2B5EF4-FFF2-40B4-BE49-F238E27FC236}">
                  <a16:creationId xmlns:a16="http://schemas.microsoft.com/office/drawing/2014/main" id="{D3113046-66E3-764C-B3A6-55D0BA13DA72}"/>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158" name="Group 985">
            <a:extLst>
              <a:ext uri="{FF2B5EF4-FFF2-40B4-BE49-F238E27FC236}">
                <a16:creationId xmlns:a16="http://schemas.microsoft.com/office/drawing/2014/main" id="{9B633922-F932-C144-8F05-C7FD84C3C11B}"/>
              </a:ext>
            </a:extLst>
          </p:cNvPr>
          <p:cNvGrpSpPr>
            <a:grpSpLocks/>
          </p:cNvGrpSpPr>
          <p:nvPr/>
        </p:nvGrpSpPr>
        <p:grpSpPr bwMode="auto">
          <a:xfrm>
            <a:off x="657225" y="2706688"/>
            <a:ext cx="3157538" cy="284162"/>
            <a:chOff x="656433" y="2706158"/>
            <a:chExt cx="3158860" cy="285466"/>
          </a:xfrm>
        </p:grpSpPr>
        <p:grpSp>
          <p:nvGrpSpPr>
            <p:cNvPr id="90410" name="Group 945">
              <a:extLst>
                <a:ext uri="{FF2B5EF4-FFF2-40B4-BE49-F238E27FC236}">
                  <a16:creationId xmlns:a16="http://schemas.microsoft.com/office/drawing/2014/main" id="{BD4FE811-B969-D342-9EFE-CFF90EF2A06D}"/>
                </a:ext>
              </a:extLst>
            </p:cNvPr>
            <p:cNvGrpSpPr>
              <a:grpSpLocks/>
            </p:cNvGrpSpPr>
            <p:nvPr/>
          </p:nvGrpSpPr>
          <p:grpSpPr bwMode="auto">
            <a:xfrm>
              <a:off x="2989000" y="2714624"/>
              <a:ext cx="826293" cy="276999"/>
              <a:chOff x="656433" y="1838325"/>
              <a:chExt cx="826293" cy="276999"/>
            </a:xfrm>
          </p:grpSpPr>
          <p:cxnSp>
            <p:nvCxnSpPr>
              <p:cNvPr id="90431" name="Straight Connector 946">
                <a:extLst>
                  <a:ext uri="{FF2B5EF4-FFF2-40B4-BE49-F238E27FC236}">
                    <a16:creationId xmlns:a16="http://schemas.microsoft.com/office/drawing/2014/main" id="{3D13BA76-255C-C34B-8741-0D8AE97348C5}"/>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32" name="Straight Connector 947">
                <a:extLst>
                  <a:ext uri="{FF2B5EF4-FFF2-40B4-BE49-F238E27FC236}">
                    <a16:creationId xmlns:a16="http://schemas.microsoft.com/office/drawing/2014/main" id="{ECD836A9-3183-2E4D-98B0-9D745FEC9619}"/>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33" name="Straight Connector 948">
                <a:extLst>
                  <a:ext uri="{FF2B5EF4-FFF2-40B4-BE49-F238E27FC236}">
                    <a16:creationId xmlns:a16="http://schemas.microsoft.com/office/drawing/2014/main" id="{94A94A5A-7CF2-4242-AEC4-E2B6BB8CFADD}"/>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34" name="Straight Connector 949">
                <a:extLst>
                  <a:ext uri="{FF2B5EF4-FFF2-40B4-BE49-F238E27FC236}">
                    <a16:creationId xmlns:a16="http://schemas.microsoft.com/office/drawing/2014/main" id="{D12EBB1E-F850-E848-A75A-D9100A80C739}"/>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35" name="Straight Connector 950">
                <a:extLst>
                  <a:ext uri="{FF2B5EF4-FFF2-40B4-BE49-F238E27FC236}">
                    <a16:creationId xmlns:a16="http://schemas.microsoft.com/office/drawing/2014/main" id="{A25C6A76-48A4-E346-A9EB-5663428B2D40}"/>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36" name="Straight Connector 951">
                <a:extLst>
                  <a:ext uri="{FF2B5EF4-FFF2-40B4-BE49-F238E27FC236}">
                    <a16:creationId xmlns:a16="http://schemas.microsoft.com/office/drawing/2014/main" id="{FFC1FBAC-97CC-8140-8DA0-5EDC53BAE6B6}"/>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37" name="Straight Connector 952">
                <a:extLst>
                  <a:ext uri="{FF2B5EF4-FFF2-40B4-BE49-F238E27FC236}">
                    <a16:creationId xmlns:a16="http://schemas.microsoft.com/office/drawing/2014/main" id="{57FA1173-D460-F344-A3BA-EC53C519EF28}"/>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38" name="Straight Connector 953">
                <a:extLst>
                  <a:ext uri="{FF2B5EF4-FFF2-40B4-BE49-F238E27FC236}">
                    <a16:creationId xmlns:a16="http://schemas.microsoft.com/office/drawing/2014/main" id="{1DE76B0A-3A1E-0744-9015-1199E8A09C1E}"/>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439" name="TextBox 954">
                <a:extLst>
                  <a:ext uri="{FF2B5EF4-FFF2-40B4-BE49-F238E27FC236}">
                    <a16:creationId xmlns:a16="http://schemas.microsoft.com/office/drawing/2014/main" id="{08F5A648-3C63-7C40-8DA0-7DB2D55876EC}"/>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411" name="Group 955">
              <a:extLst>
                <a:ext uri="{FF2B5EF4-FFF2-40B4-BE49-F238E27FC236}">
                  <a16:creationId xmlns:a16="http://schemas.microsoft.com/office/drawing/2014/main" id="{83D7031B-86F4-814B-944A-96A5DCFF834B}"/>
                </a:ext>
              </a:extLst>
            </p:cNvPr>
            <p:cNvGrpSpPr>
              <a:grpSpLocks/>
            </p:cNvGrpSpPr>
            <p:nvPr/>
          </p:nvGrpSpPr>
          <p:grpSpPr bwMode="auto">
            <a:xfrm>
              <a:off x="1829066" y="2714625"/>
              <a:ext cx="826293" cy="276999"/>
              <a:chOff x="656433" y="1838325"/>
              <a:chExt cx="826293" cy="276999"/>
            </a:xfrm>
          </p:grpSpPr>
          <p:cxnSp>
            <p:nvCxnSpPr>
              <p:cNvPr id="90422" name="Straight Connector 956">
                <a:extLst>
                  <a:ext uri="{FF2B5EF4-FFF2-40B4-BE49-F238E27FC236}">
                    <a16:creationId xmlns:a16="http://schemas.microsoft.com/office/drawing/2014/main" id="{238AF5BE-D66C-4249-9917-8B070754A86F}"/>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23" name="Straight Connector 957">
                <a:extLst>
                  <a:ext uri="{FF2B5EF4-FFF2-40B4-BE49-F238E27FC236}">
                    <a16:creationId xmlns:a16="http://schemas.microsoft.com/office/drawing/2014/main" id="{3D895D32-EFCA-EF44-9107-A150F2565DAC}"/>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24" name="Straight Connector 958">
                <a:extLst>
                  <a:ext uri="{FF2B5EF4-FFF2-40B4-BE49-F238E27FC236}">
                    <a16:creationId xmlns:a16="http://schemas.microsoft.com/office/drawing/2014/main" id="{BB9F39F1-220C-F042-BA28-F86B90C78250}"/>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25" name="Straight Connector 959">
                <a:extLst>
                  <a:ext uri="{FF2B5EF4-FFF2-40B4-BE49-F238E27FC236}">
                    <a16:creationId xmlns:a16="http://schemas.microsoft.com/office/drawing/2014/main" id="{476EB310-0A63-C74E-B97E-48858C41B648}"/>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26" name="Straight Connector 960">
                <a:extLst>
                  <a:ext uri="{FF2B5EF4-FFF2-40B4-BE49-F238E27FC236}">
                    <a16:creationId xmlns:a16="http://schemas.microsoft.com/office/drawing/2014/main" id="{9DF22789-ED8A-3D4D-8711-D647C001D404}"/>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27" name="Straight Connector 961">
                <a:extLst>
                  <a:ext uri="{FF2B5EF4-FFF2-40B4-BE49-F238E27FC236}">
                    <a16:creationId xmlns:a16="http://schemas.microsoft.com/office/drawing/2014/main" id="{491BA918-D6DA-FE4F-B291-3C2CD8022064}"/>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28" name="Straight Connector 962">
                <a:extLst>
                  <a:ext uri="{FF2B5EF4-FFF2-40B4-BE49-F238E27FC236}">
                    <a16:creationId xmlns:a16="http://schemas.microsoft.com/office/drawing/2014/main" id="{C375AB2E-B1AB-A745-A644-746C6230CC0A}"/>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29" name="Straight Connector 963">
                <a:extLst>
                  <a:ext uri="{FF2B5EF4-FFF2-40B4-BE49-F238E27FC236}">
                    <a16:creationId xmlns:a16="http://schemas.microsoft.com/office/drawing/2014/main" id="{6B5FC7E7-1EE6-1A46-8F21-85779F44EBCF}"/>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430" name="TextBox 964">
                <a:extLst>
                  <a:ext uri="{FF2B5EF4-FFF2-40B4-BE49-F238E27FC236}">
                    <a16:creationId xmlns:a16="http://schemas.microsoft.com/office/drawing/2014/main" id="{81054969-8EAA-CE4A-892B-D56B24F6D823}"/>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412" name="Group 965">
              <a:extLst>
                <a:ext uri="{FF2B5EF4-FFF2-40B4-BE49-F238E27FC236}">
                  <a16:creationId xmlns:a16="http://schemas.microsoft.com/office/drawing/2014/main" id="{186577FE-291B-1743-B4D8-8E0BF2B040D3}"/>
                </a:ext>
              </a:extLst>
            </p:cNvPr>
            <p:cNvGrpSpPr>
              <a:grpSpLocks/>
            </p:cNvGrpSpPr>
            <p:nvPr/>
          </p:nvGrpSpPr>
          <p:grpSpPr bwMode="auto">
            <a:xfrm>
              <a:off x="656433" y="2706158"/>
              <a:ext cx="826293" cy="276999"/>
              <a:chOff x="656433" y="1838325"/>
              <a:chExt cx="826293" cy="276999"/>
            </a:xfrm>
          </p:grpSpPr>
          <p:cxnSp>
            <p:nvCxnSpPr>
              <p:cNvPr id="90413" name="Straight Connector 966">
                <a:extLst>
                  <a:ext uri="{FF2B5EF4-FFF2-40B4-BE49-F238E27FC236}">
                    <a16:creationId xmlns:a16="http://schemas.microsoft.com/office/drawing/2014/main" id="{3993CA77-FC07-E54B-B962-FA3CFA5DC256}"/>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14" name="Straight Connector 967">
                <a:extLst>
                  <a:ext uri="{FF2B5EF4-FFF2-40B4-BE49-F238E27FC236}">
                    <a16:creationId xmlns:a16="http://schemas.microsoft.com/office/drawing/2014/main" id="{36B4B83B-0BD0-C94C-A29F-62B5F156DF20}"/>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15" name="Straight Connector 968">
                <a:extLst>
                  <a:ext uri="{FF2B5EF4-FFF2-40B4-BE49-F238E27FC236}">
                    <a16:creationId xmlns:a16="http://schemas.microsoft.com/office/drawing/2014/main" id="{8CA9BBE6-7140-2D46-8608-A8E47EE63B0C}"/>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16" name="Straight Connector 969">
                <a:extLst>
                  <a:ext uri="{FF2B5EF4-FFF2-40B4-BE49-F238E27FC236}">
                    <a16:creationId xmlns:a16="http://schemas.microsoft.com/office/drawing/2014/main" id="{13E8749B-37A7-0A45-9188-888241A1CE34}"/>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17" name="Straight Connector 970">
                <a:extLst>
                  <a:ext uri="{FF2B5EF4-FFF2-40B4-BE49-F238E27FC236}">
                    <a16:creationId xmlns:a16="http://schemas.microsoft.com/office/drawing/2014/main" id="{4D81BACD-233D-694B-AECF-841E1E614948}"/>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18" name="Straight Connector 971">
                <a:extLst>
                  <a:ext uri="{FF2B5EF4-FFF2-40B4-BE49-F238E27FC236}">
                    <a16:creationId xmlns:a16="http://schemas.microsoft.com/office/drawing/2014/main" id="{4C69413F-BE50-2F4C-918B-E1CEF0D97C09}"/>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19" name="Straight Connector 972">
                <a:extLst>
                  <a:ext uri="{FF2B5EF4-FFF2-40B4-BE49-F238E27FC236}">
                    <a16:creationId xmlns:a16="http://schemas.microsoft.com/office/drawing/2014/main" id="{6D6EB796-B190-EA43-BCB6-1B3ABD235E82}"/>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20" name="Straight Connector 973">
                <a:extLst>
                  <a:ext uri="{FF2B5EF4-FFF2-40B4-BE49-F238E27FC236}">
                    <a16:creationId xmlns:a16="http://schemas.microsoft.com/office/drawing/2014/main" id="{0413DA38-DD09-C244-8F83-64198B4EEE9A}"/>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421" name="TextBox 974">
                <a:extLst>
                  <a:ext uri="{FF2B5EF4-FFF2-40B4-BE49-F238E27FC236}">
                    <a16:creationId xmlns:a16="http://schemas.microsoft.com/office/drawing/2014/main" id="{71FB594B-5B87-F24C-BFF0-77E5B5F90C0A}"/>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grpSp>
        <p:nvGrpSpPr>
          <p:cNvPr id="90159" name="Group 986">
            <a:extLst>
              <a:ext uri="{FF2B5EF4-FFF2-40B4-BE49-F238E27FC236}">
                <a16:creationId xmlns:a16="http://schemas.microsoft.com/office/drawing/2014/main" id="{2FB38263-052C-BC48-846E-2A86A38E508C}"/>
              </a:ext>
            </a:extLst>
          </p:cNvPr>
          <p:cNvGrpSpPr>
            <a:grpSpLocks/>
          </p:cNvGrpSpPr>
          <p:nvPr/>
        </p:nvGrpSpPr>
        <p:grpSpPr bwMode="auto">
          <a:xfrm>
            <a:off x="657225" y="3582988"/>
            <a:ext cx="3157538" cy="284162"/>
            <a:chOff x="656433" y="2706158"/>
            <a:chExt cx="3158860" cy="285466"/>
          </a:xfrm>
        </p:grpSpPr>
        <p:grpSp>
          <p:nvGrpSpPr>
            <p:cNvPr id="90380" name="Group 945">
              <a:extLst>
                <a:ext uri="{FF2B5EF4-FFF2-40B4-BE49-F238E27FC236}">
                  <a16:creationId xmlns:a16="http://schemas.microsoft.com/office/drawing/2014/main" id="{80570BDD-85B4-5B49-817A-04A847C03CE9}"/>
                </a:ext>
              </a:extLst>
            </p:cNvPr>
            <p:cNvGrpSpPr>
              <a:grpSpLocks/>
            </p:cNvGrpSpPr>
            <p:nvPr/>
          </p:nvGrpSpPr>
          <p:grpSpPr bwMode="auto">
            <a:xfrm>
              <a:off x="2989000" y="2714624"/>
              <a:ext cx="826293" cy="276999"/>
              <a:chOff x="656433" y="1838325"/>
              <a:chExt cx="826293" cy="276999"/>
            </a:xfrm>
          </p:grpSpPr>
          <p:cxnSp>
            <p:nvCxnSpPr>
              <p:cNvPr id="90401" name="Straight Connector 1008">
                <a:extLst>
                  <a:ext uri="{FF2B5EF4-FFF2-40B4-BE49-F238E27FC236}">
                    <a16:creationId xmlns:a16="http://schemas.microsoft.com/office/drawing/2014/main" id="{5987DC72-51C7-BE48-866D-58C1C55BCFED}"/>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02" name="Straight Connector 1009">
                <a:extLst>
                  <a:ext uri="{FF2B5EF4-FFF2-40B4-BE49-F238E27FC236}">
                    <a16:creationId xmlns:a16="http://schemas.microsoft.com/office/drawing/2014/main" id="{98275B54-589A-B64A-ACB9-1BD0809DBE63}"/>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03" name="Straight Connector 1010">
                <a:extLst>
                  <a:ext uri="{FF2B5EF4-FFF2-40B4-BE49-F238E27FC236}">
                    <a16:creationId xmlns:a16="http://schemas.microsoft.com/office/drawing/2014/main" id="{4E6952DA-B237-6447-8B07-DFB59B5EF5A4}"/>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04" name="Straight Connector 1011">
                <a:extLst>
                  <a:ext uri="{FF2B5EF4-FFF2-40B4-BE49-F238E27FC236}">
                    <a16:creationId xmlns:a16="http://schemas.microsoft.com/office/drawing/2014/main" id="{2DF89E1D-C6D6-5F4D-93A7-6D4112A54111}"/>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05" name="Straight Connector 1012">
                <a:extLst>
                  <a:ext uri="{FF2B5EF4-FFF2-40B4-BE49-F238E27FC236}">
                    <a16:creationId xmlns:a16="http://schemas.microsoft.com/office/drawing/2014/main" id="{20C4E611-8718-854B-9D0D-6A8599A9AB60}"/>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06" name="Straight Connector 1013">
                <a:extLst>
                  <a:ext uri="{FF2B5EF4-FFF2-40B4-BE49-F238E27FC236}">
                    <a16:creationId xmlns:a16="http://schemas.microsoft.com/office/drawing/2014/main" id="{0DC09F1F-030D-1B4B-88E8-08D97C171205}"/>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07" name="Straight Connector 1014">
                <a:extLst>
                  <a:ext uri="{FF2B5EF4-FFF2-40B4-BE49-F238E27FC236}">
                    <a16:creationId xmlns:a16="http://schemas.microsoft.com/office/drawing/2014/main" id="{D45D69FD-A248-284A-9A3B-172A1A0FD28D}"/>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408" name="Straight Connector 1015">
                <a:extLst>
                  <a:ext uri="{FF2B5EF4-FFF2-40B4-BE49-F238E27FC236}">
                    <a16:creationId xmlns:a16="http://schemas.microsoft.com/office/drawing/2014/main" id="{F7A3D85E-217A-FE46-BB55-08E38B6CE9E1}"/>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409" name="TextBox 1016">
                <a:extLst>
                  <a:ext uri="{FF2B5EF4-FFF2-40B4-BE49-F238E27FC236}">
                    <a16:creationId xmlns:a16="http://schemas.microsoft.com/office/drawing/2014/main" id="{10218292-19DD-3E44-8087-E63A5903D93D}"/>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381" name="Group 955">
              <a:extLst>
                <a:ext uri="{FF2B5EF4-FFF2-40B4-BE49-F238E27FC236}">
                  <a16:creationId xmlns:a16="http://schemas.microsoft.com/office/drawing/2014/main" id="{7F3DE003-6B88-684F-97D2-66AA95578310}"/>
                </a:ext>
              </a:extLst>
            </p:cNvPr>
            <p:cNvGrpSpPr>
              <a:grpSpLocks/>
            </p:cNvGrpSpPr>
            <p:nvPr/>
          </p:nvGrpSpPr>
          <p:grpSpPr bwMode="auto">
            <a:xfrm>
              <a:off x="1829066" y="2714625"/>
              <a:ext cx="826293" cy="276999"/>
              <a:chOff x="656433" y="1838325"/>
              <a:chExt cx="826293" cy="276999"/>
            </a:xfrm>
          </p:grpSpPr>
          <p:cxnSp>
            <p:nvCxnSpPr>
              <p:cNvPr id="90392" name="Straight Connector 999">
                <a:extLst>
                  <a:ext uri="{FF2B5EF4-FFF2-40B4-BE49-F238E27FC236}">
                    <a16:creationId xmlns:a16="http://schemas.microsoft.com/office/drawing/2014/main" id="{D3C3BEB4-D462-A049-8068-636A132EB309}"/>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93" name="Straight Connector 1000">
                <a:extLst>
                  <a:ext uri="{FF2B5EF4-FFF2-40B4-BE49-F238E27FC236}">
                    <a16:creationId xmlns:a16="http://schemas.microsoft.com/office/drawing/2014/main" id="{AFB0EF6C-561E-9040-A5F8-B019AD9BC778}"/>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94" name="Straight Connector 1001">
                <a:extLst>
                  <a:ext uri="{FF2B5EF4-FFF2-40B4-BE49-F238E27FC236}">
                    <a16:creationId xmlns:a16="http://schemas.microsoft.com/office/drawing/2014/main" id="{B925AEA4-F433-1247-835C-0042273E7015}"/>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95" name="Straight Connector 1002">
                <a:extLst>
                  <a:ext uri="{FF2B5EF4-FFF2-40B4-BE49-F238E27FC236}">
                    <a16:creationId xmlns:a16="http://schemas.microsoft.com/office/drawing/2014/main" id="{E4C0B5F0-6C41-9747-88A5-47F80F0C6BF2}"/>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96" name="Straight Connector 1003">
                <a:extLst>
                  <a:ext uri="{FF2B5EF4-FFF2-40B4-BE49-F238E27FC236}">
                    <a16:creationId xmlns:a16="http://schemas.microsoft.com/office/drawing/2014/main" id="{2E0923AE-4749-624D-92F9-41986E00D75E}"/>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97" name="Straight Connector 1004">
                <a:extLst>
                  <a:ext uri="{FF2B5EF4-FFF2-40B4-BE49-F238E27FC236}">
                    <a16:creationId xmlns:a16="http://schemas.microsoft.com/office/drawing/2014/main" id="{543BB253-8D69-8B45-A46F-74CF7C2E6F00}"/>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98" name="Straight Connector 1005">
                <a:extLst>
                  <a:ext uri="{FF2B5EF4-FFF2-40B4-BE49-F238E27FC236}">
                    <a16:creationId xmlns:a16="http://schemas.microsoft.com/office/drawing/2014/main" id="{162FBAAC-61C1-0D47-B40D-26825C2642C0}"/>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99" name="Straight Connector 1006">
                <a:extLst>
                  <a:ext uri="{FF2B5EF4-FFF2-40B4-BE49-F238E27FC236}">
                    <a16:creationId xmlns:a16="http://schemas.microsoft.com/office/drawing/2014/main" id="{872E9A57-EB53-5D4D-AB5F-CC74F2CC5E34}"/>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400" name="TextBox 1007">
                <a:extLst>
                  <a:ext uri="{FF2B5EF4-FFF2-40B4-BE49-F238E27FC236}">
                    <a16:creationId xmlns:a16="http://schemas.microsoft.com/office/drawing/2014/main" id="{617FB556-6862-B24C-B275-EE1FD8523812}"/>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382" name="Group 965">
              <a:extLst>
                <a:ext uri="{FF2B5EF4-FFF2-40B4-BE49-F238E27FC236}">
                  <a16:creationId xmlns:a16="http://schemas.microsoft.com/office/drawing/2014/main" id="{AFBB8667-B5C5-A042-BD8C-BD4130A65C37}"/>
                </a:ext>
              </a:extLst>
            </p:cNvPr>
            <p:cNvGrpSpPr>
              <a:grpSpLocks/>
            </p:cNvGrpSpPr>
            <p:nvPr/>
          </p:nvGrpSpPr>
          <p:grpSpPr bwMode="auto">
            <a:xfrm>
              <a:off x="656433" y="2706158"/>
              <a:ext cx="826293" cy="276999"/>
              <a:chOff x="656433" y="1838325"/>
              <a:chExt cx="826293" cy="276999"/>
            </a:xfrm>
          </p:grpSpPr>
          <p:cxnSp>
            <p:nvCxnSpPr>
              <p:cNvPr id="90383" name="Straight Connector 990">
                <a:extLst>
                  <a:ext uri="{FF2B5EF4-FFF2-40B4-BE49-F238E27FC236}">
                    <a16:creationId xmlns:a16="http://schemas.microsoft.com/office/drawing/2014/main" id="{6E798689-F082-2341-8D5F-B0826D830CFA}"/>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84" name="Straight Connector 991">
                <a:extLst>
                  <a:ext uri="{FF2B5EF4-FFF2-40B4-BE49-F238E27FC236}">
                    <a16:creationId xmlns:a16="http://schemas.microsoft.com/office/drawing/2014/main" id="{72A1AA8F-9007-AD4E-9365-91DE5F4D146A}"/>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85" name="Straight Connector 992">
                <a:extLst>
                  <a:ext uri="{FF2B5EF4-FFF2-40B4-BE49-F238E27FC236}">
                    <a16:creationId xmlns:a16="http://schemas.microsoft.com/office/drawing/2014/main" id="{9455ECA8-A905-3245-A23F-7BC2C1BB5B0D}"/>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86" name="Straight Connector 993">
                <a:extLst>
                  <a:ext uri="{FF2B5EF4-FFF2-40B4-BE49-F238E27FC236}">
                    <a16:creationId xmlns:a16="http://schemas.microsoft.com/office/drawing/2014/main" id="{73015AC0-624F-704A-AD2A-9B8DBDA9C87A}"/>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87" name="Straight Connector 994">
                <a:extLst>
                  <a:ext uri="{FF2B5EF4-FFF2-40B4-BE49-F238E27FC236}">
                    <a16:creationId xmlns:a16="http://schemas.microsoft.com/office/drawing/2014/main" id="{ACA318D7-8739-3D48-AB24-ACD15A672361}"/>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88" name="Straight Connector 995">
                <a:extLst>
                  <a:ext uri="{FF2B5EF4-FFF2-40B4-BE49-F238E27FC236}">
                    <a16:creationId xmlns:a16="http://schemas.microsoft.com/office/drawing/2014/main" id="{E976FD32-8172-614E-B877-07D412782003}"/>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89" name="Straight Connector 996">
                <a:extLst>
                  <a:ext uri="{FF2B5EF4-FFF2-40B4-BE49-F238E27FC236}">
                    <a16:creationId xmlns:a16="http://schemas.microsoft.com/office/drawing/2014/main" id="{9AEB1BCF-33C7-4C44-ADEC-06D55727A282}"/>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90" name="Straight Connector 997">
                <a:extLst>
                  <a:ext uri="{FF2B5EF4-FFF2-40B4-BE49-F238E27FC236}">
                    <a16:creationId xmlns:a16="http://schemas.microsoft.com/office/drawing/2014/main" id="{DF5A4A00-D465-AF40-87E0-795ED92AF78B}"/>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391" name="TextBox 998">
                <a:extLst>
                  <a:ext uri="{FF2B5EF4-FFF2-40B4-BE49-F238E27FC236}">
                    <a16:creationId xmlns:a16="http://schemas.microsoft.com/office/drawing/2014/main" id="{553F6856-579F-134E-B218-BE926A97E95E}"/>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grpSp>
        <p:nvGrpSpPr>
          <p:cNvPr id="90160" name="Group 1017">
            <a:extLst>
              <a:ext uri="{FF2B5EF4-FFF2-40B4-BE49-F238E27FC236}">
                <a16:creationId xmlns:a16="http://schemas.microsoft.com/office/drawing/2014/main" id="{EA2CE6D3-F647-554D-AB80-A5813597E211}"/>
              </a:ext>
            </a:extLst>
          </p:cNvPr>
          <p:cNvGrpSpPr>
            <a:grpSpLocks/>
          </p:cNvGrpSpPr>
          <p:nvPr/>
        </p:nvGrpSpPr>
        <p:grpSpPr bwMode="auto">
          <a:xfrm>
            <a:off x="657225" y="4452938"/>
            <a:ext cx="3157538" cy="284162"/>
            <a:chOff x="656433" y="2706158"/>
            <a:chExt cx="3158860" cy="285466"/>
          </a:xfrm>
        </p:grpSpPr>
        <p:grpSp>
          <p:nvGrpSpPr>
            <p:cNvPr id="90350" name="Group 945">
              <a:extLst>
                <a:ext uri="{FF2B5EF4-FFF2-40B4-BE49-F238E27FC236}">
                  <a16:creationId xmlns:a16="http://schemas.microsoft.com/office/drawing/2014/main" id="{020463ED-C54D-7F47-B40B-C2B37B4B3DDC}"/>
                </a:ext>
              </a:extLst>
            </p:cNvPr>
            <p:cNvGrpSpPr>
              <a:grpSpLocks/>
            </p:cNvGrpSpPr>
            <p:nvPr/>
          </p:nvGrpSpPr>
          <p:grpSpPr bwMode="auto">
            <a:xfrm>
              <a:off x="2989000" y="2714624"/>
              <a:ext cx="826293" cy="276999"/>
              <a:chOff x="656433" y="1838325"/>
              <a:chExt cx="826293" cy="276999"/>
            </a:xfrm>
          </p:grpSpPr>
          <p:cxnSp>
            <p:nvCxnSpPr>
              <p:cNvPr id="90371" name="Straight Connector 1039">
                <a:extLst>
                  <a:ext uri="{FF2B5EF4-FFF2-40B4-BE49-F238E27FC236}">
                    <a16:creationId xmlns:a16="http://schemas.microsoft.com/office/drawing/2014/main" id="{A54C046A-3841-F047-B9FC-A84A3A73820B}"/>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72" name="Straight Connector 1040">
                <a:extLst>
                  <a:ext uri="{FF2B5EF4-FFF2-40B4-BE49-F238E27FC236}">
                    <a16:creationId xmlns:a16="http://schemas.microsoft.com/office/drawing/2014/main" id="{4481E562-4E27-DC4E-BE9A-940996B83EE3}"/>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73" name="Straight Connector 1041">
                <a:extLst>
                  <a:ext uri="{FF2B5EF4-FFF2-40B4-BE49-F238E27FC236}">
                    <a16:creationId xmlns:a16="http://schemas.microsoft.com/office/drawing/2014/main" id="{A77ECDA9-4307-DF40-B6F7-DEBA9CA8A301}"/>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74" name="Straight Connector 1042">
                <a:extLst>
                  <a:ext uri="{FF2B5EF4-FFF2-40B4-BE49-F238E27FC236}">
                    <a16:creationId xmlns:a16="http://schemas.microsoft.com/office/drawing/2014/main" id="{35690A6B-3BB7-C543-A4F6-C14ABFC520D9}"/>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75" name="Straight Connector 1043">
                <a:extLst>
                  <a:ext uri="{FF2B5EF4-FFF2-40B4-BE49-F238E27FC236}">
                    <a16:creationId xmlns:a16="http://schemas.microsoft.com/office/drawing/2014/main" id="{E84DE6CD-75EB-7249-AF60-667662484A4E}"/>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76" name="Straight Connector 1044">
                <a:extLst>
                  <a:ext uri="{FF2B5EF4-FFF2-40B4-BE49-F238E27FC236}">
                    <a16:creationId xmlns:a16="http://schemas.microsoft.com/office/drawing/2014/main" id="{579FB19B-C836-3748-A74C-D72CFCEA1A8E}"/>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77" name="Straight Connector 1045">
                <a:extLst>
                  <a:ext uri="{FF2B5EF4-FFF2-40B4-BE49-F238E27FC236}">
                    <a16:creationId xmlns:a16="http://schemas.microsoft.com/office/drawing/2014/main" id="{8B8A9AF3-3527-1742-A994-907678314934}"/>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78" name="Straight Connector 1046">
                <a:extLst>
                  <a:ext uri="{FF2B5EF4-FFF2-40B4-BE49-F238E27FC236}">
                    <a16:creationId xmlns:a16="http://schemas.microsoft.com/office/drawing/2014/main" id="{C761824E-9610-264E-B509-0A16D4907A2F}"/>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379" name="TextBox 1047">
                <a:extLst>
                  <a:ext uri="{FF2B5EF4-FFF2-40B4-BE49-F238E27FC236}">
                    <a16:creationId xmlns:a16="http://schemas.microsoft.com/office/drawing/2014/main" id="{647230B8-EA10-8642-90B4-993A5FEE4381}"/>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351" name="Group 955">
              <a:extLst>
                <a:ext uri="{FF2B5EF4-FFF2-40B4-BE49-F238E27FC236}">
                  <a16:creationId xmlns:a16="http://schemas.microsoft.com/office/drawing/2014/main" id="{8314D7F6-F51B-7C43-ACDF-E535AE577E91}"/>
                </a:ext>
              </a:extLst>
            </p:cNvPr>
            <p:cNvGrpSpPr>
              <a:grpSpLocks/>
            </p:cNvGrpSpPr>
            <p:nvPr/>
          </p:nvGrpSpPr>
          <p:grpSpPr bwMode="auto">
            <a:xfrm>
              <a:off x="1829066" y="2714625"/>
              <a:ext cx="826293" cy="276999"/>
              <a:chOff x="656433" y="1838325"/>
              <a:chExt cx="826293" cy="276999"/>
            </a:xfrm>
          </p:grpSpPr>
          <p:cxnSp>
            <p:nvCxnSpPr>
              <p:cNvPr id="90362" name="Straight Connector 1030">
                <a:extLst>
                  <a:ext uri="{FF2B5EF4-FFF2-40B4-BE49-F238E27FC236}">
                    <a16:creationId xmlns:a16="http://schemas.microsoft.com/office/drawing/2014/main" id="{66DE2D9D-B490-7E46-A4B7-058DA6869B8F}"/>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63" name="Straight Connector 1031">
                <a:extLst>
                  <a:ext uri="{FF2B5EF4-FFF2-40B4-BE49-F238E27FC236}">
                    <a16:creationId xmlns:a16="http://schemas.microsoft.com/office/drawing/2014/main" id="{6F4D16C7-11E0-6E4F-90F3-1DFAB8C06CFA}"/>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64" name="Straight Connector 1032">
                <a:extLst>
                  <a:ext uri="{FF2B5EF4-FFF2-40B4-BE49-F238E27FC236}">
                    <a16:creationId xmlns:a16="http://schemas.microsoft.com/office/drawing/2014/main" id="{E3A1BB70-7110-EA42-85B6-6E537C1C1A70}"/>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65" name="Straight Connector 1033">
                <a:extLst>
                  <a:ext uri="{FF2B5EF4-FFF2-40B4-BE49-F238E27FC236}">
                    <a16:creationId xmlns:a16="http://schemas.microsoft.com/office/drawing/2014/main" id="{D8584C24-AFBC-A44C-9268-3428A0179365}"/>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66" name="Straight Connector 1034">
                <a:extLst>
                  <a:ext uri="{FF2B5EF4-FFF2-40B4-BE49-F238E27FC236}">
                    <a16:creationId xmlns:a16="http://schemas.microsoft.com/office/drawing/2014/main" id="{C2042351-2901-4643-8EBC-530B6B021411}"/>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67" name="Straight Connector 1035">
                <a:extLst>
                  <a:ext uri="{FF2B5EF4-FFF2-40B4-BE49-F238E27FC236}">
                    <a16:creationId xmlns:a16="http://schemas.microsoft.com/office/drawing/2014/main" id="{7E01DDCF-1121-B243-82B8-2DBD2933BF5A}"/>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68" name="Straight Connector 1036">
                <a:extLst>
                  <a:ext uri="{FF2B5EF4-FFF2-40B4-BE49-F238E27FC236}">
                    <a16:creationId xmlns:a16="http://schemas.microsoft.com/office/drawing/2014/main" id="{5EEB0EEC-D2E8-A144-8982-8DE70DD6D29E}"/>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69" name="Straight Connector 1037">
                <a:extLst>
                  <a:ext uri="{FF2B5EF4-FFF2-40B4-BE49-F238E27FC236}">
                    <a16:creationId xmlns:a16="http://schemas.microsoft.com/office/drawing/2014/main" id="{EC5EA965-AC88-0A48-926E-859F1C01BB48}"/>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370" name="TextBox 1038">
                <a:extLst>
                  <a:ext uri="{FF2B5EF4-FFF2-40B4-BE49-F238E27FC236}">
                    <a16:creationId xmlns:a16="http://schemas.microsoft.com/office/drawing/2014/main" id="{D4CF34EA-3E3B-E645-89C5-E691913D71D5}"/>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352" name="Group 965">
              <a:extLst>
                <a:ext uri="{FF2B5EF4-FFF2-40B4-BE49-F238E27FC236}">
                  <a16:creationId xmlns:a16="http://schemas.microsoft.com/office/drawing/2014/main" id="{DAEEDC9F-337D-2A41-BE89-78B7432BB19E}"/>
                </a:ext>
              </a:extLst>
            </p:cNvPr>
            <p:cNvGrpSpPr>
              <a:grpSpLocks/>
            </p:cNvGrpSpPr>
            <p:nvPr/>
          </p:nvGrpSpPr>
          <p:grpSpPr bwMode="auto">
            <a:xfrm>
              <a:off x="656433" y="2706158"/>
              <a:ext cx="826293" cy="276999"/>
              <a:chOff x="656433" y="1838325"/>
              <a:chExt cx="826293" cy="276999"/>
            </a:xfrm>
          </p:grpSpPr>
          <p:cxnSp>
            <p:nvCxnSpPr>
              <p:cNvPr id="90353" name="Straight Connector 1021">
                <a:extLst>
                  <a:ext uri="{FF2B5EF4-FFF2-40B4-BE49-F238E27FC236}">
                    <a16:creationId xmlns:a16="http://schemas.microsoft.com/office/drawing/2014/main" id="{15CA67D0-4756-DE49-886C-56C3D8DA5EA5}"/>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54" name="Straight Connector 1022">
                <a:extLst>
                  <a:ext uri="{FF2B5EF4-FFF2-40B4-BE49-F238E27FC236}">
                    <a16:creationId xmlns:a16="http://schemas.microsoft.com/office/drawing/2014/main" id="{57297D11-D8F6-244E-AF77-469A8BE4D652}"/>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55" name="Straight Connector 1023">
                <a:extLst>
                  <a:ext uri="{FF2B5EF4-FFF2-40B4-BE49-F238E27FC236}">
                    <a16:creationId xmlns:a16="http://schemas.microsoft.com/office/drawing/2014/main" id="{9B6A0E65-C47A-E341-8022-D7C1BC41C394}"/>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56" name="Straight Connector 1024">
                <a:extLst>
                  <a:ext uri="{FF2B5EF4-FFF2-40B4-BE49-F238E27FC236}">
                    <a16:creationId xmlns:a16="http://schemas.microsoft.com/office/drawing/2014/main" id="{609F2ED1-CBEA-FA41-AABA-5D793A855764}"/>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57" name="Straight Connector 1025">
                <a:extLst>
                  <a:ext uri="{FF2B5EF4-FFF2-40B4-BE49-F238E27FC236}">
                    <a16:creationId xmlns:a16="http://schemas.microsoft.com/office/drawing/2014/main" id="{C4024C1A-3342-3042-872F-AA8D7EC88D1B}"/>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58" name="Straight Connector 1026">
                <a:extLst>
                  <a:ext uri="{FF2B5EF4-FFF2-40B4-BE49-F238E27FC236}">
                    <a16:creationId xmlns:a16="http://schemas.microsoft.com/office/drawing/2014/main" id="{DCD8E769-6923-F945-9179-DAE446013EB6}"/>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59" name="Straight Connector 1027">
                <a:extLst>
                  <a:ext uri="{FF2B5EF4-FFF2-40B4-BE49-F238E27FC236}">
                    <a16:creationId xmlns:a16="http://schemas.microsoft.com/office/drawing/2014/main" id="{34FDE7A4-123C-0240-9A61-B9AE1503BB2D}"/>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60" name="Straight Connector 1028">
                <a:extLst>
                  <a:ext uri="{FF2B5EF4-FFF2-40B4-BE49-F238E27FC236}">
                    <a16:creationId xmlns:a16="http://schemas.microsoft.com/office/drawing/2014/main" id="{4AF4C344-06FF-C148-BAE8-33BA6C35E866}"/>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361" name="TextBox 1029">
                <a:extLst>
                  <a:ext uri="{FF2B5EF4-FFF2-40B4-BE49-F238E27FC236}">
                    <a16:creationId xmlns:a16="http://schemas.microsoft.com/office/drawing/2014/main" id="{8158C24B-A0FA-F340-AA41-32AC52030FCF}"/>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grpSp>
        <p:nvGrpSpPr>
          <p:cNvPr id="90161" name="Group 1048">
            <a:extLst>
              <a:ext uri="{FF2B5EF4-FFF2-40B4-BE49-F238E27FC236}">
                <a16:creationId xmlns:a16="http://schemas.microsoft.com/office/drawing/2014/main" id="{A35816BB-71D2-B344-8802-45EA07ECF476}"/>
              </a:ext>
            </a:extLst>
          </p:cNvPr>
          <p:cNvGrpSpPr>
            <a:grpSpLocks/>
          </p:cNvGrpSpPr>
          <p:nvPr/>
        </p:nvGrpSpPr>
        <p:grpSpPr bwMode="auto">
          <a:xfrm>
            <a:off x="657225" y="5322888"/>
            <a:ext cx="3157538" cy="284162"/>
            <a:chOff x="656433" y="2706158"/>
            <a:chExt cx="3158860" cy="285466"/>
          </a:xfrm>
        </p:grpSpPr>
        <p:grpSp>
          <p:nvGrpSpPr>
            <p:cNvPr id="90320" name="Group 945">
              <a:extLst>
                <a:ext uri="{FF2B5EF4-FFF2-40B4-BE49-F238E27FC236}">
                  <a16:creationId xmlns:a16="http://schemas.microsoft.com/office/drawing/2014/main" id="{8B270D20-64C4-5942-AB07-C181F1EE3F2C}"/>
                </a:ext>
              </a:extLst>
            </p:cNvPr>
            <p:cNvGrpSpPr>
              <a:grpSpLocks/>
            </p:cNvGrpSpPr>
            <p:nvPr/>
          </p:nvGrpSpPr>
          <p:grpSpPr bwMode="auto">
            <a:xfrm>
              <a:off x="2989000" y="2714624"/>
              <a:ext cx="826293" cy="276999"/>
              <a:chOff x="656433" y="1838325"/>
              <a:chExt cx="826293" cy="276999"/>
            </a:xfrm>
          </p:grpSpPr>
          <p:cxnSp>
            <p:nvCxnSpPr>
              <p:cNvPr id="90341" name="Straight Connector 1070">
                <a:extLst>
                  <a:ext uri="{FF2B5EF4-FFF2-40B4-BE49-F238E27FC236}">
                    <a16:creationId xmlns:a16="http://schemas.microsoft.com/office/drawing/2014/main" id="{0A022F73-F939-F54A-9DD2-707DD644010C}"/>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42" name="Straight Connector 1071">
                <a:extLst>
                  <a:ext uri="{FF2B5EF4-FFF2-40B4-BE49-F238E27FC236}">
                    <a16:creationId xmlns:a16="http://schemas.microsoft.com/office/drawing/2014/main" id="{209CE575-E3EC-2E47-BF88-A3AF9DA97552}"/>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43" name="Straight Connector 1072">
                <a:extLst>
                  <a:ext uri="{FF2B5EF4-FFF2-40B4-BE49-F238E27FC236}">
                    <a16:creationId xmlns:a16="http://schemas.microsoft.com/office/drawing/2014/main" id="{59B1EA97-F21A-A74F-97F7-A5961304FFFA}"/>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44" name="Straight Connector 1073">
                <a:extLst>
                  <a:ext uri="{FF2B5EF4-FFF2-40B4-BE49-F238E27FC236}">
                    <a16:creationId xmlns:a16="http://schemas.microsoft.com/office/drawing/2014/main" id="{1A61E96F-1BFA-094F-AB9A-E0B1CAE3AEC2}"/>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45" name="Straight Connector 1074">
                <a:extLst>
                  <a:ext uri="{FF2B5EF4-FFF2-40B4-BE49-F238E27FC236}">
                    <a16:creationId xmlns:a16="http://schemas.microsoft.com/office/drawing/2014/main" id="{608FF709-B00F-4A41-ABA3-6196B05E9C12}"/>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46" name="Straight Connector 1075">
                <a:extLst>
                  <a:ext uri="{FF2B5EF4-FFF2-40B4-BE49-F238E27FC236}">
                    <a16:creationId xmlns:a16="http://schemas.microsoft.com/office/drawing/2014/main" id="{9C8BDDEB-E101-6945-881A-33254D254A12}"/>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47" name="Straight Connector 1076">
                <a:extLst>
                  <a:ext uri="{FF2B5EF4-FFF2-40B4-BE49-F238E27FC236}">
                    <a16:creationId xmlns:a16="http://schemas.microsoft.com/office/drawing/2014/main" id="{9AB5E099-7EAE-EA46-84A1-8E749845522C}"/>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48" name="Straight Connector 1077">
                <a:extLst>
                  <a:ext uri="{FF2B5EF4-FFF2-40B4-BE49-F238E27FC236}">
                    <a16:creationId xmlns:a16="http://schemas.microsoft.com/office/drawing/2014/main" id="{B378918E-77BE-5449-9072-37A08A84F697}"/>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349" name="TextBox 1078">
                <a:extLst>
                  <a:ext uri="{FF2B5EF4-FFF2-40B4-BE49-F238E27FC236}">
                    <a16:creationId xmlns:a16="http://schemas.microsoft.com/office/drawing/2014/main" id="{A5F2132C-5ABD-124D-A951-6BEAA6E45806}"/>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321" name="Group 955">
              <a:extLst>
                <a:ext uri="{FF2B5EF4-FFF2-40B4-BE49-F238E27FC236}">
                  <a16:creationId xmlns:a16="http://schemas.microsoft.com/office/drawing/2014/main" id="{27D5EF3D-33DB-5E4E-A47E-7D3B5ECE532A}"/>
                </a:ext>
              </a:extLst>
            </p:cNvPr>
            <p:cNvGrpSpPr>
              <a:grpSpLocks/>
            </p:cNvGrpSpPr>
            <p:nvPr/>
          </p:nvGrpSpPr>
          <p:grpSpPr bwMode="auto">
            <a:xfrm>
              <a:off x="1829066" y="2714625"/>
              <a:ext cx="826293" cy="276999"/>
              <a:chOff x="656433" y="1838325"/>
              <a:chExt cx="826293" cy="276999"/>
            </a:xfrm>
          </p:grpSpPr>
          <p:cxnSp>
            <p:nvCxnSpPr>
              <p:cNvPr id="90332" name="Straight Connector 1061">
                <a:extLst>
                  <a:ext uri="{FF2B5EF4-FFF2-40B4-BE49-F238E27FC236}">
                    <a16:creationId xmlns:a16="http://schemas.microsoft.com/office/drawing/2014/main" id="{A9E08F4D-874F-E34E-8917-8D29FB1A5019}"/>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33" name="Straight Connector 1062">
                <a:extLst>
                  <a:ext uri="{FF2B5EF4-FFF2-40B4-BE49-F238E27FC236}">
                    <a16:creationId xmlns:a16="http://schemas.microsoft.com/office/drawing/2014/main" id="{BB5A6CF9-054B-2C4D-A676-7506B3D3D237}"/>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34" name="Straight Connector 1063">
                <a:extLst>
                  <a:ext uri="{FF2B5EF4-FFF2-40B4-BE49-F238E27FC236}">
                    <a16:creationId xmlns:a16="http://schemas.microsoft.com/office/drawing/2014/main" id="{07D26EEC-AE4C-7F49-B563-5C0C97835A41}"/>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35" name="Straight Connector 1064">
                <a:extLst>
                  <a:ext uri="{FF2B5EF4-FFF2-40B4-BE49-F238E27FC236}">
                    <a16:creationId xmlns:a16="http://schemas.microsoft.com/office/drawing/2014/main" id="{E192E201-FAC4-164F-B7A8-24D58F0A3371}"/>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36" name="Straight Connector 1065">
                <a:extLst>
                  <a:ext uri="{FF2B5EF4-FFF2-40B4-BE49-F238E27FC236}">
                    <a16:creationId xmlns:a16="http://schemas.microsoft.com/office/drawing/2014/main" id="{1234A85B-B8BF-6843-B22C-EA75971B5188}"/>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37" name="Straight Connector 1066">
                <a:extLst>
                  <a:ext uri="{FF2B5EF4-FFF2-40B4-BE49-F238E27FC236}">
                    <a16:creationId xmlns:a16="http://schemas.microsoft.com/office/drawing/2014/main" id="{0EF7E9D8-9857-6A46-9187-8AFD140FBEC1}"/>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38" name="Straight Connector 1067">
                <a:extLst>
                  <a:ext uri="{FF2B5EF4-FFF2-40B4-BE49-F238E27FC236}">
                    <a16:creationId xmlns:a16="http://schemas.microsoft.com/office/drawing/2014/main" id="{D6615ED5-16F6-F44A-B995-8BA741AF82AE}"/>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39" name="Straight Connector 1068">
                <a:extLst>
                  <a:ext uri="{FF2B5EF4-FFF2-40B4-BE49-F238E27FC236}">
                    <a16:creationId xmlns:a16="http://schemas.microsoft.com/office/drawing/2014/main" id="{44BDAD40-CEE4-0046-9CAA-C96C82F3CDFA}"/>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340" name="TextBox 1069">
                <a:extLst>
                  <a:ext uri="{FF2B5EF4-FFF2-40B4-BE49-F238E27FC236}">
                    <a16:creationId xmlns:a16="http://schemas.microsoft.com/office/drawing/2014/main" id="{4B668B62-C5BB-A340-8E6F-B32FE09613C4}"/>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322" name="Group 965">
              <a:extLst>
                <a:ext uri="{FF2B5EF4-FFF2-40B4-BE49-F238E27FC236}">
                  <a16:creationId xmlns:a16="http://schemas.microsoft.com/office/drawing/2014/main" id="{034DAEFF-12D3-CF44-AA37-AF263676D6EB}"/>
                </a:ext>
              </a:extLst>
            </p:cNvPr>
            <p:cNvGrpSpPr>
              <a:grpSpLocks/>
            </p:cNvGrpSpPr>
            <p:nvPr/>
          </p:nvGrpSpPr>
          <p:grpSpPr bwMode="auto">
            <a:xfrm>
              <a:off x="656433" y="2706158"/>
              <a:ext cx="826293" cy="276999"/>
              <a:chOff x="656433" y="1838325"/>
              <a:chExt cx="826293" cy="276999"/>
            </a:xfrm>
          </p:grpSpPr>
          <p:cxnSp>
            <p:nvCxnSpPr>
              <p:cNvPr id="90323" name="Straight Connector 1052">
                <a:extLst>
                  <a:ext uri="{FF2B5EF4-FFF2-40B4-BE49-F238E27FC236}">
                    <a16:creationId xmlns:a16="http://schemas.microsoft.com/office/drawing/2014/main" id="{E3B0F9ED-F99A-E945-B6BD-1731105E6472}"/>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24" name="Straight Connector 1053">
                <a:extLst>
                  <a:ext uri="{FF2B5EF4-FFF2-40B4-BE49-F238E27FC236}">
                    <a16:creationId xmlns:a16="http://schemas.microsoft.com/office/drawing/2014/main" id="{1BB566FB-6F0D-5F45-AE3E-81A1E9682995}"/>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25" name="Straight Connector 1054">
                <a:extLst>
                  <a:ext uri="{FF2B5EF4-FFF2-40B4-BE49-F238E27FC236}">
                    <a16:creationId xmlns:a16="http://schemas.microsoft.com/office/drawing/2014/main" id="{BEF8E86D-82FD-3B4F-A019-8CB4B21AB228}"/>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26" name="Straight Connector 1055">
                <a:extLst>
                  <a:ext uri="{FF2B5EF4-FFF2-40B4-BE49-F238E27FC236}">
                    <a16:creationId xmlns:a16="http://schemas.microsoft.com/office/drawing/2014/main" id="{EC592229-ED80-3A4A-AACD-4587E1BDA043}"/>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27" name="Straight Connector 1056">
                <a:extLst>
                  <a:ext uri="{FF2B5EF4-FFF2-40B4-BE49-F238E27FC236}">
                    <a16:creationId xmlns:a16="http://schemas.microsoft.com/office/drawing/2014/main" id="{3340EB5A-D442-A448-86AF-1AEA64E3496A}"/>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28" name="Straight Connector 1057">
                <a:extLst>
                  <a:ext uri="{FF2B5EF4-FFF2-40B4-BE49-F238E27FC236}">
                    <a16:creationId xmlns:a16="http://schemas.microsoft.com/office/drawing/2014/main" id="{922503FE-34BE-8E4F-A474-4A250F026C46}"/>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29" name="Straight Connector 1058">
                <a:extLst>
                  <a:ext uri="{FF2B5EF4-FFF2-40B4-BE49-F238E27FC236}">
                    <a16:creationId xmlns:a16="http://schemas.microsoft.com/office/drawing/2014/main" id="{7BADFCC5-0B64-9249-BB39-93EF9701492C}"/>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30" name="Straight Connector 1059">
                <a:extLst>
                  <a:ext uri="{FF2B5EF4-FFF2-40B4-BE49-F238E27FC236}">
                    <a16:creationId xmlns:a16="http://schemas.microsoft.com/office/drawing/2014/main" id="{F693ECD3-9022-CF49-8037-015BD8B8179E}"/>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331" name="TextBox 1060">
                <a:extLst>
                  <a:ext uri="{FF2B5EF4-FFF2-40B4-BE49-F238E27FC236}">
                    <a16:creationId xmlns:a16="http://schemas.microsoft.com/office/drawing/2014/main" id="{999A691D-0384-5B4F-BF3B-497462BE26E0}"/>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grpSp>
        <p:nvGrpSpPr>
          <p:cNvPr id="90162" name="Group 1079">
            <a:extLst>
              <a:ext uri="{FF2B5EF4-FFF2-40B4-BE49-F238E27FC236}">
                <a16:creationId xmlns:a16="http://schemas.microsoft.com/office/drawing/2014/main" id="{EFCE21CE-DC44-A24A-916F-79C7567CFEC7}"/>
              </a:ext>
            </a:extLst>
          </p:cNvPr>
          <p:cNvGrpSpPr>
            <a:grpSpLocks/>
          </p:cNvGrpSpPr>
          <p:nvPr/>
        </p:nvGrpSpPr>
        <p:grpSpPr bwMode="auto">
          <a:xfrm>
            <a:off x="5330825" y="1836738"/>
            <a:ext cx="3157538" cy="284162"/>
            <a:chOff x="656433" y="2706158"/>
            <a:chExt cx="3158860" cy="285466"/>
          </a:xfrm>
        </p:grpSpPr>
        <p:grpSp>
          <p:nvGrpSpPr>
            <p:cNvPr id="90290" name="Group 945">
              <a:extLst>
                <a:ext uri="{FF2B5EF4-FFF2-40B4-BE49-F238E27FC236}">
                  <a16:creationId xmlns:a16="http://schemas.microsoft.com/office/drawing/2014/main" id="{2D9FFE5C-2C9D-4A42-B706-EC97713717B1}"/>
                </a:ext>
              </a:extLst>
            </p:cNvPr>
            <p:cNvGrpSpPr>
              <a:grpSpLocks/>
            </p:cNvGrpSpPr>
            <p:nvPr/>
          </p:nvGrpSpPr>
          <p:grpSpPr bwMode="auto">
            <a:xfrm>
              <a:off x="2989000" y="2714624"/>
              <a:ext cx="826293" cy="276999"/>
              <a:chOff x="656433" y="1838325"/>
              <a:chExt cx="826293" cy="276999"/>
            </a:xfrm>
          </p:grpSpPr>
          <p:cxnSp>
            <p:nvCxnSpPr>
              <p:cNvPr id="90311" name="Straight Connector 1101">
                <a:extLst>
                  <a:ext uri="{FF2B5EF4-FFF2-40B4-BE49-F238E27FC236}">
                    <a16:creationId xmlns:a16="http://schemas.microsoft.com/office/drawing/2014/main" id="{52FC710E-0DBF-B444-A06A-274FFB8F693B}"/>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12" name="Straight Connector 1102">
                <a:extLst>
                  <a:ext uri="{FF2B5EF4-FFF2-40B4-BE49-F238E27FC236}">
                    <a16:creationId xmlns:a16="http://schemas.microsoft.com/office/drawing/2014/main" id="{736E7D66-5988-9C43-BB77-48512BEF9B3A}"/>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13" name="Straight Connector 1103">
                <a:extLst>
                  <a:ext uri="{FF2B5EF4-FFF2-40B4-BE49-F238E27FC236}">
                    <a16:creationId xmlns:a16="http://schemas.microsoft.com/office/drawing/2014/main" id="{335949FD-9438-104C-BA48-27909AD2155E}"/>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14" name="Straight Connector 1104">
                <a:extLst>
                  <a:ext uri="{FF2B5EF4-FFF2-40B4-BE49-F238E27FC236}">
                    <a16:creationId xmlns:a16="http://schemas.microsoft.com/office/drawing/2014/main" id="{EA7A3A9E-5E2D-6947-A284-D66D2012CED4}"/>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15" name="Straight Connector 1105">
                <a:extLst>
                  <a:ext uri="{FF2B5EF4-FFF2-40B4-BE49-F238E27FC236}">
                    <a16:creationId xmlns:a16="http://schemas.microsoft.com/office/drawing/2014/main" id="{671EA6AE-D618-7343-97A8-73DFAB3B91E0}"/>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16" name="Straight Connector 1106">
                <a:extLst>
                  <a:ext uri="{FF2B5EF4-FFF2-40B4-BE49-F238E27FC236}">
                    <a16:creationId xmlns:a16="http://schemas.microsoft.com/office/drawing/2014/main" id="{5EE1000D-117C-8149-A500-2AA0D2C68E95}"/>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17" name="Straight Connector 1107">
                <a:extLst>
                  <a:ext uri="{FF2B5EF4-FFF2-40B4-BE49-F238E27FC236}">
                    <a16:creationId xmlns:a16="http://schemas.microsoft.com/office/drawing/2014/main" id="{392697E5-95ED-6E43-B299-6E1605D79A93}"/>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18" name="Straight Connector 1108">
                <a:extLst>
                  <a:ext uri="{FF2B5EF4-FFF2-40B4-BE49-F238E27FC236}">
                    <a16:creationId xmlns:a16="http://schemas.microsoft.com/office/drawing/2014/main" id="{7D441F21-F634-B943-AE0F-9BBDF61B6F4F}"/>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319" name="TextBox 1109">
                <a:extLst>
                  <a:ext uri="{FF2B5EF4-FFF2-40B4-BE49-F238E27FC236}">
                    <a16:creationId xmlns:a16="http://schemas.microsoft.com/office/drawing/2014/main" id="{4B43D47A-4FA9-654B-A9BF-FDA49C3D75A8}"/>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291" name="Group 955">
              <a:extLst>
                <a:ext uri="{FF2B5EF4-FFF2-40B4-BE49-F238E27FC236}">
                  <a16:creationId xmlns:a16="http://schemas.microsoft.com/office/drawing/2014/main" id="{01D22400-FD90-3942-864A-1E88C66541BE}"/>
                </a:ext>
              </a:extLst>
            </p:cNvPr>
            <p:cNvGrpSpPr>
              <a:grpSpLocks/>
            </p:cNvGrpSpPr>
            <p:nvPr/>
          </p:nvGrpSpPr>
          <p:grpSpPr bwMode="auto">
            <a:xfrm>
              <a:off x="1829066" y="2714625"/>
              <a:ext cx="826293" cy="276999"/>
              <a:chOff x="656433" y="1838325"/>
              <a:chExt cx="826293" cy="276999"/>
            </a:xfrm>
          </p:grpSpPr>
          <p:cxnSp>
            <p:nvCxnSpPr>
              <p:cNvPr id="90302" name="Straight Connector 1092">
                <a:extLst>
                  <a:ext uri="{FF2B5EF4-FFF2-40B4-BE49-F238E27FC236}">
                    <a16:creationId xmlns:a16="http://schemas.microsoft.com/office/drawing/2014/main" id="{5C64D553-7BE3-0546-A487-0997C28BDB6E}"/>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03" name="Straight Connector 1093">
                <a:extLst>
                  <a:ext uri="{FF2B5EF4-FFF2-40B4-BE49-F238E27FC236}">
                    <a16:creationId xmlns:a16="http://schemas.microsoft.com/office/drawing/2014/main" id="{3963852F-7500-F74F-B4C4-15D140CC0043}"/>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04" name="Straight Connector 1094">
                <a:extLst>
                  <a:ext uri="{FF2B5EF4-FFF2-40B4-BE49-F238E27FC236}">
                    <a16:creationId xmlns:a16="http://schemas.microsoft.com/office/drawing/2014/main" id="{4E5849C0-E78D-FE45-B577-E73D0A4A12D8}"/>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05" name="Straight Connector 1095">
                <a:extLst>
                  <a:ext uri="{FF2B5EF4-FFF2-40B4-BE49-F238E27FC236}">
                    <a16:creationId xmlns:a16="http://schemas.microsoft.com/office/drawing/2014/main" id="{F4953F9B-7701-E44D-882E-1D312318B627}"/>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06" name="Straight Connector 1096">
                <a:extLst>
                  <a:ext uri="{FF2B5EF4-FFF2-40B4-BE49-F238E27FC236}">
                    <a16:creationId xmlns:a16="http://schemas.microsoft.com/office/drawing/2014/main" id="{BBE3D714-D477-7F45-A966-F4911A63AF9D}"/>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07" name="Straight Connector 1097">
                <a:extLst>
                  <a:ext uri="{FF2B5EF4-FFF2-40B4-BE49-F238E27FC236}">
                    <a16:creationId xmlns:a16="http://schemas.microsoft.com/office/drawing/2014/main" id="{F33B2BBB-1C45-CF4C-BBC3-46E97CC54F22}"/>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08" name="Straight Connector 1098">
                <a:extLst>
                  <a:ext uri="{FF2B5EF4-FFF2-40B4-BE49-F238E27FC236}">
                    <a16:creationId xmlns:a16="http://schemas.microsoft.com/office/drawing/2014/main" id="{FC3E8675-A332-E048-BB55-10666302B4D1}"/>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09" name="Straight Connector 1099">
                <a:extLst>
                  <a:ext uri="{FF2B5EF4-FFF2-40B4-BE49-F238E27FC236}">
                    <a16:creationId xmlns:a16="http://schemas.microsoft.com/office/drawing/2014/main" id="{799C24C0-2AED-5447-893E-89B58887A9DC}"/>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310" name="TextBox 1100">
                <a:extLst>
                  <a:ext uri="{FF2B5EF4-FFF2-40B4-BE49-F238E27FC236}">
                    <a16:creationId xmlns:a16="http://schemas.microsoft.com/office/drawing/2014/main" id="{ADDCCE0D-BA5F-C34A-B71F-2E332BBC4897}"/>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292" name="Group 965">
              <a:extLst>
                <a:ext uri="{FF2B5EF4-FFF2-40B4-BE49-F238E27FC236}">
                  <a16:creationId xmlns:a16="http://schemas.microsoft.com/office/drawing/2014/main" id="{50003EEC-3567-AB42-A99B-6BB1443F7235}"/>
                </a:ext>
              </a:extLst>
            </p:cNvPr>
            <p:cNvGrpSpPr>
              <a:grpSpLocks/>
            </p:cNvGrpSpPr>
            <p:nvPr/>
          </p:nvGrpSpPr>
          <p:grpSpPr bwMode="auto">
            <a:xfrm>
              <a:off x="656433" y="2706158"/>
              <a:ext cx="826293" cy="276999"/>
              <a:chOff x="656433" y="1838325"/>
              <a:chExt cx="826293" cy="276999"/>
            </a:xfrm>
          </p:grpSpPr>
          <p:cxnSp>
            <p:nvCxnSpPr>
              <p:cNvPr id="90293" name="Straight Connector 1083">
                <a:extLst>
                  <a:ext uri="{FF2B5EF4-FFF2-40B4-BE49-F238E27FC236}">
                    <a16:creationId xmlns:a16="http://schemas.microsoft.com/office/drawing/2014/main" id="{E5ABCF99-BDC2-0948-B10F-91EC31EE8BBB}"/>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94" name="Straight Connector 1084">
                <a:extLst>
                  <a:ext uri="{FF2B5EF4-FFF2-40B4-BE49-F238E27FC236}">
                    <a16:creationId xmlns:a16="http://schemas.microsoft.com/office/drawing/2014/main" id="{33696376-7B5B-0B44-BA8C-5FDCC5768E54}"/>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95" name="Straight Connector 1085">
                <a:extLst>
                  <a:ext uri="{FF2B5EF4-FFF2-40B4-BE49-F238E27FC236}">
                    <a16:creationId xmlns:a16="http://schemas.microsoft.com/office/drawing/2014/main" id="{1D07A8AB-4EE1-1547-81A2-97D37A8E7D80}"/>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96" name="Straight Connector 1086">
                <a:extLst>
                  <a:ext uri="{FF2B5EF4-FFF2-40B4-BE49-F238E27FC236}">
                    <a16:creationId xmlns:a16="http://schemas.microsoft.com/office/drawing/2014/main" id="{252F3EE7-C8D0-2042-AC60-AE02123FF5E3}"/>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97" name="Straight Connector 1087">
                <a:extLst>
                  <a:ext uri="{FF2B5EF4-FFF2-40B4-BE49-F238E27FC236}">
                    <a16:creationId xmlns:a16="http://schemas.microsoft.com/office/drawing/2014/main" id="{990451DF-E833-D74A-8E75-59BBF08AD500}"/>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98" name="Straight Connector 1088">
                <a:extLst>
                  <a:ext uri="{FF2B5EF4-FFF2-40B4-BE49-F238E27FC236}">
                    <a16:creationId xmlns:a16="http://schemas.microsoft.com/office/drawing/2014/main" id="{4425C03B-A670-7D49-BB73-447805823ABA}"/>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99" name="Straight Connector 1089">
                <a:extLst>
                  <a:ext uri="{FF2B5EF4-FFF2-40B4-BE49-F238E27FC236}">
                    <a16:creationId xmlns:a16="http://schemas.microsoft.com/office/drawing/2014/main" id="{14899487-09B9-5A4B-B5A8-4DB0E2C42D5D}"/>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300" name="Straight Connector 1090">
                <a:extLst>
                  <a:ext uri="{FF2B5EF4-FFF2-40B4-BE49-F238E27FC236}">
                    <a16:creationId xmlns:a16="http://schemas.microsoft.com/office/drawing/2014/main" id="{E6595DBD-A211-A245-8513-88B056BBB8F9}"/>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301" name="TextBox 1091">
                <a:extLst>
                  <a:ext uri="{FF2B5EF4-FFF2-40B4-BE49-F238E27FC236}">
                    <a16:creationId xmlns:a16="http://schemas.microsoft.com/office/drawing/2014/main" id="{FC6AD595-20A7-634A-966F-49C8A6EBAF67}"/>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grpSp>
        <p:nvGrpSpPr>
          <p:cNvPr id="90163" name="Group 1110">
            <a:extLst>
              <a:ext uri="{FF2B5EF4-FFF2-40B4-BE49-F238E27FC236}">
                <a16:creationId xmlns:a16="http://schemas.microsoft.com/office/drawing/2014/main" id="{F45F23BC-4E89-7845-98CD-8394D9965CAF}"/>
              </a:ext>
            </a:extLst>
          </p:cNvPr>
          <p:cNvGrpSpPr>
            <a:grpSpLocks/>
          </p:cNvGrpSpPr>
          <p:nvPr/>
        </p:nvGrpSpPr>
        <p:grpSpPr bwMode="auto">
          <a:xfrm>
            <a:off x="5330825" y="2719388"/>
            <a:ext cx="3157538" cy="284162"/>
            <a:chOff x="656433" y="2706158"/>
            <a:chExt cx="3158860" cy="285466"/>
          </a:xfrm>
        </p:grpSpPr>
        <p:grpSp>
          <p:nvGrpSpPr>
            <p:cNvPr id="90260" name="Group 945">
              <a:extLst>
                <a:ext uri="{FF2B5EF4-FFF2-40B4-BE49-F238E27FC236}">
                  <a16:creationId xmlns:a16="http://schemas.microsoft.com/office/drawing/2014/main" id="{2558EEBA-8BFA-2D43-817B-B4C3A2A49D75}"/>
                </a:ext>
              </a:extLst>
            </p:cNvPr>
            <p:cNvGrpSpPr>
              <a:grpSpLocks/>
            </p:cNvGrpSpPr>
            <p:nvPr/>
          </p:nvGrpSpPr>
          <p:grpSpPr bwMode="auto">
            <a:xfrm>
              <a:off x="2989000" y="2714624"/>
              <a:ext cx="826293" cy="276999"/>
              <a:chOff x="656433" y="1838325"/>
              <a:chExt cx="826293" cy="276999"/>
            </a:xfrm>
          </p:grpSpPr>
          <p:cxnSp>
            <p:nvCxnSpPr>
              <p:cNvPr id="90281" name="Straight Connector 1132">
                <a:extLst>
                  <a:ext uri="{FF2B5EF4-FFF2-40B4-BE49-F238E27FC236}">
                    <a16:creationId xmlns:a16="http://schemas.microsoft.com/office/drawing/2014/main" id="{503D29AD-F26F-054D-85A8-7043A429AA5A}"/>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82" name="Straight Connector 1133">
                <a:extLst>
                  <a:ext uri="{FF2B5EF4-FFF2-40B4-BE49-F238E27FC236}">
                    <a16:creationId xmlns:a16="http://schemas.microsoft.com/office/drawing/2014/main" id="{7BBAD2B7-C632-AE47-BC3B-39DB6B501764}"/>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83" name="Straight Connector 1134">
                <a:extLst>
                  <a:ext uri="{FF2B5EF4-FFF2-40B4-BE49-F238E27FC236}">
                    <a16:creationId xmlns:a16="http://schemas.microsoft.com/office/drawing/2014/main" id="{58C1DC30-BC64-F74F-A8DA-B147880AC61C}"/>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84" name="Straight Connector 1135">
                <a:extLst>
                  <a:ext uri="{FF2B5EF4-FFF2-40B4-BE49-F238E27FC236}">
                    <a16:creationId xmlns:a16="http://schemas.microsoft.com/office/drawing/2014/main" id="{1B8E338D-2028-4340-865C-C0AED1324DA3}"/>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85" name="Straight Connector 1136">
                <a:extLst>
                  <a:ext uri="{FF2B5EF4-FFF2-40B4-BE49-F238E27FC236}">
                    <a16:creationId xmlns:a16="http://schemas.microsoft.com/office/drawing/2014/main" id="{50784666-40C0-FD4B-A848-20E4E49586B5}"/>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86" name="Straight Connector 1137">
                <a:extLst>
                  <a:ext uri="{FF2B5EF4-FFF2-40B4-BE49-F238E27FC236}">
                    <a16:creationId xmlns:a16="http://schemas.microsoft.com/office/drawing/2014/main" id="{FB885401-5391-AD4E-AB74-45EAF603C738}"/>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87" name="Straight Connector 1138">
                <a:extLst>
                  <a:ext uri="{FF2B5EF4-FFF2-40B4-BE49-F238E27FC236}">
                    <a16:creationId xmlns:a16="http://schemas.microsoft.com/office/drawing/2014/main" id="{99E026DB-BF80-3C4D-955D-8131BA6805F9}"/>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88" name="Straight Connector 1139">
                <a:extLst>
                  <a:ext uri="{FF2B5EF4-FFF2-40B4-BE49-F238E27FC236}">
                    <a16:creationId xmlns:a16="http://schemas.microsoft.com/office/drawing/2014/main" id="{1E6DA3AF-DD4A-3246-80ED-7DE2BEB0510C}"/>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289" name="TextBox 1140">
                <a:extLst>
                  <a:ext uri="{FF2B5EF4-FFF2-40B4-BE49-F238E27FC236}">
                    <a16:creationId xmlns:a16="http://schemas.microsoft.com/office/drawing/2014/main" id="{C800B66F-90EE-7F44-925A-6DAFB2C26D77}"/>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261" name="Group 955">
              <a:extLst>
                <a:ext uri="{FF2B5EF4-FFF2-40B4-BE49-F238E27FC236}">
                  <a16:creationId xmlns:a16="http://schemas.microsoft.com/office/drawing/2014/main" id="{F2159090-D4DB-DD42-9D4B-EE8595AD0E98}"/>
                </a:ext>
              </a:extLst>
            </p:cNvPr>
            <p:cNvGrpSpPr>
              <a:grpSpLocks/>
            </p:cNvGrpSpPr>
            <p:nvPr/>
          </p:nvGrpSpPr>
          <p:grpSpPr bwMode="auto">
            <a:xfrm>
              <a:off x="1829066" y="2714625"/>
              <a:ext cx="826293" cy="276999"/>
              <a:chOff x="656433" y="1838325"/>
              <a:chExt cx="826293" cy="276999"/>
            </a:xfrm>
          </p:grpSpPr>
          <p:cxnSp>
            <p:nvCxnSpPr>
              <p:cNvPr id="90272" name="Straight Connector 1123">
                <a:extLst>
                  <a:ext uri="{FF2B5EF4-FFF2-40B4-BE49-F238E27FC236}">
                    <a16:creationId xmlns:a16="http://schemas.microsoft.com/office/drawing/2014/main" id="{90CE61D4-B309-0240-BC1C-1FD0A633AB84}"/>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73" name="Straight Connector 1124">
                <a:extLst>
                  <a:ext uri="{FF2B5EF4-FFF2-40B4-BE49-F238E27FC236}">
                    <a16:creationId xmlns:a16="http://schemas.microsoft.com/office/drawing/2014/main" id="{5CB1ED88-3DEC-D647-98A8-91F679043511}"/>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74" name="Straight Connector 1125">
                <a:extLst>
                  <a:ext uri="{FF2B5EF4-FFF2-40B4-BE49-F238E27FC236}">
                    <a16:creationId xmlns:a16="http://schemas.microsoft.com/office/drawing/2014/main" id="{994DDE90-3491-A94A-A489-A63212E3D223}"/>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75" name="Straight Connector 1126">
                <a:extLst>
                  <a:ext uri="{FF2B5EF4-FFF2-40B4-BE49-F238E27FC236}">
                    <a16:creationId xmlns:a16="http://schemas.microsoft.com/office/drawing/2014/main" id="{FE749145-C587-0B45-97AF-F2ED49CFC80E}"/>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76" name="Straight Connector 1127">
                <a:extLst>
                  <a:ext uri="{FF2B5EF4-FFF2-40B4-BE49-F238E27FC236}">
                    <a16:creationId xmlns:a16="http://schemas.microsoft.com/office/drawing/2014/main" id="{3001236F-1B28-3649-84D2-45ED0532F9C8}"/>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77" name="Straight Connector 1128">
                <a:extLst>
                  <a:ext uri="{FF2B5EF4-FFF2-40B4-BE49-F238E27FC236}">
                    <a16:creationId xmlns:a16="http://schemas.microsoft.com/office/drawing/2014/main" id="{E2AB89BD-C8DE-6149-9811-6606EB5D855E}"/>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78" name="Straight Connector 1129">
                <a:extLst>
                  <a:ext uri="{FF2B5EF4-FFF2-40B4-BE49-F238E27FC236}">
                    <a16:creationId xmlns:a16="http://schemas.microsoft.com/office/drawing/2014/main" id="{2F31ABB0-5CF8-D84F-B887-5BE8AD372D2F}"/>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79" name="Straight Connector 1130">
                <a:extLst>
                  <a:ext uri="{FF2B5EF4-FFF2-40B4-BE49-F238E27FC236}">
                    <a16:creationId xmlns:a16="http://schemas.microsoft.com/office/drawing/2014/main" id="{BC83EC8C-49A1-3A4A-8110-4DD42A67495C}"/>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280" name="TextBox 1131">
                <a:extLst>
                  <a:ext uri="{FF2B5EF4-FFF2-40B4-BE49-F238E27FC236}">
                    <a16:creationId xmlns:a16="http://schemas.microsoft.com/office/drawing/2014/main" id="{4E9D8032-794D-CD41-BD0D-68D4D8A71B11}"/>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262" name="Group 965">
              <a:extLst>
                <a:ext uri="{FF2B5EF4-FFF2-40B4-BE49-F238E27FC236}">
                  <a16:creationId xmlns:a16="http://schemas.microsoft.com/office/drawing/2014/main" id="{3676CC7F-28C8-4240-9992-62686440D138}"/>
                </a:ext>
              </a:extLst>
            </p:cNvPr>
            <p:cNvGrpSpPr>
              <a:grpSpLocks/>
            </p:cNvGrpSpPr>
            <p:nvPr/>
          </p:nvGrpSpPr>
          <p:grpSpPr bwMode="auto">
            <a:xfrm>
              <a:off x="656433" y="2706158"/>
              <a:ext cx="826293" cy="276999"/>
              <a:chOff x="656433" y="1838325"/>
              <a:chExt cx="826293" cy="276999"/>
            </a:xfrm>
          </p:grpSpPr>
          <p:cxnSp>
            <p:nvCxnSpPr>
              <p:cNvPr id="90263" name="Straight Connector 1114">
                <a:extLst>
                  <a:ext uri="{FF2B5EF4-FFF2-40B4-BE49-F238E27FC236}">
                    <a16:creationId xmlns:a16="http://schemas.microsoft.com/office/drawing/2014/main" id="{56E69923-01B1-E644-9915-4EBE20F4302F}"/>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64" name="Straight Connector 1115">
                <a:extLst>
                  <a:ext uri="{FF2B5EF4-FFF2-40B4-BE49-F238E27FC236}">
                    <a16:creationId xmlns:a16="http://schemas.microsoft.com/office/drawing/2014/main" id="{E7EC074C-D09C-6D45-B711-A8BF97A98E54}"/>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65" name="Straight Connector 1116">
                <a:extLst>
                  <a:ext uri="{FF2B5EF4-FFF2-40B4-BE49-F238E27FC236}">
                    <a16:creationId xmlns:a16="http://schemas.microsoft.com/office/drawing/2014/main" id="{CA2DF620-3819-3C4E-878D-B5035E030100}"/>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66" name="Straight Connector 1117">
                <a:extLst>
                  <a:ext uri="{FF2B5EF4-FFF2-40B4-BE49-F238E27FC236}">
                    <a16:creationId xmlns:a16="http://schemas.microsoft.com/office/drawing/2014/main" id="{6900C03E-F6A2-FA48-8DFE-8A5F9EE90FE7}"/>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67" name="Straight Connector 1118">
                <a:extLst>
                  <a:ext uri="{FF2B5EF4-FFF2-40B4-BE49-F238E27FC236}">
                    <a16:creationId xmlns:a16="http://schemas.microsoft.com/office/drawing/2014/main" id="{B1DB6120-8536-424F-8E65-E2045A2901A6}"/>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68" name="Straight Connector 1119">
                <a:extLst>
                  <a:ext uri="{FF2B5EF4-FFF2-40B4-BE49-F238E27FC236}">
                    <a16:creationId xmlns:a16="http://schemas.microsoft.com/office/drawing/2014/main" id="{2CC6DB1D-CF15-AD4C-A6AD-491C734D4BAB}"/>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69" name="Straight Connector 1120">
                <a:extLst>
                  <a:ext uri="{FF2B5EF4-FFF2-40B4-BE49-F238E27FC236}">
                    <a16:creationId xmlns:a16="http://schemas.microsoft.com/office/drawing/2014/main" id="{D5DEFC2E-1D5C-E448-ADBD-5F5D6BEB7B3D}"/>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70" name="Straight Connector 1121">
                <a:extLst>
                  <a:ext uri="{FF2B5EF4-FFF2-40B4-BE49-F238E27FC236}">
                    <a16:creationId xmlns:a16="http://schemas.microsoft.com/office/drawing/2014/main" id="{C30FA601-40BF-034B-A00F-FACC8D40EDC7}"/>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271" name="TextBox 1122">
                <a:extLst>
                  <a:ext uri="{FF2B5EF4-FFF2-40B4-BE49-F238E27FC236}">
                    <a16:creationId xmlns:a16="http://schemas.microsoft.com/office/drawing/2014/main" id="{6FE46518-A27C-7F41-9025-5ACE3BE3B0A4}"/>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grpSp>
        <p:nvGrpSpPr>
          <p:cNvPr id="90164" name="Group 1141">
            <a:extLst>
              <a:ext uri="{FF2B5EF4-FFF2-40B4-BE49-F238E27FC236}">
                <a16:creationId xmlns:a16="http://schemas.microsoft.com/office/drawing/2014/main" id="{ECC8D58B-8D7F-C345-BD49-72CE0547B99E}"/>
              </a:ext>
            </a:extLst>
          </p:cNvPr>
          <p:cNvGrpSpPr>
            <a:grpSpLocks/>
          </p:cNvGrpSpPr>
          <p:nvPr/>
        </p:nvGrpSpPr>
        <p:grpSpPr bwMode="auto">
          <a:xfrm>
            <a:off x="5330825" y="3595688"/>
            <a:ext cx="3157538" cy="284162"/>
            <a:chOff x="656433" y="2706158"/>
            <a:chExt cx="3158860" cy="285466"/>
          </a:xfrm>
        </p:grpSpPr>
        <p:grpSp>
          <p:nvGrpSpPr>
            <p:cNvPr id="90230" name="Group 945">
              <a:extLst>
                <a:ext uri="{FF2B5EF4-FFF2-40B4-BE49-F238E27FC236}">
                  <a16:creationId xmlns:a16="http://schemas.microsoft.com/office/drawing/2014/main" id="{8422A50E-69BE-7E42-873A-39A0B6F7528E}"/>
                </a:ext>
              </a:extLst>
            </p:cNvPr>
            <p:cNvGrpSpPr>
              <a:grpSpLocks/>
            </p:cNvGrpSpPr>
            <p:nvPr/>
          </p:nvGrpSpPr>
          <p:grpSpPr bwMode="auto">
            <a:xfrm>
              <a:off x="2989000" y="2714624"/>
              <a:ext cx="826293" cy="276999"/>
              <a:chOff x="656433" y="1838325"/>
              <a:chExt cx="826293" cy="276999"/>
            </a:xfrm>
          </p:grpSpPr>
          <p:cxnSp>
            <p:nvCxnSpPr>
              <p:cNvPr id="90251" name="Straight Connector 1166">
                <a:extLst>
                  <a:ext uri="{FF2B5EF4-FFF2-40B4-BE49-F238E27FC236}">
                    <a16:creationId xmlns:a16="http://schemas.microsoft.com/office/drawing/2014/main" id="{CCD864E7-4B30-D448-BE18-AEA7380C87DC}"/>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52" name="Straight Connector 1168">
                <a:extLst>
                  <a:ext uri="{FF2B5EF4-FFF2-40B4-BE49-F238E27FC236}">
                    <a16:creationId xmlns:a16="http://schemas.microsoft.com/office/drawing/2014/main" id="{FC19088B-BDC7-B742-8550-609F58B70146}"/>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53" name="Straight Connector 1171">
                <a:extLst>
                  <a:ext uri="{FF2B5EF4-FFF2-40B4-BE49-F238E27FC236}">
                    <a16:creationId xmlns:a16="http://schemas.microsoft.com/office/drawing/2014/main" id="{83633C08-96C9-4D44-945E-013586D3C8B6}"/>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54" name="Straight Connector 1173">
                <a:extLst>
                  <a:ext uri="{FF2B5EF4-FFF2-40B4-BE49-F238E27FC236}">
                    <a16:creationId xmlns:a16="http://schemas.microsoft.com/office/drawing/2014/main" id="{20917C9F-7D96-3649-B0AA-C747B4061AC7}"/>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55" name="Straight Connector 1176">
                <a:extLst>
                  <a:ext uri="{FF2B5EF4-FFF2-40B4-BE49-F238E27FC236}">
                    <a16:creationId xmlns:a16="http://schemas.microsoft.com/office/drawing/2014/main" id="{95581260-44A3-234B-AE98-D34D04E29D1E}"/>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56" name="Straight Connector 1178">
                <a:extLst>
                  <a:ext uri="{FF2B5EF4-FFF2-40B4-BE49-F238E27FC236}">
                    <a16:creationId xmlns:a16="http://schemas.microsoft.com/office/drawing/2014/main" id="{B881C452-8D36-BF4B-93BB-66F6982F3801}"/>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57" name="Straight Connector 1181">
                <a:extLst>
                  <a:ext uri="{FF2B5EF4-FFF2-40B4-BE49-F238E27FC236}">
                    <a16:creationId xmlns:a16="http://schemas.microsoft.com/office/drawing/2014/main" id="{BD006AC8-343E-ED4A-92B4-F1C3F8F67745}"/>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58" name="Straight Connector 1183">
                <a:extLst>
                  <a:ext uri="{FF2B5EF4-FFF2-40B4-BE49-F238E27FC236}">
                    <a16:creationId xmlns:a16="http://schemas.microsoft.com/office/drawing/2014/main" id="{002C19F9-D838-3A46-B4D2-8FD6EF719653}"/>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259" name="TextBox 1186">
                <a:extLst>
                  <a:ext uri="{FF2B5EF4-FFF2-40B4-BE49-F238E27FC236}">
                    <a16:creationId xmlns:a16="http://schemas.microsoft.com/office/drawing/2014/main" id="{03608CCB-8938-CE41-95CF-6140352E6895}"/>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231" name="Group 955">
              <a:extLst>
                <a:ext uri="{FF2B5EF4-FFF2-40B4-BE49-F238E27FC236}">
                  <a16:creationId xmlns:a16="http://schemas.microsoft.com/office/drawing/2014/main" id="{FE17EDA6-B6A9-6148-BE0B-DFE5CC1E8121}"/>
                </a:ext>
              </a:extLst>
            </p:cNvPr>
            <p:cNvGrpSpPr>
              <a:grpSpLocks/>
            </p:cNvGrpSpPr>
            <p:nvPr/>
          </p:nvGrpSpPr>
          <p:grpSpPr bwMode="auto">
            <a:xfrm>
              <a:off x="1829066" y="2714625"/>
              <a:ext cx="826293" cy="276999"/>
              <a:chOff x="656433" y="1838325"/>
              <a:chExt cx="826293" cy="276999"/>
            </a:xfrm>
          </p:grpSpPr>
          <p:cxnSp>
            <p:nvCxnSpPr>
              <p:cNvPr id="90242" name="Straight Connector 1154">
                <a:extLst>
                  <a:ext uri="{FF2B5EF4-FFF2-40B4-BE49-F238E27FC236}">
                    <a16:creationId xmlns:a16="http://schemas.microsoft.com/office/drawing/2014/main" id="{F2BB1F66-B3BA-E742-A362-61C49ACD7611}"/>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43" name="Straight Connector 1155">
                <a:extLst>
                  <a:ext uri="{FF2B5EF4-FFF2-40B4-BE49-F238E27FC236}">
                    <a16:creationId xmlns:a16="http://schemas.microsoft.com/office/drawing/2014/main" id="{62CD6D61-6AAD-6E4E-8ECF-81A7123A53F3}"/>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44" name="Straight Connector 1156">
                <a:extLst>
                  <a:ext uri="{FF2B5EF4-FFF2-40B4-BE49-F238E27FC236}">
                    <a16:creationId xmlns:a16="http://schemas.microsoft.com/office/drawing/2014/main" id="{64DA70B0-A2BC-E94A-9181-4782EAE5D8DF}"/>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45" name="Straight Connector 1157">
                <a:extLst>
                  <a:ext uri="{FF2B5EF4-FFF2-40B4-BE49-F238E27FC236}">
                    <a16:creationId xmlns:a16="http://schemas.microsoft.com/office/drawing/2014/main" id="{A6B46F67-D8C5-4349-8268-99A4E1A1B4A2}"/>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46" name="Straight Connector 1158">
                <a:extLst>
                  <a:ext uri="{FF2B5EF4-FFF2-40B4-BE49-F238E27FC236}">
                    <a16:creationId xmlns:a16="http://schemas.microsoft.com/office/drawing/2014/main" id="{E1CF5CAF-B771-8F4D-A566-CDCF4181F55B}"/>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47" name="Straight Connector 1159">
                <a:extLst>
                  <a:ext uri="{FF2B5EF4-FFF2-40B4-BE49-F238E27FC236}">
                    <a16:creationId xmlns:a16="http://schemas.microsoft.com/office/drawing/2014/main" id="{27688F31-D717-684E-A869-A71C07FAC2FC}"/>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48" name="Straight Connector 1160">
                <a:extLst>
                  <a:ext uri="{FF2B5EF4-FFF2-40B4-BE49-F238E27FC236}">
                    <a16:creationId xmlns:a16="http://schemas.microsoft.com/office/drawing/2014/main" id="{B9FBB23D-36AF-6D43-95D5-BF489E99B5EE}"/>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49" name="Straight Connector 1161">
                <a:extLst>
                  <a:ext uri="{FF2B5EF4-FFF2-40B4-BE49-F238E27FC236}">
                    <a16:creationId xmlns:a16="http://schemas.microsoft.com/office/drawing/2014/main" id="{3F7BC34E-9A0F-054D-BD83-146FD991ACDA}"/>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250" name="TextBox 1163">
                <a:extLst>
                  <a:ext uri="{FF2B5EF4-FFF2-40B4-BE49-F238E27FC236}">
                    <a16:creationId xmlns:a16="http://schemas.microsoft.com/office/drawing/2014/main" id="{C1037909-ABC6-484B-9576-70D0C00008CE}"/>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232" name="Group 965">
              <a:extLst>
                <a:ext uri="{FF2B5EF4-FFF2-40B4-BE49-F238E27FC236}">
                  <a16:creationId xmlns:a16="http://schemas.microsoft.com/office/drawing/2014/main" id="{B2F18E62-6BCD-1A4A-B6FE-D5177D762758}"/>
                </a:ext>
              </a:extLst>
            </p:cNvPr>
            <p:cNvGrpSpPr>
              <a:grpSpLocks/>
            </p:cNvGrpSpPr>
            <p:nvPr/>
          </p:nvGrpSpPr>
          <p:grpSpPr bwMode="auto">
            <a:xfrm>
              <a:off x="656433" y="2706158"/>
              <a:ext cx="826293" cy="276999"/>
              <a:chOff x="656433" y="1838325"/>
              <a:chExt cx="826293" cy="276999"/>
            </a:xfrm>
          </p:grpSpPr>
          <p:cxnSp>
            <p:nvCxnSpPr>
              <p:cNvPr id="90233" name="Straight Connector 1145">
                <a:extLst>
                  <a:ext uri="{FF2B5EF4-FFF2-40B4-BE49-F238E27FC236}">
                    <a16:creationId xmlns:a16="http://schemas.microsoft.com/office/drawing/2014/main" id="{97696F21-033C-5A42-8788-72081254843C}"/>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34" name="Straight Connector 1146">
                <a:extLst>
                  <a:ext uri="{FF2B5EF4-FFF2-40B4-BE49-F238E27FC236}">
                    <a16:creationId xmlns:a16="http://schemas.microsoft.com/office/drawing/2014/main" id="{22A57739-A307-8445-A585-6C7C9CDC44A2}"/>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35" name="Straight Connector 1147">
                <a:extLst>
                  <a:ext uri="{FF2B5EF4-FFF2-40B4-BE49-F238E27FC236}">
                    <a16:creationId xmlns:a16="http://schemas.microsoft.com/office/drawing/2014/main" id="{8002440F-9E91-2A42-A2E1-0F7B4E5C6584}"/>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36" name="Straight Connector 1148">
                <a:extLst>
                  <a:ext uri="{FF2B5EF4-FFF2-40B4-BE49-F238E27FC236}">
                    <a16:creationId xmlns:a16="http://schemas.microsoft.com/office/drawing/2014/main" id="{A85E19FB-C78E-D145-9C0D-D83C3D11C90D}"/>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37" name="Straight Connector 1149">
                <a:extLst>
                  <a:ext uri="{FF2B5EF4-FFF2-40B4-BE49-F238E27FC236}">
                    <a16:creationId xmlns:a16="http://schemas.microsoft.com/office/drawing/2014/main" id="{569EDECF-9F83-0F4C-B3DD-A80B6BA3D09A}"/>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38" name="Straight Connector 1150">
                <a:extLst>
                  <a:ext uri="{FF2B5EF4-FFF2-40B4-BE49-F238E27FC236}">
                    <a16:creationId xmlns:a16="http://schemas.microsoft.com/office/drawing/2014/main" id="{E7D8E360-84C1-A540-B65F-44F08BE44593}"/>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39" name="Straight Connector 1151">
                <a:extLst>
                  <a:ext uri="{FF2B5EF4-FFF2-40B4-BE49-F238E27FC236}">
                    <a16:creationId xmlns:a16="http://schemas.microsoft.com/office/drawing/2014/main" id="{562477CE-5180-3C42-823C-D421C381FB01}"/>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40" name="Straight Connector 1152">
                <a:extLst>
                  <a:ext uri="{FF2B5EF4-FFF2-40B4-BE49-F238E27FC236}">
                    <a16:creationId xmlns:a16="http://schemas.microsoft.com/office/drawing/2014/main" id="{945AE2D6-B088-7A43-94B5-A2EBE5740897}"/>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241" name="TextBox 1153">
                <a:extLst>
                  <a:ext uri="{FF2B5EF4-FFF2-40B4-BE49-F238E27FC236}">
                    <a16:creationId xmlns:a16="http://schemas.microsoft.com/office/drawing/2014/main" id="{9B27920F-2768-CD47-A464-F55AF45E81BB}"/>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grpSp>
        <p:nvGrpSpPr>
          <p:cNvPr id="90165" name="Group 1188">
            <a:extLst>
              <a:ext uri="{FF2B5EF4-FFF2-40B4-BE49-F238E27FC236}">
                <a16:creationId xmlns:a16="http://schemas.microsoft.com/office/drawing/2014/main" id="{A6C40581-843E-F54E-9943-7E0B9208D8A7}"/>
              </a:ext>
            </a:extLst>
          </p:cNvPr>
          <p:cNvGrpSpPr>
            <a:grpSpLocks/>
          </p:cNvGrpSpPr>
          <p:nvPr/>
        </p:nvGrpSpPr>
        <p:grpSpPr bwMode="auto">
          <a:xfrm>
            <a:off x="5324475" y="4478338"/>
            <a:ext cx="3157538" cy="284162"/>
            <a:chOff x="656433" y="2706158"/>
            <a:chExt cx="3158860" cy="285466"/>
          </a:xfrm>
        </p:grpSpPr>
        <p:grpSp>
          <p:nvGrpSpPr>
            <p:cNvPr id="90200" name="Group 945">
              <a:extLst>
                <a:ext uri="{FF2B5EF4-FFF2-40B4-BE49-F238E27FC236}">
                  <a16:creationId xmlns:a16="http://schemas.microsoft.com/office/drawing/2014/main" id="{27532E0D-4C92-1F42-978C-9F57189956A4}"/>
                </a:ext>
              </a:extLst>
            </p:cNvPr>
            <p:cNvGrpSpPr>
              <a:grpSpLocks/>
            </p:cNvGrpSpPr>
            <p:nvPr/>
          </p:nvGrpSpPr>
          <p:grpSpPr bwMode="auto">
            <a:xfrm>
              <a:off x="2989000" y="2714624"/>
              <a:ext cx="826293" cy="276999"/>
              <a:chOff x="656433" y="1838325"/>
              <a:chExt cx="826293" cy="276999"/>
            </a:xfrm>
          </p:grpSpPr>
          <p:cxnSp>
            <p:nvCxnSpPr>
              <p:cNvPr id="90221" name="Straight Connector 1215">
                <a:extLst>
                  <a:ext uri="{FF2B5EF4-FFF2-40B4-BE49-F238E27FC236}">
                    <a16:creationId xmlns:a16="http://schemas.microsoft.com/office/drawing/2014/main" id="{B1AA9B62-6C96-834D-8B00-BF8F75C0E6F9}"/>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22" name="Straight Connector 1216">
                <a:extLst>
                  <a:ext uri="{FF2B5EF4-FFF2-40B4-BE49-F238E27FC236}">
                    <a16:creationId xmlns:a16="http://schemas.microsoft.com/office/drawing/2014/main" id="{F8189A14-0251-C04E-8B1A-F6751C4207F1}"/>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23" name="Straight Connector 1217">
                <a:extLst>
                  <a:ext uri="{FF2B5EF4-FFF2-40B4-BE49-F238E27FC236}">
                    <a16:creationId xmlns:a16="http://schemas.microsoft.com/office/drawing/2014/main" id="{49DDC85E-3A4E-814D-BCB0-4A1D43479CDB}"/>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24" name="Straight Connector 1218">
                <a:extLst>
                  <a:ext uri="{FF2B5EF4-FFF2-40B4-BE49-F238E27FC236}">
                    <a16:creationId xmlns:a16="http://schemas.microsoft.com/office/drawing/2014/main" id="{3DCC7219-B095-7742-8BEE-EB6CD9E28059}"/>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25" name="Straight Connector 1219">
                <a:extLst>
                  <a:ext uri="{FF2B5EF4-FFF2-40B4-BE49-F238E27FC236}">
                    <a16:creationId xmlns:a16="http://schemas.microsoft.com/office/drawing/2014/main" id="{9EF209B1-32CF-304A-BE1E-49233FB22D38}"/>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26" name="Straight Connector 1220">
                <a:extLst>
                  <a:ext uri="{FF2B5EF4-FFF2-40B4-BE49-F238E27FC236}">
                    <a16:creationId xmlns:a16="http://schemas.microsoft.com/office/drawing/2014/main" id="{5F283066-EF73-4A4E-9A47-116963C47BD9}"/>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27" name="Straight Connector 1221">
                <a:extLst>
                  <a:ext uri="{FF2B5EF4-FFF2-40B4-BE49-F238E27FC236}">
                    <a16:creationId xmlns:a16="http://schemas.microsoft.com/office/drawing/2014/main" id="{2D0B9E82-8478-1F4E-92E8-AF799BD2705C}"/>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28" name="Straight Connector 1222">
                <a:extLst>
                  <a:ext uri="{FF2B5EF4-FFF2-40B4-BE49-F238E27FC236}">
                    <a16:creationId xmlns:a16="http://schemas.microsoft.com/office/drawing/2014/main" id="{5DC8B21A-0A29-7C4D-AA69-35F3417A6B3A}"/>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229" name="TextBox 1223">
                <a:extLst>
                  <a:ext uri="{FF2B5EF4-FFF2-40B4-BE49-F238E27FC236}">
                    <a16:creationId xmlns:a16="http://schemas.microsoft.com/office/drawing/2014/main" id="{C46A21FF-47DB-B946-BCB8-07E57B5438E2}"/>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201" name="Group 955">
              <a:extLst>
                <a:ext uri="{FF2B5EF4-FFF2-40B4-BE49-F238E27FC236}">
                  <a16:creationId xmlns:a16="http://schemas.microsoft.com/office/drawing/2014/main" id="{B97F8F61-C510-F243-95DD-6220FAACC027}"/>
                </a:ext>
              </a:extLst>
            </p:cNvPr>
            <p:cNvGrpSpPr>
              <a:grpSpLocks/>
            </p:cNvGrpSpPr>
            <p:nvPr/>
          </p:nvGrpSpPr>
          <p:grpSpPr bwMode="auto">
            <a:xfrm>
              <a:off x="1829066" y="2714625"/>
              <a:ext cx="826293" cy="276999"/>
              <a:chOff x="656433" y="1838325"/>
              <a:chExt cx="826293" cy="276999"/>
            </a:xfrm>
          </p:grpSpPr>
          <p:cxnSp>
            <p:nvCxnSpPr>
              <p:cNvPr id="90212" name="Straight Connector 1206">
                <a:extLst>
                  <a:ext uri="{FF2B5EF4-FFF2-40B4-BE49-F238E27FC236}">
                    <a16:creationId xmlns:a16="http://schemas.microsoft.com/office/drawing/2014/main" id="{E01932A6-9B64-C043-9508-821972B19F6E}"/>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13" name="Straight Connector 1207">
                <a:extLst>
                  <a:ext uri="{FF2B5EF4-FFF2-40B4-BE49-F238E27FC236}">
                    <a16:creationId xmlns:a16="http://schemas.microsoft.com/office/drawing/2014/main" id="{44BDD9EF-32B2-4F4B-9738-EFED298FF67A}"/>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14" name="Straight Connector 1208">
                <a:extLst>
                  <a:ext uri="{FF2B5EF4-FFF2-40B4-BE49-F238E27FC236}">
                    <a16:creationId xmlns:a16="http://schemas.microsoft.com/office/drawing/2014/main" id="{D03129BA-00F1-7740-83E1-3412F5F014CF}"/>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15" name="Straight Connector 1209">
                <a:extLst>
                  <a:ext uri="{FF2B5EF4-FFF2-40B4-BE49-F238E27FC236}">
                    <a16:creationId xmlns:a16="http://schemas.microsoft.com/office/drawing/2014/main" id="{B0EF3878-A7CE-BE4F-BC46-B6D71BD91F14}"/>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16" name="Straight Connector 1210">
                <a:extLst>
                  <a:ext uri="{FF2B5EF4-FFF2-40B4-BE49-F238E27FC236}">
                    <a16:creationId xmlns:a16="http://schemas.microsoft.com/office/drawing/2014/main" id="{DE2704D5-3476-A143-B2FB-F8309185420D}"/>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17" name="Straight Connector 1211">
                <a:extLst>
                  <a:ext uri="{FF2B5EF4-FFF2-40B4-BE49-F238E27FC236}">
                    <a16:creationId xmlns:a16="http://schemas.microsoft.com/office/drawing/2014/main" id="{09CCCDF3-2A1A-0848-99B5-519A87DF4A5B}"/>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18" name="Straight Connector 1212">
                <a:extLst>
                  <a:ext uri="{FF2B5EF4-FFF2-40B4-BE49-F238E27FC236}">
                    <a16:creationId xmlns:a16="http://schemas.microsoft.com/office/drawing/2014/main" id="{AADB07B9-A747-8D47-A01F-98745853298A}"/>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19" name="Straight Connector 1213">
                <a:extLst>
                  <a:ext uri="{FF2B5EF4-FFF2-40B4-BE49-F238E27FC236}">
                    <a16:creationId xmlns:a16="http://schemas.microsoft.com/office/drawing/2014/main" id="{048FB5A1-53EA-254D-9ABC-1B2E7A97FB9E}"/>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220" name="TextBox 1214">
                <a:extLst>
                  <a:ext uri="{FF2B5EF4-FFF2-40B4-BE49-F238E27FC236}">
                    <a16:creationId xmlns:a16="http://schemas.microsoft.com/office/drawing/2014/main" id="{569A279F-D4EB-254F-909C-09DDD4546815}"/>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202" name="Group 965">
              <a:extLst>
                <a:ext uri="{FF2B5EF4-FFF2-40B4-BE49-F238E27FC236}">
                  <a16:creationId xmlns:a16="http://schemas.microsoft.com/office/drawing/2014/main" id="{CE22B498-9FF0-4D4E-9698-6A3C7B9D1C54}"/>
                </a:ext>
              </a:extLst>
            </p:cNvPr>
            <p:cNvGrpSpPr>
              <a:grpSpLocks/>
            </p:cNvGrpSpPr>
            <p:nvPr/>
          </p:nvGrpSpPr>
          <p:grpSpPr bwMode="auto">
            <a:xfrm>
              <a:off x="656433" y="2706158"/>
              <a:ext cx="826293" cy="276999"/>
              <a:chOff x="656433" y="1838325"/>
              <a:chExt cx="826293" cy="276999"/>
            </a:xfrm>
          </p:grpSpPr>
          <p:cxnSp>
            <p:nvCxnSpPr>
              <p:cNvPr id="90203" name="Straight Connector 1197">
                <a:extLst>
                  <a:ext uri="{FF2B5EF4-FFF2-40B4-BE49-F238E27FC236}">
                    <a16:creationId xmlns:a16="http://schemas.microsoft.com/office/drawing/2014/main" id="{5AFDB80F-1144-7945-B8AF-41D67071EFD5}"/>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04" name="Straight Connector 1198">
                <a:extLst>
                  <a:ext uri="{FF2B5EF4-FFF2-40B4-BE49-F238E27FC236}">
                    <a16:creationId xmlns:a16="http://schemas.microsoft.com/office/drawing/2014/main" id="{E9427FA1-DF3D-6447-9940-06B1A37E6253}"/>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05" name="Straight Connector 1199">
                <a:extLst>
                  <a:ext uri="{FF2B5EF4-FFF2-40B4-BE49-F238E27FC236}">
                    <a16:creationId xmlns:a16="http://schemas.microsoft.com/office/drawing/2014/main" id="{BA68A0FB-D380-044C-AFEC-34D5BBFD6AFE}"/>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06" name="Straight Connector 1200">
                <a:extLst>
                  <a:ext uri="{FF2B5EF4-FFF2-40B4-BE49-F238E27FC236}">
                    <a16:creationId xmlns:a16="http://schemas.microsoft.com/office/drawing/2014/main" id="{E6C289F4-9A16-B74A-847F-065E37E90724}"/>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07" name="Straight Connector 1201">
                <a:extLst>
                  <a:ext uri="{FF2B5EF4-FFF2-40B4-BE49-F238E27FC236}">
                    <a16:creationId xmlns:a16="http://schemas.microsoft.com/office/drawing/2014/main" id="{C48CF69F-9B72-B744-9C33-DB51CABFC04C}"/>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08" name="Straight Connector 1202">
                <a:extLst>
                  <a:ext uri="{FF2B5EF4-FFF2-40B4-BE49-F238E27FC236}">
                    <a16:creationId xmlns:a16="http://schemas.microsoft.com/office/drawing/2014/main" id="{00CFAD44-CBCC-C640-85AE-8B76EE700A31}"/>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09" name="Straight Connector 1203">
                <a:extLst>
                  <a:ext uri="{FF2B5EF4-FFF2-40B4-BE49-F238E27FC236}">
                    <a16:creationId xmlns:a16="http://schemas.microsoft.com/office/drawing/2014/main" id="{B9E41CFA-3C98-444C-805D-49A318835D90}"/>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210" name="Straight Connector 1204">
                <a:extLst>
                  <a:ext uri="{FF2B5EF4-FFF2-40B4-BE49-F238E27FC236}">
                    <a16:creationId xmlns:a16="http://schemas.microsoft.com/office/drawing/2014/main" id="{74667730-D52C-084C-8A0A-CF9141F114F5}"/>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211" name="TextBox 1205">
                <a:extLst>
                  <a:ext uri="{FF2B5EF4-FFF2-40B4-BE49-F238E27FC236}">
                    <a16:creationId xmlns:a16="http://schemas.microsoft.com/office/drawing/2014/main" id="{000A69DB-F7FB-4349-A8D0-8D5C69AA584A}"/>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grpSp>
        <p:nvGrpSpPr>
          <p:cNvPr id="90166" name="Group 1224">
            <a:extLst>
              <a:ext uri="{FF2B5EF4-FFF2-40B4-BE49-F238E27FC236}">
                <a16:creationId xmlns:a16="http://schemas.microsoft.com/office/drawing/2014/main" id="{B53CE81B-8882-6648-A7DF-FACFE53E8670}"/>
              </a:ext>
            </a:extLst>
          </p:cNvPr>
          <p:cNvGrpSpPr>
            <a:grpSpLocks/>
          </p:cNvGrpSpPr>
          <p:nvPr/>
        </p:nvGrpSpPr>
        <p:grpSpPr bwMode="auto">
          <a:xfrm>
            <a:off x="5324475" y="5354638"/>
            <a:ext cx="3157538" cy="284162"/>
            <a:chOff x="656433" y="2706158"/>
            <a:chExt cx="3158860" cy="285466"/>
          </a:xfrm>
        </p:grpSpPr>
        <p:grpSp>
          <p:nvGrpSpPr>
            <p:cNvPr id="90170" name="Group 945">
              <a:extLst>
                <a:ext uri="{FF2B5EF4-FFF2-40B4-BE49-F238E27FC236}">
                  <a16:creationId xmlns:a16="http://schemas.microsoft.com/office/drawing/2014/main" id="{D151237E-38E6-3E45-8558-583AE6A8DD32}"/>
                </a:ext>
              </a:extLst>
            </p:cNvPr>
            <p:cNvGrpSpPr>
              <a:grpSpLocks/>
            </p:cNvGrpSpPr>
            <p:nvPr/>
          </p:nvGrpSpPr>
          <p:grpSpPr bwMode="auto">
            <a:xfrm>
              <a:off x="2989000" y="2714624"/>
              <a:ext cx="826293" cy="276999"/>
              <a:chOff x="656433" y="1838325"/>
              <a:chExt cx="826293" cy="276999"/>
            </a:xfrm>
          </p:grpSpPr>
          <p:cxnSp>
            <p:nvCxnSpPr>
              <p:cNvPr id="90191" name="Straight Connector 1246">
                <a:extLst>
                  <a:ext uri="{FF2B5EF4-FFF2-40B4-BE49-F238E27FC236}">
                    <a16:creationId xmlns:a16="http://schemas.microsoft.com/office/drawing/2014/main" id="{FA564505-C2FF-9548-B52A-0C0359FF1FF6}"/>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92" name="Straight Connector 1247">
                <a:extLst>
                  <a:ext uri="{FF2B5EF4-FFF2-40B4-BE49-F238E27FC236}">
                    <a16:creationId xmlns:a16="http://schemas.microsoft.com/office/drawing/2014/main" id="{E6F682D7-17E2-C749-9B19-D10784A13FE1}"/>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93" name="Straight Connector 1248">
                <a:extLst>
                  <a:ext uri="{FF2B5EF4-FFF2-40B4-BE49-F238E27FC236}">
                    <a16:creationId xmlns:a16="http://schemas.microsoft.com/office/drawing/2014/main" id="{5EB75320-771C-0D43-A1CA-DE4DD11D6E2C}"/>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94" name="Straight Connector 1249">
                <a:extLst>
                  <a:ext uri="{FF2B5EF4-FFF2-40B4-BE49-F238E27FC236}">
                    <a16:creationId xmlns:a16="http://schemas.microsoft.com/office/drawing/2014/main" id="{96D1903B-AE37-CD45-A7CD-BC78747156D6}"/>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95" name="Straight Connector 1250">
                <a:extLst>
                  <a:ext uri="{FF2B5EF4-FFF2-40B4-BE49-F238E27FC236}">
                    <a16:creationId xmlns:a16="http://schemas.microsoft.com/office/drawing/2014/main" id="{49F4EBE5-20A6-6D4C-97DA-3FDBACCC68C1}"/>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96" name="Straight Connector 1251">
                <a:extLst>
                  <a:ext uri="{FF2B5EF4-FFF2-40B4-BE49-F238E27FC236}">
                    <a16:creationId xmlns:a16="http://schemas.microsoft.com/office/drawing/2014/main" id="{7109F10B-212C-2E49-B1CE-89C845EEEEE4}"/>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97" name="Straight Connector 1252">
                <a:extLst>
                  <a:ext uri="{FF2B5EF4-FFF2-40B4-BE49-F238E27FC236}">
                    <a16:creationId xmlns:a16="http://schemas.microsoft.com/office/drawing/2014/main" id="{3BF0E550-14F4-DE4E-B565-5DFDDC75A457}"/>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98" name="Straight Connector 1253">
                <a:extLst>
                  <a:ext uri="{FF2B5EF4-FFF2-40B4-BE49-F238E27FC236}">
                    <a16:creationId xmlns:a16="http://schemas.microsoft.com/office/drawing/2014/main" id="{818F9171-3349-984B-ABC5-02529F5236A3}"/>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199" name="TextBox 1254">
                <a:extLst>
                  <a:ext uri="{FF2B5EF4-FFF2-40B4-BE49-F238E27FC236}">
                    <a16:creationId xmlns:a16="http://schemas.microsoft.com/office/drawing/2014/main" id="{52223E4B-5671-2145-8D1E-D4353E3179FC}"/>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171" name="Group 955">
              <a:extLst>
                <a:ext uri="{FF2B5EF4-FFF2-40B4-BE49-F238E27FC236}">
                  <a16:creationId xmlns:a16="http://schemas.microsoft.com/office/drawing/2014/main" id="{CA3E8EB7-733F-E944-814A-BC0E1E536ACF}"/>
                </a:ext>
              </a:extLst>
            </p:cNvPr>
            <p:cNvGrpSpPr>
              <a:grpSpLocks/>
            </p:cNvGrpSpPr>
            <p:nvPr/>
          </p:nvGrpSpPr>
          <p:grpSpPr bwMode="auto">
            <a:xfrm>
              <a:off x="1829066" y="2714625"/>
              <a:ext cx="826293" cy="276999"/>
              <a:chOff x="656433" y="1838325"/>
              <a:chExt cx="826293" cy="276999"/>
            </a:xfrm>
          </p:grpSpPr>
          <p:cxnSp>
            <p:nvCxnSpPr>
              <p:cNvPr id="90182" name="Straight Connector 1237">
                <a:extLst>
                  <a:ext uri="{FF2B5EF4-FFF2-40B4-BE49-F238E27FC236}">
                    <a16:creationId xmlns:a16="http://schemas.microsoft.com/office/drawing/2014/main" id="{2B5CECF9-90B0-8F4E-AF33-EDDE7E871743}"/>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83" name="Straight Connector 1238">
                <a:extLst>
                  <a:ext uri="{FF2B5EF4-FFF2-40B4-BE49-F238E27FC236}">
                    <a16:creationId xmlns:a16="http://schemas.microsoft.com/office/drawing/2014/main" id="{39056B8C-9A0F-754F-A0BC-EA750FA4BDF6}"/>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84" name="Straight Connector 1239">
                <a:extLst>
                  <a:ext uri="{FF2B5EF4-FFF2-40B4-BE49-F238E27FC236}">
                    <a16:creationId xmlns:a16="http://schemas.microsoft.com/office/drawing/2014/main" id="{C3ACB2F4-AF9A-9646-9483-B9C4043CB6D1}"/>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85" name="Straight Connector 1240">
                <a:extLst>
                  <a:ext uri="{FF2B5EF4-FFF2-40B4-BE49-F238E27FC236}">
                    <a16:creationId xmlns:a16="http://schemas.microsoft.com/office/drawing/2014/main" id="{4C7FE230-84F7-164B-B3B9-1EB83DD4F204}"/>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86" name="Straight Connector 1241">
                <a:extLst>
                  <a:ext uri="{FF2B5EF4-FFF2-40B4-BE49-F238E27FC236}">
                    <a16:creationId xmlns:a16="http://schemas.microsoft.com/office/drawing/2014/main" id="{F064100E-F6FD-1045-B5DD-474963F2B202}"/>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87" name="Straight Connector 1242">
                <a:extLst>
                  <a:ext uri="{FF2B5EF4-FFF2-40B4-BE49-F238E27FC236}">
                    <a16:creationId xmlns:a16="http://schemas.microsoft.com/office/drawing/2014/main" id="{0777FC14-5444-7E44-836A-884FA9C3537B}"/>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88" name="Straight Connector 1243">
                <a:extLst>
                  <a:ext uri="{FF2B5EF4-FFF2-40B4-BE49-F238E27FC236}">
                    <a16:creationId xmlns:a16="http://schemas.microsoft.com/office/drawing/2014/main" id="{E03BD098-01E2-D845-B840-4D557EFF826E}"/>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89" name="Straight Connector 1244">
                <a:extLst>
                  <a:ext uri="{FF2B5EF4-FFF2-40B4-BE49-F238E27FC236}">
                    <a16:creationId xmlns:a16="http://schemas.microsoft.com/office/drawing/2014/main" id="{7E055EB9-2AD3-2A45-B734-78B723EAB290}"/>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190" name="TextBox 1245">
                <a:extLst>
                  <a:ext uri="{FF2B5EF4-FFF2-40B4-BE49-F238E27FC236}">
                    <a16:creationId xmlns:a16="http://schemas.microsoft.com/office/drawing/2014/main" id="{1EA14771-A90B-5C43-A9CA-D3A284C7728C}"/>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nvGrpSpPr>
            <p:cNvPr id="90172" name="Group 965">
              <a:extLst>
                <a:ext uri="{FF2B5EF4-FFF2-40B4-BE49-F238E27FC236}">
                  <a16:creationId xmlns:a16="http://schemas.microsoft.com/office/drawing/2014/main" id="{836B80FB-E178-7D48-A1DC-D43E845F2AF0}"/>
                </a:ext>
              </a:extLst>
            </p:cNvPr>
            <p:cNvGrpSpPr>
              <a:grpSpLocks/>
            </p:cNvGrpSpPr>
            <p:nvPr/>
          </p:nvGrpSpPr>
          <p:grpSpPr bwMode="auto">
            <a:xfrm>
              <a:off x="656433" y="2706158"/>
              <a:ext cx="826293" cy="276999"/>
              <a:chOff x="656433" y="1838325"/>
              <a:chExt cx="826293" cy="276999"/>
            </a:xfrm>
          </p:grpSpPr>
          <p:cxnSp>
            <p:nvCxnSpPr>
              <p:cNvPr id="90173" name="Straight Connector 1228">
                <a:extLst>
                  <a:ext uri="{FF2B5EF4-FFF2-40B4-BE49-F238E27FC236}">
                    <a16:creationId xmlns:a16="http://schemas.microsoft.com/office/drawing/2014/main" id="{A5CFFF58-C0E9-E448-B74E-3944C8E4EED4}"/>
                  </a:ext>
                </a:extLst>
              </p:cNvPr>
              <p:cNvCxnSpPr>
                <a:cxnSpLocks noChangeShapeType="1"/>
              </p:cNvCxnSpPr>
              <p:nvPr/>
            </p:nvCxnSpPr>
            <p:spPr bwMode="auto">
              <a:xfrm rot="5400000">
                <a:off x="594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74" name="Straight Connector 1229">
                <a:extLst>
                  <a:ext uri="{FF2B5EF4-FFF2-40B4-BE49-F238E27FC236}">
                    <a16:creationId xmlns:a16="http://schemas.microsoft.com/office/drawing/2014/main" id="{731C451B-1A9F-784A-96B6-6777D736B9FC}"/>
                  </a:ext>
                </a:extLst>
              </p:cNvPr>
              <p:cNvCxnSpPr>
                <a:cxnSpLocks noChangeShapeType="1"/>
              </p:cNvCxnSpPr>
              <p:nvPr/>
            </p:nvCxnSpPr>
            <p:spPr bwMode="auto">
              <a:xfrm rot="5400000">
                <a:off x="690828"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75" name="Straight Connector 1230">
                <a:extLst>
                  <a:ext uri="{FF2B5EF4-FFF2-40B4-BE49-F238E27FC236}">
                    <a16:creationId xmlns:a16="http://schemas.microsoft.com/office/drawing/2014/main" id="{5DF77393-4523-BF4D-8F08-99F7F8F833D7}"/>
                  </a:ext>
                </a:extLst>
              </p:cNvPr>
              <p:cNvCxnSpPr>
                <a:cxnSpLocks noChangeShapeType="1"/>
              </p:cNvCxnSpPr>
              <p:nvPr/>
            </p:nvCxnSpPr>
            <p:spPr bwMode="auto">
              <a:xfrm rot="5400000">
                <a:off x="787136"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76" name="Straight Connector 1231">
                <a:extLst>
                  <a:ext uri="{FF2B5EF4-FFF2-40B4-BE49-F238E27FC236}">
                    <a16:creationId xmlns:a16="http://schemas.microsoft.com/office/drawing/2014/main" id="{E326E41B-95CF-5043-BADD-45B7A8830619}"/>
                  </a:ext>
                </a:extLst>
              </p:cNvPr>
              <p:cNvCxnSpPr>
                <a:cxnSpLocks noChangeShapeType="1"/>
              </p:cNvCxnSpPr>
              <p:nvPr/>
            </p:nvCxnSpPr>
            <p:spPr bwMode="auto">
              <a:xfrm rot="5400000">
                <a:off x="12295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77" name="Straight Connector 1232">
                <a:extLst>
                  <a:ext uri="{FF2B5EF4-FFF2-40B4-BE49-F238E27FC236}">
                    <a16:creationId xmlns:a16="http://schemas.microsoft.com/office/drawing/2014/main" id="{667ACFB6-E77F-AC44-8BEE-1FBBA011C065}"/>
                  </a:ext>
                </a:extLst>
              </p:cNvPr>
              <p:cNvCxnSpPr>
                <a:cxnSpLocks noChangeShapeType="1"/>
              </p:cNvCxnSpPr>
              <p:nvPr/>
            </p:nvCxnSpPr>
            <p:spPr bwMode="auto">
              <a:xfrm rot="5400000">
                <a:off x="13247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78" name="Straight Connector 1233">
                <a:extLst>
                  <a:ext uri="{FF2B5EF4-FFF2-40B4-BE49-F238E27FC236}">
                    <a16:creationId xmlns:a16="http://schemas.microsoft.com/office/drawing/2014/main" id="{1AFB9067-F3CA-CD48-A4C3-3F1415ECFA4D}"/>
                  </a:ext>
                </a:extLst>
              </p:cNvPr>
              <p:cNvCxnSpPr>
                <a:cxnSpLocks noChangeShapeType="1"/>
              </p:cNvCxnSpPr>
              <p:nvPr/>
            </p:nvCxnSpPr>
            <p:spPr bwMode="auto">
              <a:xfrm rot="5400000">
                <a:off x="142002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79" name="Straight Connector 1234">
                <a:extLst>
                  <a:ext uri="{FF2B5EF4-FFF2-40B4-BE49-F238E27FC236}">
                    <a16:creationId xmlns:a16="http://schemas.microsoft.com/office/drawing/2014/main" id="{92BF3FD2-8407-E14A-ADD8-E32D74D06BA0}"/>
                  </a:ext>
                </a:extLst>
              </p:cNvPr>
              <p:cNvCxnSpPr>
                <a:cxnSpLocks noChangeShapeType="1"/>
              </p:cNvCxnSpPr>
              <p:nvPr/>
            </p:nvCxnSpPr>
            <p:spPr bwMode="auto">
              <a:xfrm rot="5400000">
                <a:off x="883445"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cxnSp>
            <p:nvCxnSpPr>
              <p:cNvPr id="90180" name="Straight Connector 1235">
                <a:extLst>
                  <a:ext uri="{FF2B5EF4-FFF2-40B4-BE49-F238E27FC236}">
                    <a16:creationId xmlns:a16="http://schemas.microsoft.com/office/drawing/2014/main" id="{EE2F179F-5921-3D4E-90FF-C8D99554EF4F}"/>
                  </a:ext>
                </a:extLst>
              </p:cNvPr>
              <p:cNvCxnSpPr>
                <a:cxnSpLocks noChangeShapeType="1"/>
              </p:cNvCxnSpPr>
              <p:nvPr/>
            </p:nvCxnSpPr>
            <p:spPr bwMode="auto">
              <a:xfrm rot="5400000">
                <a:off x="1134270" y="2019304"/>
                <a:ext cx="124619" cy="793"/>
              </a:xfrm>
              <a:prstGeom prst="line">
                <a:avLst/>
              </a:prstGeom>
              <a:noFill/>
              <a:ln w="12700">
                <a:solidFill>
                  <a:srgbClr val="717F9F"/>
                </a:solidFill>
                <a:round/>
                <a:headEnd/>
                <a:tailEnd/>
              </a:ln>
              <a:extLst>
                <a:ext uri="{909E8E84-426E-40DD-AFC4-6F175D3DCCD1}">
                  <a14:hiddenFill xmlns:a14="http://schemas.microsoft.com/office/drawing/2010/main">
                    <a:noFill/>
                  </a14:hiddenFill>
                </a:ext>
              </a:extLst>
            </p:spPr>
          </p:cxnSp>
          <p:sp>
            <p:nvSpPr>
              <p:cNvPr id="90181" name="TextBox 1236">
                <a:extLst>
                  <a:ext uri="{FF2B5EF4-FFF2-40B4-BE49-F238E27FC236}">
                    <a16:creationId xmlns:a16="http://schemas.microsoft.com/office/drawing/2014/main" id="{1F1C354F-5D3D-BF4F-95FA-AA35C23124E8}"/>
                  </a:ext>
                </a:extLst>
              </p:cNvPr>
              <p:cNvSpPr txBox="1">
                <a:spLocks noChangeArrowheads="1"/>
              </p:cNvSpPr>
              <p:nvPr/>
            </p:nvSpPr>
            <p:spPr bwMode="auto">
              <a:xfrm>
                <a:off x="917575" y="1838325"/>
                <a:ext cx="2976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sp>
        <p:nvSpPr>
          <p:cNvPr id="90168" name="Content Placeholder 2">
            <a:extLst>
              <a:ext uri="{FF2B5EF4-FFF2-40B4-BE49-F238E27FC236}">
                <a16:creationId xmlns:a16="http://schemas.microsoft.com/office/drawing/2014/main" id="{1CD52290-91EC-594F-A398-DAC65BC81868}"/>
              </a:ext>
            </a:extLst>
          </p:cNvPr>
          <p:cNvSpPr>
            <a:spLocks noGrp="1"/>
          </p:cNvSpPr>
          <p:nvPr>
            <p:ph idx="1"/>
          </p:nvPr>
        </p:nvSpPr>
        <p:spPr>
          <a:xfrm>
            <a:off x="254000" y="5829300"/>
            <a:ext cx="8643938" cy="533400"/>
          </a:xfrm>
        </p:spPr>
        <p:txBody>
          <a:bodyPr/>
          <a:lstStyle/>
          <a:p>
            <a:pPr algn="ctr">
              <a:buFont typeface="Wingdings" pitchFamily="2" charset="2"/>
              <a:buNone/>
            </a:pPr>
            <a:r>
              <a:rPr lang="en-US" altLang="en-US" dirty="0">
                <a:ea typeface="ＭＳ Ｐゴシック" panose="020B0600070205080204" pitchFamily="34" charset="-128"/>
              </a:rPr>
              <a:t>30 cores on the GTX 285: 30K threads</a:t>
            </a:r>
          </a:p>
        </p:txBody>
      </p:sp>
      <p:sp>
        <p:nvSpPr>
          <p:cNvPr id="90169" name="TextBox 1225">
            <a:extLst>
              <a:ext uri="{FF2B5EF4-FFF2-40B4-BE49-F238E27FC236}">
                <a16:creationId xmlns:a16="http://schemas.microsoft.com/office/drawing/2014/main" id="{1141E576-FFAB-5644-BBC6-701C57EB8555}"/>
              </a:ext>
            </a:extLst>
          </p:cNvPr>
          <p:cNvSpPr txBox="1">
            <a:spLocks noChangeArrowheads="1"/>
          </p:cNvSpPr>
          <p:nvPr/>
        </p:nvSpPr>
        <p:spPr bwMode="auto">
          <a:xfrm>
            <a:off x="152400" y="6535738"/>
            <a:ext cx="19526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Kayvon Fatahalian</a:t>
            </a:r>
          </a:p>
        </p:txBody>
      </p:sp>
      <p:sp>
        <p:nvSpPr>
          <p:cNvPr id="1204"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676031181"/>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136C23F-E5F6-A042-B15C-10DF1AFA78D6}"/>
              </a:ext>
            </a:extLst>
          </p:cNvPr>
          <p:cNvPicPr>
            <a:picLocks noChangeAspect="1"/>
          </p:cNvPicPr>
          <p:nvPr/>
        </p:nvPicPr>
        <p:blipFill>
          <a:blip r:embed="rId3"/>
          <a:stretch>
            <a:fillRect/>
          </a:stretch>
        </p:blipFill>
        <p:spPr>
          <a:xfrm>
            <a:off x="140292" y="1656708"/>
            <a:ext cx="8851308" cy="3955130"/>
          </a:xfrm>
          <a:prstGeom prst="rect">
            <a:avLst/>
          </a:prstGeom>
        </p:spPr>
      </p:pic>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p:txBody>
          <a:bodyPr/>
          <a:lstStyle/>
          <a:p>
            <a:r>
              <a:rPr lang="en-US" altLang="en-US" dirty="0">
                <a:ea typeface="ＭＳ Ｐゴシック" panose="020B0600070205080204" pitchFamily="34" charset="-128"/>
              </a:rPr>
              <a:t>Evolution of NVIDIA GPUs: Compute</a:t>
            </a:r>
          </a:p>
        </p:txBody>
      </p:sp>
      <p:pic>
        <p:nvPicPr>
          <p:cNvPr id="8" name="Picture 5">
            <a:extLst>
              <a:ext uri="{FF2B5EF4-FFF2-40B4-BE49-F238E27FC236}">
                <a16:creationId xmlns:a16="http://schemas.microsoft.com/office/drawing/2014/main" id="{906F0B9D-8637-DE49-87DB-FD5797802B2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4272069"/>
            <a:ext cx="608811" cy="4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a:picLocks noChangeAspect="1"/>
          </p:cNvPicPr>
          <p:nvPr/>
        </p:nvPicPr>
        <p:blipFill>
          <a:blip r:embed="rId5"/>
          <a:stretch>
            <a:fillRect/>
          </a:stretch>
        </p:blipFill>
        <p:spPr>
          <a:xfrm>
            <a:off x="2057400" y="4163170"/>
            <a:ext cx="918704" cy="576899"/>
          </a:xfrm>
          <a:prstGeom prst="rect">
            <a:avLst/>
          </a:prstGeom>
        </p:spPr>
      </p:pic>
      <p:pic>
        <p:nvPicPr>
          <p:cNvPr id="5" name="Picture 4"/>
          <p:cNvPicPr>
            <a:picLocks noChangeAspect="1"/>
          </p:cNvPicPr>
          <p:nvPr/>
        </p:nvPicPr>
        <p:blipFill>
          <a:blip r:embed="rId6"/>
          <a:stretch>
            <a:fillRect/>
          </a:stretch>
        </p:blipFill>
        <p:spPr>
          <a:xfrm>
            <a:off x="2671304" y="3491957"/>
            <a:ext cx="1160694" cy="576000"/>
          </a:xfrm>
          <a:prstGeom prst="rect">
            <a:avLst/>
          </a:prstGeom>
        </p:spPr>
      </p:pic>
      <p:pic>
        <p:nvPicPr>
          <p:cNvPr id="12" name="Picture 11"/>
          <p:cNvPicPr>
            <a:picLocks noChangeAspect="1"/>
          </p:cNvPicPr>
          <p:nvPr/>
        </p:nvPicPr>
        <p:blipFill>
          <a:blip r:embed="rId7"/>
          <a:stretch>
            <a:fillRect/>
          </a:stretch>
        </p:blipFill>
        <p:spPr>
          <a:xfrm>
            <a:off x="5484777" y="2196751"/>
            <a:ext cx="933973" cy="622649"/>
          </a:xfrm>
          <a:prstGeom prst="rect">
            <a:avLst/>
          </a:prstGeom>
        </p:spPr>
      </p:pic>
      <p:pic>
        <p:nvPicPr>
          <p:cNvPr id="14" name="Picture 13"/>
          <p:cNvPicPr>
            <a:picLocks noChangeAspect="1"/>
          </p:cNvPicPr>
          <p:nvPr/>
        </p:nvPicPr>
        <p:blipFill>
          <a:blip r:embed="rId8"/>
          <a:stretch>
            <a:fillRect/>
          </a:stretch>
        </p:blipFill>
        <p:spPr>
          <a:xfrm>
            <a:off x="4613186" y="2820276"/>
            <a:ext cx="762000" cy="614438"/>
          </a:xfrm>
          <a:prstGeom prst="rect">
            <a:avLst/>
          </a:prstGeom>
        </p:spPr>
      </p:pic>
      <p:sp>
        <p:nvSpPr>
          <p:cNvPr id="10"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2" name="Picture 1"/>
          <p:cNvPicPr>
            <a:picLocks noChangeAspect="1"/>
          </p:cNvPicPr>
          <p:nvPr/>
        </p:nvPicPr>
        <p:blipFill>
          <a:blip r:embed="rId9"/>
          <a:stretch>
            <a:fillRect/>
          </a:stretch>
        </p:blipFill>
        <p:spPr>
          <a:xfrm>
            <a:off x="3501085" y="3406486"/>
            <a:ext cx="1116216" cy="615314"/>
          </a:xfrm>
          <a:prstGeom prst="rect">
            <a:avLst/>
          </a:prstGeom>
        </p:spPr>
      </p:pic>
      <p:pic>
        <p:nvPicPr>
          <p:cNvPr id="13" name="Picture 12">
            <a:extLst>
              <a:ext uri="{FF2B5EF4-FFF2-40B4-BE49-F238E27FC236}">
                <a16:creationId xmlns:a16="http://schemas.microsoft.com/office/drawing/2014/main" id="{3F4634F9-B1BA-FB4A-A2F2-ACCCFA58D49D}"/>
              </a:ext>
            </a:extLst>
          </p:cNvPr>
          <p:cNvPicPr>
            <a:picLocks noChangeAspect="1"/>
          </p:cNvPicPr>
          <p:nvPr/>
        </p:nvPicPr>
        <p:blipFill>
          <a:blip r:embed="rId10"/>
          <a:stretch>
            <a:fillRect/>
          </a:stretch>
        </p:blipFill>
        <p:spPr>
          <a:xfrm>
            <a:off x="6653613" y="1676400"/>
            <a:ext cx="814436" cy="458120"/>
          </a:xfrm>
          <a:prstGeom prst="rect">
            <a:avLst/>
          </a:prstGeom>
        </p:spPr>
      </p:pic>
    </p:spTree>
    <p:extLst>
      <p:ext uri="{BB962C8B-B14F-4D97-AF65-F5344CB8AC3E}">
        <p14:creationId xmlns:p14="http://schemas.microsoft.com/office/powerpoint/2010/main" val="1114873556"/>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p:txBody>
          <a:bodyPr/>
          <a:lstStyle/>
          <a:p>
            <a:r>
              <a:rPr lang="en-US" altLang="en-US" dirty="0">
                <a:ea typeface="ＭＳ Ｐゴシック" panose="020B0600070205080204" pitchFamily="34" charset="-128"/>
              </a:rPr>
              <a:t>NVIDIA V100</a:t>
            </a:r>
          </a:p>
        </p:txBody>
      </p:sp>
      <p:sp>
        <p:nvSpPr>
          <p:cNvPr id="83970" name="Content Placeholder 2">
            <a:extLst>
              <a:ext uri="{FF2B5EF4-FFF2-40B4-BE49-F238E27FC236}">
                <a16:creationId xmlns:a16="http://schemas.microsoft.com/office/drawing/2014/main" id="{EE59EB8F-DE8F-0D44-9D02-D25E23FBBAA0}"/>
              </a:ext>
            </a:extLst>
          </p:cNvPr>
          <p:cNvSpPr>
            <a:spLocks noGrp="1"/>
          </p:cNvSpPr>
          <p:nvPr>
            <p:ph idx="1"/>
          </p:nvPr>
        </p:nvSpPr>
        <p:spPr>
          <a:xfrm>
            <a:off x="228600" y="996950"/>
            <a:ext cx="8610600" cy="5556250"/>
          </a:xfrm>
        </p:spPr>
        <p:txBody>
          <a:bodyPr/>
          <a:lstStyle/>
          <a:p>
            <a:r>
              <a:rPr lang="en-US" altLang="en-US" b="1" dirty="0">
                <a:ea typeface="ＭＳ Ｐゴシック" panose="020B0600070205080204" pitchFamily="34" charset="-128"/>
              </a:rPr>
              <a:t>NVIDIA-speak</a:t>
            </a:r>
            <a:r>
              <a:rPr lang="en-US" altLang="en-US" dirty="0">
                <a:ea typeface="ＭＳ Ｐゴシック" panose="020B0600070205080204" pitchFamily="34" charset="-128"/>
              </a:rPr>
              <a:t>:</a:t>
            </a:r>
          </a:p>
          <a:p>
            <a:pPr lvl="1"/>
            <a:r>
              <a:rPr lang="en-US" altLang="en-US" sz="2400" dirty="0">
                <a:ea typeface="ＭＳ Ｐゴシック" panose="020B0600070205080204" pitchFamily="34" charset="-128"/>
              </a:rPr>
              <a:t>5120 stream processors (CUDA cores)</a:t>
            </a:r>
          </a:p>
          <a:p>
            <a:pPr lvl="1"/>
            <a:r>
              <a:rPr lang="ja-JP" altLang="en-US" sz="2400" dirty="0">
                <a:ea typeface="ＭＳ Ｐゴシック" panose="020B0600070205080204" pitchFamily="34" charset="-128"/>
              </a:rPr>
              <a:t>“</a:t>
            </a:r>
            <a:r>
              <a:rPr lang="en-US" altLang="ja-JP" sz="2400" dirty="0">
                <a:ea typeface="ＭＳ Ｐゴシック" panose="020B0600070205080204" pitchFamily="34" charset="-128"/>
              </a:rPr>
              <a:t>SIMT execution</a:t>
            </a:r>
            <a:r>
              <a:rPr lang="ja-JP" altLang="en-US" sz="2400" dirty="0">
                <a:ea typeface="ＭＳ Ｐゴシック" panose="020B0600070205080204" pitchFamily="34" charset="-128"/>
              </a:rPr>
              <a:t>”</a:t>
            </a:r>
            <a:endParaRPr lang="en-US" altLang="ja-JP" sz="2400" dirty="0">
              <a:ea typeface="ＭＳ Ｐゴシック" panose="020B0600070205080204" pitchFamily="34" charset="-128"/>
            </a:endParaRPr>
          </a:p>
          <a:p>
            <a:pPr lvl="1">
              <a:buFont typeface="Wingdings" pitchFamily="2" charset="2"/>
              <a:buNone/>
            </a:pPr>
            <a:r>
              <a:rPr lang="en-US" altLang="en-US" sz="2400" dirty="0">
                <a:ea typeface="ＭＳ Ｐゴシック" panose="020B0600070205080204" pitchFamily="34" charset="-128"/>
              </a:rPr>
              <a:t>	</a:t>
            </a:r>
            <a:endParaRPr lang="en-US" altLang="en-US" dirty="0">
              <a:ea typeface="ＭＳ Ｐゴシック" panose="020B0600070205080204" pitchFamily="34" charset="-128"/>
            </a:endParaRPr>
          </a:p>
          <a:p>
            <a:pPr lvl="1"/>
            <a:endParaRPr lang="en-US" altLang="en-US" sz="2400" dirty="0">
              <a:ea typeface="ＭＳ Ｐゴシック" panose="020B0600070205080204" pitchFamily="34" charset="-128"/>
            </a:endParaRPr>
          </a:p>
          <a:p>
            <a:r>
              <a:rPr lang="en-US" altLang="en-US" b="1" dirty="0">
                <a:ea typeface="ＭＳ Ｐゴシック" panose="020B0600070205080204" pitchFamily="34" charset="-128"/>
              </a:rPr>
              <a:t>Generic speak</a:t>
            </a:r>
            <a:r>
              <a:rPr lang="en-US" altLang="en-US" dirty="0">
                <a:ea typeface="ＭＳ Ｐゴシック" panose="020B0600070205080204" pitchFamily="34" charset="-128"/>
              </a:rPr>
              <a:t>:</a:t>
            </a:r>
          </a:p>
          <a:p>
            <a:pPr lvl="1"/>
            <a:r>
              <a:rPr lang="en-US" altLang="en-US" sz="2400" dirty="0">
                <a:ea typeface="ＭＳ Ｐゴシック" panose="020B0600070205080204" pitchFamily="34" charset="-128"/>
              </a:rPr>
              <a:t>80 cores</a:t>
            </a:r>
          </a:p>
          <a:p>
            <a:pPr lvl="1"/>
            <a:r>
              <a:rPr lang="en-US" altLang="en-US" sz="2400" dirty="0">
                <a:ea typeface="ＭＳ Ｐゴシック" panose="020B0600070205080204" pitchFamily="34" charset="-128"/>
              </a:rPr>
              <a:t>64 SIMD functional units per core</a:t>
            </a:r>
          </a:p>
          <a:p>
            <a:pPr lvl="1"/>
            <a:endParaRPr lang="en-US" altLang="en-US" sz="2400" dirty="0">
              <a:ea typeface="ＭＳ Ｐゴシック" panose="020B0600070205080204" pitchFamily="34" charset="-128"/>
            </a:endParaRPr>
          </a:p>
          <a:p>
            <a:pPr lvl="1"/>
            <a:r>
              <a:rPr lang="en-US" altLang="en-US" sz="2400" dirty="0">
                <a:ea typeface="ＭＳ Ｐゴシック" panose="020B0600070205080204" pitchFamily="34" charset="-128"/>
              </a:rPr>
              <a:t>Tensor cores for Machine Learning</a:t>
            </a:r>
          </a:p>
          <a:p>
            <a:endParaRPr lang="en-US" altLang="en-US" sz="2600" dirty="0">
              <a:ea typeface="ＭＳ Ｐゴシック" panose="020B0600070205080204" pitchFamily="34" charset="-128"/>
            </a:endParaRPr>
          </a:p>
          <a:p>
            <a:r>
              <a:rPr lang="en-US" altLang="en-US" sz="1600" dirty="0">
                <a:ea typeface="ＭＳ Ｐゴシック" panose="020B0600070205080204" pitchFamily="34" charset="-128"/>
              </a:rPr>
              <a:t>NVIDIA, “NVIDIA Tesla V100 GPU Architecture. White Paper,” 2017.</a:t>
            </a:r>
          </a:p>
        </p:txBody>
      </p:sp>
      <p:pic>
        <p:nvPicPr>
          <p:cNvPr id="7" name="Picture 6"/>
          <p:cNvPicPr>
            <a:picLocks noChangeAspect="1"/>
          </p:cNvPicPr>
          <p:nvPr/>
        </p:nvPicPr>
        <p:blipFill>
          <a:blip r:embed="rId3"/>
          <a:stretch>
            <a:fillRect/>
          </a:stretch>
        </p:blipFill>
        <p:spPr>
          <a:xfrm>
            <a:off x="5562600" y="1828800"/>
            <a:ext cx="3779998" cy="2520000"/>
          </a:xfrm>
          <a:prstGeom prst="rect">
            <a:avLst/>
          </a:prstGeom>
        </p:spPr>
      </p:pic>
      <p:sp>
        <p:nvSpPr>
          <p:cNvPr id="6"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40232746"/>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p:txBody>
          <a:bodyPr/>
          <a:lstStyle/>
          <a:p>
            <a:r>
              <a:rPr lang="en-US" altLang="en-US" dirty="0">
                <a:ea typeface="ＭＳ Ｐゴシック" panose="020B0600070205080204" pitchFamily="34" charset="-128"/>
              </a:rPr>
              <a:t>NVIDIA V100 Block Diagram</a:t>
            </a:r>
          </a:p>
        </p:txBody>
      </p:sp>
      <p:sp>
        <p:nvSpPr>
          <p:cNvPr id="9" name="Content Placeholder 2">
            <a:extLst>
              <a:ext uri="{FF2B5EF4-FFF2-40B4-BE49-F238E27FC236}">
                <a16:creationId xmlns:a16="http://schemas.microsoft.com/office/drawing/2014/main" id="{1CD52290-91EC-594F-A398-DAC65BC81868}"/>
              </a:ext>
            </a:extLst>
          </p:cNvPr>
          <p:cNvSpPr>
            <a:spLocks noGrp="1"/>
          </p:cNvSpPr>
          <p:nvPr>
            <p:ph idx="1"/>
          </p:nvPr>
        </p:nvSpPr>
        <p:spPr>
          <a:xfrm>
            <a:off x="254000" y="5867400"/>
            <a:ext cx="8643938" cy="533400"/>
          </a:xfrm>
        </p:spPr>
        <p:txBody>
          <a:bodyPr/>
          <a:lstStyle/>
          <a:p>
            <a:pPr algn="ctr">
              <a:buFont typeface="Wingdings" pitchFamily="2" charset="2"/>
              <a:buNone/>
            </a:pPr>
            <a:r>
              <a:rPr lang="en-US" altLang="en-US">
                <a:ea typeface="ＭＳ Ｐゴシック" panose="020B0600070205080204" pitchFamily="34" charset="-128"/>
              </a:rPr>
              <a:t>80 cores on the V100</a:t>
            </a:r>
            <a:endParaRPr lang="en-US" altLang="en-US" dirty="0">
              <a:ea typeface="ＭＳ Ｐゴシック" panose="020B0600070205080204" pitchFamily="34" charset="-128"/>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 y="977900"/>
            <a:ext cx="8607552" cy="4888992"/>
          </a:xfrm>
          <a:prstGeom prst="rect">
            <a:avLst/>
          </a:prstGeom>
        </p:spPr>
      </p:pic>
      <p:sp>
        <p:nvSpPr>
          <p:cNvPr id="3" name="TextBox 2"/>
          <p:cNvSpPr txBox="1"/>
          <p:nvPr/>
        </p:nvSpPr>
        <p:spPr>
          <a:xfrm>
            <a:off x="6934200" y="5803848"/>
            <a:ext cx="2008883" cy="215444"/>
          </a:xfrm>
          <a:prstGeom prst="rect">
            <a:avLst/>
          </a:prstGeom>
          <a:noFill/>
        </p:spPr>
        <p:txBody>
          <a:bodyPr wrap="none" rtlCol="0">
            <a:spAutoFit/>
          </a:bodyPr>
          <a:lstStyle/>
          <a:p>
            <a:r>
              <a:rPr lang="en-US" sz="800" dirty="0"/>
              <a:t>https://</a:t>
            </a:r>
            <a:r>
              <a:rPr lang="en-US" sz="800" dirty="0" err="1"/>
              <a:t>devblogs.nvidia.com</a:t>
            </a:r>
            <a:r>
              <a:rPr lang="en-US" sz="800" dirty="0"/>
              <a:t>/inside-</a:t>
            </a:r>
            <a:r>
              <a:rPr lang="en-US" sz="800" dirty="0" err="1"/>
              <a:t>volta</a:t>
            </a:r>
            <a:r>
              <a:rPr lang="en-US" sz="800" dirty="0"/>
              <a:t>/</a:t>
            </a:r>
          </a:p>
        </p:txBody>
      </p:sp>
      <p:sp>
        <p:nvSpPr>
          <p:cNvPr id="7"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683210636"/>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p:txBody>
          <a:bodyPr/>
          <a:lstStyle/>
          <a:p>
            <a:r>
              <a:rPr lang="en-US" altLang="en-US" dirty="0">
                <a:ea typeface="ＭＳ Ｐゴシック" panose="020B0600070205080204" pitchFamily="34" charset="-128"/>
              </a:rPr>
              <a:t>NVIDIA A100</a:t>
            </a:r>
          </a:p>
        </p:txBody>
      </p:sp>
      <p:sp>
        <p:nvSpPr>
          <p:cNvPr id="83970" name="Content Placeholder 2">
            <a:extLst>
              <a:ext uri="{FF2B5EF4-FFF2-40B4-BE49-F238E27FC236}">
                <a16:creationId xmlns:a16="http://schemas.microsoft.com/office/drawing/2014/main" id="{EE59EB8F-DE8F-0D44-9D02-D25E23FBBAA0}"/>
              </a:ext>
            </a:extLst>
          </p:cNvPr>
          <p:cNvSpPr>
            <a:spLocks noGrp="1"/>
          </p:cNvSpPr>
          <p:nvPr>
            <p:ph idx="1"/>
          </p:nvPr>
        </p:nvSpPr>
        <p:spPr>
          <a:xfrm>
            <a:off x="228600" y="996950"/>
            <a:ext cx="8610600" cy="5556250"/>
          </a:xfrm>
        </p:spPr>
        <p:txBody>
          <a:bodyPr/>
          <a:lstStyle/>
          <a:p>
            <a:r>
              <a:rPr lang="en-US" altLang="en-US" b="1" dirty="0">
                <a:ea typeface="ＭＳ Ｐゴシック" panose="020B0600070205080204" pitchFamily="34" charset="-128"/>
              </a:rPr>
              <a:t>NVIDIA-speak</a:t>
            </a:r>
            <a:r>
              <a:rPr lang="en-US" altLang="en-US" dirty="0">
                <a:ea typeface="ＭＳ Ｐゴシック" panose="020B0600070205080204" pitchFamily="34" charset="-128"/>
              </a:rPr>
              <a:t>:</a:t>
            </a:r>
          </a:p>
          <a:p>
            <a:pPr lvl="1"/>
            <a:r>
              <a:rPr lang="en-US" altLang="en-US" sz="2400" dirty="0">
                <a:ea typeface="ＭＳ Ｐゴシック" panose="020B0600070205080204" pitchFamily="34" charset="-128"/>
              </a:rPr>
              <a:t>6912 stream processors (CUDA cores)</a:t>
            </a:r>
          </a:p>
          <a:p>
            <a:pPr lvl="1"/>
            <a:r>
              <a:rPr lang="ja-JP" altLang="en-US" sz="2400" dirty="0">
                <a:ea typeface="ＭＳ Ｐゴシック" panose="020B0600070205080204" pitchFamily="34" charset="-128"/>
              </a:rPr>
              <a:t>“</a:t>
            </a:r>
            <a:r>
              <a:rPr lang="en-US" altLang="ja-JP" sz="2400" dirty="0">
                <a:ea typeface="ＭＳ Ｐゴシック" panose="020B0600070205080204" pitchFamily="34" charset="-128"/>
              </a:rPr>
              <a:t>SIMT execution</a:t>
            </a:r>
            <a:r>
              <a:rPr lang="ja-JP" altLang="en-US" sz="2400" dirty="0">
                <a:ea typeface="ＭＳ Ｐゴシック" panose="020B0600070205080204" pitchFamily="34" charset="-128"/>
              </a:rPr>
              <a:t>”</a:t>
            </a:r>
            <a:endParaRPr lang="en-US" altLang="ja-JP" sz="2400" dirty="0">
              <a:ea typeface="ＭＳ Ｐゴシック" panose="020B0600070205080204" pitchFamily="34" charset="-128"/>
            </a:endParaRPr>
          </a:p>
          <a:p>
            <a:pPr lvl="1">
              <a:buFont typeface="Wingdings" pitchFamily="2" charset="2"/>
              <a:buNone/>
            </a:pPr>
            <a:r>
              <a:rPr lang="en-US" altLang="en-US" sz="2400" dirty="0">
                <a:ea typeface="ＭＳ Ｐゴシック" panose="020B0600070205080204" pitchFamily="34" charset="-128"/>
              </a:rPr>
              <a:t>	</a:t>
            </a:r>
            <a:endParaRPr lang="en-US" altLang="en-US" dirty="0">
              <a:ea typeface="ＭＳ Ｐゴシック" panose="020B0600070205080204" pitchFamily="34" charset="-128"/>
            </a:endParaRPr>
          </a:p>
          <a:p>
            <a:pPr lvl="1"/>
            <a:endParaRPr lang="en-US" altLang="en-US" sz="2400" dirty="0">
              <a:ea typeface="ＭＳ Ｐゴシック" panose="020B0600070205080204" pitchFamily="34" charset="-128"/>
            </a:endParaRPr>
          </a:p>
          <a:p>
            <a:r>
              <a:rPr lang="en-US" altLang="en-US" b="1" dirty="0">
                <a:ea typeface="ＭＳ Ｐゴシック" panose="020B0600070205080204" pitchFamily="34" charset="-128"/>
              </a:rPr>
              <a:t>Generic speak</a:t>
            </a:r>
            <a:r>
              <a:rPr lang="en-US" altLang="en-US" dirty="0">
                <a:ea typeface="ＭＳ Ｐゴシック" panose="020B0600070205080204" pitchFamily="34" charset="-128"/>
              </a:rPr>
              <a:t>:</a:t>
            </a:r>
          </a:p>
          <a:p>
            <a:pPr lvl="1"/>
            <a:r>
              <a:rPr lang="en-US" altLang="en-US" sz="2400" dirty="0">
                <a:ea typeface="ＭＳ Ｐゴシック" panose="020B0600070205080204" pitchFamily="34" charset="-128"/>
              </a:rPr>
              <a:t>108 cores</a:t>
            </a:r>
          </a:p>
          <a:p>
            <a:pPr lvl="1"/>
            <a:r>
              <a:rPr lang="en-US" altLang="en-US" sz="2400" dirty="0">
                <a:ea typeface="ＭＳ Ｐゴシック" panose="020B0600070205080204" pitchFamily="34" charset="-128"/>
              </a:rPr>
              <a:t>64 SIMD functional units per core</a:t>
            </a:r>
          </a:p>
          <a:p>
            <a:pPr lvl="1"/>
            <a:endParaRPr lang="en-US" altLang="en-US" sz="2400" dirty="0">
              <a:ea typeface="ＭＳ Ｐゴシック" panose="020B0600070205080204" pitchFamily="34" charset="-128"/>
            </a:endParaRPr>
          </a:p>
          <a:p>
            <a:pPr lvl="1"/>
            <a:r>
              <a:rPr lang="en-US" altLang="en-US" sz="2400" dirty="0">
                <a:ea typeface="ＭＳ Ｐゴシック" panose="020B0600070205080204" pitchFamily="34" charset="-128"/>
              </a:rPr>
              <a:t>Tensor cores for Machine Learning</a:t>
            </a:r>
          </a:p>
          <a:p>
            <a:pPr lvl="2"/>
            <a:r>
              <a:rPr lang="en-US" altLang="en-US" sz="1800" dirty="0">
                <a:ea typeface="ＭＳ Ｐゴシック" panose="020B0600070205080204" pitchFamily="34" charset="-128"/>
              </a:rPr>
              <a:t>Support for sparsity</a:t>
            </a:r>
          </a:p>
          <a:p>
            <a:pPr lvl="2"/>
            <a:r>
              <a:rPr lang="en-US" altLang="en-US" sz="1800" dirty="0">
                <a:ea typeface="ＭＳ Ｐゴシック" panose="020B0600070205080204" pitchFamily="34" charset="-128"/>
              </a:rPr>
              <a:t>New floating point data type (TF32)</a:t>
            </a:r>
          </a:p>
          <a:p>
            <a:endParaRPr lang="en-US" altLang="en-US" sz="2600" dirty="0">
              <a:ea typeface="ＭＳ Ｐゴシック" panose="020B0600070205080204" pitchFamily="34" charset="-128"/>
            </a:endParaRPr>
          </a:p>
          <a:p>
            <a:r>
              <a:rPr lang="en-US" altLang="en-US" sz="1600" dirty="0">
                <a:ea typeface="ＭＳ Ｐゴシック" panose="020B0600070205080204" pitchFamily="34" charset="-128"/>
                <a:hlinkClick r:id="rId3"/>
              </a:rPr>
              <a:t>https://developer.nvidia.com/blog/nvidia-ampere-architecture-in-depth/</a:t>
            </a:r>
            <a:endParaRPr lang="en-US" altLang="en-US" sz="1600" dirty="0">
              <a:ea typeface="ＭＳ Ｐゴシック" panose="020B0600070205080204" pitchFamily="34" charset="-128"/>
            </a:endParaRPr>
          </a:p>
          <a:p>
            <a:endParaRPr lang="en-US" altLang="en-US" sz="1600" dirty="0">
              <a:ea typeface="ＭＳ Ｐゴシック" panose="020B0600070205080204" pitchFamily="34" charset="-128"/>
            </a:endParaRPr>
          </a:p>
        </p:txBody>
      </p:sp>
      <p:sp>
        <p:nvSpPr>
          <p:cNvPr id="6"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2" name="Picture 1">
            <a:extLst>
              <a:ext uri="{FF2B5EF4-FFF2-40B4-BE49-F238E27FC236}">
                <a16:creationId xmlns:a16="http://schemas.microsoft.com/office/drawing/2014/main" id="{46608D77-FA1F-2242-A239-DE9649B4FDC0}"/>
              </a:ext>
            </a:extLst>
          </p:cNvPr>
          <p:cNvPicPr>
            <a:picLocks noChangeAspect="1"/>
          </p:cNvPicPr>
          <p:nvPr/>
        </p:nvPicPr>
        <p:blipFill>
          <a:blip r:embed="rId4"/>
          <a:stretch>
            <a:fillRect/>
          </a:stretch>
        </p:blipFill>
        <p:spPr>
          <a:xfrm>
            <a:off x="4803422" y="1905000"/>
            <a:ext cx="4035778" cy="2270125"/>
          </a:xfrm>
          <a:prstGeom prst="rect">
            <a:avLst/>
          </a:prstGeom>
        </p:spPr>
      </p:pic>
    </p:spTree>
    <p:extLst>
      <p:ext uri="{BB962C8B-B14F-4D97-AF65-F5344CB8AC3E}">
        <p14:creationId xmlns:p14="http://schemas.microsoft.com/office/powerpoint/2010/main" val="389259552"/>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p:txBody>
          <a:bodyPr/>
          <a:lstStyle/>
          <a:p>
            <a:r>
              <a:rPr lang="en-US" altLang="en-US" dirty="0">
                <a:ea typeface="ＭＳ Ｐゴシック" panose="020B0600070205080204" pitchFamily="34" charset="-128"/>
              </a:rPr>
              <a:t>NVIDIA A100 Block Diagram</a:t>
            </a:r>
          </a:p>
        </p:txBody>
      </p:sp>
      <p:sp>
        <p:nvSpPr>
          <p:cNvPr id="9" name="Content Placeholder 2">
            <a:extLst>
              <a:ext uri="{FF2B5EF4-FFF2-40B4-BE49-F238E27FC236}">
                <a16:creationId xmlns:a16="http://schemas.microsoft.com/office/drawing/2014/main" id="{1CD52290-91EC-594F-A398-DAC65BC81868}"/>
              </a:ext>
            </a:extLst>
          </p:cNvPr>
          <p:cNvSpPr>
            <a:spLocks noGrp="1"/>
          </p:cNvSpPr>
          <p:nvPr>
            <p:ph idx="1"/>
          </p:nvPr>
        </p:nvSpPr>
        <p:spPr>
          <a:xfrm>
            <a:off x="254000" y="5791200"/>
            <a:ext cx="8643938" cy="533400"/>
          </a:xfrm>
        </p:spPr>
        <p:txBody>
          <a:bodyPr/>
          <a:lstStyle/>
          <a:p>
            <a:pPr algn="ctr">
              <a:buFont typeface="Wingdings" pitchFamily="2" charset="2"/>
              <a:buNone/>
            </a:pPr>
            <a:r>
              <a:rPr lang="en-US" altLang="en-US" dirty="0">
                <a:ea typeface="ＭＳ Ｐゴシック" panose="020B0600070205080204" pitchFamily="34" charset="-128"/>
              </a:rPr>
              <a:t>108 cores on the A100</a:t>
            </a:r>
          </a:p>
          <a:p>
            <a:pPr algn="ctr">
              <a:buFont typeface="Wingdings" pitchFamily="2" charset="2"/>
              <a:buNone/>
            </a:pPr>
            <a:r>
              <a:rPr lang="en-US" altLang="en-US" sz="1400" dirty="0">
                <a:ea typeface="ＭＳ Ｐゴシック" panose="020B0600070205080204" pitchFamily="34" charset="-128"/>
              </a:rPr>
              <a:t>(Up to 128 cores in the full-blown chip)</a:t>
            </a:r>
          </a:p>
          <a:p>
            <a:pPr algn="ctr">
              <a:buFont typeface="Wingdings" pitchFamily="2" charset="2"/>
              <a:buNone/>
            </a:pPr>
            <a:r>
              <a:rPr lang="en-US" altLang="en-US" sz="1800" dirty="0">
                <a:ea typeface="ＭＳ Ｐゴシック" panose="020B0600070205080204" pitchFamily="34" charset="-128"/>
              </a:rPr>
              <a:t>40MB L2 cache</a:t>
            </a:r>
          </a:p>
        </p:txBody>
      </p:sp>
      <p:sp>
        <p:nvSpPr>
          <p:cNvPr id="3" name="TextBox 2"/>
          <p:cNvSpPr txBox="1"/>
          <p:nvPr/>
        </p:nvSpPr>
        <p:spPr>
          <a:xfrm>
            <a:off x="5780288" y="5575756"/>
            <a:ext cx="3384260" cy="215444"/>
          </a:xfrm>
          <a:prstGeom prst="rect">
            <a:avLst/>
          </a:prstGeom>
          <a:noFill/>
        </p:spPr>
        <p:txBody>
          <a:bodyPr wrap="none" rtlCol="0">
            <a:spAutoFit/>
          </a:bodyPr>
          <a:lstStyle/>
          <a:p>
            <a:r>
              <a:rPr lang="en-US" sz="800" dirty="0"/>
              <a:t>https://</a:t>
            </a:r>
            <a:r>
              <a:rPr lang="en-US" sz="800" dirty="0" err="1"/>
              <a:t>developer.nvidia.com</a:t>
            </a:r>
            <a:r>
              <a:rPr lang="en-US" sz="800" dirty="0"/>
              <a:t>/blog/</a:t>
            </a:r>
            <a:r>
              <a:rPr lang="en-US" sz="800" dirty="0" err="1"/>
              <a:t>nvidia</a:t>
            </a:r>
            <a:r>
              <a:rPr lang="en-US" sz="800" dirty="0"/>
              <a:t>-ampere-architecture-in-depth/</a:t>
            </a:r>
          </a:p>
        </p:txBody>
      </p:sp>
      <p:sp>
        <p:nvSpPr>
          <p:cNvPr id="7"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5" name="Picture 4">
            <a:extLst>
              <a:ext uri="{FF2B5EF4-FFF2-40B4-BE49-F238E27FC236}">
                <a16:creationId xmlns:a16="http://schemas.microsoft.com/office/drawing/2014/main" id="{92B01C03-2916-5A46-B042-6786080282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24560"/>
            <a:ext cx="9144000" cy="4579315"/>
          </a:xfrm>
          <a:prstGeom prst="rect">
            <a:avLst/>
          </a:prstGeom>
        </p:spPr>
      </p:pic>
    </p:spTree>
    <p:extLst>
      <p:ext uri="{BB962C8B-B14F-4D97-AF65-F5344CB8AC3E}">
        <p14:creationId xmlns:p14="http://schemas.microsoft.com/office/powerpoint/2010/main" val="1538133963"/>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p:txBody>
          <a:bodyPr/>
          <a:lstStyle/>
          <a:p>
            <a:r>
              <a:rPr lang="en-US" altLang="en-US" dirty="0">
                <a:ea typeface="ＭＳ Ｐゴシック" panose="020B0600070205080204" pitchFamily="34" charset="-128"/>
              </a:rPr>
              <a:t>NVIDIA H100</a:t>
            </a:r>
          </a:p>
        </p:txBody>
      </p:sp>
      <p:sp>
        <p:nvSpPr>
          <p:cNvPr id="83970" name="Content Placeholder 2">
            <a:extLst>
              <a:ext uri="{FF2B5EF4-FFF2-40B4-BE49-F238E27FC236}">
                <a16:creationId xmlns:a16="http://schemas.microsoft.com/office/drawing/2014/main" id="{EE59EB8F-DE8F-0D44-9D02-D25E23FBBAA0}"/>
              </a:ext>
            </a:extLst>
          </p:cNvPr>
          <p:cNvSpPr>
            <a:spLocks noGrp="1"/>
          </p:cNvSpPr>
          <p:nvPr>
            <p:ph idx="1"/>
          </p:nvPr>
        </p:nvSpPr>
        <p:spPr>
          <a:xfrm>
            <a:off x="228600" y="996950"/>
            <a:ext cx="8610600" cy="5556250"/>
          </a:xfrm>
        </p:spPr>
        <p:txBody>
          <a:bodyPr/>
          <a:lstStyle/>
          <a:p>
            <a:r>
              <a:rPr lang="en-US" altLang="en-US" b="1" dirty="0">
                <a:ea typeface="ＭＳ Ｐゴシック" panose="020B0600070205080204" pitchFamily="34" charset="-128"/>
              </a:rPr>
              <a:t>NVIDIA-speak</a:t>
            </a:r>
            <a:r>
              <a:rPr lang="en-US" altLang="en-US" dirty="0">
                <a:ea typeface="ＭＳ Ｐゴシック" panose="020B0600070205080204" pitchFamily="34" charset="-128"/>
              </a:rPr>
              <a:t>:</a:t>
            </a:r>
          </a:p>
          <a:p>
            <a:pPr lvl="1"/>
            <a:r>
              <a:rPr lang="en-US" altLang="en-US" sz="2400" dirty="0">
                <a:ea typeface="ＭＳ Ｐゴシック" panose="020B0600070205080204" pitchFamily="34" charset="-128"/>
              </a:rPr>
              <a:t>8448 stream processors (CUDA cores)</a:t>
            </a:r>
          </a:p>
          <a:p>
            <a:pPr lvl="1"/>
            <a:r>
              <a:rPr lang="ja-JP" altLang="en-US" sz="2400" dirty="0">
                <a:ea typeface="ＭＳ Ｐゴシック" panose="020B0600070205080204" pitchFamily="34" charset="-128"/>
              </a:rPr>
              <a:t>“</a:t>
            </a:r>
            <a:r>
              <a:rPr lang="en-US" altLang="ja-JP" sz="2400" dirty="0">
                <a:ea typeface="ＭＳ Ｐゴシック" panose="020B0600070205080204" pitchFamily="34" charset="-128"/>
              </a:rPr>
              <a:t>SIMT execution</a:t>
            </a:r>
            <a:r>
              <a:rPr lang="ja-JP" altLang="en-US" sz="2400" dirty="0">
                <a:ea typeface="ＭＳ Ｐゴシック" panose="020B0600070205080204" pitchFamily="34" charset="-128"/>
              </a:rPr>
              <a:t>”</a:t>
            </a:r>
            <a:endParaRPr lang="en-US" altLang="ja-JP" sz="2400" dirty="0">
              <a:ea typeface="ＭＳ Ｐゴシック" panose="020B0600070205080204" pitchFamily="34" charset="-128"/>
            </a:endParaRPr>
          </a:p>
          <a:p>
            <a:pPr lvl="1">
              <a:buFont typeface="Wingdings" pitchFamily="2" charset="2"/>
              <a:buNone/>
            </a:pPr>
            <a:r>
              <a:rPr lang="en-US" altLang="en-US" sz="2400" dirty="0">
                <a:ea typeface="ＭＳ Ｐゴシック" panose="020B0600070205080204" pitchFamily="34" charset="-128"/>
              </a:rPr>
              <a:t>	</a:t>
            </a:r>
            <a:endParaRPr lang="en-US" altLang="en-US" dirty="0">
              <a:ea typeface="ＭＳ Ｐゴシック" panose="020B0600070205080204" pitchFamily="34" charset="-128"/>
            </a:endParaRPr>
          </a:p>
          <a:p>
            <a:pPr lvl="1"/>
            <a:endParaRPr lang="en-US" altLang="en-US" sz="2400" dirty="0">
              <a:ea typeface="ＭＳ Ｐゴシック" panose="020B0600070205080204" pitchFamily="34" charset="-128"/>
            </a:endParaRPr>
          </a:p>
          <a:p>
            <a:pPr lvl="1"/>
            <a:endParaRPr lang="en-US" altLang="en-US" sz="2400" dirty="0">
              <a:ea typeface="ＭＳ Ｐゴシック" panose="020B0600070205080204" pitchFamily="34" charset="-128"/>
            </a:endParaRPr>
          </a:p>
          <a:p>
            <a:r>
              <a:rPr lang="en-US" altLang="en-US" b="1" dirty="0">
                <a:ea typeface="ＭＳ Ｐゴシック" panose="020B0600070205080204" pitchFamily="34" charset="-128"/>
              </a:rPr>
              <a:t>Generic speak</a:t>
            </a:r>
            <a:r>
              <a:rPr lang="en-US" altLang="en-US" dirty="0">
                <a:ea typeface="ＭＳ Ｐゴシック" panose="020B0600070205080204" pitchFamily="34" charset="-128"/>
              </a:rPr>
              <a:t>:</a:t>
            </a:r>
          </a:p>
          <a:p>
            <a:pPr lvl="1"/>
            <a:r>
              <a:rPr lang="en-US" altLang="en-US" sz="2400" dirty="0">
                <a:ea typeface="ＭＳ Ｐゴシック" panose="020B0600070205080204" pitchFamily="34" charset="-128"/>
              </a:rPr>
              <a:t>132 cores</a:t>
            </a:r>
          </a:p>
          <a:p>
            <a:pPr lvl="1"/>
            <a:r>
              <a:rPr lang="en-US" altLang="en-US" sz="2400" dirty="0">
                <a:ea typeface="ＭＳ Ｐゴシック" panose="020B0600070205080204" pitchFamily="34" charset="-128"/>
              </a:rPr>
              <a:t>64 SIMD functional units per core</a:t>
            </a:r>
          </a:p>
          <a:p>
            <a:pPr lvl="1"/>
            <a:r>
              <a:rPr lang="en-US" altLang="en-US" sz="2400" dirty="0">
                <a:ea typeface="ＭＳ Ｐゴシック" panose="020B0600070205080204" pitchFamily="34" charset="-128"/>
              </a:rPr>
              <a:t>Tensor cores for Machine Learning</a:t>
            </a:r>
          </a:p>
          <a:p>
            <a:pPr lvl="2"/>
            <a:r>
              <a:rPr lang="en-US" altLang="en-US" sz="1800" dirty="0">
                <a:ea typeface="ＭＳ Ｐゴシック" panose="020B0600070205080204" pitchFamily="34" charset="-128"/>
              </a:rPr>
              <a:t>Support for sparsity</a:t>
            </a:r>
          </a:p>
          <a:p>
            <a:pPr lvl="2"/>
            <a:r>
              <a:rPr lang="en-US" altLang="en-US" sz="1800" dirty="0">
                <a:ea typeface="ＭＳ Ｐゴシック" panose="020B0600070205080204" pitchFamily="34" charset="-128"/>
              </a:rPr>
              <a:t>Support for transformer</a:t>
            </a:r>
          </a:p>
          <a:p>
            <a:endParaRPr lang="en-US" altLang="en-US" sz="2600" dirty="0">
              <a:ea typeface="ＭＳ Ｐゴシック" panose="020B0600070205080204" pitchFamily="34" charset="-128"/>
            </a:endParaRPr>
          </a:p>
          <a:p>
            <a:r>
              <a:rPr lang="en-US" altLang="en-US" sz="1600" dirty="0">
                <a:ea typeface="ＭＳ Ｐゴシック" panose="020B0600070205080204" pitchFamily="34" charset="-128"/>
              </a:rPr>
              <a:t>https://developer.nvidia.com/blog/nvidia-hopper-architecture-in-depth/</a:t>
            </a:r>
          </a:p>
        </p:txBody>
      </p:sp>
      <p:sp>
        <p:nvSpPr>
          <p:cNvPr id="6"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2050" name="Picture 2" descr="Nvidia H100 Hopper chip">
            <a:extLst>
              <a:ext uri="{FF2B5EF4-FFF2-40B4-BE49-F238E27FC236}">
                <a16:creationId xmlns:a16="http://schemas.microsoft.com/office/drawing/2014/main" id="{69579BA6-8214-4CF1-9130-713603D273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1904999"/>
            <a:ext cx="4724400" cy="2657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4925982"/>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p:txBody>
          <a:bodyPr/>
          <a:lstStyle/>
          <a:p>
            <a:r>
              <a:rPr lang="en-US" altLang="en-US" dirty="0">
                <a:ea typeface="ＭＳ Ｐゴシック" panose="020B0600070205080204" pitchFamily="34" charset="-128"/>
              </a:rPr>
              <a:t>NVIDIA H100 Block Diagram</a:t>
            </a:r>
          </a:p>
        </p:txBody>
      </p:sp>
      <p:sp>
        <p:nvSpPr>
          <p:cNvPr id="3" name="TextBox 2"/>
          <p:cNvSpPr txBox="1"/>
          <p:nvPr/>
        </p:nvSpPr>
        <p:spPr>
          <a:xfrm>
            <a:off x="5780288" y="5575756"/>
            <a:ext cx="3384260" cy="215444"/>
          </a:xfrm>
          <a:prstGeom prst="rect">
            <a:avLst/>
          </a:prstGeom>
          <a:noFill/>
        </p:spPr>
        <p:txBody>
          <a:bodyPr wrap="none" rtlCol="0">
            <a:spAutoFit/>
          </a:bodyPr>
          <a:lstStyle/>
          <a:p>
            <a:r>
              <a:rPr lang="en-US" sz="800" dirty="0"/>
              <a:t>https://</a:t>
            </a:r>
            <a:r>
              <a:rPr lang="en-US" sz="800" dirty="0" err="1"/>
              <a:t>developer.nvidia.com</a:t>
            </a:r>
            <a:r>
              <a:rPr lang="en-US" sz="800" dirty="0"/>
              <a:t>/blog/</a:t>
            </a:r>
            <a:r>
              <a:rPr lang="en-US" sz="800" dirty="0" err="1"/>
              <a:t>nvidia</a:t>
            </a:r>
            <a:r>
              <a:rPr lang="en-US" sz="800" dirty="0"/>
              <a:t>-ampere-architecture-in-depth/</a:t>
            </a:r>
          </a:p>
        </p:txBody>
      </p:sp>
      <p:sp>
        <p:nvSpPr>
          <p:cNvPr id="7"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1028" name="Picture 4" descr="NVIDIA Hopper architecture H100 GPU 80GB">
            <a:extLst>
              <a:ext uri="{FF2B5EF4-FFF2-40B4-BE49-F238E27FC236}">
                <a16:creationId xmlns:a16="http://schemas.microsoft.com/office/drawing/2014/main" id="{76DC8C1A-1937-45BC-8B8C-673066ADCC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90600"/>
            <a:ext cx="9144000" cy="5002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0064419"/>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p:txBody>
          <a:bodyPr/>
          <a:lstStyle/>
          <a:p>
            <a:r>
              <a:rPr lang="en-US" altLang="en-US" dirty="0">
                <a:ea typeface="ＭＳ Ｐゴシック" panose="020B0600070205080204" pitchFamily="34" charset="-128"/>
              </a:rPr>
              <a:t>GPU Trend: H100 vs. A100</a:t>
            </a:r>
          </a:p>
        </p:txBody>
      </p:sp>
      <p:sp>
        <p:nvSpPr>
          <p:cNvPr id="10"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graphicFrame>
        <p:nvGraphicFramePr>
          <p:cNvPr id="4" name="Table 6">
            <a:extLst>
              <a:ext uri="{FF2B5EF4-FFF2-40B4-BE49-F238E27FC236}">
                <a16:creationId xmlns:a16="http://schemas.microsoft.com/office/drawing/2014/main" id="{0F0C597A-8825-7D4A-9E3A-2E9ABFA12953}"/>
              </a:ext>
            </a:extLst>
          </p:cNvPr>
          <p:cNvGraphicFramePr>
            <a:graphicFrameLocks noGrp="1"/>
          </p:cNvGraphicFramePr>
          <p:nvPr>
            <p:extLst>
              <p:ext uri="{D42A27DB-BD31-4B8C-83A1-F6EECF244321}">
                <p14:modId xmlns:p14="http://schemas.microsoft.com/office/powerpoint/2010/main" val="4152555803"/>
              </p:ext>
            </p:extLst>
          </p:nvPr>
        </p:nvGraphicFramePr>
        <p:xfrm>
          <a:off x="647700" y="1676400"/>
          <a:ext cx="7848600" cy="1990922"/>
        </p:xfrm>
        <a:graphic>
          <a:graphicData uri="http://schemas.openxmlformats.org/drawingml/2006/table">
            <a:tbl>
              <a:tblPr firstRow="1" bandRow="1">
                <a:tableStyleId>{5C22544A-7EE6-4342-B048-85BDC9FD1C3A}</a:tableStyleId>
              </a:tblPr>
              <a:tblGrid>
                <a:gridCol w="981075">
                  <a:extLst>
                    <a:ext uri="{9D8B030D-6E8A-4147-A177-3AD203B41FA5}">
                      <a16:colId xmlns:a16="http://schemas.microsoft.com/office/drawing/2014/main" val="275181381"/>
                    </a:ext>
                  </a:extLst>
                </a:gridCol>
                <a:gridCol w="981075">
                  <a:extLst>
                    <a:ext uri="{9D8B030D-6E8A-4147-A177-3AD203B41FA5}">
                      <a16:colId xmlns:a16="http://schemas.microsoft.com/office/drawing/2014/main" val="301736978"/>
                    </a:ext>
                  </a:extLst>
                </a:gridCol>
                <a:gridCol w="981075">
                  <a:extLst>
                    <a:ext uri="{9D8B030D-6E8A-4147-A177-3AD203B41FA5}">
                      <a16:colId xmlns:a16="http://schemas.microsoft.com/office/drawing/2014/main" val="705448727"/>
                    </a:ext>
                  </a:extLst>
                </a:gridCol>
                <a:gridCol w="981075">
                  <a:extLst>
                    <a:ext uri="{9D8B030D-6E8A-4147-A177-3AD203B41FA5}">
                      <a16:colId xmlns:a16="http://schemas.microsoft.com/office/drawing/2014/main" val="65168229"/>
                    </a:ext>
                  </a:extLst>
                </a:gridCol>
                <a:gridCol w="981075">
                  <a:extLst>
                    <a:ext uri="{9D8B030D-6E8A-4147-A177-3AD203B41FA5}">
                      <a16:colId xmlns:a16="http://schemas.microsoft.com/office/drawing/2014/main" val="1624966171"/>
                    </a:ext>
                  </a:extLst>
                </a:gridCol>
                <a:gridCol w="1571625">
                  <a:extLst>
                    <a:ext uri="{9D8B030D-6E8A-4147-A177-3AD203B41FA5}">
                      <a16:colId xmlns:a16="http://schemas.microsoft.com/office/drawing/2014/main" val="1889025899"/>
                    </a:ext>
                  </a:extLst>
                </a:gridCol>
                <a:gridCol w="1371600">
                  <a:extLst>
                    <a:ext uri="{9D8B030D-6E8A-4147-A177-3AD203B41FA5}">
                      <a16:colId xmlns:a16="http://schemas.microsoft.com/office/drawing/2014/main" val="2085766866"/>
                    </a:ext>
                  </a:extLst>
                </a:gridCol>
              </a:tblGrid>
              <a:tr h="848538">
                <a:tc>
                  <a:txBody>
                    <a:bodyPr/>
                    <a:lstStyle/>
                    <a:p>
                      <a:pPr algn="ctr"/>
                      <a:endParaRPr lang="en-C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solidFill>
                            <a:schemeClr val="tx1"/>
                          </a:solidFill>
                        </a:rPr>
                        <a:t>FP8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solidFill>
                            <a:schemeClr val="tx1"/>
                          </a:solidFill>
                        </a:rPr>
                        <a:t>FP16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solidFill>
                            <a:schemeClr val="tx1"/>
                          </a:solidFill>
                        </a:rPr>
                        <a:t>FP32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solidFill>
                            <a:schemeClr val="tx1"/>
                          </a:solidFill>
                        </a:rPr>
                        <a:t>FP64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solidFill>
                            <a:schemeClr val="tx1"/>
                          </a:solidFill>
                        </a:rPr>
                        <a:t>Memory bandwidth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dirty="0">
                          <a:solidFill>
                            <a:schemeClr val="tx1"/>
                          </a:solidFill>
                        </a:rPr>
                        <a:t>Memory capacity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7814562"/>
                  </a:ext>
                </a:extLst>
              </a:tr>
              <a:tr h="571192">
                <a:tc>
                  <a:txBody>
                    <a:bodyPr/>
                    <a:lstStyle/>
                    <a:p>
                      <a:pPr algn="ctr"/>
                      <a:r>
                        <a:rPr lang="en-CN" b="1" dirty="0">
                          <a:solidFill>
                            <a:srgbClr val="0432FF"/>
                          </a:solidFill>
                        </a:rPr>
                        <a:t>H100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t>4000T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t>2000T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t>1000T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t>60T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t>3TB/s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solidFill>
                            <a:srgbClr val="FF0000"/>
                          </a:solidFill>
                        </a:rPr>
                        <a:t>80GB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5942652"/>
                  </a:ext>
                </a:extLst>
              </a:tr>
              <a:tr h="571192">
                <a:tc>
                  <a:txBody>
                    <a:bodyPr/>
                    <a:lstStyle/>
                    <a:p>
                      <a:pPr algn="ctr"/>
                      <a:r>
                        <a:rPr lang="en-CN" b="1" dirty="0">
                          <a:solidFill>
                            <a:srgbClr val="0432FF"/>
                          </a:solidFill>
                        </a:rPr>
                        <a:t>A100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t>666T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t>666T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t>333T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t>20T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t>2TB/s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solidFill>
                            <a:srgbClr val="FF0000"/>
                          </a:solidFill>
                        </a:rPr>
                        <a:t>80GB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3220543"/>
                  </a:ext>
                </a:extLst>
              </a:tr>
            </a:tbl>
          </a:graphicData>
        </a:graphic>
      </p:graphicFrame>
      <p:sp>
        <p:nvSpPr>
          <p:cNvPr id="2" name="矩形 1">
            <a:extLst>
              <a:ext uri="{FF2B5EF4-FFF2-40B4-BE49-F238E27FC236}">
                <a16:creationId xmlns:a16="http://schemas.microsoft.com/office/drawing/2014/main" id="{6F71C744-C286-4315-A3AB-C0DC028D0AE8}"/>
              </a:ext>
            </a:extLst>
          </p:cNvPr>
          <p:cNvSpPr/>
          <p:nvPr/>
        </p:nvSpPr>
        <p:spPr>
          <a:xfrm>
            <a:off x="2362200" y="4124522"/>
            <a:ext cx="4495800" cy="461665"/>
          </a:xfrm>
          <a:prstGeom prst="rect">
            <a:avLst/>
          </a:prstGeom>
          <a:ln>
            <a:solidFill>
              <a:schemeClr val="accent6"/>
            </a:solidFill>
          </a:ln>
        </p:spPr>
        <p:txBody>
          <a:bodyPr wrap="square">
            <a:spAutoFit/>
          </a:bodyPr>
          <a:lstStyle/>
          <a:p>
            <a:r>
              <a:rPr lang="en-US" altLang="en-US" sz="2400" b="1" dirty="0"/>
              <a:t>Compute power scales well.</a:t>
            </a:r>
          </a:p>
        </p:txBody>
      </p:sp>
      <p:sp>
        <p:nvSpPr>
          <p:cNvPr id="6" name="矩形 5">
            <a:extLst>
              <a:ext uri="{FF2B5EF4-FFF2-40B4-BE49-F238E27FC236}">
                <a16:creationId xmlns:a16="http://schemas.microsoft.com/office/drawing/2014/main" id="{DAE3E8AC-3916-4273-85F6-B1AFA2B51B9B}"/>
              </a:ext>
            </a:extLst>
          </p:cNvPr>
          <p:cNvSpPr/>
          <p:nvPr/>
        </p:nvSpPr>
        <p:spPr>
          <a:xfrm>
            <a:off x="1371600" y="5105400"/>
            <a:ext cx="6553200" cy="461665"/>
          </a:xfrm>
          <a:prstGeom prst="rect">
            <a:avLst/>
          </a:prstGeom>
          <a:ln>
            <a:solidFill>
              <a:schemeClr val="accent6"/>
            </a:solidFill>
          </a:ln>
        </p:spPr>
        <p:txBody>
          <a:bodyPr wrap="square">
            <a:spAutoFit/>
          </a:bodyPr>
          <a:lstStyle/>
          <a:p>
            <a:r>
              <a:rPr lang="en-US" altLang="en-US" sz="2400" b="1" dirty="0">
                <a:solidFill>
                  <a:srgbClr val="DA9100"/>
                </a:solidFill>
              </a:rPr>
              <a:t>GPU memory capacity does not scale well.</a:t>
            </a:r>
          </a:p>
        </p:txBody>
      </p:sp>
    </p:spTree>
    <p:extLst>
      <p:ext uri="{BB962C8B-B14F-4D97-AF65-F5344CB8AC3E}">
        <p14:creationId xmlns:p14="http://schemas.microsoft.com/office/powerpoint/2010/main" val="81337381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8600" y="152400"/>
            <a:ext cx="8610600" cy="845127"/>
          </a:xfrm>
        </p:spPr>
        <p:txBody>
          <a:bodyPr anchor="ctr" anchorCtr="0"/>
          <a:lstStyle/>
          <a:p>
            <a:r>
              <a:rPr lang="en-US" dirty="0"/>
              <a:t>Agenda for Today</a:t>
            </a:r>
          </a:p>
        </p:txBody>
      </p:sp>
      <p:sp>
        <p:nvSpPr>
          <p:cNvPr id="3" name="Marcador de contenido 2"/>
          <p:cNvSpPr>
            <a:spLocks noGrp="1"/>
          </p:cNvSpPr>
          <p:nvPr>
            <p:ph idx="1"/>
          </p:nvPr>
        </p:nvSpPr>
        <p:spPr/>
        <p:txBody>
          <a:bodyPr>
            <a:normAutofit/>
          </a:bodyPr>
          <a:lstStyle/>
          <a:p>
            <a:r>
              <a:rPr lang="en-US" dirty="0">
                <a:ea typeface="ヒラギノ角ゴ Pro W3" pitchFamily="-108" charset="-128"/>
                <a:cs typeface="ヒラギノ角ゴ Pro W3" pitchFamily="-108" charset="-128"/>
              </a:rPr>
              <a:t>Where is GPU? &amp; Key Message</a:t>
            </a:r>
          </a:p>
          <a:p>
            <a:pPr marL="0" indent="0">
              <a:buNone/>
            </a:pPr>
            <a:endParaRPr lang="en-US" dirty="0">
              <a:solidFill>
                <a:srgbClr val="0000FF"/>
              </a:solidFill>
              <a:ea typeface="ヒラギノ角ゴ Pro W3" pitchFamily="-108" charset="-128"/>
              <a:cs typeface="ヒラギノ角ゴ Pro W3" pitchFamily="-108" charset="-128"/>
            </a:endParaRPr>
          </a:p>
          <a:p>
            <a:r>
              <a:rPr lang="en-US" altLang="zh-CN" dirty="0">
                <a:ea typeface="ヒラギノ角ゴ Pro W3" pitchFamily="-108" charset="-128"/>
                <a:cs typeface="ヒラギノ角ゴ Pro W3" pitchFamily="-108" charset="-128"/>
              </a:rPr>
              <a:t>Hardware Execution Model</a:t>
            </a:r>
          </a:p>
          <a:p>
            <a:endParaRPr lang="en-US" dirty="0">
              <a:ea typeface="ヒラギノ角ゴ Pro W3" pitchFamily="-108" charset="-128"/>
              <a:cs typeface="ヒラギノ角ゴ Pro W3" pitchFamily="-108" charset="-128"/>
            </a:endParaRPr>
          </a:p>
          <a:p>
            <a:r>
              <a:rPr lang="en-US" dirty="0">
                <a:solidFill>
                  <a:srgbClr val="0432FF"/>
                </a:solidFill>
                <a:ea typeface="ヒラギノ角ゴ Pro W3" pitchFamily="-108" charset="-128"/>
              </a:rPr>
              <a:t>Programming Model</a:t>
            </a:r>
          </a:p>
          <a:p>
            <a:pPr lvl="1"/>
            <a:r>
              <a:rPr lang="en-US" dirty="0">
                <a:ea typeface="ヒラギノ角ゴ Pro W3" pitchFamily="-108" charset="-128"/>
                <a:cs typeface="ヒラギノ角ゴ Pro W3" pitchFamily="-108" charset="-128"/>
              </a:rPr>
              <a:t>SISD</a:t>
            </a:r>
            <a:r>
              <a:rPr lang="zh-CN" altLang="en-US" dirty="0">
                <a:ea typeface="ヒラギノ角ゴ Pro W3" pitchFamily="-108" charset="-128"/>
                <a:cs typeface="ヒラギノ角ゴ Pro W3" pitchFamily="-108" charset="-128"/>
              </a:rPr>
              <a:t> </a:t>
            </a:r>
            <a:r>
              <a:rPr lang="en-US" altLang="zh-CN" dirty="0">
                <a:ea typeface="ヒラギノ角ゴ Pro W3" pitchFamily="-108" charset="-128"/>
                <a:cs typeface="ヒラギノ角ゴ Pro W3" pitchFamily="-108" charset="-128"/>
              </a:rPr>
              <a:t>vs. SIMD vs. SPMD</a:t>
            </a:r>
          </a:p>
          <a:p>
            <a:pPr lvl="1"/>
            <a:r>
              <a:rPr lang="en-US" dirty="0">
                <a:ea typeface="ヒラギノ角ゴ Pro W3" pitchFamily="-108" charset="-128"/>
                <a:cs typeface="ヒラギノ角ゴ Pro W3" pitchFamily="-108" charset="-128"/>
              </a:rPr>
              <a:t>GPU Programming Example</a:t>
            </a:r>
          </a:p>
          <a:p>
            <a:pPr marL="344487" lvl="1" indent="0">
              <a:buNone/>
            </a:pPr>
            <a:endParaRPr lang="en-US" altLang="zh-CN" dirty="0">
              <a:ea typeface="ヒラギノ角ゴ Pro W3" pitchFamily="-108" charset="-128"/>
              <a:cs typeface="ヒラギノ角ゴ Pro W3" pitchFamily="-108" charset="-128"/>
            </a:endParaRPr>
          </a:p>
          <a:p>
            <a:pPr lvl="0">
              <a:buClr>
                <a:srgbClr val="CC9900"/>
              </a:buClr>
            </a:pPr>
            <a:r>
              <a:rPr lang="en-US" altLang="zh-CN" dirty="0">
                <a:solidFill>
                  <a:srgbClr val="000000"/>
                </a:solidFill>
                <a:ea typeface="ヒラギノ角ゴ Pro W3" pitchFamily="-108" charset="-128"/>
                <a:cs typeface="ヒラギノ角ゴ Pro W3" pitchFamily="-108" charset="-128"/>
              </a:rPr>
              <a:t>Advance</a:t>
            </a:r>
          </a:p>
          <a:p>
            <a:pPr lvl="1">
              <a:buClr>
                <a:srgbClr val="CC9900"/>
              </a:buClr>
            </a:pPr>
            <a:r>
              <a:rPr lang="en-US" altLang="zh-CN" dirty="0">
                <a:solidFill>
                  <a:srgbClr val="000000"/>
                </a:solidFill>
                <a:ea typeface="ヒラギノ角ゴ Pro W3" pitchFamily="-108" charset="-128"/>
                <a:cs typeface="ヒラギノ角ゴ Pro W3" pitchFamily="-108" charset="-128"/>
              </a:rPr>
              <a:t>SIMT (Hardware) &amp; Warp (Software)</a:t>
            </a:r>
          </a:p>
          <a:p>
            <a:pPr marL="344487" lvl="1" indent="0">
              <a:buNone/>
            </a:pPr>
            <a:endParaRPr lang="en-US" dirty="0">
              <a:ea typeface="ヒラギノ角ゴ Pro W3" pitchFamily="-108" charset="-128"/>
              <a:cs typeface="ヒラギノ角ゴ Pro W3" pitchFamily="-108" charset="-128"/>
            </a:endParaRPr>
          </a:p>
          <a:p>
            <a:pPr lvl="2"/>
            <a:endParaRPr lang="en-US" dirty="0">
              <a:ea typeface="ヒラギノ角ゴ Pro W3" pitchFamily="-108" charset="-128"/>
              <a:cs typeface="ヒラギノ角ゴ Pro W3" pitchFamily="-108" charset="-128"/>
            </a:endParaRP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41</a:t>
            </a:fld>
            <a:endParaRPr lang="en-US" altLang="en-US"/>
          </a:p>
        </p:txBody>
      </p:sp>
      <p:sp>
        <p:nvSpPr>
          <p:cNvPr id="5" name="Rectangle 4">
            <a:extLst>
              <a:ext uri="{FF2B5EF4-FFF2-40B4-BE49-F238E27FC236}">
                <a16:creationId xmlns:a16="http://schemas.microsoft.com/office/drawing/2014/main" id="{3EAB8116-126C-5648-BEF0-E6606F73B7C9}"/>
              </a:ext>
            </a:extLst>
          </p:cNvPr>
          <p:cNvSpPr>
            <a:spLocks noChangeArrowheads="1"/>
          </p:cNvSpPr>
          <p:nvPr/>
        </p:nvSpPr>
        <p:spPr bwMode="auto">
          <a:xfrm>
            <a:off x="533400" y="3187587"/>
            <a:ext cx="3581400" cy="444500"/>
          </a:xfrm>
          <a:prstGeom prst="rect">
            <a:avLst/>
          </a:prstGeom>
          <a:noFill/>
          <a:ln w="38100">
            <a:solidFill>
              <a:srgbClr val="FF0000"/>
            </a:solidFill>
            <a:miter lim="800000"/>
            <a:headEnd/>
            <a:tailEnd/>
          </a:ln>
          <a:effectLst>
            <a:outerShdw blurRad="63500" dist="23000" dir="5400000" rotWithShape="0">
              <a:srgbClr val="000000">
                <a:alpha val="34998"/>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Tahoma" charset="0"/>
              <a:ea typeface="ＭＳ Ｐゴシック" charset="-128"/>
              <a:cs typeface="+mn-cs"/>
            </a:endParaRPr>
          </a:p>
        </p:txBody>
      </p:sp>
    </p:spTree>
    <p:extLst>
      <p:ext uri="{BB962C8B-B14F-4D97-AF65-F5344CB8AC3E}">
        <p14:creationId xmlns:p14="http://schemas.microsoft.com/office/powerpoint/2010/main" val="980361369"/>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19D772B3-EC9F-3144-B3A2-30288702ED26}"/>
              </a:ext>
            </a:extLst>
          </p:cNvPr>
          <p:cNvSpPr>
            <a:spLocks noGrp="1"/>
          </p:cNvSpPr>
          <p:nvPr>
            <p:ph type="title"/>
          </p:nvPr>
        </p:nvSpPr>
        <p:spPr>
          <a:xfrm>
            <a:off x="228600" y="152400"/>
            <a:ext cx="8915400" cy="1066800"/>
          </a:xfrm>
        </p:spPr>
        <p:txBody>
          <a:bodyPr/>
          <a:lstStyle/>
          <a:p>
            <a:r>
              <a:rPr lang="en-US" altLang="en-US">
                <a:ea typeface="ＭＳ Ｐゴシック" panose="020B0600070205080204" pitchFamily="34" charset="-128"/>
              </a:rPr>
              <a:t>How Can You Exploit Parallelism Here?</a:t>
            </a:r>
          </a:p>
        </p:txBody>
      </p:sp>
      <p:sp>
        <p:nvSpPr>
          <p:cNvPr id="49155" name="Slide Number Placeholder 3">
            <a:extLst>
              <a:ext uri="{FF2B5EF4-FFF2-40B4-BE49-F238E27FC236}">
                <a16:creationId xmlns:a16="http://schemas.microsoft.com/office/drawing/2014/main" id="{9D3B1B53-17B3-3345-8773-C8282DD9714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99A1A7A-1389-D24F-8FB7-E1911FD5BCCB}"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49156" name="Text Box 3">
            <a:extLst>
              <a:ext uri="{FF2B5EF4-FFF2-40B4-BE49-F238E27FC236}">
                <a16:creationId xmlns:a16="http://schemas.microsoft.com/office/drawing/2014/main" id="{62F36DA9-5636-2D43-900C-AB9818DEC9D6}"/>
              </a:ext>
            </a:extLst>
          </p:cNvPr>
          <p:cNvSpPr txBox="1">
            <a:spLocks noChangeArrowheads="1"/>
          </p:cNvSpPr>
          <p:nvPr/>
        </p:nvSpPr>
        <p:spPr bwMode="auto">
          <a:xfrm>
            <a:off x="4497389" y="1042986"/>
            <a:ext cx="3016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en-US" altLang="ko-KR" sz="1600" b="1" i="0" u="none" strike="noStrike" kern="1200" cap="none" spc="0" normalizeH="0" baseline="0" noProof="0" dirty="0">
                <a:ln>
                  <a:noFill/>
                </a:ln>
                <a:solidFill>
                  <a:srgbClr val="000000"/>
                </a:solidFill>
                <a:effectLst/>
                <a:uLnTx/>
                <a:uFillTx/>
                <a:latin typeface="Courier New" panose="02070309020205020404" pitchFamily="49" charset="0"/>
                <a:ea typeface="굴림" panose="020B0600000101010101" pitchFamily="34" charset="-127"/>
                <a:cs typeface="+mn-cs"/>
              </a:rPr>
              <a:t>for (</a:t>
            </a:r>
            <a:r>
              <a:rPr kumimoji="0" lang="en-US" altLang="ko-KR" sz="1600" b="1" i="0" u="none" strike="noStrike" kern="1200" cap="none" spc="0" normalizeH="0" baseline="0" noProof="0" dirty="0" err="1">
                <a:ln>
                  <a:noFill/>
                </a:ln>
                <a:solidFill>
                  <a:srgbClr val="000000"/>
                </a:solidFill>
                <a:effectLst/>
                <a:uLnTx/>
                <a:uFillTx/>
                <a:latin typeface="Courier New" panose="02070309020205020404" pitchFamily="49" charset="0"/>
                <a:ea typeface="굴림" panose="020B0600000101010101" pitchFamily="34" charset="-127"/>
                <a:cs typeface="+mn-cs"/>
              </a:rPr>
              <a:t>i</a:t>
            </a:r>
            <a:r>
              <a:rPr kumimoji="0" lang="en-US" altLang="ko-KR" sz="1600" b="1" i="0" u="none" strike="noStrike" kern="1200" cap="none" spc="0" normalizeH="0" baseline="0" noProof="0" dirty="0">
                <a:ln>
                  <a:noFill/>
                </a:ln>
                <a:solidFill>
                  <a:srgbClr val="000000"/>
                </a:solidFill>
                <a:effectLst/>
                <a:uLnTx/>
                <a:uFillTx/>
                <a:latin typeface="Courier New" panose="02070309020205020404" pitchFamily="49" charset="0"/>
                <a:ea typeface="굴림" panose="020B0600000101010101" pitchFamily="34" charset="-127"/>
                <a:cs typeface="+mn-cs"/>
              </a:rPr>
              <a:t>=0; </a:t>
            </a:r>
            <a:r>
              <a:rPr kumimoji="0" lang="en-US" altLang="ko-KR" sz="1600" b="1" i="0" u="none" strike="noStrike" kern="1200" cap="none" spc="0" normalizeH="0" baseline="0" noProof="0" dirty="0" err="1">
                <a:ln>
                  <a:noFill/>
                </a:ln>
                <a:solidFill>
                  <a:srgbClr val="000000"/>
                </a:solidFill>
                <a:effectLst/>
                <a:uLnTx/>
                <a:uFillTx/>
                <a:latin typeface="Courier New" panose="02070309020205020404" pitchFamily="49" charset="0"/>
                <a:ea typeface="굴림" panose="020B0600000101010101" pitchFamily="34" charset="-127"/>
                <a:cs typeface="+mn-cs"/>
              </a:rPr>
              <a:t>i</a:t>
            </a:r>
            <a:r>
              <a:rPr kumimoji="0" lang="en-US" altLang="ko-KR" sz="1600" b="1" i="0" u="none" strike="noStrike" kern="1200" cap="none" spc="0" normalizeH="0" baseline="0" noProof="0" dirty="0">
                <a:ln>
                  <a:noFill/>
                </a:ln>
                <a:solidFill>
                  <a:srgbClr val="000000"/>
                </a:solidFill>
                <a:effectLst/>
                <a:uLnTx/>
                <a:uFillTx/>
                <a:latin typeface="Courier New" panose="02070309020205020404" pitchFamily="49" charset="0"/>
                <a:ea typeface="굴림" panose="020B0600000101010101" pitchFamily="34" charset="-127"/>
                <a:cs typeface="+mn-cs"/>
              </a:rPr>
              <a:t> &lt; N; </a:t>
            </a:r>
            <a:r>
              <a:rPr kumimoji="0" lang="en-US" altLang="ko-KR" sz="1600" b="1" i="0" u="none" strike="noStrike" kern="1200" cap="none" spc="0" normalizeH="0" baseline="0" noProof="0" dirty="0" err="1">
                <a:ln>
                  <a:noFill/>
                </a:ln>
                <a:solidFill>
                  <a:srgbClr val="000000"/>
                </a:solidFill>
                <a:effectLst/>
                <a:uLnTx/>
                <a:uFillTx/>
                <a:latin typeface="Courier New" panose="02070309020205020404" pitchFamily="49" charset="0"/>
                <a:ea typeface="굴림" panose="020B0600000101010101" pitchFamily="34" charset="-127"/>
                <a:cs typeface="+mn-cs"/>
              </a:rPr>
              <a:t>i</a:t>
            </a:r>
            <a:r>
              <a:rPr kumimoji="0" lang="en-US" altLang="ko-KR" sz="1600" b="1" i="0" u="none" strike="noStrike" kern="1200" cap="none" spc="0" normalizeH="0" baseline="0" noProof="0" dirty="0">
                <a:ln>
                  <a:noFill/>
                </a:ln>
                <a:solidFill>
                  <a:srgbClr val="000000"/>
                </a:solidFill>
                <a:effectLst/>
                <a:uLnTx/>
                <a:uFillTx/>
                <a:latin typeface="Courier New" panose="02070309020205020404" pitchFamily="49" charset="0"/>
                <a:ea typeface="굴림" panose="020B0600000101010101" pitchFamily="34" charset="-127"/>
                <a:cs typeface="+mn-cs"/>
              </a:rPr>
              <a:t>++)</a:t>
            </a:r>
          </a:p>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en-US" altLang="ko-KR" sz="1600" b="1" i="0" u="none" strike="noStrike" kern="1200" cap="none" spc="0" normalizeH="0" baseline="0" noProof="0" dirty="0">
                <a:ln>
                  <a:noFill/>
                </a:ln>
                <a:solidFill>
                  <a:srgbClr val="000000"/>
                </a:solidFill>
                <a:effectLst/>
                <a:uLnTx/>
                <a:uFillTx/>
                <a:latin typeface="Courier New" panose="02070309020205020404" pitchFamily="49" charset="0"/>
                <a:ea typeface="굴림" panose="020B0600000101010101" pitchFamily="34" charset="-127"/>
                <a:cs typeface="+mn-cs"/>
              </a:rPr>
              <a:t>    C[</a:t>
            </a:r>
            <a:r>
              <a:rPr kumimoji="0" lang="en-US" altLang="ko-KR" sz="1600" b="1" i="0" u="none" strike="noStrike" kern="1200" cap="none" spc="0" normalizeH="0" baseline="0" noProof="0" dirty="0" err="1">
                <a:ln>
                  <a:noFill/>
                </a:ln>
                <a:solidFill>
                  <a:srgbClr val="000000"/>
                </a:solidFill>
                <a:effectLst/>
                <a:uLnTx/>
                <a:uFillTx/>
                <a:latin typeface="Courier New" panose="02070309020205020404" pitchFamily="49" charset="0"/>
                <a:ea typeface="굴림" panose="020B0600000101010101" pitchFamily="34" charset="-127"/>
                <a:cs typeface="+mn-cs"/>
              </a:rPr>
              <a:t>i</a:t>
            </a:r>
            <a:r>
              <a:rPr kumimoji="0" lang="en-US" altLang="ko-KR" sz="1600" b="1" i="0" u="none" strike="noStrike" kern="1200" cap="none" spc="0" normalizeH="0" baseline="0" noProof="0" dirty="0">
                <a:ln>
                  <a:noFill/>
                </a:ln>
                <a:solidFill>
                  <a:srgbClr val="000000"/>
                </a:solidFill>
                <a:effectLst/>
                <a:uLnTx/>
                <a:uFillTx/>
                <a:latin typeface="Courier New" panose="02070309020205020404" pitchFamily="49" charset="0"/>
                <a:ea typeface="굴림" panose="020B0600000101010101" pitchFamily="34" charset="-127"/>
                <a:cs typeface="+mn-cs"/>
              </a:rPr>
              <a:t>] = A[</a:t>
            </a:r>
            <a:r>
              <a:rPr kumimoji="0" lang="en-US" altLang="ko-KR" sz="1600" b="1" i="0" u="none" strike="noStrike" kern="1200" cap="none" spc="0" normalizeH="0" baseline="0" noProof="0" dirty="0" err="1">
                <a:ln>
                  <a:noFill/>
                </a:ln>
                <a:solidFill>
                  <a:srgbClr val="000000"/>
                </a:solidFill>
                <a:effectLst/>
                <a:uLnTx/>
                <a:uFillTx/>
                <a:latin typeface="Courier New" panose="02070309020205020404" pitchFamily="49" charset="0"/>
                <a:ea typeface="굴림" panose="020B0600000101010101" pitchFamily="34" charset="-127"/>
                <a:cs typeface="+mn-cs"/>
              </a:rPr>
              <a:t>i</a:t>
            </a:r>
            <a:r>
              <a:rPr kumimoji="0" lang="en-US" altLang="ko-KR" sz="1600" b="1" i="0" u="none" strike="noStrike" kern="1200" cap="none" spc="0" normalizeH="0" baseline="0" noProof="0" dirty="0">
                <a:ln>
                  <a:noFill/>
                </a:ln>
                <a:solidFill>
                  <a:srgbClr val="000000"/>
                </a:solidFill>
                <a:effectLst/>
                <a:uLnTx/>
                <a:uFillTx/>
                <a:latin typeface="Courier New" panose="02070309020205020404" pitchFamily="49" charset="0"/>
                <a:ea typeface="굴림" panose="020B0600000101010101" pitchFamily="34" charset="-127"/>
                <a:cs typeface="+mn-cs"/>
              </a:rPr>
              <a:t>] + B[</a:t>
            </a:r>
            <a:r>
              <a:rPr kumimoji="0" lang="en-US" altLang="ko-KR" sz="1600" b="1" i="0" u="none" strike="noStrike" kern="1200" cap="none" spc="0" normalizeH="0" baseline="0" noProof="0" dirty="0" err="1">
                <a:ln>
                  <a:noFill/>
                </a:ln>
                <a:solidFill>
                  <a:srgbClr val="000000"/>
                </a:solidFill>
                <a:effectLst/>
                <a:uLnTx/>
                <a:uFillTx/>
                <a:latin typeface="Courier New" panose="02070309020205020404" pitchFamily="49" charset="0"/>
                <a:ea typeface="굴림" panose="020B0600000101010101" pitchFamily="34" charset="-127"/>
                <a:cs typeface="+mn-cs"/>
              </a:rPr>
              <a:t>i</a:t>
            </a:r>
            <a:r>
              <a:rPr kumimoji="0" lang="en-US" altLang="ko-KR" sz="1600" b="1" i="0" u="none" strike="noStrike" kern="1200" cap="none" spc="0" normalizeH="0" baseline="0" noProof="0" dirty="0">
                <a:ln>
                  <a:noFill/>
                </a:ln>
                <a:solidFill>
                  <a:srgbClr val="000000"/>
                </a:solidFill>
                <a:effectLst/>
                <a:uLnTx/>
                <a:uFillTx/>
                <a:latin typeface="Courier New" panose="02070309020205020404" pitchFamily="49" charset="0"/>
                <a:ea typeface="굴림" panose="020B0600000101010101" pitchFamily="34" charset="-127"/>
                <a:cs typeface="+mn-cs"/>
              </a:rPr>
              <a:t>];</a:t>
            </a:r>
          </a:p>
        </p:txBody>
      </p:sp>
      <p:grpSp>
        <p:nvGrpSpPr>
          <p:cNvPr id="2" name="Group 4">
            <a:extLst>
              <a:ext uri="{FF2B5EF4-FFF2-40B4-BE49-F238E27FC236}">
                <a16:creationId xmlns:a16="http://schemas.microsoft.com/office/drawing/2014/main" id="{2B093563-1024-4648-B982-B5B58FA34F9C}"/>
              </a:ext>
            </a:extLst>
          </p:cNvPr>
          <p:cNvGrpSpPr>
            <a:grpSpLocks/>
          </p:cNvGrpSpPr>
          <p:nvPr/>
        </p:nvGrpSpPr>
        <p:grpSpPr bwMode="auto">
          <a:xfrm>
            <a:off x="-12700" y="1146969"/>
            <a:ext cx="3151188" cy="5243512"/>
            <a:chOff x="-47" y="921"/>
            <a:chExt cx="1985" cy="3303"/>
          </a:xfrm>
        </p:grpSpPr>
        <p:grpSp>
          <p:nvGrpSpPr>
            <p:cNvPr id="49159" name="Group 8">
              <a:extLst>
                <a:ext uri="{FF2B5EF4-FFF2-40B4-BE49-F238E27FC236}">
                  <a16:creationId xmlns:a16="http://schemas.microsoft.com/office/drawing/2014/main" id="{F24D0D2F-E7B4-8A48-AA54-7D834A3AE520}"/>
                </a:ext>
              </a:extLst>
            </p:cNvPr>
            <p:cNvGrpSpPr>
              <a:grpSpLocks/>
            </p:cNvGrpSpPr>
            <p:nvPr/>
          </p:nvGrpSpPr>
          <p:grpSpPr bwMode="auto">
            <a:xfrm>
              <a:off x="673" y="1258"/>
              <a:ext cx="1017" cy="1405"/>
              <a:chOff x="721" y="922"/>
              <a:chExt cx="1017" cy="1405"/>
            </a:xfrm>
          </p:grpSpPr>
          <p:sp>
            <p:nvSpPr>
              <p:cNvPr id="49173" name="AutoShape 6">
                <a:extLst>
                  <a:ext uri="{FF2B5EF4-FFF2-40B4-BE49-F238E27FC236}">
                    <a16:creationId xmlns:a16="http://schemas.microsoft.com/office/drawing/2014/main" id="{FC5A579F-6063-CE43-ADE8-A045A57F18BF}"/>
                  </a:ext>
                </a:extLst>
              </p:cNvPr>
              <p:cNvSpPr>
                <a:spLocks noChangeArrowheads="1"/>
              </p:cNvSpPr>
              <p:nvPr/>
            </p:nvSpPr>
            <p:spPr bwMode="auto">
              <a:xfrm>
                <a:off x="721" y="922"/>
                <a:ext cx="441" cy="253"/>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49174" name="AutoShape 7">
                <a:extLst>
                  <a:ext uri="{FF2B5EF4-FFF2-40B4-BE49-F238E27FC236}">
                    <a16:creationId xmlns:a16="http://schemas.microsoft.com/office/drawing/2014/main" id="{0E567467-D937-884C-8255-EF9BBA4D1743}"/>
                  </a:ext>
                </a:extLst>
              </p:cNvPr>
              <p:cNvSpPr>
                <a:spLocks noChangeArrowheads="1"/>
              </p:cNvSpPr>
              <p:nvPr/>
            </p:nvSpPr>
            <p:spPr bwMode="auto">
              <a:xfrm>
                <a:off x="1297" y="1210"/>
                <a:ext cx="441" cy="253"/>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49175" name="AutoShape 8">
                <a:extLst>
                  <a:ext uri="{FF2B5EF4-FFF2-40B4-BE49-F238E27FC236}">
                    <a16:creationId xmlns:a16="http://schemas.microsoft.com/office/drawing/2014/main" id="{0044EC1C-AA03-854D-9748-FF55A6172221}"/>
                  </a:ext>
                </a:extLst>
              </p:cNvPr>
              <p:cNvSpPr>
                <a:spLocks noChangeArrowheads="1"/>
              </p:cNvSpPr>
              <p:nvPr/>
            </p:nvSpPr>
            <p:spPr bwMode="auto">
              <a:xfrm>
                <a:off x="957" y="1642"/>
                <a:ext cx="402" cy="253"/>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49176" name="AutoShape 9">
                <a:extLst>
                  <a:ext uri="{FF2B5EF4-FFF2-40B4-BE49-F238E27FC236}">
                    <a16:creationId xmlns:a16="http://schemas.microsoft.com/office/drawing/2014/main" id="{A5AD1167-39E2-DA4E-AF4E-6B49E20A6613}"/>
                  </a:ext>
                </a:extLst>
              </p:cNvPr>
              <p:cNvSpPr>
                <a:spLocks noChangeArrowheads="1"/>
              </p:cNvSpPr>
              <p:nvPr/>
            </p:nvSpPr>
            <p:spPr bwMode="auto">
              <a:xfrm>
                <a:off x="930" y="2074"/>
                <a:ext cx="504" cy="253"/>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49177" name="Line 10">
                <a:extLst>
                  <a:ext uri="{FF2B5EF4-FFF2-40B4-BE49-F238E27FC236}">
                    <a16:creationId xmlns:a16="http://schemas.microsoft.com/office/drawing/2014/main" id="{512A211E-C83A-494E-B7EC-D175DD893DDF}"/>
                  </a:ext>
                </a:extLst>
              </p:cNvPr>
              <p:cNvSpPr>
                <a:spLocks noChangeShapeType="1"/>
              </p:cNvSpPr>
              <p:nvPr/>
            </p:nvSpPr>
            <p:spPr bwMode="auto">
              <a:xfrm>
                <a:off x="948" y="1200"/>
                <a:ext cx="144" cy="432"/>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9178" name="Line 11">
                <a:extLst>
                  <a:ext uri="{FF2B5EF4-FFF2-40B4-BE49-F238E27FC236}">
                    <a16:creationId xmlns:a16="http://schemas.microsoft.com/office/drawing/2014/main" id="{03E31DDB-686C-454F-ABF3-C0AFFA4A6D6D}"/>
                  </a:ext>
                </a:extLst>
              </p:cNvPr>
              <p:cNvSpPr>
                <a:spLocks noChangeShapeType="1"/>
              </p:cNvSpPr>
              <p:nvPr/>
            </p:nvSpPr>
            <p:spPr bwMode="auto">
              <a:xfrm flipH="1">
                <a:off x="1236" y="1488"/>
                <a:ext cx="192"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9179" name="Line 12">
                <a:extLst>
                  <a:ext uri="{FF2B5EF4-FFF2-40B4-BE49-F238E27FC236}">
                    <a16:creationId xmlns:a16="http://schemas.microsoft.com/office/drawing/2014/main" id="{8B413E9E-1FF7-AA4B-9100-1B02E554DAD5}"/>
                  </a:ext>
                </a:extLst>
              </p:cNvPr>
              <p:cNvSpPr>
                <a:spLocks noChangeShapeType="1"/>
              </p:cNvSpPr>
              <p:nvPr/>
            </p:nvSpPr>
            <p:spPr bwMode="auto">
              <a:xfrm>
                <a:off x="1188" y="1920"/>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9160" name="Group 13">
              <a:extLst>
                <a:ext uri="{FF2B5EF4-FFF2-40B4-BE49-F238E27FC236}">
                  <a16:creationId xmlns:a16="http://schemas.microsoft.com/office/drawing/2014/main" id="{21B105F3-D540-5E41-A146-A0E9BE05D108}"/>
                </a:ext>
              </a:extLst>
            </p:cNvPr>
            <p:cNvGrpSpPr>
              <a:grpSpLocks/>
            </p:cNvGrpSpPr>
            <p:nvPr/>
          </p:nvGrpSpPr>
          <p:grpSpPr bwMode="auto">
            <a:xfrm>
              <a:off x="685" y="2746"/>
              <a:ext cx="1017" cy="1405"/>
              <a:chOff x="733" y="2410"/>
              <a:chExt cx="1017" cy="1405"/>
            </a:xfrm>
          </p:grpSpPr>
          <p:sp>
            <p:nvSpPr>
              <p:cNvPr id="49166" name="AutoShape 14">
                <a:extLst>
                  <a:ext uri="{FF2B5EF4-FFF2-40B4-BE49-F238E27FC236}">
                    <a16:creationId xmlns:a16="http://schemas.microsoft.com/office/drawing/2014/main" id="{792FA4B4-097E-6E42-A613-562AAACC1AC7}"/>
                  </a:ext>
                </a:extLst>
              </p:cNvPr>
              <p:cNvSpPr>
                <a:spLocks noChangeArrowheads="1"/>
              </p:cNvSpPr>
              <p:nvPr/>
            </p:nvSpPr>
            <p:spPr bwMode="auto">
              <a:xfrm>
                <a:off x="733" y="2410"/>
                <a:ext cx="441" cy="253"/>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49167" name="AutoShape 15">
                <a:extLst>
                  <a:ext uri="{FF2B5EF4-FFF2-40B4-BE49-F238E27FC236}">
                    <a16:creationId xmlns:a16="http://schemas.microsoft.com/office/drawing/2014/main" id="{248A03EE-1614-6045-8121-784DD55B2E1B}"/>
                  </a:ext>
                </a:extLst>
              </p:cNvPr>
              <p:cNvSpPr>
                <a:spLocks noChangeArrowheads="1"/>
              </p:cNvSpPr>
              <p:nvPr/>
            </p:nvSpPr>
            <p:spPr bwMode="auto">
              <a:xfrm>
                <a:off x="1309" y="2698"/>
                <a:ext cx="441" cy="253"/>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49168" name="AutoShape 16">
                <a:extLst>
                  <a:ext uri="{FF2B5EF4-FFF2-40B4-BE49-F238E27FC236}">
                    <a16:creationId xmlns:a16="http://schemas.microsoft.com/office/drawing/2014/main" id="{32B2F7DC-903D-3946-9A48-598DDA2AD83E}"/>
                  </a:ext>
                </a:extLst>
              </p:cNvPr>
              <p:cNvSpPr>
                <a:spLocks noChangeArrowheads="1"/>
              </p:cNvSpPr>
              <p:nvPr/>
            </p:nvSpPr>
            <p:spPr bwMode="auto">
              <a:xfrm>
                <a:off x="969" y="3130"/>
                <a:ext cx="402" cy="253"/>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49169" name="AutoShape 17">
                <a:extLst>
                  <a:ext uri="{FF2B5EF4-FFF2-40B4-BE49-F238E27FC236}">
                    <a16:creationId xmlns:a16="http://schemas.microsoft.com/office/drawing/2014/main" id="{982FD435-7567-6B49-89EB-F047008FAFDF}"/>
                  </a:ext>
                </a:extLst>
              </p:cNvPr>
              <p:cNvSpPr>
                <a:spLocks noChangeArrowheads="1"/>
              </p:cNvSpPr>
              <p:nvPr/>
            </p:nvSpPr>
            <p:spPr bwMode="auto">
              <a:xfrm>
                <a:off x="942" y="3562"/>
                <a:ext cx="504" cy="253"/>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49170" name="Line 18">
                <a:extLst>
                  <a:ext uri="{FF2B5EF4-FFF2-40B4-BE49-F238E27FC236}">
                    <a16:creationId xmlns:a16="http://schemas.microsoft.com/office/drawing/2014/main" id="{64299365-5B41-DD4A-91D0-C4C17ADEAA27}"/>
                  </a:ext>
                </a:extLst>
              </p:cNvPr>
              <p:cNvSpPr>
                <a:spLocks noChangeShapeType="1"/>
              </p:cNvSpPr>
              <p:nvPr/>
            </p:nvSpPr>
            <p:spPr bwMode="auto">
              <a:xfrm>
                <a:off x="960" y="2688"/>
                <a:ext cx="144" cy="432"/>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9171" name="Line 19">
                <a:extLst>
                  <a:ext uri="{FF2B5EF4-FFF2-40B4-BE49-F238E27FC236}">
                    <a16:creationId xmlns:a16="http://schemas.microsoft.com/office/drawing/2014/main" id="{5D9C5693-F8B6-4E4C-9EEE-F1C3C3A9B1E8}"/>
                  </a:ext>
                </a:extLst>
              </p:cNvPr>
              <p:cNvSpPr>
                <a:spLocks noChangeShapeType="1"/>
              </p:cNvSpPr>
              <p:nvPr/>
            </p:nvSpPr>
            <p:spPr bwMode="auto">
              <a:xfrm flipH="1">
                <a:off x="1248" y="2976"/>
                <a:ext cx="192"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9172" name="Line 20">
                <a:extLst>
                  <a:ext uri="{FF2B5EF4-FFF2-40B4-BE49-F238E27FC236}">
                    <a16:creationId xmlns:a16="http://schemas.microsoft.com/office/drawing/2014/main" id="{039580C2-74B5-F749-A5E0-07F6E1A662FE}"/>
                  </a:ext>
                </a:extLst>
              </p:cNvPr>
              <p:cNvSpPr>
                <a:spLocks noChangeShapeType="1"/>
              </p:cNvSpPr>
              <p:nvPr/>
            </p:nvSpPr>
            <p:spPr bwMode="auto">
              <a:xfrm>
                <a:off x="1200" y="3408"/>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9161" name="AutoShape 21">
              <a:extLst>
                <a:ext uri="{FF2B5EF4-FFF2-40B4-BE49-F238E27FC236}">
                  <a16:creationId xmlns:a16="http://schemas.microsoft.com/office/drawing/2014/main" id="{88012773-B2D4-D840-BA8F-350AB0DF9B0D}"/>
                </a:ext>
              </a:extLst>
            </p:cNvPr>
            <p:cNvSpPr>
              <a:spLocks noChangeArrowheads="1"/>
            </p:cNvSpPr>
            <p:nvPr/>
          </p:nvSpPr>
          <p:spPr bwMode="auto">
            <a:xfrm>
              <a:off x="528" y="1200"/>
              <a:ext cx="1248" cy="1488"/>
            </a:xfrm>
            <a:prstGeom prst="roundRect">
              <a:avLst>
                <a:gd name="adj" fmla="val 16667"/>
              </a:avLst>
            </a:prstGeom>
            <a:noFill/>
            <a:ln w="3810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9162" name="AutoShape 22">
              <a:extLst>
                <a:ext uri="{FF2B5EF4-FFF2-40B4-BE49-F238E27FC236}">
                  <a16:creationId xmlns:a16="http://schemas.microsoft.com/office/drawing/2014/main" id="{B762B5B7-6B55-BB40-BB65-302991857284}"/>
                </a:ext>
              </a:extLst>
            </p:cNvPr>
            <p:cNvSpPr>
              <a:spLocks noChangeArrowheads="1"/>
            </p:cNvSpPr>
            <p:nvPr/>
          </p:nvSpPr>
          <p:spPr bwMode="auto">
            <a:xfrm>
              <a:off x="480" y="2736"/>
              <a:ext cx="1296" cy="1488"/>
            </a:xfrm>
            <a:prstGeom prst="roundRect">
              <a:avLst>
                <a:gd name="adj" fmla="val 16667"/>
              </a:avLst>
            </a:prstGeom>
            <a:noFill/>
            <a:ln w="38100"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9163" name="Text Box 23">
              <a:extLst>
                <a:ext uri="{FF2B5EF4-FFF2-40B4-BE49-F238E27FC236}">
                  <a16:creationId xmlns:a16="http://schemas.microsoft.com/office/drawing/2014/main" id="{F9311ADB-2969-864E-BABC-93340C5FC041}"/>
                </a:ext>
              </a:extLst>
            </p:cNvPr>
            <p:cNvSpPr txBox="1">
              <a:spLocks noChangeArrowheads="1"/>
            </p:cNvSpPr>
            <p:nvPr/>
          </p:nvSpPr>
          <p:spPr bwMode="auto">
            <a:xfrm>
              <a:off x="-39" y="1593"/>
              <a:ext cx="5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Iter. 1</a:t>
              </a:r>
            </a:p>
          </p:txBody>
        </p:sp>
        <p:sp>
          <p:nvSpPr>
            <p:cNvPr id="49164" name="Text Box 24">
              <a:extLst>
                <a:ext uri="{FF2B5EF4-FFF2-40B4-BE49-F238E27FC236}">
                  <a16:creationId xmlns:a16="http://schemas.microsoft.com/office/drawing/2014/main" id="{7244D35E-5AB3-CC46-B45A-1E81D307A954}"/>
                </a:ext>
              </a:extLst>
            </p:cNvPr>
            <p:cNvSpPr txBox="1">
              <a:spLocks noChangeArrowheads="1"/>
            </p:cNvSpPr>
            <p:nvPr/>
          </p:nvSpPr>
          <p:spPr bwMode="auto">
            <a:xfrm>
              <a:off x="-47" y="3341"/>
              <a:ext cx="5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err="1">
                  <a:ln>
                    <a:noFill/>
                  </a:ln>
                  <a:solidFill>
                    <a:srgbClr val="000000"/>
                  </a:solidFill>
                  <a:effectLst/>
                  <a:uLnTx/>
                  <a:uFillTx/>
                  <a:latin typeface="Verdana" panose="020B0604030504040204" pitchFamily="34" charset="0"/>
                  <a:ea typeface="굴림" panose="020B0600000101010101" pitchFamily="34" charset="-127"/>
                  <a:cs typeface="+mn-cs"/>
                </a:rPr>
                <a:t>Iter</a:t>
              </a:r>
              <a:r>
                <a:rPr kumimoji="0" lang="en-US" altLang="ko-KR" sz="1800" b="0" i="0" u="none" strike="noStrike" kern="1200" cap="none" spc="0" normalizeH="0" baseline="0" noProof="0" dirty="0">
                  <a:ln>
                    <a:noFill/>
                  </a:ln>
                  <a:solidFill>
                    <a:srgbClr val="000000"/>
                  </a:solidFill>
                  <a:effectLst/>
                  <a:uLnTx/>
                  <a:uFillTx/>
                  <a:latin typeface="Verdana" panose="020B0604030504040204" pitchFamily="34" charset="0"/>
                  <a:ea typeface="굴림" panose="020B0600000101010101" pitchFamily="34" charset="-127"/>
                  <a:cs typeface="+mn-cs"/>
                </a:rPr>
                <a:t>. 2</a:t>
              </a:r>
            </a:p>
          </p:txBody>
        </p:sp>
        <p:sp>
          <p:nvSpPr>
            <p:cNvPr id="49165" name="Text Box 25">
              <a:extLst>
                <a:ext uri="{FF2B5EF4-FFF2-40B4-BE49-F238E27FC236}">
                  <a16:creationId xmlns:a16="http://schemas.microsoft.com/office/drawing/2014/main" id="{05D62A71-CEC2-A04C-B4E8-92C021C06DA7}"/>
                </a:ext>
              </a:extLst>
            </p:cNvPr>
            <p:cNvSpPr txBox="1">
              <a:spLocks noChangeArrowheads="1"/>
            </p:cNvSpPr>
            <p:nvPr/>
          </p:nvSpPr>
          <p:spPr bwMode="auto">
            <a:xfrm>
              <a:off x="146" y="921"/>
              <a:ext cx="17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1"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Scalar Sequential Code</a:t>
              </a:r>
            </a:p>
          </p:txBody>
        </p:sp>
      </p:grpSp>
      <p:sp>
        <p:nvSpPr>
          <p:cNvPr id="59" name="Content Placeholder 2">
            <a:extLst>
              <a:ext uri="{FF2B5EF4-FFF2-40B4-BE49-F238E27FC236}">
                <a16:creationId xmlns:a16="http://schemas.microsoft.com/office/drawing/2014/main" id="{21762141-00C5-BC44-9486-AC34B0D58E93}"/>
              </a:ext>
            </a:extLst>
          </p:cNvPr>
          <p:cNvSpPr txBox="1">
            <a:spLocks/>
          </p:cNvSpPr>
          <p:nvPr/>
        </p:nvSpPr>
        <p:spPr bwMode="auto">
          <a:xfrm>
            <a:off x="3027362" y="1042986"/>
            <a:ext cx="5830888" cy="4810125"/>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20000"/>
              </a:spcBef>
              <a:spcAft>
                <a:spcPct val="0"/>
              </a:spcAft>
              <a:buClr>
                <a:srgbClr val="CC9900"/>
              </a:buClr>
              <a:buSzPct val="65000"/>
              <a:buFont typeface="Wingdings" pitchFamily="2" charset="2"/>
              <a:buNone/>
              <a:tabLst/>
              <a:defRPr/>
            </a:pPr>
            <a:endParaRPr kumimoji="0" lang="en-US" altLang="en-US" sz="2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0" marR="0" lvl="0" indent="0" algn="l" defTabSz="914400" rtl="0" eaLnBrk="0" fontAlgn="base" latinLnBrk="0" hangingPunct="0">
              <a:lnSpc>
                <a:spcPct val="100000"/>
              </a:lnSpc>
              <a:spcBef>
                <a:spcPct val="20000"/>
              </a:spcBef>
              <a:spcAft>
                <a:spcPct val="0"/>
              </a:spcAft>
              <a:buClr>
                <a:srgbClr val="CC9900"/>
              </a:buClr>
              <a:buSzPct val="65000"/>
              <a:buFont typeface="Wingdings" pitchFamily="2" charset="2"/>
              <a:buNone/>
              <a:tabLst/>
              <a:defRPr/>
            </a:pPr>
            <a:endParaRPr kumimoji="0" lang="en-US" altLang="en-US" sz="2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20000"/>
              </a:spcBef>
              <a:spcAft>
                <a:spcPct val="0"/>
              </a:spcAft>
              <a:buClr>
                <a:srgbClr val="CC9900"/>
              </a:buClr>
              <a:buSzPct val="65000"/>
              <a:buFont typeface="Wingdings" pitchFamily="2" charset="2"/>
              <a:buNone/>
              <a:tabLst/>
              <a:defRPr/>
            </a:pPr>
            <a:r>
              <a:rPr kumimoji="0" lang="en-US" altLang="en-US" sz="2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Let’s examine three programming options to exploit </a:t>
            </a:r>
            <a:r>
              <a:rPr kumimoji="0" lang="en-US" altLang="en-US" sz="2400" b="0" i="0" u="none" strike="noStrike" kern="1200" cap="none" spc="0" normalizeH="0" baseline="0" noProof="0" dirty="0">
                <a:ln>
                  <a:noFill/>
                </a:ln>
                <a:solidFill>
                  <a:srgbClr val="0070C0"/>
                </a:solidFill>
                <a:effectLst/>
                <a:uLnTx/>
                <a:uFillTx/>
                <a:latin typeface="Tahoma" panose="020B0604030504040204" pitchFamily="34" charset="0"/>
                <a:ea typeface="ＭＳ Ｐゴシック" panose="020B0600070205080204" pitchFamily="34" charset="-128"/>
                <a:cs typeface="+mn-cs"/>
              </a:rPr>
              <a:t>instruction-level parallelism</a:t>
            </a:r>
            <a:r>
              <a:rPr kumimoji="0" lang="en-US" altLang="en-US" sz="2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 present in this sequential code:</a:t>
            </a:r>
          </a:p>
          <a:p>
            <a:pPr marL="0" marR="0" lvl="0" indent="0" algn="l" defTabSz="914400" rtl="0" eaLnBrk="0" fontAlgn="base" latinLnBrk="0" hangingPunct="0">
              <a:lnSpc>
                <a:spcPct val="100000"/>
              </a:lnSpc>
              <a:spcBef>
                <a:spcPct val="20000"/>
              </a:spcBef>
              <a:spcAft>
                <a:spcPct val="0"/>
              </a:spcAft>
              <a:buClr>
                <a:srgbClr val="CC9900"/>
              </a:buClr>
              <a:buSzPct val="65000"/>
              <a:buFont typeface="Wingdings" pitchFamily="2" charset="2"/>
              <a:buChar char="n"/>
              <a:tabLst/>
              <a:defRPr/>
            </a:pPr>
            <a:endParaRPr kumimoji="0" lang="en-US" altLang="en-US" sz="2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20000"/>
              </a:spcBef>
              <a:spcAft>
                <a:spcPct val="0"/>
              </a:spcAft>
              <a:buClr>
                <a:srgbClr val="CC9900"/>
              </a:buClr>
              <a:buSzPct val="65000"/>
              <a:buFont typeface="Wingdings" pitchFamily="2" charset="2"/>
              <a:buNone/>
              <a:tabLst/>
              <a:defRPr/>
            </a:pPr>
            <a:r>
              <a:rPr kumimoji="0" lang="en-US" altLang="en-US" sz="2400" b="0" i="0" u="none" strike="noStrike" kern="1200" cap="none" spc="0" normalizeH="0" baseline="0" noProof="0" dirty="0">
                <a:ln>
                  <a:noFill/>
                </a:ln>
                <a:solidFill>
                  <a:srgbClr val="0432FF"/>
                </a:solidFill>
                <a:effectLst/>
                <a:uLnTx/>
                <a:uFillTx/>
                <a:latin typeface="Tahoma" panose="020B0604030504040204" pitchFamily="34" charset="0"/>
                <a:ea typeface="ＭＳ Ｐゴシック" panose="020B0600070205080204" pitchFamily="34" charset="-128"/>
                <a:cs typeface="+mn-cs"/>
              </a:rPr>
              <a:t>1. Sequential (SISD)</a:t>
            </a:r>
          </a:p>
          <a:p>
            <a:pPr marL="0" marR="0" lvl="0" indent="0" algn="ctr" defTabSz="914400" rtl="0" eaLnBrk="0" fontAlgn="base" latinLnBrk="0" hangingPunct="0">
              <a:lnSpc>
                <a:spcPct val="100000"/>
              </a:lnSpc>
              <a:spcBef>
                <a:spcPct val="20000"/>
              </a:spcBef>
              <a:spcAft>
                <a:spcPct val="0"/>
              </a:spcAft>
              <a:buClr>
                <a:srgbClr val="CC9900"/>
              </a:buClr>
              <a:buSzPct val="65000"/>
              <a:buFont typeface="Wingdings" pitchFamily="2" charset="2"/>
              <a:buNone/>
              <a:tabLst/>
              <a:defRPr/>
            </a:pPr>
            <a:endParaRPr kumimoji="0" lang="en-US" altLang="en-US" sz="2400" b="0" i="0" u="none" strike="noStrike" kern="1200" cap="none" spc="0" normalizeH="0" baseline="0" noProof="0" dirty="0">
              <a:ln>
                <a:noFill/>
              </a:ln>
              <a:solidFill>
                <a:srgbClr val="0432FF"/>
              </a:solidFill>
              <a:effectLst/>
              <a:uLnTx/>
              <a:uFillTx/>
              <a:latin typeface="Tahoma" panose="020B060403050404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20000"/>
              </a:spcBef>
              <a:spcAft>
                <a:spcPct val="0"/>
              </a:spcAft>
              <a:buClr>
                <a:srgbClr val="CC9900"/>
              </a:buClr>
              <a:buSzPct val="65000"/>
              <a:buFont typeface="Wingdings" pitchFamily="2" charset="2"/>
              <a:buNone/>
              <a:tabLst/>
              <a:defRPr/>
            </a:pPr>
            <a:r>
              <a:rPr kumimoji="0" lang="en-US" altLang="en-US" sz="2400" b="0" i="0" u="none" strike="noStrike" kern="1200" cap="none" spc="0" normalizeH="0" baseline="0" noProof="0" dirty="0">
                <a:ln>
                  <a:noFill/>
                </a:ln>
                <a:solidFill>
                  <a:srgbClr val="0432FF"/>
                </a:solidFill>
                <a:effectLst/>
                <a:uLnTx/>
                <a:uFillTx/>
                <a:latin typeface="Tahoma" panose="020B0604030504040204" pitchFamily="34" charset="0"/>
                <a:ea typeface="ＭＳ Ｐゴシック" panose="020B0600070205080204" pitchFamily="34" charset="-128"/>
                <a:cs typeface="+mn-cs"/>
              </a:rPr>
              <a:t>2. Data-Parallel (SIMD)</a:t>
            </a:r>
          </a:p>
          <a:p>
            <a:pPr marL="0" marR="0" lvl="0" indent="0" algn="ctr" defTabSz="914400" rtl="0" eaLnBrk="0" fontAlgn="base" latinLnBrk="0" hangingPunct="0">
              <a:lnSpc>
                <a:spcPct val="100000"/>
              </a:lnSpc>
              <a:spcBef>
                <a:spcPct val="20000"/>
              </a:spcBef>
              <a:spcAft>
                <a:spcPct val="0"/>
              </a:spcAft>
              <a:buClr>
                <a:srgbClr val="CC9900"/>
              </a:buClr>
              <a:buSzPct val="65000"/>
              <a:buFont typeface="Wingdings" pitchFamily="2" charset="2"/>
              <a:buNone/>
              <a:tabLst/>
              <a:defRPr/>
            </a:pPr>
            <a:endParaRPr kumimoji="0" lang="en-US" altLang="en-US" sz="2400" b="0" i="0" u="none" strike="noStrike" kern="1200" cap="none" spc="0" normalizeH="0" baseline="0" noProof="0" dirty="0">
              <a:ln>
                <a:noFill/>
              </a:ln>
              <a:solidFill>
                <a:srgbClr val="0432FF"/>
              </a:solidFill>
              <a:effectLst/>
              <a:uLnTx/>
              <a:uFillTx/>
              <a:latin typeface="Tahoma" panose="020B060403050404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20000"/>
              </a:spcBef>
              <a:spcAft>
                <a:spcPct val="0"/>
              </a:spcAft>
              <a:buClr>
                <a:srgbClr val="CC9900"/>
              </a:buClr>
              <a:buSzPct val="65000"/>
              <a:buFont typeface="Wingdings" pitchFamily="2" charset="2"/>
              <a:buNone/>
              <a:tabLst/>
              <a:defRPr/>
            </a:pPr>
            <a:r>
              <a:rPr kumimoji="0" lang="en-US" altLang="en-US" sz="2400" b="0" i="0" u="none" strike="noStrike" kern="1200" cap="none" spc="0" normalizeH="0" baseline="0" noProof="0" dirty="0">
                <a:ln>
                  <a:noFill/>
                </a:ln>
                <a:solidFill>
                  <a:srgbClr val="0432FF"/>
                </a:solidFill>
                <a:effectLst/>
                <a:uLnTx/>
                <a:uFillTx/>
                <a:latin typeface="Tahoma" panose="020B0604030504040204" pitchFamily="34" charset="0"/>
                <a:ea typeface="ＭＳ Ｐゴシック" panose="020B0600070205080204" pitchFamily="34" charset="-128"/>
                <a:cs typeface="+mn-cs"/>
              </a:rPr>
              <a:t>3. Multithreaded (SPMD)</a:t>
            </a:r>
          </a:p>
          <a:p>
            <a:pPr marL="0" marR="0" lvl="0" indent="0" algn="l" defTabSz="914400" rtl="0" eaLnBrk="0" fontAlgn="base" latinLnBrk="0" hangingPunct="0">
              <a:lnSpc>
                <a:spcPct val="100000"/>
              </a:lnSpc>
              <a:spcBef>
                <a:spcPct val="20000"/>
              </a:spcBef>
              <a:spcAft>
                <a:spcPct val="0"/>
              </a:spcAft>
              <a:buClr>
                <a:srgbClr val="CC9900"/>
              </a:buClr>
              <a:buSzPct val="65000"/>
              <a:buFont typeface="Wingdings" pitchFamily="2" charset="2"/>
              <a:buChar char="n"/>
              <a:tabLst/>
              <a:defRPr/>
            </a:pPr>
            <a:endParaRPr kumimoji="0" lang="en-US" altLang="en-US" sz="2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0" marR="0" lvl="0" indent="0" algn="l" defTabSz="914400" rtl="0" eaLnBrk="0" fontAlgn="base" latinLnBrk="0" hangingPunct="0">
              <a:lnSpc>
                <a:spcPct val="100000"/>
              </a:lnSpc>
              <a:spcBef>
                <a:spcPct val="20000"/>
              </a:spcBef>
              <a:spcAft>
                <a:spcPct val="0"/>
              </a:spcAft>
              <a:buClr>
                <a:srgbClr val="CC9900"/>
              </a:buClr>
              <a:buSzPct val="65000"/>
              <a:buFont typeface="Wingdings" pitchFamily="2" charset="2"/>
              <a:buChar char="n"/>
              <a:tabLst/>
              <a:defRPr/>
            </a:pPr>
            <a:endParaRPr kumimoji="0" lang="en-US" altLang="en-US" sz="2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94988850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9">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9">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CA597884-DB4D-B548-93F7-3470290A6678}"/>
              </a:ext>
            </a:extLst>
          </p:cNvPr>
          <p:cNvSpPr>
            <a:spLocks noGrp="1"/>
          </p:cNvSpPr>
          <p:nvPr>
            <p:ph type="title"/>
          </p:nvPr>
        </p:nvSpPr>
        <p:spPr>
          <a:xfrm>
            <a:off x="228600" y="152400"/>
            <a:ext cx="8915400" cy="1066800"/>
          </a:xfrm>
        </p:spPr>
        <p:txBody>
          <a:bodyPr/>
          <a:lstStyle/>
          <a:p>
            <a:r>
              <a:rPr lang="en-US" altLang="en-US" sz="3400">
                <a:ea typeface="ＭＳ Ｐゴシック" panose="020B0600070205080204" pitchFamily="34" charset="-128"/>
              </a:rPr>
              <a:t>Prog. Model 1: Sequential (SISD)</a:t>
            </a:r>
          </a:p>
        </p:txBody>
      </p:sp>
      <p:sp>
        <p:nvSpPr>
          <p:cNvPr id="50178" name="Slide Number Placeholder 3">
            <a:extLst>
              <a:ext uri="{FF2B5EF4-FFF2-40B4-BE49-F238E27FC236}">
                <a16:creationId xmlns:a16="http://schemas.microsoft.com/office/drawing/2014/main" id="{7A298E3E-D987-BA4F-BB77-6637D3273A0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A428CD5-A587-D944-948E-A45E3E6D6C2D}"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grpSp>
        <p:nvGrpSpPr>
          <p:cNvPr id="50179" name="Group 4">
            <a:extLst>
              <a:ext uri="{FF2B5EF4-FFF2-40B4-BE49-F238E27FC236}">
                <a16:creationId xmlns:a16="http://schemas.microsoft.com/office/drawing/2014/main" id="{79E279D1-F6CA-C140-B6D5-32AB427D3504}"/>
              </a:ext>
            </a:extLst>
          </p:cNvPr>
          <p:cNvGrpSpPr>
            <a:grpSpLocks/>
          </p:cNvGrpSpPr>
          <p:nvPr/>
        </p:nvGrpSpPr>
        <p:grpSpPr bwMode="auto">
          <a:xfrm>
            <a:off x="-61913" y="1143000"/>
            <a:ext cx="3138488" cy="5243513"/>
            <a:chOff x="-39" y="921"/>
            <a:chExt cx="1977" cy="3303"/>
          </a:xfrm>
        </p:grpSpPr>
        <p:grpSp>
          <p:nvGrpSpPr>
            <p:cNvPr id="50182" name="Group 8">
              <a:extLst>
                <a:ext uri="{FF2B5EF4-FFF2-40B4-BE49-F238E27FC236}">
                  <a16:creationId xmlns:a16="http://schemas.microsoft.com/office/drawing/2014/main" id="{D3A47B25-8B3A-6A41-8F3A-96EDC6CF260E}"/>
                </a:ext>
              </a:extLst>
            </p:cNvPr>
            <p:cNvGrpSpPr>
              <a:grpSpLocks/>
            </p:cNvGrpSpPr>
            <p:nvPr/>
          </p:nvGrpSpPr>
          <p:grpSpPr bwMode="auto">
            <a:xfrm>
              <a:off x="673" y="1258"/>
              <a:ext cx="1017" cy="1405"/>
              <a:chOff x="721" y="922"/>
              <a:chExt cx="1017" cy="1405"/>
            </a:xfrm>
          </p:grpSpPr>
          <p:sp>
            <p:nvSpPr>
              <p:cNvPr id="50196" name="AutoShape 6">
                <a:extLst>
                  <a:ext uri="{FF2B5EF4-FFF2-40B4-BE49-F238E27FC236}">
                    <a16:creationId xmlns:a16="http://schemas.microsoft.com/office/drawing/2014/main" id="{EA565CFA-009E-D744-8C0D-4DE306D901E6}"/>
                  </a:ext>
                </a:extLst>
              </p:cNvPr>
              <p:cNvSpPr>
                <a:spLocks noChangeArrowheads="1"/>
              </p:cNvSpPr>
              <p:nvPr/>
            </p:nvSpPr>
            <p:spPr bwMode="auto">
              <a:xfrm>
                <a:off x="721" y="922"/>
                <a:ext cx="441" cy="253"/>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0197" name="AutoShape 7">
                <a:extLst>
                  <a:ext uri="{FF2B5EF4-FFF2-40B4-BE49-F238E27FC236}">
                    <a16:creationId xmlns:a16="http://schemas.microsoft.com/office/drawing/2014/main" id="{F4BA8223-1493-2A48-837B-27449D81E186}"/>
                  </a:ext>
                </a:extLst>
              </p:cNvPr>
              <p:cNvSpPr>
                <a:spLocks noChangeArrowheads="1"/>
              </p:cNvSpPr>
              <p:nvPr/>
            </p:nvSpPr>
            <p:spPr bwMode="auto">
              <a:xfrm>
                <a:off x="1297" y="1210"/>
                <a:ext cx="441" cy="253"/>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0198" name="AutoShape 8">
                <a:extLst>
                  <a:ext uri="{FF2B5EF4-FFF2-40B4-BE49-F238E27FC236}">
                    <a16:creationId xmlns:a16="http://schemas.microsoft.com/office/drawing/2014/main" id="{8F10EA96-DD59-C447-9CC2-2FB1C6D1A6B7}"/>
                  </a:ext>
                </a:extLst>
              </p:cNvPr>
              <p:cNvSpPr>
                <a:spLocks noChangeArrowheads="1"/>
              </p:cNvSpPr>
              <p:nvPr/>
            </p:nvSpPr>
            <p:spPr bwMode="auto">
              <a:xfrm>
                <a:off x="957" y="1642"/>
                <a:ext cx="402" cy="253"/>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50199" name="AutoShape 9">
                <a:extLst>
                  <a:ext uri="{FF2B5EF4-FFF2-40B4-BE49-F238E27FC236}">
                    <a16:creationId xmlns:a16="http://schemas.microsoft.com/office/drawing/2014/main" id="{9B39F0FF-09C8-3E46-8F1C-A147FD494919}"/>
                  </a:ext>
                </a:extLst>
              </p:cNvPr>
              <p:cNvSpPr>
                <a:spLocks noChangeArrowheads="1"/>
              </p:cNvSpPr>
              <p:nvPr/>
            </p:nvSpPr>
            <p:spPr bwMode="auto">
              <a:xfrm>
                <a:off x="930" y="2074"/>
                <a:ext cx="504" cy="253"/>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50200" name="Line 10">
                <a:extLst>
                  <a:ext uri="{FF2B5EF4-FFF2-40B4-BE49-F238E27FC236}">
                    <a16:creationId xmlns:a16="http://schemas.microsoft.com/office/drawing/2014/main" id="{96A4A810-A510-3849-82F2-91A27E9D2EAA}"/>
                  </a:ext>
                </a:extLst>
              </p:cNvPr>
              <p:cNvSpPr>
                <a:spLocks noChangeShapeType="1"/>
              </p:cNvSpPr>
              <p:nvPr/>
            </p:nvSpPr>
            <p:spPr bwMode="auto">
              <a:xfrm>
                <a:off x="948" y="1200"/>
                <a:ext cx="144" cy="432"/>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0201" name="Line 11">
                <a:extLst>
                  <a:ext uri="{FF2B5EF4-FFF2-40B4-BE49-F238E27FC236}">
                    <a16:creationId xmlns:a16="http://schemas.microsoft.com/office/drawing/2014/main" id="{7DD2FF2B-4F09-D54E-8C30-DCBC89F7980A}"/>
                  </a:ext>
                </a:extLst>
              </p:cNvPr>
              <p:cNvSpPr>
                <a:spLocks noChangeShapeType="1"/>
              </p:cNvSpPr>
              <p:nvPr/>
            </p:nvSpPr>
            <p:spPr bwMode="auto">
              <a:xfrm flipH="1">
                <a:off x="1236" y="1488"/>
                <a:ext cx="192"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0202" name="Line 12">
                <a:extLst>
                  <a:ext uri="{FF2B5EF4-FFF2-40B4-BE49-F238E27FC236}">
                    <a16:creationId xmlns:a16="http://schemas.microsoft.com/office/drawing/2014/main" id="{70CB4C19-331D-CE4C-955B-FB04EA741F15}"/>
                  </a:ext>
                </a:extLst>
              </p:cNvPr>
              <p:cNvSpPr>
                <a:spLocks noChangeShapeType="1"/>
              </p:cNvSpPr>
              <p:nvPr/>
            </p:nvSpPr>
            <p:spPr bwMode="auto">
              <a:xfrm>
                <a:off x="1188" y="1920"/>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0183" name="Group 13">
              <a:extLst>
                <a:ext uri="{FF2B5EF4-FFF2-40B4-BE49-F238E27FC236}">
                  <a16:creationId xmlns:a16="http://schemas.microsoft.com/office/drawing/2014/main" id="{D0DF18FE-0C6E-6D4C-8407-B00694D73E15}"/>
                </a:ext>
              </a:extLst>
            </p:cNvPr>
            <p:cNvGrpSpPr>
              <a:grpSpLocks/>
            </p:cNvGrpSpPr>
            <p:nvPr/>
          </p:nvGrpSpPr>
          <p:grpSpPr bwMode="auto">
            <a:xfrm>
              <a:off x="685" y="2746"/>
              <a:ext cx="1017" cy="1405"/>
              <a:chOff x="733" y="2410"/>
              <a:chExt cx="1017" cy="1405"/>
            </a:xfrm>
          </p:grpSpPr>
          <p:sp>
            <p:nvSpPr>
              <p:cNvPr id="50189" name="AutoShape 14">
                <a:extLst>
                  <a:ext uri="{FF2B5EF4-FFF2-40B4-BE49-F238E27FC236}">
                    <a16:creationId xmlns:a16="http://schemas.microsoft.com/office/drawing/2014/main" id="{1F45A95F-F7D3-CA43-98D9-3529760E6911}"/>
                  </a:ext>
                </a:extLst>
              </p:cNvPr>
              <p:cNvSpPr>
                <a:spLocks noChangeArrowheads="1"/>
              </p:cNvSpPr>
              <p:nvPr/>
            </p:nvSpPr>
            <p:spPr bwMode="auto">
              <a:xfrm>
                <a:off x="733" y="2410"/>
                <a:ext cx="441" cy="253"/>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0190" name="AutoShape 15">
                <a:extLst>
                  <a:ext uri="{FF2B5EF4-FFF2-40B4-BE49-F238E27FC236}">
                    <a16:creationId xmlns:a16="http://schemas.microsoft.com/office/drawing/2014/main" id="{98F0B447-519C-1A47-81EA-F37A3B9425A8}"/>
                  </a:ext>
                </a:extLst>
              </p:cNvPr>
              <p:cNvSpPr>
                <a:spLocks noChangeArrowheads="1"/>
              </p:cNvSpPr>
              <p:nvPr/>
            </p:nvSpPr>
            <p:spPr bwMode="auto">
              <a:xfrm>
                <a:off x="1309" y="2698"/>
                <a:ext cx="441" cy="253"/>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0191" name="AutoShape 16">
                <a:extLst>
                  <a:ext uri="{FF2B5EF4-FFF2-40B4-BE49-F238E27FC236}">
                    <a16:creationId xmlns:a16="http://schemas.microsoft.com/office/drawing/2014/main" id="{18CDDA07-9AFB-1C48-A044-568D503665D5}"/>
                  </a:ext>
                </a:extLst>
              </p:cNvPr>
              <p:cNvSpPr>
                <a:spLocks noChangeArrowheads="1"/>
              </p:cNvSpPr>
              <p:nvPr/>
            </p:nvSpPr>
            <p:spPr bwMode="auto">
              <a:xfrm>
                <a:off x="969" y="3130"/>
                <a:ext cx="402" cy="253"/>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50192" name="AutoShape 17">
                <a:extLst>
                  <a:ext uri="{FF2B5EF4-FFF2-40B4-BE49-F238E27FC236}">
                    <a16:creationId xmlns:a16="http://schemas.microsoft.com/office/drawing/2014/main" id="{AC593EA3-A1A5-E549-A1FF-D5D3FAC1AF54}"/>
                  </a:ext>
                </a:extLst>
              </p:cNvPr>
              <p:cNvSpPr>
                <a:spLocks noChangeArrowheads="1"/>
              </p:cNvSpPr>
              <p:nvPr/>
            </p:nvSpPr>
            <p:spPr bwMode="auto">
              <a:xfrm>
                <a:off x="942" y="3562"/>
                <a:ext cx="504" cy="253"/>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50193" name="Line 18">
                <a:extLst>
                  <a:ext uri="{FF2B5EF4-FFF2-40B4-BE49-F238E27FC236}">
                    <a16:creationId xmlns:a16="http://schemas.microsoft.com/office/drawing/2014/main" id="{38EFB4A6-06E8-C94C-9313-430899055643}"/>
                  </a:ext>
                </a:extLst>
              </p:cNvPr>
              <p:cNvSpPr>
                <a:spLocks noChangeShapeType="1"/>
              </p:cNvSpPr>
              <p:nvPr/>
            </p:nvSpPr>
            <p:spPr bwMode="auto">
              <a:xfrm>
                <a:off x="960" y="2688"/>
                <a:ext cx="144" cy="432"/>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0194" name="Line 19">
                <a:extLst>
                  <a:ext uri="{FF2B5EF4-FFF2-40B4-BE49-F238E27FC236}">
                    <a16:creationId xmlns:a16="http://schemas.microsoft.com/office/drawing/2014/main" id="{51C94A5E-518E-4E4A-8919-8F75C9DA3045}"/>
                  </a:ext>
                </a:extLst>
              </p:cNvPr>
              <p:cNvSpPr>
                <a:spLocks noChangeShapeType="1"/>
              </p:cNvSpPr>
              <p:nvPr/>
            </p:nvSpPr>
            <p:spPr bwMode="auto">
              <a:xfrm flipH="1">
                <a:off x="1248" y="2976"/>
                <a:ext cx="192"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0195" name="Line 20">
                <a:extLst>
                  <a:ext uri="{FF2B5EF4-FFF2-40B4-BE49-F238E27FC236}">
                    <a16:creationId xmlns:a16="http://schemas.microsoft.com/office/drawing/2014/main" id="{3E2DE11C-72C9-A64E-B5DD-335885931821}"/>
                  </a:ext>
                </a:extLst>
              </p:cNvPr>
              <p:cNvSpPr>
                <a:spLocks noChangeShapeType="1"/>
              </p:cNvSpPr>
              <p:nvPr/>
            </p:nvSpPr>
            <p:spPr bwMode="auto">
              <a:xfrm>
                <a:off x="1200" y="3408"/>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0184" name="AutoShape 21">
              <a:extLst>
                <a:ext uri="{FF2B5EF4-FFF2-40B4-BE49-F238E27FC236}">
                  <a16:creationId xmlns:a16="http://schemas.microsoft.com/office/drawing/2014/main" id="{D580DDB7-9162-EA4E-B1BF-EAC52B52CE5E}"/>
                </a:ext>
              </a:extLst>
            </p:cNvPr>
            <p:cNvSpPr>
              <a:spLocks noChangeArrowheads="1"/>
            </p:cNvSpPr>
            <p:nvPr/>
          </p:nvSpPr>
          <p:spPr bwMode="auto">
            <a:xfrm>
              <a:off x="528" y="1200"/>
              <a:ext cx="1248" cy="1488"/>
            </a:xfrm>
            <a:prstGeom prst="roundRect">
              <a:avLst>
                <a:gd name="adj" fmla="val 16667"/>
              </a:avLst>
            </a:prstGeom>
            <a:noFill/>
            <a:ln w="3810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0185" name="AutoShape 22">
              <a:extLst>
                <a:ext uri="{FF2B5EF4-FFF2-40B4-BE49-F238E27FC236}">
                  <a16:creationId xmlns:a16="http://schemas.microsoft.com/office/drawing/2014/main" id="{66267234-9325-0D4C-9BE2-7CC5021AEECF}"/>
                </a:ext>
              </a:extLst>
            </p:cNvPr>
            <p:cNvSpPr>
              <a:spLocks noChangeArrowheads="1"/>
            </p:cNvSpPr>
            <p:nvPr/>
          </p:nvSpPr>
          <p:spPr bwMode="auto">
            <a:xfrm>
              <a:off x="480" y="2736"/>
              <a:ext cx="1296" cy="1488"/>
            </a:xfrm>
            <a:prstGeom prst="roundRect">
              <a:avLst>
                <a:gd name="adj" fmla="val 16667"/>
              </a:avLst>
            </a:prstGeom>
            <a:noFill/>
            <a:ln w="38100"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0186" name="Text Box 23">
              <a:extLst>
                <a:ext uri="{FF2B5EF4-FFF2-40B4-BE49-F238E27FC236}">
                  <a16:creationId xmlns:a16="http://schemas.microsoft.com/office/drawing/2014/main" id="{F01C8C6D-5502-0842-871F-E049A19821B4}"/>
                </a:ext>
              </a:extLst>
            </p:cNvPr>
            <p:cNvSpPr txBox="1">
              <a:spLocks noChangeArrowheads="1"/>
            </p:cNvSpPr>
            <p:nvPr/>
          </p:nvSpPr>
          <p:spPr bwMode="auto">
            <a:xfrm>
              <a:off x="-39" y="1593"/>
              <a:ext cx="5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Iter. 1</a:t>
              </a:r>
            </a:p>
          </p:txBody>
        </p:sp>
        <p:sp>
          <p:nvSpPr>
            <p:cNvPr id="50187" name="Text Box 24">
              <a:extLst>
                <a:ext uri="{FF2B5EF4-FFF2-40B4-BE49-F238E27FC236}">
                  <a16:creationId xmlns:a16="http://schemas.microsoft.com/office/drawing/2014/main" id="{3CE2D6CE-EB21-5A4D-9532-54324533FC83}"/>
                </a:ext>
              </a:extLst>
            </p:cNvPr>
            <p:cNvSpPr txBox="1">
              <a:spLocks noChangeArrowheads="1"/>
            </p:cNvSpPr>
            <p:nvPr/>
          </p:nvSpPr>
          <p:spPr bwMode="auto">
            <a:xfrm>
              <a:off x="-39" y="3081"/>
              <a:ext cx="5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Iter. 2</a:t>
              </a:r>
            </a:p>
          </p:txBody>
        </p:sp>
        <p:sp>
          <p:nvSpPr>
            <p:cNvPr id="50188" name="Text Box 25">
              <a:extLst>
                <a:ext uri="{FF2B5EF4-FFF2-40B4-BE49-F238E27FC236}">
                  <a16:creationId xmlns:a16="http://schemas.microsoft.com/office/drawing/2014/main" id="{EBA45C70-A75A-504F-916C-60D06B20D990}"/>
                </a:ext>
              </a:extLst>
            </p:cNvPr>
            <p:cNvSpPr txBox="1">
              <a:spLocks noChangeArrowheads="1"/>
            </p:cNvSpPr>
            <p:nvPr/>
          </p:nvSpPr>
          <p:spPr bwMode="auto">
            <a:xfrm>
              <a:off x="146" y="921"/>
              <a:ext cx="17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1"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Scalar Sequential Code</a:t>
              </a:r>
            </a:p>
          </p:txBody>
        </p:sp>
      </p:grpSp>
      <p:sp>
        <p:nvSpPr>
          <p:cNvPr id="57" name="Content Placeholder 2">
            <a:extLst>
              <a:ext uri="{FF2B5EF4-FFF2-40B4-BE49-F238E27FC236}">
                <a16:creationId xmlns:a16="http://schemas.microsoft.com/office/drawing/2014/main" id="{9012F16E-DEFD-E14B-866D-CF3524C49EF3}"/>
              </a:ext>
            </a:extLst>
          </p:cNvPr>
          <p:cNvSpPr txBox="1">
            <a:spLocks/>
          </p:cNvSpPr>
          <p:nvPr/>
        </p:nvSpPr>
        <p:spPr bwMode="auto">
          <a:xfrm>
            <a:off x="3421982" y="906463"/>
            <a:ext cx="5715000" cy="548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anose="020B0604020202020204" pitchFamily="34" charset="0"/>
                <a:ea typeface="ＭＳ Ｐゴシック" panose="020B0600070205080204" pitchFamily="34" charset="-128"/>
              </a:defRPr>
            </a:lvl1pPr>
            <a:lvl2pPr marL="669925" indent="-325438"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342900" marR="0" lvl="0" indent="-342900" algn="l" defTabSz="914400" rtl="0" eaLnBrk="0" fontAlgn="base" latinLnBrk="0" hangingPunct="0">
              <a:lnSpc>
                <a:spcPct val="100000"/>
              </a:lnSpc>
              <a:spcBef>
                <a:spcPct val="20000"/>
              </a:spcBef>
              <a:spcAft>
                <a:spcPct val="0"/>
              </a:spcAft>
              <a:buClr>
                <a:srgbClr val="CC9900"/>
              </a:buClr>
              <a:buSzPct val="65000"/>
              <a:buFont typeface="Wingdings" pitchFamily="2" charset="2"/>
              <a:buChar char="n"/>
              <a:tabLst/>
              <a:defRPr/>
            </a:pPr>
            <a:r>
              <a:rPr kumimoji="0" lang="en-US" altLang="en-US" sz="2400" b="0" i="0" u="none" strike="noStrike" kern="1200" cap="none" spc="0" normalizeH="0" baseline="0" noProof="0" dirty="0">
                <a:ln>
                  <a:noFill/>
                </a:ln>
                <a:effectLst/>
                <a:uLnTx/>
                <a:uFillTx/>
                <a:latin typeface="Tahoma" panose="020B0604030504040204" pitchFamily="34" charset="0"/>
                <a:ea typeface="ＭＳ Ｐゴシック" panose="020B0600070205080204" pitchFamily="34" charset="-128"/>
                <a:cs typeface="+mn-cs"/>
              </a:rPr>
              <a:t>Can be executed on </a:t>
            </a:r>
            <a:r>
              <a:rPr lang="en-US" altLang="en-US" dirty="0">
                <a:latin typeface="Tahoma" panose="020B0604030504040204" pitchFamily="34" charset="0"/>
              </a:rPr>
              <a:t>thee processors</a:t>
            </a:r>
            <a:r>
              <a:rPr kumimoji="0" lang="en-US" altLang="en-US" sz="2400" b="0" i="0" u="none" strike="noStrike" kern="1200" cap="none" spc="0" normalizeH="0" baseline="0" noProof="0" dirty="0">
                <a:ln>
                  <a:noFill/>
                </a:ln>
                <a:effectLst/>
                <a:uLnTx/>
                <a:uFillTx/>
                <a:latin typeface="Tahoma" panose="020B0604030504040204" pitchFamily="34" charset="0"/>
                <a:ea typeface="ＭＳ Ｐゴシック" panose="020B0600070205080204" pitchFamily="34" charset="-128"/>
                <a:cs typeface="+mn-cs"/>
              </a:rPr>
              <a:t>:</a:t>
            </a:r>
          </a:p>
          <a:p>
            <a:pPr marL="342900" marR="0" lvl="0" indent="-342900" algn="l" defTabSz="914400" rtl="0" eaLnBrk="0" fontAlgn="base" latinLnBrk="0" hangingPunct="0">
              <a:lnSpc>
                <a:spcPct val="100000"/>
              </a:lnSpc>
              <a:spcBef>
                <a:spcPct val="20000"/>
              </a:spcBef>
              <a:spcAft>
                <a:spcPct val="0"/>
              </a:spcAft>
              <a:buClr>
                <a:srgbClr val="CC9900"/>
              </a:buClr>
              <a:buSzPct val="65000"/>
              <a:buFont typeface="Wingdings" pitchFamily="2" charset="2"/>
              <a:buChar char="n"/>
              <a:tabLst/>
              <a:defRPr/>
            </a:pPr>
            <a:endParaRPr kumimoji="0" lang="en-US" altLang="en-US" sz="2400" b="0" i="0" u="none" strike="noStrike" kern="1200" cap="none" spc="0" normalizeH="0" baseline="0" noProof="0" dirty="0">
              <a:ln>
                <a:noFill/>
              </a:ln>
              <a:solidFill>
                <a:srgbClr val="0000FF"/>
              </a:solidFill>
              <a:effectLst/>
              <a:uLnTx/>
              <a:uFillTx/>
              <a:latin typeface="Tahoma" panose="020B0604030504040204" pitchFamily="34" charset="0"/>
              <a:ea typeface="ＭＳ Ｐゴシック" panose="020B0600070205080204" pitchFamily="34" charset="-128"/>
              <a:cs typeface="+mn-cs"/>
            </a:endParaRPr>
          </a:p>
          <a:p>
            <a:pPr marL="342900" marR="0" lvl="0" indent="-342900" algn="l" defTabSz="914400" rtl="0" eaLnBrk="0" fontAlgn="base" latinLnBrk="0" hangingPunct="0">
              <a:lnSpc>
                <a:spcPct val="100000"/>
              </a:lnSpc>
              <a:spcBef>
                <a:spcPct val="20000"/>
              </a:spcBef>
              <a:spcAft>
                <a:spcPct val="0"/>
              </a:spcAft>
              <a:buClr>
                <a:srgbClr val="CC9900"/>
              </a:buClr>
              <a:buSzPct val="65000"/>
              <a:buFont typeface="Wingdings" pitchFamily="2" charset="2"/>
              <a:buChar char="n"/>
              <a:tabLst/>
              <a:defRPr/>
            </a:pPr>
            <a:r>
              <a:rPr kumimoji="0" lang="en-US" altLang="en-US" sz="2400" b="0" i="0" u="none" strike="noStrike" kern="1200" cap="none" spc="0" normalizeH="0" baseline="0" noProof="0" dirty="0">
                <a:ln>
                  <a:noFill/>
                </a:ln>
                <a:solidFill>
                  <a:srgbClr val="0000FF"/>
                </a:solidFill>
                <a:effectLst/>
                <a:uLnTx/>
                <a:uFillTx/>
                <a:latin typeface="Tahoma" panose="020B0604030504040204" pitchFamily="34" charset="0"/>
                <a:ea typeface="ＭＳ Ｐゴシック" panose="020B0600070205080204" pitchFamily="34" charset="-128"/>
                <a:cs typeface="+mn-cs"/>
              </a:rPr>
              <a:t>1, Pipelined processor</a:t>
            </a:r>
            <a:endParaRPr kumimoji="0" lang="en-US" altLang="en-US" sz="12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342900" marR="0" lvl="0" indent="-342900" algn="l" defTabSz="914400" rtl="0" eaLnBrk="0" fontAlgn="base" latinLnBrk="0" hangingPunct="0">
              <a:lnSpc>
                <a:spcPct val="100000"/>
              </a:lnSpc>
              <a:spcBef>
                <a:spcPct val="20000"/>
              </a:spcBef>
              <a:spcAft>
                <a:spcPct val="0"/>
              </a:spcAft>
              <a:buClr>
                <a:srgbClr val="CC9900"/>
              </a:buClr>
              <a:buSzPct val="65000"/>
              <a:buFont typeface="Wingdings" pitchFamily="2" charset="2"/>
              <a:buChar char="n"/>
              <a:tabLst/>
              <a:defRPr/>
            </a:pPr>
            <a:r>
              <a:rPr kumimoji="0" lang="en-US" altLang="en-US" sz="2400" b="0" i="0" u="none" strike="noStrike" kern="1200" cap="none" spc="0" normalizeH="0" baseline="0" noProof="0" dirty="0">
                <a:ln>
                  <a:noFill/>
                </a:ln>
                <a:solidFill>
                  <a:srgbClr val="0000FF"/>
                </a:solidFill>
                <a:effectLst/>
                <a:uLnTx/>
                <a:uFillTx/>
                <a:latin typeface="Tahoma" panose="020B0604030504040204" pitchFamily="34" charset="0"/>
                <a:ea typeface="ＭＳ Ｐゴシック" panose="020B0600070205080204" pitchFamily="34" charset="-128"/>
                <a:cs typeface="+mn-cs"/>
              </a:rPr>
              <a:t>2, Out-of-order execution processor</a:t>
            </a:r>
          </a:p>
          <a:p>
            <a:pPr marL="669925" marR="0" lvl="1" indent="-325438" algn="l" defTabSz="914400" rtl="0" eaLnBrk="0" fontAlgn="base" latinLnBrk="0" hangingPunct="0">
              <a:lnSpc>
                <a:spcPct val="100000"/>
              </a:lnSpc>
              <a:spcBef>
                <a:spcPct val="20000"/>
              </a:spcBef>
              <a:spcAft>
                <a:spcPct val="0"/>
              </a:spcAft>
              <a:buClr>
                <a:srgbClr val="3B812F"/>
              </a:buClr>
              <a:buSzPct val="60000"/>
              <a:buFont typeface="Wingdings" pitchFamily="2" charset="2"/>
              <a:buChar char="q"/>
              <a:tabLst/>
              <a:defRPr/>
            </a:pPr>
            <a:r>
              <a:rPr kumimoji="0" lang="en-US" altLang="en-US" sz="22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Independent instructions executed when ready</a:t>
            </a:r>
          </a:p>
          <a:p>
            <a:pPr marL="669925" marR="0" lvl="1" indent="-325438" algn="l" defTabSz="914400" rtl="0" eaLnBrk="0" fontAlgn="base" latinLnBrk="0" hangingPunct="0">
              <a:lnSpc>
                <a:spcPct val="100000"/>
              </a:lnSpc>
              <a:spcBef>
                <a:spcPct val="20000"/>
              </a:spcBef>
              <a:spcAft>
                <a:spcPct val="0"/>
              </a:spcAft>
              <a:buClr>
                <a:srgbClr val="3B812F"/>
              </a:buClr>
              <a:buSzPct val="60000"/>
              <a:buFont typeface="Wingdings" pitchFamily="2" charset="2"/>
              <a:buChar char="q"/>
              <a:tabLst/>
              <a:defRPr/>
            </a:pPr>
            <a:r>
              <a:rPr kumimoji="0" lang="en-US" altLang="en-US" sz="2200" b="0" i="0" u="none" strike="noStrike" kern="1200" cap="none" spc="0" normalizeH="0" baseline="0" noProof="0" dirty="0">
                <a:ln>
                  <a:noFill/>
                </a:ln>
                <a:effectLst/>
                <a:uLnTx/>
                <a:uFillTx/>
                <a:latin typeface="Tahoma" panose="020B0604030504040204" pitchFamily="34" charset="0"/>
                <a:ea typeface="ＭＳ Ｐゴシック" panose="020B0600070205080204" pitchFamily="34" charset="-128"/>
                <a:cs typeface="+mn-cs"/>
              </a:rPr>
              <a:t>Different iterations are present in the instruction window and can execute in parallel in multiple functional units</a:t>
            </a:r>
          </a:p>
          <a:p>
            <a:pPr marL="342900" marR="0" lvl="0" indent="-342900" algn="l" defTabSz="914400" rtl="0" eaLnBrk="0" fontAlgn="base" latinLnBrk="0" hangingPunct="0">
              <a:lnSpc>
                <a:spcPct val="100000"/>
              </a:lnSpc>
              <a:spcBef>
                <a:spcPct val="20000"/>
              </a:spcBef>
              <a:spcAft>
                <a:spcPct val="0"/>
              </a:spcAft>
              <a:buClr>
                <a:srgbClr val="CC9900"/>
              </a:buClr>
              <a:buSzPct val="65000"/>
              <a:buFont typeface="Wingdings" pitchFamily="2" charset="2"/>
              <a:buChar char="n"/>
              <a:tabLst/>
              <a:defRPr/>
            </a:pPr>
            <a:r>
              <a:rPr kumimoji="0" lang="en-US" altLang="en-US" sz="2400" b="0" i="0" u="none" strike="noStrike" kern="1200" cap="none" spc="0" normalizeH="0" baseline="0" noProof="0" dirty="0">
                <a:ln>
                  <a:noFill/>
                </a:ln>
                <a:solidFill>
                  <a:srgbClr val="0000FF"/>
                </a:solidFill>
                <a:effectLst/>
                <a:uLnTx/>
                <a:uFillTx/>
                <a:latin typeface="Tahoma" panose="020B0604030504040204" pitchFamily="34" charset="0"/>
                <a:ea typeface="ＭＳ Ｐゴシック" panose="020B0600070205080204" pitchFamily="34" charset="-128"/>
                <a:cs typeface="+mn-cs"/>
              </a:rPr>
              <a:t>3, Superscalar or VLIW processor</a:t>
            </a:r>
          </a:p>
          <a:p>
            <a:pPr marL="669925" marR="0" lvl="1" indent="-325438" algn="l" defTabSz="914400" rtl="0" eaLnBrk="0" fontAlgn="base" latinLnBrk="0" hangingPunct="0">
              <a:lnSpc>
                <a:spcPct val="100000"/>
              </a:lnSpc>
              <a:spcBef>
                <a:spcPct val="20000"/>
              </a:spcBef>
              <a:spcAft>
                <a:spcPct val="0"/>
              </a:spcAft>
              <a:buClr>
                <a:srgbClr val="3B812F"/>
              </a:buClr>
              <a:buSzPct val="60000"/>
              <a:buFont typeface="Wingdings" pitchFamily="2" charset="2"/>
              <a:buChar char="q"/>
              <a:tabLst/>
              <a:defRPr/>
            </a:pPr>
            <a:r>
              <a:rPr kumimoji="0" lang="en-US" altLang="en-US" sz="22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Can fetch and execute multiple instructions per cycle</a:t>
            </a:r>
          </a:p>
          <a:p>
            <a:pPr marL="342900" marR="0" lvl="0" indent="-342900" algn="l" defTabSz="914400" rtl="0" eaLnBrk="0" fontAlgn="base" latinLnBrk="0" hangingPunct="0">
              <a:lnSpc>
                <a:spcPct val="100000"/>
              </a:lnSpc>
              <a:spcBef>
                <a:spcPct val="20000"/>
              </a:spcBef>
              <a:spcAft>
                <a:spcPct val="0"/>
              </a:spcAft>
              <a:buClr>
                <a:srgbClr val="CC9900"/>
              </a:buClr>
              <a:buSzPct val="65000"/>
              <a:buFont typeface="Wingdings" pitchFamily="2" charset="2"/>
              <a:buChar char="n"/>
              <a:tabLst/>
              <a:defRPr/>
            </a:pPr>
            <a:endParaRPr kumimoji="0" lang="en-US" altLang="en-US" sz="2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342900" marR="0" lvl="0" indent="-342900" algn="l" defTabSz="914400" rtl="0" eaLnBrk="0" fontAlgn="base" latinLnBrk="0" hangingPunct="0">
              <a:lnSpc>
                <a:spcPct val="100000"/>
              </a:lnSpc>
              <a:spcBef>
                <a:spcPct val="20000"/>
              </a:spcBef>
              <a:spcAft>
                <a:spcPct val="0"/>
              </a:spcAft>
              <a:buClr>
                <a:srgbClr val="CC9900"/>
              </a:buClr>
              <a:buSzPct val="65000"/>
              <a:buFont typeface="Wingdings" pitchFamily="2" charset="2"/>
              <a:buChar char="n"/>
              <a:tabLst/>
              <a:defRPr/>
            </a:pPr>
            <a:endParaRPr kumimoji="0" lang="en-US" altLang="en-US" sz="2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342900" marR="0" lvl="0" indent="-342900" algn="l" defTabSz="914400" rtl="0" eaLnBrk="0" fontAlgn="base" latinLnBrk="0" hangingPunct="0">
              <a:lnSpc>
                <a:spcPct val="100000"/>
              </a:lnSpc>
              <a:spcBef>
                <a:spcPct val="20000"/>
              </a:spcBef>
              <a:spcAft>
                <a:spcPct val="0"/>
              </a:spcAft>
              <a:buClr>
                <a:srgbClr val="CC9900"/>
              </a:buClr>
              <a:buSzPct val="65000"/>
              <a:buFont typeface="Wingdings" pitchFamily="2" charset="2"/>
              <a:buChar char="n"/>
              <a:tabLst/>
              <a:defRPr/>
            </a:pPr>
            <a:endParaRPr kumimoji="0" lang="en-US" altLang="en-US" sz="2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342900" marR="0" lvl="0" indent="-342900" algn="l" defTabSz="914400" rtl="0" eaLnBrk="0" fontAlgn="base" latinLnBrk="0" hangingPunct="0">
              <a:lnSpc>
                <a:spcPct val="100000"/>
              </a:lnSpc>
              <a:spcBef>
                <a:spcPct val="20000"/>
              </a:spcBef>
              <a:spcAft>
                <a:spcPct val="0"/>
              </a:spcAft>
              <a:buClr>
                <a:srgbClr val="CC9900"/>
              </a:buClr>
              <a:buSzPct val="65000"/>
              <a:buFont typeface="Wingdings" pitchFamily="2" charset="2"/>
              <a:buChar char="n"/>
              <a:tabLst/>
              <a:defRPr/>
            </a:pPr>
            <a:endParaRPr kumimoji="0" lang="en-US" altLang="en-US" sz="2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0181" name="Text Box 3">
            <a:extLst>
              <a:ext uri="{FF2B5EF4-FFF2-40B4-BE49-F238E27FC236}">
                <a16:creationId xmlns:a16="http://schemas.microsoft.com/office/drawing/2014/main" id="{2161CC6D-33E7-AA47-8EBF-F328D015EB29}"/>
              </a:ext>
            </a:extLst>
          </p:cNvPr>
          <p:cNvSpPr txBox="1">
            <a:spLocks noChangeArrowheads="1"/>
          </p:cNvSpPr>
          <p:nvPr/>
        </p:nvSpPr>
        <p:spPr bwMode="auto">
          <a:xfrm>
            <a:off x="6203950" y="152400"/>
            <a:ext cx="3016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en-US" altLang="ko-KR" sz="1600" b="1" i="0" u="none" strike="noStrike" kern="1200" cap="none" spc="0" normalizeH="0" baseline="0" noProof="0">
                <a:ln>
                  <a:noFill/>
                </a:ln>
                <a:solidFill>
                  <a:srgbClr val="000000"/>
                </a:solidFill>
                <a:effectLst/>
                <a:uLnTx/>
                <a:uFillTx/>
                <a:latin typeface="Courier New" panose="02070309020205020404" pitchFamily="49" charset="0"/>
                <a:ea typeface="굴림" panose="020B0600000101010101" pitchFamily="34" charset="-127"/>
                <a:cs typeface="+mn-cs"/>
              </a:rPr>
              <a:t>for (i=0; i &lt; N; i++)</a:t>
            </a:r>
          </a:p>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en-US" altLang="ko-KR" sz="1600" b="1" i="0" u="none" strike="noStrike" kern="1200" cap="none" spc="0" normalizeH="0" baseline="0" noProof="0">
                <a:ln>
                  <a:noFill/>
                </a:ln>
                <a:solidFill>
                  <a:srgbClr val="000000"/>
                </a:solidFill>
                <a:effectLst/>
                <a:uLnTx/>
                <a:uFillTx/>
                <a:latin typeface="Courier New" panose="02070309020205020404" pitchFamily="49" charset="0"/>
                <a:ea typeface="굴림" panose="020B0600000101010101" pitchFamily="34" charset="-127"/>
                <a:cs typeface="+mn-cs"/>
              </a:rPr>
              <a:t>    C[i] = A[i] + B[i];</a:t>
            </a:r>
          </a:p>
        </p:txBody>
      </p:sp>
    </p:spTree>
    <p:extLst>
      <p:ext uri="{BB962C8B-B14F-4D97-AF65-F5344CB8AC3E}">
        <p14:creationId xmlns:p14="http://schemas.microsoft.com/office/powerpoint/2010/main" val="135586352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7">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7">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7">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7750E223-0377-264C-BD6A-654268C2013E}"/>
              </a:ext>
            </a:extLst>
          </p:cNvPr>
          <p:cNvGrpSpPr>
            <a:grpSpLocks/>
          </p:cNvGrpSpPr>
          <p:nvPr/>
        </p:nvGrpSpPr>
        <p:grpSpPr bwMode="auto">
          <a:xfrm>
            <a:off x="-76200" y="1004888"/>
            <a:ext cx="3138488" cy="5243512"/>
            <a:chOff x="-39" y="921"/>
            <a:chExt cx="1977" cy="3303"/>
          </a:xfrm>
        </p:grpSpPr>
        <p:grpSp>
          <p:nvGrpSpPr>
            <p:cNvPr id="51237" name="Group 8">
              <a:extLst>
                <a:ext uri="{FF2B5EF4-FFF2-40B4-BE49-F238E27FC236}">
                  <a16:creationId xmlns:a16="http://schemas.microsoft.com/office/drawing/2014/main" id="{B3FB48F3-98D6-9E4B-8F91-378680E8B43B}"/>
                </a:ext>
              </a:extLst>
            </p:cNvPr>
            <p:cNvGrpSpPr>
              <a:grpSpLocks/>
            </p:cNvGrpSpPr>
            <p:nvPr/>
          </p:nvGrpSpPr>
          <p:grpSpPr bwMode="auto">
            <a:xfrm>
              <a:off x="673" y="1258"/>
              <a:ext cx="1017" cy="1405"/>
              <a:chOff x="721" y="922"/>
              <a:chExt cx="1017" cy="1405"/>
            </a:xfrm>
          </p:grpSpPr>
          <p:sp>
            <p:nvSpPr>
              <p:cNvPr id="51251" name="AutoShape 6">
                <a:extLst>
                  <a:ext uri="{FF2B5EF4-FFF2-40B4-BE49-F238E27FC236}">
                    <a16:creationId xmlns:a16="http://schemas.microsoft.com/office/drawing/2014/main" id="{A2FF03E8-EDCC-3845-AC7E-DB4E77AEB9D1}"/>
                  </a:ext>
                </a:extLst>
              </p:cNvPr>
              <p:cNvSpPr>
                <a:spLocks noChangeArrowheads="1"/>
              </p:cNvSpPr>
              <p:nvPr/>
            </p:nvSpPr>
            <p:spPr bwMode="auto">
              <a:xfrm>
                <a:off x="721" y="922"/>
                <a:ext cx="441" cy="253"/>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1252" name="AutoShape 7">
                <a:extLst>
                  <a:ext uri="{FF2B5EF4-FFF2-40B4-BE49-F238E27FC236}">
                    <a16:creationId xmlns:a16="http://schemas.microsoft.com/office/drawing/2014/main" id="{B96663D1-5920-1945-B611-34B1A9792165}"/>
                  </a:ext>
                </a:extLst>
              </p:cNvPr>
              <p:cNvSpPr>
                <a:spLocks noChangeArrowheads="1"/>
              </p:cNvSpPr>
              <p:nvPr/>
            </p:nvSpPr>
            <p:spPr bwMode="auto">
              <a:xfrm>
                <a:off x="1297" y="1210"/>
                <a:ext cx="441" cy="253"/>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1253" name="AutoShape 8">
                <a:extLst>
                  <a:ext uri="{FF2B5EF4-FFF2-40B4-BE49-F238E27FC236}">
                    <a16:creationId xmlns:a16="http://schemas.microsoft.com/office/drawing/2014/main" id="{F6484137-B733-C94F-BF43-557325917F4E}"/>
                  </a:ext>
                </a:extLst>
              </p:cNvPr>
              <p:cNvSpPr>
                <a:spLocks noChangeArrowheads="1"/>
              </p:cNvSpPr>
              <p:nvPr/>
            </p:nvSpPr>
            <p:spPr bwMode="auto">
              <a:xfrm>
                <a:off x="957" y="1642"/>
                <a:ext cx="402" cy="253"/>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51254" name="AutoShape 9">
                <a:extLst>
                  <a:ext uri="{FF2B5EF4-FFF2-40B4-BE49-F238E27FC236}">
                    <a16:creationId xmlns:a16="http://schemas.microsoft.com/office/drawing/2014/main" id="{CD686EAB-9BE0-534A-B674-4EF75D6FFC31}"/>
                  </a:ext>
                </a:extLst>
              </p:cNvPr>
              <p:cNvSpPr>
                <a:spLocks noChangeArrowheads="1"/>
              </p:cNvSpPr>
              <p:nvPr/>
            </p:nvSpPr>
            <p:spPr bwMode="auto">
              <a:xfrm>
                <a:off x="930" y="2074"/>
                <a:ext cx="504" cy="253"/>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51255" name="Line 10">
                <a:extLst>
                  <a:ext uri="{FF2B5EF4-FFF2-40B4-BE49-F238E27FC236}">
                    <a16:creationId xmlns:a16="http://schemas.microsoft.com/office/drawing/2014/main" id="{14C41AC4-0BF7-B542-8816-87082AA8D282}"/>
                  </a:ext>
                </a:extLst>
              </p:cNvPr>
              <p:cNvSpPr>
                <a:spLocks noChangeShapeType="1"/>
              </p:cNvSpPr>
              <p:nvPr/>
            </p:nvSpPr>
            <p:spPr bwMode="auto">
              <a:xfrm>
                <a:off x="948" y="1200"/>
                <a:ext cx="144" cy="432"/>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1256" name="Line 11">
                <a:extLst>
                  <a:ext uri="{FF2B5EF4-FFF2-40B4-BE49-F238E27FC236}">
                    <a16:creationId xmlns:a16="http://schemas.microsoft.com/office/drawing/2014/main" id="{567E5A7E-BFC7-B94A-B547-0BADC47D0D2D}"/>
                  </a:ext>
                </a:extLst>
              </p:cNvPr>
              <p:cNvSpPr>
                <a:spLocks noChangeShapeType="1"/>
              </p:cNvSpPr>
              <p:nvPr/>
            </p:nvSpPr>
            <p:spPr bwMode="auto">
              <a:xfrm flipH="1">
                <a:off x="1236" y="1488"/>
                <a:ext cx="192"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1257" name="Line 12">
                <a:extLst>
                  <a:ext uri="{FF2B5EF4-FFF2-40B4-BE49-F238E27FC236}">
                    <a16:creationId xmlns:a16="http://schemas.microsoft.com/office/drawing/2014/main" id="{72537138-7DC9-8043-AB72-4A5CAEE2F09C}"/>
                  </a:ext>
                </a:extLst>
              </p:cNvPr>
              <p:cNvSpPr>
                <a:spLocks noChangeShapeType="1"/>
              </p:cNvSpPr>
              <p:nvPr/>
            </p:nvSpPr>
            <p:spPr bwMode="auto">
              <a:xfrm>
                <a:off x="1188" y="1920"/>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1238" name="Group 13">
              <a:extLst>
                <a:ext uri="{FF2B5EF4-FFF2-40B4-BE49-F238E27FC236}">
                  <a16:creationId xmlns:a16="http://schemas.microsoft.com/office/drawing/2014/main" id="{8A26AD35-1942-A447-BD17-CF9CF8C2D0C2}"/>
                </a:ext>
              </a:extLst>
            </p:cNvPr>
            <p:cNvGrpSpPr>
              <a:grpSpLocks/>
            </p:cNvGrpSpPr>
            <p:nvPr/>
          </p:nvGrpSpPr>
          <p:grpSpPr bwMode="auto">
            <a:xfrm>
              <a:off x="685" y="2746"/>
              <a:ext cx="1017" cy="1405"/>
              <a:chOff x="733" y="2410"/>
              <a:chExt cx="1017" cy="1405"/>
            </a:xfrm>
          </p:grpSpPr>
          <p:sp>
            <p:nvSpPr>
              <p:cNvPr id="51244" name="AutoShape 14">
                <a:extLst>
                  <a:ext uri="{FF2B5EF4-FFF2-40B4-BE49-F238E27FC236}">
                    <a16:creationId xmlns:a16="http://schemas.microsoft.com/office/drawing/2014/main" id="{E2B316FA-42B9-3640-ABC6-00D49934AA4F}"/>
                  </a:ext>
                </a:extLst>
              </p:cNvPr>
              <p:cNvSpPr>
                <a:spLocks noChangeArrowheads="1"/>
              </p:cNvSpPr>
              <p:nvPr/>
            </p:nvSpPr>
            <p:spPr bwMode="auto">
              <a:xfrm>
                <a:off x="733" y="2410"/>
                <a:ext cx="441" cy="253"/>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1245" name="AutoShape 15">
                <a:extLst>
                  <a:ext uri="{FF2B5EF4-FFF2-40B4-BE49-F238E27FC236}">
                    <a16:creationId xmlns:a16="http://schemas.microsoft.com/office/drawing/2014/main" id="{BAA442AE-3BC4-6C4F-834A-1E9FE18B1B1E}"/>
                  </a:ext>
                </a:extLst>
              </p:cNvPr>
              <p:cNvSpPr>
                <a:spLocks noChangeArrowheads="1"/>
              </p:cNvSpPr>
              <p:nvPr/>
            </p:nvSpPr>
            <p:spPr bwMode="auto">
              <a:xfrm>
                <a:off x="1309" y="2698"/>
                <a:ext cx="441" cy="253"/>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1246" name="AutoShape 16">
                <a:extLst>
                  <a:ext uri="{FF2B5EF4-FFF2-40B4-BE49-F238E27FC236}">
                    <a16:creationId xmlns:a16="http://schemas.microsoft.com/office/drawing/2014/main" id="{BF329FEF-58AD-E640-BFF3-DB493F5C36C6}"/>
                  </a:ext>
                </a:extLst>
              </p:cNvPr>
              <p:cNvSpPr>
                <a:spLocks noChangeArrowheads="1"/>
              </p:cNvSpPr>
              <p:nvPr/>
            </p:nvSpPr>
            <p:spPr bwMode="auto">
              <a:xfrm>
                <a:off x="969" y="3130"/>
                <a:ext cx="402" cy="253"/>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51247" name="AutoShape 17">
                <a:extLst>
                  <a:ext uri="{FF2B5EF4-FFF2-40B4-BE49-F238E27FC236}">
                    <a16:creationId xmlns:a16="http://schemas.microsoft.com/office/drawing/2014/main" id="{E9E3F5C4-0966-7C43-B6A0-16D969E6341F}"/>
                  </a:ext>
                </a:extLst>
              </p:cNvPr>
              <p:cNvSpPr>
                <a:spLocks noChangeArrowheads="1"/>
              </p:cNvSpPr>
              <p:nvPr/>
            </p:nvSpPr>
            <p:spPr bwMode="auto">
              <a:xfrm>
                <a:off x="942" y="3562"/>
                <a:ext cx="504" cy="253"/>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51248" name="Line 18">
                <a:extLst>
                  <a:ext uri="{FF2B5EF4-FFF2-40B4-BE49-F238E27FC236}">
                    <a16:creationId xmlns:a16="http://schemas.microsoft.com/office/drawing/2014/main" id="{E6F577A5-D5EF-724C-A8A2-E439883E61F6}"/>
                  </a:ext>
                </a:extLst>
              </p:cNvPr>
              <p:cNvSpPr>
                <a:spLocks noChangeShapeType="1"/>
              </p:cNvSpPr>
              <p:nvPr/>
            </p:nvSpPr>
            <p:spPr bwMode="auto">
              <a:xfrm>
                <a:off x="960" y="2688"/>
                <a:ext cx="144" cy="432"/>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1249" name="Line 19">
                <a:extLst>
                  <a:ext uri="{FF2B5EF4-FFF2-40B4-BE49-F238E27FC236}">
                    <a16:creationId xmlns:a16="http://schemas.microsoft.com/office/drawing/2014/main" id="{D56AD75E-334D-9341-82FA-40AAEB8B197C}"/>
                  </a:ext>
                </a:extLst>
              </p:cNvPr>
              <p:cNvSpPr>
                <a:spLocks noChangeShapeType="1"/>
              </p:cNvSpPr>
              <p:nvPr/>
            </p:nvSpPr>
            <p:spPr bwMode="auto">
              <a:xfrm flipH="1">
                <a:off x="1248" y="2976"/>
                <a:ext cx="192"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1250" name="Line 20">
                <a:extLst>
                  <a:ext uri="{FF2B5EF4-FFF2-40B4-BE49-F238E27FC236}">
                    <a16:creationId xmlns:a16="http://schemas.microsoft.com/office/drawing/2014/main" id="{2F0EE83F-E634-2244-8B66-77D0AB457E46}"/>
                  </a:ext>
                </a:extLst>
              </p:cNvPr>
              <p:cNvSpPr>
                <a:spLocks noChangeShapeType="1"/>
              </p:cNvSpPr>
              <p:nvPr/>
            </p:nvSpPr>
            <p:spPr bwMode="auto">
              <a:xfrm>
                <a:off x="1200" y="3408"/>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1239" name="AutoShape 21">
              <a:extLst>
                <a:ext uri="{FF2B5EF4-FFF2-40B4-BE49-F238E27FC236}">
                  <a16:creationId xmlns:a16="http://schemas.microsoft.com/office/drawing/2014/main" id="{E8CCDFDE-DAE4-9447-9E34-806DDC10D3E1}"/>
                </a:ext>
              </a:extLst>
            </p:cNvPr>
            <p:cNvSpPr>
              <a:spLocks noChangeArrowheads="1"/>
            </p:cNvSpPr>
            <p:nvPr/>
          </p:nvSpPr>
          <p:spPr bwMode="auto">
            <a:xfrm>
              <a:off x="528" y="1200"/>
              <a:ext cx="1248" cy="1488"/>
            </a:xfrm>
            <a:prstGeom prst="roundRect">
              <a:avLst>
                <a:gd name="adj" fmla="val 16667"/>
              </a:avLst>
            </a:prstGeom>
            <a:noFill/>
            <a:ln w="3810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1240" name="AutoShape 22">
              <a:extLst>
                <a:ext uri="{FF2B5EF4-FFF2-40B4-BE49-F238E27FC236}">
                  <a16:creationId xmlns:a16="http://schemas.microsoft.com/office/drawing/2014/main" id="{6F66CD39-D370-C340-AF05-7AA31D58C521}"/>
                </a:ext>
              </a:extLst>
            </p:cNvPr>
            <p:cNvSpPr>
              <a:spLocks noChangeArrowheads="1"/>
            </p:cNvSpPr>
            <p:nvPr/>
          </p:nvSpPr>
          <p:spPr bwMode="auto">
            <a:xfrm>
              <a:off x="480" y="2736"/>
              <a:ext cx="1296" cy="1488"/>
            </a:xfrm>
            <a:prstGeom prst="roundRect">
              <a:avLst>
                <a:gd name="adj" fmla="val 16667"/>
              </a:avLst>
            </a:prstGeom>
            <a:noFill/>
            <a:ln w="38100"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1241" name="Text Box 23">
              <a:extLst>
                <a:ext uri="{FF2B5EF4-FFF2-40B4-BE49-F238E27FC236}">
                  <a16:creationId xmlns:a16="http://schemas.microsoft.com/office/drawing/2014/main" id="{7E213C04-BB73-F94F-A37C-01DCE7714A72}"/>
                </a:ext>
              </a:extLst>
            </p:cNvPr>
            <p:cNvSpPr txBox="1">
              <a:spLocks noChangeArrowheads="1"/>
            </p:cNvSpPr>
            <p:nvPr/>
          </p:nvSpPr>
          <p:spPr bwMode="auto">
            <a:xfrm>
              <a:off x="-39" y="1593"/>
              <a:ext cx="5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err="1">
                  <a:ln>
                    <a:noFill/>
                  </a:ln>
                  <a:solidFill>
                    <a:srgbClr val="000000"/>
                  </a:solidFill>
                  <a:effectLst/>
                  <a:uLnTx/>
                  <a:uFillTx/>
                  <a:latin typeface="Verdana" panose="020B0604030504040204" pitchFamily="34" charset="0"/>
                  <a:ea typeface="굴림" panose="020B0600000101010101" pitchFamily="34" charset="-127"/>
                  <a:cs typeface="+mn-cs"/>
                </a:rPr>
                <a:t>Iter</a:t>
              </a:r>
              <a:r>
                <a:rPr kumimoji="0" lang="en-US" altLang="ko-KR" sz="1800" b="0" i="0" u="none" strike="noStrike" kern="1200" cap="none" spc="0" normalizeH="0" baseline="0" noProof="0" dirty="0">
                  <a:ln>
                    <a:noFill/>
                  </a:ln>
                  <a:solidFill>
                    <a:srgbClr val="000000"/>
                  </a:solidFill>
                  <a:effectLst/>
                  <a:uLnTx/>
                  <a:uFillTx/>
                  <a:latin typeface="Verdana" panose="020B0604030504040204" pitchFamily="34" charset="0"/>
                  <a:ea typeface="굴림" panose="020B0600000101010101" pitchFamily="34" charset="-127"/>
                  <a:cs typeface="+mn-cs"/>
                </a:rPr>
                <a:t>. 1</a:t>
              </a:r>
            </a:p>
          </p:txBody>
        </p:sp>
        <p:sp>
          <p:nvSpPr>
            <p:cNvPr id="51242" name="Text Box 24">
              <a:extLst>
                <a:ext uri="{FF2B5EF4-FFF2-40B4-BE49-F238E27FC236}">
                  <a16:creationId xmlns:a16="http://schemas.microsoft.com/office/drawing/2014/main" id="{B0171CF7-986C-904F-98A3-A3396F15E8A2}"/>
                </a:ext>
              </a:extLst>
            </p:cNvPr>
            <p:cNvSpPr txBox="1">
              <a:spLocks noChangeArrowheads="1"/>
            </p:cNvSpPr>
            <p:nvPr/>
          </p:nvSpPr>
          <p:spPr bwMode="auto">
            <a:xfrm>
              <a:off x="-39" y="3081"/>
              <a:ext cx="5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Iter. 2</a:t>
              </a:r>
            </a:p>
          </p:txBody>
        </p:sp>
        <p:sp>
          <p:nvSpPr>
            <p:cNvPr id="51243" name="Text Box 25">
              <a:extLst>
                <a:ext uri="{FF2B5EF4-FFF2-40B4-BE49-F238E27FC236}">
                  <a16:creationId xmlns:a16="http://schemas.microsoft.com/office/drawing/2014/main" id="{54172F58-1118-9E4C-A1A6-3DE4273BBDA9}"/>
                </a:ext>
              </a:extLst>
            </p:cNvPr>
            <p:cNvSpPr txBox="1">
              <a:spLocks noChangeArrowheads="1"/>
            </p:cNvSpPr>
            <p:nvPr/>
          </p:nvSpPr>
          <p:spPr bwMode="auto">
            <a:xfrm>
              <a:off x="146" y="921"/>
              <a:ext cx="17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1"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Scalar Sequential Code</a:t>
              </a:r>
            </a:p>
          </p:txBody>
        </p:sp>
      </p:grpSp>
      <p:sp>
        <p:nvSpPr>
          <p:cNvPr id="51202" name="Title 1">
            <a:extLst>
              <a:ext uri="{FF2B5EF4-FFF2-40B4-BE49-F238E27FC236}">
                <a16:creationId xmlns:a16="http://schemas.microsoft.com/office/drawing/2014/main" id="{11B70956-7E5A-FA4F-AB31-A11252AC3642}"/>
              </a:ext>
            </a:extLst>
          </p:cNvPr>
          <p:cNvSpPr>
            <a:spLocks noGrp="1"/>
          </p:cNvSpPr>
          <p:nvPr>
            <p:ph type="title"/>
          </p:nvPr>
        </p:nvSpPr>
        <p:spPr>
          <a:xfrm>
            <a:off x="152400" y="152400"/>
            <a:ext cx="8915400" cy="1066800"/>
          </a:xfrm>
        </p:spPr>
        <p:txBody>
          <a:bodyPr/>
          <a:lstStyle/>
          <a:p>
            <a:r>
              <a:rPr lang="en-US" altLang="en-US" sz="3400">
                <a:ea typeface="ＭＳ Ｐゴシック" panose="020B0600070205080204" pitchFamily="34" charset="-128"/>
              </a:rPr>
              <a:t>Prog. Model 2: Data Parallel (SIMD)</a:t>
            </a:r>
          </a:p>
        </p:txBody>
      </p:sp>
      <p:sp>
        <p:nvSpPr>
          <p:cNvPr id="51203" name="Slide Number Placeholder 3">
            <a:extLst>
              <a:ext uri="{FF2B5EF4-FFF2-40B4-BE49-F238E27FC236}">
                <a16:creationId xmlns:a16="http://schemas.microsoft.com/office/drawing/2014/main" id="{6D237779-5BA7-0A49-94AB-77959961583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8665ED3-C30B-7F4A-8A37-8DF9FAF3C26C}"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51204" name="Text Box 3">
            <a:extLst>
              <a:ext uri="{FF2B5EF4-FFF2-40B4-BE49-F238E27FC236}">
                <a16:creationId xmlns:a16="http://schemas.microsoft.com/office/drawing/2014/main" id="{42B8BB7B-1103-F441-83FD-CF8D582A2453}"/>
              </a:ext>
            </a:extLst>
          </p:cNvPr>
          <p:cNvSpPr txBox="1">
            <a:spLocks noChangeArrowheads="1"/>
          </p:cNvSpPr>
          <p:nvPr/>
        </p:nvSpPr>
        <p:spPr bwMode="auto">
          <a:xfrm>
            <a:off x="6203950" y="152400"/>
            <a:ext cx="3016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en-US" altLang="ko-KR" sz="1600" b="1" i="0" u="none" strike="noStrike" kern="1200" cap="none" spc="0" normalizeH="0" baseline="0" noProof="0">
                <a:ln>
                  <a:noFill/>
                </a:ln>
                <a:solidFill>
                  <a:srgbClr val="000000"/>
                </a:solidFill>
                <a:effectLst/>
                <a:uLnTx/>
                <a:uFillTx/>
                <a:latin typeface="Courier New" panose="02070309020205020404" pitchFamily="49" charset="0"/>
                <a:ea typeface="굴림" panose="020B0600000101010101" pitchFamily="34" charset="-127"/>
                <a:cs typeface="+mn-cs"/>
              </a:rPr>
              <a:t>for (i=0; i &lt; N; i++)</a:t>
            </a:r>
          </a:p>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en-US" altLang="ko-KR" sz="1600" b="1" i="0" u="none" strike="noStrike" kern="1200" cap="none" spc="0" normalizeH="0" baseline="0" noProof="0">
                <a:ln>
                  <a:noFill/>
                </a:ln>
                <a:solidFill>
                  <a:srgbClr val="000000"/>
                </a:solidFill>
                <a:effectLst/>
                <a:uLnTx/>
                <a:uFillTx/>
                <a:latin typeface="Courier New" panose="02070309020205020404" pitchFamily="49" charset="0"/>
                <a:ea typeface="굴림" panose="020B0600000101010101" pitchFamily="34" charset="-127"/>
                <a:cs typeface="+mn-cs"/>
              </a:rPr>
              <a:t>    C[i] = A[i] + B[i];</a:t>
            </a:r>
          </a:p>
        </p:txBody>
      </p:sp>
      <p:sp>
        <p:nvSpPr>
          <p:cNvPr id="29" name="AutoShape 28">
            <a:extLst>
              <a:ext uri="{FF2B5EF4-FFF2-40B4-BE49-F238E27FC236}">
                <a16:creationId xmlns:a16="http://schemas.microsoft.com/office/drawing/2014/main" id="{25681ABC-19BD-F04F-80F9-220D92C518BF}"/>
              </a:ext>
            </a:extLst>
          </p:cNvPr>
          <p:cNvSpPr>
            <a:spLocks noChangeArrowheads="1"/>
          </p:cNvSpPr>
          <p:nvPr/>
        </p:nvSpPr>
        <p:spPr bwMode="auto">
          <a:xfrm>
            <a:off x="582613" y="1966913"/>
            <a:ext cx="5029200" cy="609600"/>
          </a:xfrm>
          <a:prstGeom prst="roundRect">
            <a:avLst>
              <a:gd name="adj" fmla="val 16667"/>
            </a:avLst>
          </a:prstGeom>
          <a:solidFill>
            <a:schemeClr val="accent1"/>
          </a:solidFill>
          <a:ln w="12700">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 name="AutoShape 29">
            <a:extLst>
              <a:ext uri="{FF2B5EF4-FFF2-40B4-BE49-F238E27FC236}">
                <a16:creationId xmlns:a16="http://schemas.microsoft.com/office/drawing/2014/main" id="{2EDBB738-783C-5D44-8EC3-9222FB67B898}"/>
              </a:ext>
            </a:extLst>
          </p:cNvPr>
          <p:cNvSpPr>
            <a:spLocks noChangeArrowheads="1"/>
          </p:cNvSpPr>
          <p:nvPr/>
        </p:nvSpPr>
        <p:spPr bwMode="auto">
          <a:xfrm>
            <a:off x="585788" y="1366838"/>
            <a:ext cx="5022850" cy="511175"/>
          </a:xfrm>
          <a:prstGeom prst="roundRect">
            <a:avLst>
              <a:gd name="adj" fmla="val 16667"/>
            </a:avLst>
          </a:prstGeom>
          <a:solidFill>
            <a:srgbClr val="CCFF33"/>
          </a:solidFill>
          <a:ln w="12700">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ko-KR" altLang="en-US" sz="2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endParaRPr>
          </a:p>
        </p:txBody>
      </p:sp>
      <p:sp>
        <p:nvSpPr>
          <p:cNvPr id="31" name="AutoShape 30">
            <a:extLst>
              <a:ext uri="{FF2B5EF4-FFF2-40B4-BE49-F238E27FC236}">
                <a16:creationId xmlns:a16="http://schemas.microsoft.com/office/drawing/2014/main" id="{B88DBEA5-DB08-5A47-83EF-35EC62FEADEF}"/>
              </a:ext>
            </a:extLst>
          </p:cNvPr>
          <p:cNvSpPr>
            <a:spLocks noChangeArrowheads="1"/>
          </p:cNvSpPr>
          <p:nvPr/>
        </p:nvSpPr>
        <p:spPr bwMode="auto">
          <a:xfrm>
            <a:off x="582613" y="2652713"/>
            <a:ext cx="5029200" cy="533400"/>
          </a:xfrm>
          <a:prstGeom prst="roundRect">
            <a:avLst>
              <a:gd name="adj" fmla="val 16667"/>
            </a:avLst>
          </a:prstGeom>
          <a:solidFill>
            <a:srgbClr val="FF00FF"/>
          </a:solidFill>
          <a:ln w="12700">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 name="AutoShape 31">
            <a:extLst>
              <a:ext uri="{FF2B5EF4-FFF2-40B4-BE49-F238E27FC236}">
                <a16:creationId xmlns:a16="http://schemas.microsoft.com/office/drawing/2014/main" id="{D934769C-0EDE-D34D-BEA9-97008A48BBEF}"/>
              </a:ext>
            </a:extLst>
          </p:cNvPr>
          <p:cNvSpPr>
            <a:spLocks noChangeArrowheads="1"/>
          </p:cNvSpPr>
          <p:nvPr/>
        </p:nvSpPr>
        <p:spPr bwMode="auto">
          <a:xfrm>
            <a:off x="582613" y="3338513"/>
            <a:ext cx="5029200" cy="457200"/>
          </a:xfrm>
          <a:prstGeom prst="roundRect">
            <a:avLst>
              <a:gd name="adj" fmla="val 16667"/>
            </a:avLst>
          </a:prstGeom>
          <a:solidFill>
            <a:srgbClr val="FFFF66"/>
          </a:solidFill>
          <a:ln w="12700">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 name="Text Box 32">
            <a:extLst>
              <a:ext uri="{FF2B5EF4-FFF2-40B4-BE49-F238E27FC236}">
                <a16:creationId xmlns:a16="http://schemas.microsoft.com/office/drawing/2014/main" id="{E5A36F07-4B19-0647-8148-145446F54E7F}"/>
              </a:ext>
            </a:extLst>
          </p:cNvPr>
          <p:cNvSpPr txBox="1">
            <a:spLocks noChangeArrowheads="1"/>
          </p:cNvSpPr>
          <p:nvPr/>
        </p:nvSpPr>
        <p:spPr bwMode="auto">
          <a:xfrm>
            <a:off x="3748088" y="990600"/>
            <a:ext cx="2082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1" i="1" u="none" strike="noStrike" kern="1200" cap="none" spc="0" normalizeH="0" baseline="0" noProof="0">
                <a:ln>
                  <a:noFill/>
                </a:ln>
                <a:solidFill>
                  <a:srgbClr val="BDE11B"/>
                </a:solidFill>
                <a:effectLst/>
                <a:uLnTx/>
                <a:uFillTx/>
                <a:latin typeface="Verdana" panose="020B0604030504040204" pitchFamily="34" charset="0"/>
                <a:ea typeface="굴림" panose="020B0600000101010101" pitchFamily="34" charset="-127"/>
                <a:cs typeface="+mn-cs"/>
              </a:rPr>
              <a:t>Vector Instruction</a:t>
            </a:r>
          </a:p>
        </p:txBody>
      </p:sp>
      <p:grpSp>
        <p:nvGrpSpPr>
          <p:cNvPr id="6" name="Group 5">
            <a:extLst>
              <a:ext uri="{FF2B5EF4-FFF2-40B4-BE49-F238E27FC236}">
                <a16:creationId xmlns:a16="http://schemas.microsoft.com/office/drawing/2014/main" id="{49618600-3366-4E4B-BCFC-B6B29CFB77FE}"/>
              </a:ext>
            </a:extLst>
          </p:cNvPr>
          <p:cNvGrpSpPr>
            <a:grpSpLocks/>
          </p:cNvGrpSpPr>
          <p:nvPr/>
        </p:nvGrpSpPr>
        <p:grpSpPr bwMode="auto">
          <a:xfrm>
            <a:off x="811213" y="1357313"/>
            <a:ext cx="1981200" cy="2590800"/>
            <a:chOff x="949325" y="1509713"/>
            <a:chExt cx="1981200" cy="2590800"/>
          </a:xfrm>
        </p:grpSpPr>
        <p:sp>
          <p:nvSpPr>
            <p:cNvPr id="51229" name="AutoShape 33">
              <a:extLst>
                <a:ext uri="{FF2B5EF4-FFF2-40B4-BE49-F238E27FC236}">
                  <a16:creationId xmlns:a16="http://schemas.microsoft.com/office/drawing/2014/main" id="{9B76FB2D-20A6-E14B-938B-56A57F41F975}"/>
                </a:ext>
              </a:extLst>
            </p:cNvPr>
            <p:cNvSpPr>
              <a:spLocks noChangeArrowheads="1"/>
            </p:cNvSpPr>
            <p:nvPr/>
          </p:nvSpPr>
          <p:spPr bwMode="auto">
            <a:xfrm>
              <a:off x="1198563" y="1601788"/>
              <a:ext cx="700088"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1230" name="AutoShape 34">
              <a:extLst>
                <a:ext uri="{FF2B5EF4-FFF2-40B4-BE49-F238E27FC236}">
                  <a16:creationId xmlns:a16="http://schemas.microsoft.com/office/drawing/2014/main" id="{EA55D63B-D139-DB4C-B0B5-9B2949E07F77}"/>
                </a:ext>
              </a:extLst>
            </p:cNvPr>
            <p:cNvSpPr>
              <a:spLocks noChangeArrowheads="1"/>
            </p:cNvSpPr>
            <p:nvPr/>
          </p:nvSpPr>
          <p:spPr bwMode="auto">
            <a:xfrm>
              <a:off x="2112963" y="2211388"/>
              <a:ext cx="700088"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1231" name="AutoShape 35">
              <a:extLst>
                <a:ext uri="{FF2B5EF4-FFF2-40B4-BE49-F238E27FC236}">
                  <a16:creationId xmlns:a16="http://schemas.microsoft.com/office/drawing/2014/main" id="{032AF07E-35D0-C74F-87B7-B81331BA9107}"/>
                </a:ext>
              </a:extLst>
            </p:cNvPr>
            <p:cNvSpPr>
              <a:spLocks noChangeArrowheads="1"/>
            </p:cNvSpPr>
            <p:nvPr/>
          </p:nvSpPr>
          <p:spPr bwMode="auto">
            <a:xfrm>
              <a:off x="1573213" y="2897188"/>
              <a:ext cx="638175"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51232" name="AutoShape 36">
              <a:extLst>
                <a:ext uri="{FF2B5EF4-FFF2-40B4-BE49-F238E27FC236}">
                  <a16:creationId xmlns:a16="http://schemas.microsoft.com/office/drawing/2014/main" id="{F8DAD219-441B-6146-AE11-9F7927A97D13}"/>
                </a:ext>
              </a:extLst>
            </p:cNvPr>
            <p:cNvSpPr>
              <a:spLocks noChangeArrowheads="1"/>
            </p:cNvSpPr>
            <p:nvPr/>
          </p:nvSpPr>
          <p:spPr bwMode="auto">
            <a:xfrm>
              <a:off x="1530350" y="3506788"/>
              <a:ext cx="800100"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51233" name="Line 37">
              <a:extLst>
                <a:ext uri="{FF2B5EF4-FFF2-40B4-BE49-F238E27FC236}">
                  <a16:creationId xmlns:a16="http://schemas.microsoft.com/office/drawing/2014/main" id="{0F919D5A-54EE-7848-8A03-3E1B8580B97D}"/>
                </a:ext>
              </a:extLst>
            </p:cNvPr>
            <p:cNvSpPr>
              <a:spLocks noChangeShapeType="1"/>
            </p:cNvSpPr>
            <p:nvPr/>
          </p:nvSpPr>
          <p:spPr bwMode="auto">
            <a:xfrm>
              <a:off x="1558925" y="2043113"/>
              <a:ext cx="228600" cy="838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1234" name="Line 38">
              <a:extLst>
                <a:ext uri="{FF2B5EF4-FFF2-40B4-BE49-F238E27FC236}">
                  <a16:creationId xmlns:a16="http://schemas.microsoft.com/office/drawing/2014/main" id="{7A76A743-8AAA-DA48-9D49-296C0D32C805}"/>
                </a:ext>
              </a:extLst>
            </p:cNvPr>
            <p:cNvSpPr>
              <a:spLocks noChangeShapeType="1"/>
            </p:cNvSpPr>
            <p:nvPr/>
          </p:nvSpPr>
          <p:spPr bwMode="auto">
            <a:xfrm flipH="1">
              <a:off x="2016125" y="2652713"/>
              <a:ext cx="22860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1235" name="Line 39">
              <a:extLst>
                <a:ext uri="{FF2B5EF4-FFF2-40B4-BE49-F238E27FC236}">
                  <a16:creationId xmlns:a16="http://schemas.microsoft.com/office/drawing/2014/main" id="{55EDE4B4-7EC0-8F4B-97F8-EFEE763E0B91}"/>
                </a:ext>
              </a:extLst>
            </p:cNvPr>
            <p:cNvSpPr>
              <a:spLocks noChangeShapeType="1"/>
            </p:cNvSpPr>
            <p:nvPr/>
          </p:nvSpPr>
          <p:spPr bwMode="auto">
            <a:xfrm>
              <a:off x="1939925" y="3338513"/>
              <a:ext cx="0" cy="1524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1236" name="AutoShape 47">
              <a:extLst>
                <a:ext uri="{FF2B5EF4-FFF2-40B4-BE49-F238E27FC236}">
                  <a16:creationId xmlns:a16="http://schemas.microsoft.com/office/drawing/2014/main" id="{8203B3F5-884B-F84C-95D1-61F13D1759C9}"/>
                </a:ext>
              </a:extLst>
            </p:cNvPr>
            <p:cNvSpPr>
              <a:spLocks noChangeArrowheads="1"/>
            </p:cNvSpPr>
            <p:nvPr/>
          </p:nvSpPr>
          <p:spPr bwMode="auto">
            <a:xfrm>
              <a:off x="949325" y="1509713"/>
              <a:ext cx="1981200" cy="2590800"/>
            </a:xfrm>
            <a:prstGeom prst="roundRect">
              <a:avLst>
                <a:gd name="adj" fmla="val 16667"/>
              </a:avLst>
            </a:prstGeom>
            <a:noFill/>
            <a:ln w="38100"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id="{2ECC79BC-161C-FB4B-BA87-1413A3C11C7A}"/>
              </a:ext>
            </a:extLst>
          </p:cNvPr>
          <p:cNvGrpSpPr>
            <a:grpSpLocks/>
          </p:cNvGrpSpPr>
          <p:nvPr/>
        </p:nvGrpSpPr>
        <p:grpSpPr bwMode="auto">
          <a:xfrm>
            <a:off x="2792413" y="1357313"/>
            <a:ext cx="1981200" cy="2590800"/>
            <a:chOff x="2930525" y="1509713"/>
            <a:chExt cx="1981200" cy="2590800"/>
          </a:xfrm>
        </p:grpSpPr>
        <p:sp>
          <p:nvSpPr>
            <p:cNvPr id="51221" name="AutoShape 40">
              <a:extLst>
                <a:ext uri="{FF2B5EF4-FFF2-40B4-BE49-F238E27FC236}">
                  <a16:creationId xmlns:a16="http://schemas.microsoft.com/office/drawing/2014/main" id="{1E0D7D70-BA17-5642-B8C5-B1E11D65A106}"/>
                </a:ext>
              </a:extLst>
            </p:cNvPr>
            <p:cNvSpPr>
              <a:spLocks noChangeArrowheads="1"/>
            </p:cNvSpPr>
            <p:nvPr/>
          </p:nvSpPr>
          <p:spPr bwMode="auto">
            <a:xfrm>
              <a:off x="3103563" y="1601788"/>
              <a:ext cx="700088"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1222" name="AutoShape 41">
              <a:extLst>
                <a:ext uri="{FF2B5EF4-FFF2-40B4-BE49-F238E27FC236}">
                  <a16:creationId xmlns:a16="http://schemas.microsoft.com/office/drawing/2014/main" id="{441159BA-EECF-D747-BF64-FB70B727A115}"/>
                </a:ext>
              </a:extLst>
            </p:cNvPr>
            <p:cNvSpPr>
              <a:spLocks noChangeArrowheads="1"/>
            </p:cNvSpPr>
            <p:nvPr/>
          </p:nvSpPr>
          <p:spPr bwMode="auto">
            <a:xfrm>
              <a:off x="4017963" y="2211388"/>
              <a:ext cx="700088"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1223" name="AutoShape 42">
              <a:extLst>
                <a:ext uri="{FF2B5EF4-FFF2-40B4-BE49-F238E27FC236}">
                  <a16:creationId xmlns:a16="http://schemas.microsoft.com/office/drawing/2014/main" id="{1DBFB248-848E-A642-AADF-CDB090F308ED}"/>
                </a:ext>
              </a:extLst>
            </p:cNvPr>
            <p:cNvSpPr>
              <a:spLocks noChangeArrowheads="1"/>
            </p:cNvSpPr>
            <p:nvPr/>
          </p:nvSpPr>
          <p:spPr bwMode="auto">
            <a:xfrm>
              <a:off x="3478213" y="2897188"/>
              <a:ext cx="638175"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51224" name="AutoShape 43">
              <a:extLst>
                <a:ext uri="{FF2B5EF4-FFF2-40B4-BE49-F238E27FC236}">
                  <a16:creationId xmlns:a16="http://schemas.microsoft.com/office/drawing/2014/main" id="{272C0E3F-FC52-0942-B67F-BB350238F422}"/>
                </a:ext>
              </a:extLst>
            </p:cNvPr>
            <p:cNvSpPr>
              <a:spLocks noChangeArrowheads="1"/>
            </p:cNvSpPr>
            <p:nvPr/>
          </p:nvSpPr>
          <p:spPr bwMode="auto">
            <a:xfrm>
              <a:off x="3435350" y="3506788"/>
              <a:ext cx="800100"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51225" name="Line 44">
              <a:extLst>
                <a:ext uri="{FF2B5EF4-FFF2-40B4-BE49-F238E27FC236}">
                  <a16:creationId xmlns:a16="http://schemas.microsoft.com/office/drawing/2014/main" id="{A8FEA5B2-F3C2-2042-A1AC-66B2F0C7B4C7}"/>
                </a:ext>
              </a:extLst>
            </p:cNvPr>
            <p:cNvSpPr>
              <a:spLocks noChangeShapeType="1"/>
            </p:cNvSpPr>
            <p:nvPr/>
          </p:nvSpPr>
          <p:spPr bwMode="auto">
            <a:xfrm>
              <a:off x="3387725" y="2043113"/>
              <a:ext cx="304800" cy="838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1226" name="Line 45">
              <a:extLst>
                <a:ext uri="{FF2B5EF4-FFF2-40B4-BE49-F238E27FC236}">
                  <a16:creationId xmlns:a16="http://schemas.microsoft.com/office/drawing/2014/main" id="{D89E2541-F4A9-5D48-AB5D-4E8E70AD9D6D}"/>
                </a:ext>
              </a:extLst>
            </p:cNvPr>
            <p:cNvSpPr>
              <a:spLocks noChangeShapeType="1"/>
            </p:cNvSpPr>
            <p:nvPr/>
          </p:nvSpPr>
          <p:spPr bwMode="auto">
            <a:xfrm flipH="1">
              <a:off x="3921125" y="2652713"/>
              <a:ext cx="22860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1227" name="Line 46">
              <a:extLst>
                <a:ext uri="{FF2B5EF4-FFF2-40B4-BE49-F238E27FC236}">
                  <a16:creationId xmlns:a16="http://schemas.microsoft.com/office/drawing/2014/main" id="{0699DF37-7A83-E347-B558-0D2EE1C6B8DC}"/>
                </a:ext>
              </a:extLst>
            </p:cNvPr>
            <p:cNvSpPr>
              <a:spLocks noChangeShapeType="1"/>
            </p:cNvSpPr>
            <p:nvPr/>
          </p:nvSpPr>
          <p:spPr bwMode="auto">
            <a:xfrm>
              <a:off x="3844925" y="3338513"/>
              <a:ext cx="0" cy="1524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1228" name="AutoShape 48">
              <a:extLst>
                <a:ext uri="{FF2B5EF4-FFF2-40B4-BE49-F238E27FC236}">
                  <a16:creationId xmlns:a16="http://schemas.microsoft.com/office/drawing/2014/main" id="{D55C3536-ACDD-0B49-BFC5-528DFC22F320}"/>
                </a:ext>
              </a:extLst>
            </p:cNvPr>
            <p:cNvSpPr>
              <a:spLocks noChangeArrowheads="1"/>
            </p:cNvSpPr>
            <p:nvPr/>
          </p:nvSpPr>
          <p:spPr bwMode="auto">
            <a:xfrm>
              <a:off x="2930525" y="1509713"/>
              <a:ext cx="1981200" cy="2590800"/>
            </a:xfrm>
            <a:prstGeom prst="roundRect">
              <a:avLst>
                <a:gd name="adj" fmla="val 16667"/>
              </a:avLst>
            </a:prstGeom>
            <a:noFill/>
            <a:ln w="38100"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0" name="Text Box 49">
            <a:extLst>
              <a:ext uri="{FF2B5EF4-FFF2-40B4-BE49-F238E27FC236}">
                <a16:creationId xmlns:a16="http://schemas.microsoft.com/office/drawing/2014/main" id="{2EBD2235-B2DF-3843-885C-D788C7C6F62E}"/>
              </a:ext>
            </a:extLst>
          </p:cNvPr>
          <p:cNvSpPr txBox="1">
            <a:spLocks noChangeArrowheads="1"/>
          </p:cNvSpPr>
          <p:nvPr/>
        </p:nvSpPr>
        <p:spPr bwMode="auto">
          <a:xfrm>
            <a:off x="1304132" y="3949462"/>
            <a:ext cx="9128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err="1">
                <a:ln>
                  <a:noFill/>
                </a:ln>
                <a:solidFill>
                  <a:srgbClr val="000000"/>
                </a:solidFill>
                <a:effectLst/>
                <a:uLnTx/>
                <a:uFillTx/>
                <a:latin typeface="Verdana" panose="020B0604030504040204" pitchFamily="34" charset="0"/>
                <a:ea typeface="굴림" panose="020B0600000101010101" pitchFamily="34" charset="-127"/>
                <a:cs typeface="+mn-cs"/>
              </a:rPr>
              <a:t>Iter</a:t>
            </a:r>
            <a:r>
              <a:rPr kumimoji="0" lang="en-US" altLang="ko-KR" sz="1800" b="0" i="0" u="none" strike="noStrike" kern="1200" cap="none" spc="0" normalizeH="0" baseline="0" noProof="0" dirty="0">
                <a:ln>
                  <a:noFill/>
                </a:ln>
                <a:solidFill>
                  <a:srgbClr val="000000"/>
                </a:solidFill>
                <a:effectLst/>
                <a:uLnTx/>
                <a:uFillTx/>
                <a:latin typeface="Verdana" panose="020B0604030504040204" pitchFamily="34" charset="0"/>
                <a:ea typeface="굴림" panose="020B0600000101010101" pitchFamily="34" charset="-127"/>
                <a:cs typeface="+mn-cs"/>
              </a:rPr>
              <a:t>. 1</a:t>
            </a:r>
          </a:p>
        </p:txBody>
      </p:sp>
      <p:sp>
        <p:nvSpPr>
          <p:cNvPr id="51" name="Text Box 50">
            <a:extLst>
              <a:ext uri="{FF2B5EF4-FFF2-40B4-BE49-F238E27FC236}">
                <a16:creationId xmlns:a16="http://schemas.microsoft.com/office/drawing/2014/main" id="{0D9AA336-CC6D-094C-89A1-035907100076}"/>
              </a:ext>
            </a:extLst>
          </p:cNvPr>
          <p:cNvSpPr txBox="1">
            <a:spLocks noChangeArrowheads="1"/>
          </p:cNvSpPr>
          <p:nvPr/>
        </p:nvSpPr>
        <p:spPr bwMode="auto">
          <a:xfrm>
            <a:off x="3193097" y="3971608"/>
            <a:ext cx="9128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err="1">
                <a:ln>
                  <a:noFill/>
                </a:ln>
                <a:solidFill>
                  <a:srgbClr val="000000"/>
                </a:solidFill>
                <a:effectLst/>
                <a:uLnTx/>
                <a:uFillTx/>
                <a:latin typeface="Verdana" panose="020B0604030504040204" pitchFamily="34" charset="0"/>
                <a:ea typeface="굴림" panose="020B0600000101010101" pitchFamily="34" charset="-127"/>
                <a:cs typeface="+mn-cs"/>
              </a:rPr>
              <a:t>Iter</a:t>
            </a:r>
            <a:r>
              <a:rPr kumimoji="0" lang="en-US" altLang="ko-KR" sz="1800" b="0" i="0" u="none" strike="noStrike" kern="1200" cap="none" spc="0" normalizeH="0" baseline="0" noProof="0" dirty="0">
                <a:ln>
                  <a:noFill/>
                </a:ln>
                <a:solidFill>
                  <a:srgbClr val="000000"/>
                </a:solidFill>
                <a:effectLst/>
                <a:uLnTx/>
                <a:uFillTx/>
                <a:latin typeface="Verdana" panose="020B0604030504040204" pitchFamily="34" charset="0"/>
                <a:ea typeface="굴림" panose="020B0600000101010101" pitchFamily="34" charset="-127"/>
                <a:cs typeface="+mn-cs"/>
              </a:rPr>
              <a:t>. 2</a:t>
            </a:r>
          </a:p>
        </p:txBody>
      </p:sp>
      <p:sp>
        <p:nvSpPr>
          <p:cNvPr id="52" name="Text Box 51">
            <a:extLst>
              <a:ext uri="{FF2B5EF4-FFF2-40B4-BE49-F238E27FC236}">
                <a16:creationId xmlns:a16="http://schemas.microsoft.com/office/drawing/2014/main" id="{A0943D60-91ED-4A43-BD6F-3B897D019265}"/>
              </a:ext>
            </a:extLst>
          </p:cNvPr>
          <p:cNvSpPr txBox="1">
            <a:spLocks noChangeArrowheads="1"/>
          </p:cNvSpPr>
          <p:nvPr/>
        </p:nvSpPr>
        <p:spPr bwMode="auto">
          <a:xfrm>
            <a:off x="6262688" y="914400"/>
            <a:ext cx="20399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1"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Vectorized Code</a:t>
            </a:r>
          </a:p>
        </p:txBody>
      </p:sp>
      <p:sp>
        <p:nvSpPr>
          <p:cNvPr id="56" name="Line 55">
            <a:extLst>
              <a:ext uri="{FF2B5EF4-FFF2-40B4-BE49-F238E27FC236}">
                <a16:creationId xmlns:a16="http://schemas.microsoft.com/office/drawing/2014/main" id="{594B8310-0842-1142-B329-3118843A2240}"/>
              </a:ext>
            </a:extLst>
          </p:cNvPr>
          <p:cNvSpPr>
            <a:spLocks noChangeShapeType="1"/>
          </p:cNvSpPr>
          <p:nvPr/>
        </p:nvSpPr>
        <p:spPr bwMode="auto">
          <a:xfrm>
            <a:off x="4926013" y="2347913"/>
            <a:ext cx="533400" cy="0"/>
          </a:xfrm>
          <a:prstGeom prst="line">
            <a:avLst/>
          </a:prstGeom>
          <a:noFill/>
          <a:ln w="76200">
            <a:solidFill>
              <a:schemeClr val="tx1"/>
            </a:solidFill>
            <a:prstDash val="sysDot"/>
            <a:round/>
            <a:headEnd/>
            <a:tailEn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 name="Text Box 26">
            <a:extLst>
              <a:ext uri="{FF2B5EF4-FFF2-40B4-BE49-F238E27FC236}">
                <a16:creationId xmlns:a16="http://schemas.microsoft.com/office/drawing/2014/main" id="{F20F2238-FE09-4C4E-917E-422C5D5336FF}"/>
              </a:ext>
            </a:extLst>
          </p:cNvPr>
          <p:cNvSpPr txBox="1">
            <a:spLocks noChangeArrowheads="1"/>
          </p:cNvSpPr>
          <p:nvPr/>
        </p:nvSpPr>
        <p:spPr bwMode="auto">
          <a:xfrm>
            <a:off x="3151188" y="4511357"/>
            <a:ext cx="5867400" cy="1631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175">
                <a:solidFill>
                  <a:srgbClr val="000000"/>
                </a:solidFill>
                <a:miter lim="800000"/>
                <a:headEnd/>
                <a:tailEnd/>
              </a14:hiddenLine>
            </a:ext>
          </a:extLst>
        </p:spPr>
        <p:txBody>
          <a:bodyPr anchor="ct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2000" b="1" i="0" u="none" strike="noStrike" kern="1200" cap="none" spc="0" normalizeH="0" baseline="0" noProof="0" dirty="0">
                <a:ln>
                  <a:noFill/>
                </a:ln>
                <a:solidFill>
                  <a:srgbClr val="000000"/>
                </a:solidFill>
                <a:effectLst/>
                <a:uLnTx/>
                <a:uFillTx/>
                <a:latin typeface="Tahoma"/>
                <a:ea typeface="굴림" charset="0"/>
                <a:cs typeface="굴림" charset="0"/>
              </a:rPr>
              <a:t>Motivation</a:t>
            </a:r>
            <a:r>
              <a:rPr kumimoji="0" lang="en-US" altLang="ko-KR" sz="2000" b="0" i="0" u="none" strike="noStrike" kern="1200" cap="none" spc="0" normalizeH="0" baseline="0" noProof="0" dirty="0">
                <a:ln>
                  <a:noFill/>
                </a:ln>
                <a:solidFill>
                  <a:srgbClr val="0000FF"/>
                </a:solidFill>
                <a:effectLst/>
                <a:uLnTx/>
                <a:uFillTx/>
                <a:latin typeface="Tahoma"/>
                <a:ea typeface="굴림" charset="0"/>
                <a:cs typeface="굴림" charset="0"/>
              </a:rPr>
              <a:t>: Each iteration is independent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ko-KR" sz="2000" b="0" i="0" u="none" strike="noStrike" kern="1200" cap="none" spc="0" normalizeH="0" baseline="0" noProof="0" dirty="0">
              <a:ln>
                <a:noFill/>
              </a:ln>
              <a:solidFill>
                <a:srgbClr val="0000FF"/>
              </a:solidFill>
              <a:effectLst/>
              <a:uLnTx/>
              <a:uFillTx/>
              <a:latin typeface="Tahoma"/>
              <a:ea typeface="굴림" charset="0"/>
              <a:cs typeface="굴림"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2000" b="1" i="0" u="none" strike="noStrike" kern="1200" cap="none" spc="0" normalizeH="0" baseline="0" noProof="0" dirty="0">
                <a:ln>
                  <a:noFill/>
                </a:ln>
                <a:solidFill>
                  <a:srgbClr val="000000"/>
                </a:solidFill>
                <a:effectLst/>
                <a:uLnTx/>
                <a:uFillTx/>
                <a:latin typeface="Tahoma"/>
                <a:ea typeface="굴림" charset="0"/>
                <a:cs typeface="굴림" charset="0"/>
              </a:rPr>
              <a:t>Idea</a:t>
            </a:r>
            <a:r>
              <a:rPr kumimoji="0" lang="en-US" altLang="ko-KR" sz="2000" b="0" i="0" u="none" strike="noStrike" kern="1200" cap="none" spc="0" normalizeH="0" baseline="0" noProof="0" dirty="0">
                <a:ln>
                  <a:noFill/>
                </a:ln>
                <a:solidFill>
                  <a:srgbClr val="000000"/>
                </a:solidFill>
                <a:effectLst/>
                <a:uLnTx/>
                <a:uFillTx/>
                <a:latin typeface="Tahoma"/>
                <a:ea typeface="굴림" charset="0"/>
                <a:cs typeface="굴림" charset="0"/>
              </a:rPr>
              <a:t>: </a:t>
            </a:r>
            <a:r>
              <a:rPr kumimoji="0" lang="en-US" altLang="ko-KR" sz="2000" b="0" i="0" u="none" strike="noStrike" kern="1200" cap="none" spc="0" normalizeH="0" baseline="0" noProof="0" dirty="0">
                <a:ln>
                  <a:noFill/>
                </a:ln>
                <a:solidFill>
                  <a:srgbClr val="0000FF"/>
                </a:solidFill>
                <a:effectLst/>
                <a:uLnTx/>
                <a:uFillTx/>
                <a:latin typeface="Tahoma"/>
                <a:ea typeface="굴림" charset="0"/>
                <a:cs typeface="굴림" charset="0"/>
              </a:rPr>
              <a:t>Programmer or compiler generates a SIMD instruction to execute the same instruction from all iterations across different data</a:t>
            </a:r>
          </a:p>
        </p:txBody>
      </p:sp>
      <p:sp>
        <p:nvSpPr>
          <p:cNvPr id="4" name="TextBox 3">
            <a:extLst>
              <a:ext uri="{FF2B5EF4-FFF2-40B4-BE49-F238E27FC236}">
                <a16:creationId xmlns:a16="http://schemas.microsoft.com/office/drawing/2014/main" id="{077EDEC5-AAD7-AB4A-9811-20F65A6CD4FB}"/>
              </a:ext>
            </a:extLst>
          </p:cNvPr>
          <p:cNvSpPr txBox="1">
            <a:spLocks noChangeArrowheads="1"/>
          </p:cNvSpPr>
          <p:nvPr/>
        </p:nvSpPr>
        <p:spPr bwMode="auto">
          <a:xfrm>
            <a:off x="6338888" y="1447800"/>
            <a:ext cx="17319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VLD     A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sym typeface="Wingdings" pitchFamily="2" charset="2"/>
              </a:rPr>
              <a:t> V1</a:t>
            </a:r>
          </a:p>
        </p:txBody>
      </p:sp>
      <p:sp>
        <p:nvSpPr>
          <p:cNvPr id="60" name="TextBox 59">
            <a:extLst>
              <a:ext uri="{FF2B5EF4-FFF2-40B4-BE49-F238E27FC236}">
                <a16:creationId xmlns:a16="http://schemas.microsoft.com/office/drawing/2014/main" id="{DD40FF3C-D898-8248-87B7-41DF3ABC68D7}"/>
              </a:ext>
            </a:extLst>
          </p:cNvPr>
          <p:cNvSpPr txBox="1">
            <a:spLocks noChangeArrowheads="1"/>
          </p:cNvSpPr>
          <p:nvPr/>
        </p:nvSpPr>
        <p:spPr bwMode="auto">
          <a:xfrm>
            <a:off x="6338888" y="2133600"/>
            <a:ext cx="17573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VLD     B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sym typeface="Wingdings" pitchFamily="2" charset="2"/>
              </a:rPr>
              <a:t> V2</a:t>
            </a:r>
          </a:p>
        </p:txBody>
      </p:sp>
      <p:sp>
        <p:nvSpPr>
          <p:cNvPr id="61" name="TextBox 60">
            <a:extLst>
              <a:ext uri="{FF2B5EF4-FFF2-40B4-BE49-F238E27FC236}">
                <a16:creationId xmlns:a16="http://schemas.microsoft.com/office/drawing/2014/main" id="{31FAC47A-EE76-4040-AE0C-27072C5D0A3C}"/>
              </a:ext>
            </a:extLst>
          </p:cNvPr>
          <p:cNvSpPr txBox="1">
            <a:spLocks noChangeArrowheads="1"/>
          </p:cNvSpPr>
          <p:nvPr/>
        </p:nvSpPr>
        <p:spPr bwMode="auto">
          <a:xfrm>
            <a:off x="6338888" y="2743200"/>
            <a:ext cx="26066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VADD     V1 + V2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sym typeface="Wingdings" pitchFamily="2" charset="2"/>
              </a:rPr>
              <a:t> V3</a:t>
            </a:r>
          </a:p>
        </p:txBody>
      </p:sp>
      <p:sp>
        <p:nvSpPr>
          <p:cNvPr id="62" name="TextBox 61">
            <a:extLst>
              <a:ext uri="{FF2B5EF4-FFF2-40B4-BE49-F238E27FC236}">
                <a16:creationId xmlns:a16="http://schemas.microsoft.com/office/drawing/2014/main" id="{D542F69E-FEED-0342-AFCF-EF7E5E942D66}"/>
              </a:ext>
            </a:extLst>
          </p:cNvPr>
          <p:cNvSpPr txBox="1">
            <a:spLocks noChangeArrowheads="1"/>
          </p:cNvSpPr>
          <p:nvPr/>
        </p:nvSpPr>
        <p:spPr bwMode="auto">
          <a:xfrm>
            <a:off x="6386513" y="3429000"/>
            <a:ext cx="17668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VST     V3 </a:t>
            </a: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sym typeface="Wingdings" pitchFamily="2" charset="2"/>
              </a:rPr>
              <a:t> C</a:t>
            </a:r>
          </a:p>
        </p:txBody>
      </p:sp>
    </p:spTree>
    <p:extLst>
      <p:ext uri="{BB962C8B-B14F-4D97-AF65-F5344CB8AC3E}">
        <p14:creationId xmlns:p14="http://schemas.microsoft.com/office/powerpoint/2010/main" val="23443228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9">
                                            <p:txEl>
                                              <p:pRg st="2" end="2"/>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2"/>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0"/>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1"/>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2"/>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p:bldP spid="50" grpId="0"/>
      <p:bldP spid="51" grpId="0"/>
      <p:bldP spid="52" grpId="0"/>
      <p:bldP spid="4" grpId="0"/>
      <p:bldP spid="60" grpId="0"/>
      <p:bldP spid="61" grpId="0"/>
      <p:bldP spid="6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2E6BD60B-7BB4-C34A-9AD1-BA6130E32136}"/>
              </a:ext>
            </a:extLst>
          </p:cNvPr>
          <p:cNvGrpSpPr>
            <a:grpSpLocks/>
          </p:cNvGrpSpPr>
          <p:nvPr/>
        </p:nvGrpSpPr>
        <p:grpSpPr bwMode="auto">
          <a:xfrm>
            <a:off x="-76200" y="1004888"/>
            <a:ext cx="3138488" cy="5243512"/>
            <a:chOff x="-39" y="921"/>
            <a:chExt cx="1977" cy="3303"/>
          </a:xfrm>
        </p:grpSpPr>
        <p:grpSp>
          <p:nvGrpSpPr>
            <p:cNvPr id="52251" name="Group 8">
              <a:extLst>
                <a:ext uri="{FF2B5EF4-FFF2-40B4-BE49-F238E27FC236}">
                  <a16:creationId xmlns:a16="http://schemas.microsoft.com/office/drawing/2014/main" id="{D371EF9C-046B-594C-968C-6570D27E24BB}"/>
                </a:ext>
              </a:extLst>
            </p:cNvPr>
            <p:cNvGrpSpPr>
              <a:grpSpLocks/>
            </p:cNvGrpSpPr>
            <p:nvPr/>
          </p:nvGrpSpPr>
          <p:grpSpPr bwMode="auto">
            <a:xfrm>
              <a:off x="673" y="1258"/>
              <a:ext cx="1017" cy="1405"/>
              <a:chOff x="721" y="922"/>
              <a:chExt cx="1017" cy="1405"/>
            </a:xfrm>
          </p:grpSpPr>
          <p:sp>
            <p:nvSpPr>
              <p:cNvPr id="52265" name="AutoShape 6">
                <a:extLst>
                  <a:ext uri="{FF2B5EF4-FFF2-40B4-BE49-F238E27FC236}">
                    <a16:creationId xmlns:a16="http://schemas.microsoft.com/office/drawing/2014/main" id="{AF89A3BD-A077-444F-897A-887D4CE0EF12}"/>
                  </a:ext>
                </a:extLst>
              </p:cNvPr>
              <p:cNvSpPr>
                <a:spLocks noChangeArrowheads="1"/>
              </p:cNvSpPr>
              <p:nvPr/>
            </p:nvSpPr>
            <p:spPr bwMode="auto">
              <a:xfrm>
                <a:off x="721" y="922"/>
                <a:ext cx="441" cy="253"/>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2266" name="AutoShape 7">
                <a:extLst>
                  <a:ext uri="{FF2B5EF4-FFF2-40B4-BE49-F238E27FC236}">
                    <a16:creationId xmlns:a16="http://schemas.microsoft.com/office/drawing/2014/main" id="{C4165C2F-7AB7-9640-B8C8-2C83BC8FC46D}"/>
                  </a:ext>
                </a:extLst>
              </p:cNvPr>
              <p:cNvSpPr>
                <a:spLocks noChangeArrowheads="1"/>
              </p:cNvSpPr>
              <p:nvPr/>
            </p:nvSpPr>
            <p:spPr bwMode="auto">
              <a:xfrm>
                <a:off x="1297" y="1210"/>
                <a:ext cx="441" cy="253"/>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2267" name="AutoShape 8">
                <a:extLst>
                  <a:ext uri="{FF2B5EF4-FFF2-40B4-BE49-F238E27FC236}">
                    <a16:creationId xmlns:a16="http://schemas.microsoft.com/office/drawing/2014/main" id="{52CC3F44-679F-DF4E-9F24-47F90568754B}"/>
                  </a:ext>
                </a:extLst>
              </p:cNvPr>
              <p:cNvSpPr>
                <a:spLocks noChangeArrowheads="1"/>
              </p:cNvSpPr>
              <p:nvPr/>
            </p:nvSpPr>
            <p:spPr bwMode="auto">
              <a:xfrm>
                <a:off x="957" y="1642"/>
                <a:ext cx="402" cy="253"/>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52268" name="AutoShape 9">
                <a:extLst>
                  <a:ext uri="{FF2B5EF4-FFF2-40B4-BE49-F238E27FC236}">
                    <a16:creationId xmlns:a16="http://schemas.microsoft.com/office/drawing/2014/main" id="{66D5E32D-D834-B44E-AAE6-535DA0878522}"/>
                  </a:ext>
                </a:extLst>
              </p:cNvPr>
              <p:cNvSpPr>
                <a:spLocks noChangeArrowheads="1"/>
              </p:cNvSpPr>
              <p:nvPr/>
            </p:nvSpPr>
            <p:spPr bwMode="auto">
              <a:xfrm>
                <a:off x="930" y="2074"/>
                <a:ext cx="504" cy="253"/>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52269" name="Line 10">
                <a:extLst>
                  <a:ext uri="{FF2B5EF4-FFF2-40B4-BE49-F238E27FC236}">
                    <a16:creationId xmlns:a16="http://schemas.microsoft.com/office/drawing/2014/main" id="{1FEE3294-35ED-E149-A346-B0CD7AB99754}"/>
                  </a:ext>
                </a:extLst>
              </p:cNvPr>
              <p:cNvSpPr>
                <a:spLocks noChangeShapeType="1"/>
              </p:cNvSpPr>
              <p:nvPr/>
            </p:nvSpPr>
            <p:spPr bwMode="auto">
              <a:xfrm>
                <a:off x="948" y="1200"/>
                <a:ext cx="144" cy="432"/>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270" name="Line 11">
                <a:extLst>
                  <a:ext uri="{FF2B5EF4-FFF2-40B4-BE49-F238E27FC236}">
                    <a16:creationId xmlns:a16="http://schemas.microsoft.com/office/drawing/2014/main" id="{CEB5DF33-95F7-C84B-8CF6-BB3DFF6C4C6D}"/>
                  </a:ext>
                </a:extLst>
              </p:cNvPr>
              <p:cNvSpPr>
                <a:spLocks noChangeShapeType="1"/>
              </p:cNvSpPr>
              <p:nvPr/>
            </p:nvSpPr>
            <p:spPr bwMode="auto">
              <a:xfrm flipH="1">
                <a:off x="1236" y="1488"/>
                <a:ext cx="192"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271" name="Line 12">
                <a:extLst>
                  <a:ext uri="{FF2B5EF4-FFF2-40B4-BE49-F238E27FC236}">
                    <a16:creationId xmlns:a16="http://schemas.microsoft.com/office/drawing/2014/main" id="{E8B2D5EE-683D-7F4B-A8E0-E5079A419533}"/>
                  </a:ext>
                </a:extLst>
              </p:cNvPr>
              <p:cNvSpPr>
                <a:spLocks noChangeShapeType="1"/>
              </p:cNvSpPr>
              <p:nvPr/>
            </p:nvSpPr>
            <p:spPr bwMode="auto">
              <a:xfrm>
                <a:off x="1188" y="1920"/>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2252" name="Group 13">
              <a:extLst>
                <a:ext uri="{FF2B5EF4-FFF2-40B4-BE49-F238E27FC236}">
                  <a16:creationId xmlns:a16="http://schemas.microsoft.com/office/drawing/2014/main" id="{1DBE1507-D07A-BE40-A950-BF102502CB02}"/>
                </a:ext>
              </a:extLst>
            </p:cNvPr>
            <p:cNvGrpSpPr>
              <a:grpSpLocks/>
            </p:cNvGrpSpPr>
            <p:nvPr/>
          </p:nvGrpSpPr>
          <p:grpSpPr bwMode="auto">
            <a:xfrm>
              <a:off x="685" y="2746"/>
              <a:ext cx="1017" cy="1405"/>
              <a:chOff x="733" y="2410"/>
              <a:chExt cx="1017" cy="1405"/>
            </a:xfrm>
          </p:grpSpPr>
          <p:sp>
            <p:nvSpPr>
              <p:cNvPr id="52258" name="AutoShape 14">
                <a:extLst>
                  <a:ext uri="{FF2B5EF4-FFF2-40B4-BE49-F238E27FC236}">
                    <a16:creationId xmlns:a16="http://schemas.microsoft.com/office/drawing/2014/main" id="{C4E2930B-3A0F-5F45-BC7C-8014F27277BD}"/>
                  </a:ext>
                </a:extLst>
              </p:cNvPr>
              <p:cNvSpPr>
                <a:spLocks noChangeArrowheads="1"/>
              </p:cNvSpPr>
              <p:nvPr/>
            </p:nvSpPr>
            <p:spPr bwMode="auto">
              <a:xfrm>
                <a:off x="733" y="2410"/>
                <a:ext cx="441" cy="253"/>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2259" name="AutoShape 15">
                <a:extLst>
                  <a:ext uri="{FF2B5EF4-FFF2-40B4-BE49-F238E27FC236}">
                    <a16:creationId xmlns:a16="http://schemas.microsoft.com/office/drawing/2014/main" id="{3DFA6063-D8B1-914D-A1B2-1E44DAFA72B3}"/>
                  </a:ext>
                </a:extLst>
              </p:cNvPr>
              <p:cNvSpPr>
                <a:spLocks noChangeArrowheads="1"/>
              </p:cNvSpPr>
              <p:nvPr/>
            </p:nvSpPr>
            <p:spPr bwMode="auto">
              <a:xfrm>
                <a:off x="1309" y="2698"/>
                <a:ext cx="441" cy="253"/>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2260" name="AutoShape 16">
                <a:extLst>
                  <a:ext uri="{FF2B5EF4-FFF2-40B4-BE49-F238E27FC236}">
                    <a16:creationId xmlns:a16="http://schemas.microsoft.com/office/drawing/2014/main" id="{B302117A-5F70-564A-A1D4-D88BEC6EBE2E}"/>
                  </a:ext>
                </a:extLst>
              </p:cNvPr>
              <p:cNvSpPr>
                <a:spLocks noChangeArrowheads="1"/>
              </p:cNvSpPr>
              <p:nvPr/>
            </p:nvSpPr>
            <p:spPr bwMode="auto">
              <a:xfrm>
                <a:off x="969" y="3130"/>
                <a:ext cx="402" cy="253"/>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52261" name="AutoShape 17">
                <a:extLst>
                  <a:ext uri="{FF2B5EF4-FFF2-40B4-BE49-F238E27FC236}">
                    <a16:creationId xmlns:a16="http://schemas.microsoft.com/office/drawing/2014/main" id="{21B056CB-6904-AD4D-BAFE-94AFA73A5BA8}"/>
                  </a:ext>
                </a:extLst>
              </p:cNvPr>
              <p:cNvSpPr>
                <a:spLocks noChangeArrowheads="1"/>
              </p:cNvSpPr>
              <p:nvPr/>
            </p:nvSpPr>
            <p:spPr bwMode="auto">
              <a:xfrm>
                <a:off x="942" y="3562"/>
                <a:ext cx="504" cy="253"/>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52262" name="Line 18">
                <a:extLst>
                  <a:ext uri="{FF2B5EF4-FFF2-40B4-BE49-F238E27FC236}">
                    <a16:creationId xmlns:a16="http://schemas.microsoft.com/office/drawing/2014/main" id="{239BB109-EBFE-BC43-8F3B-E8BDFB703D4E}"/>
                  </a:ext>
                </a:extLst>
              </p:cNvPr>
              <p:cNvSpPr>
                <a:spLocks noChangeShapeType="1"/>
              </p:cNvSpPr>
              <p:nvPr/>
            </p:nvSpPr>
            <p:spPr bwMode="auto">
              <a:xfrm>
                <a:off x="960" y="2688"/>
                <a:ext cx="144" cy="432"/>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263" name="Line 19">
                <a:extLst>
                  <a:ext uri="{FF2B5EF4-FFF2-40B4-BE49-F238E27FC236}">
                    <a16:creationId xmlns:a16="http://schemas.microsoft.com/office/drawing/2014/main" id="{AA1A9BF3-B879-EB4D-8A37-E45BB3A8665D}"/>
                  </a:ext>
                </a:extLst>
              </p:cNvPr>
              <p:cNvSpPr>
                <a:spLocks noChangeShapeType="1"/>
              </p:cNvSpPr>
              <p:nvPr/>
            </p:nvSpPr>
            <p:spPr bwMode="auto">
              <a:xfrm flipH="1">
                <a:off x="1248" y="2976"/>
                <a:ext cx="192"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264" name="Line 20">
                <a:extLst>
                  <a:ext uri="{FF2B5EF4-FFF2-40B4-BE49-F238E27FC236}">
                    <a16:creationId xmlns:a16="http://schemas.microsoft.com/office/drawing/2014/main" id="{DFBAC9A0-C6D8-4949-AB2E-44099EE04446}"/>
                  </a:ext>
                </a:extLst>
              </p:cNvPr>
              <p:cNvSpPr>
                <a:spLocks noChangeShapeType="1"/>
              </p:cNvSpPr>
              <p:nvPr/>
            </p:nvSpPr>
            <p:spPr bwMode="auto">
              <a:xfrm>
                <a:off x="1200" y="3408"/>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2253" name="AutoShape 21">
              <a:extLst>
                <a:ext uri="{FF2B5EF4-FFF2-40B4-BE49-F238E27FC236}">
                  <a16:creationId xmlns:a16="http://schemas.microsoft.com/office/drawing/2014/main" id="{1D9341D8-2D50-784B-9230-F1A6F53367FD}"/>
                </a:ext>
              </a:extLst>
            </p:cNvPr>
            <p:cNvSpPr>
              <a:spLocks noChangeArrowheads="1"/>
            </p:cNvSpPr>
            <p:nvPr/>
          </p:nvSpPr>
          <p:spPr bwMode="auto">
            <a:xfrm>
              <a:off x="528" y="1200"/>
              <a:ext cx="1248" cy="1488"/>
            </a:xfrm>
            <a:prstGeom prst="roundRect">
              <a:avLst>
                <a:gd name="adj" fmla="val 16667"/>
              </a:avLst>
            </a:prstGeom>
            <a:noFill/>
            <a:ln w="3810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254" name="AutoShape 22">
              <a:extLst>
                <a:ext uri="{FF2B5EF4-FFF2-40B4-BE49-F238E27FC236}">
                  <a16:creationId xmlns:a16="http://schemas.microsoft.com/office/drawing/2014/main" id="{A227AF72-689F-2643-BE31-937A47735EFA}"/>
                </a:ext>
              </a:extLst>
            </p:cNvPr>
            <p:cNvSpPr>
              <a:spLocks noChangeArrowheads="1"/>
            </p:cNvSpPr>
            <p:nvPr/>
          </p:nvSpPr>
          <p:spPr bwMode="auto">
            <a:xfrm>
              <a:off x="480" y="2736"/>
              <a:ext cx="1296" cy="1488"/>
            </a:xfrm>
            <a:prstGeom prst="roundRect">
              <a:avLst>
                <a:gd name="adj" fmla="val 16667"/>
              </a:avLst>
            </a:prstGeom>
            <a:noFill/>
            <a:ln w="38100"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255" name="Text Box 23">
              <a:extLst>
                <a:ext uri="{FF2B5EF4-FFF2-40B4-BE49-F238E27FC236}">
                  <a16:creationId xmlns:a16="http://schemas.microsoft.com/office/drawing/2014/main" id="{A95E624C-2E5E-594E-AD4C-2232FC86F3D9}"/>
                </a:ext>
              </a:extLst>
            </p:cNvPr>
            <p:cNvSpPr txBox="1">
              <a:spLocks noChangeArrowheads="1"/>
            </p:cNvSpPr>
            <p:nvPr/>
          </p:nvSpPr>
          <p:spPr bwMode="auto">
            <a:xfrm>
              <a:off x="-39" y="1593"/>
              <a:ext cx="5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Iter. 1</a:t>
              </a:r>
            </a:p>
          </p:txBody>
        </p:sp>
        <p:sp>
          <p:nvSpPr>
            <p:cNvPr id="52256" name="Text Box 24">
              <a:extLst>
                <a:ext uri="{FF2B5EF4-FFF2-40B4-BE49-F238E27FC236}">
                  <a16:creationId xmlns:a16="http://schemas.microsoft.com/office/drawing/2014/main" id="{4C209938-9E32-CB49-B0D1-B426253E5F73}"/>
                </a:ext>
              </a:extLst>
            </p:cNvPr>
            <p:cNvSpPr txBox="1">
              <a:spLocks noChangeArrowheads="1"/>
            </p:cNvSpPr>
            <p:nvPr/>
          </p:nvSpPr>
          <p:spPr bwMode="auto">
            <a:xfrm>
              <a:off x="-39" y="3081"/>
              <a:ext cx="5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Iter. 2</a:t>
              </a:r>
            </a:p>
          </p:txBody>
        </p:sp>
        <p:sp>
          <p:nvSpPr>
            <p:cNvPr id="52257" name="Text Box 25">
              <a:extLst>
                <a:ext uri="{FF2B5EF4-FFF2-40B4-BE49-F238E27FC236}">
                  <a16:creationId xmlns:a16="http://schemas.microsoft.com/office/drawing/2014/main" id="{B03325F3-E3E4-8D43-96F3-3932E3C6C0A8}"/>
                </a:ext>
              </a:extLst>
            </p:cNvPr>
            <p:cNvSpPr txBox="1">
              <a:spLocks noChangeArrowheads="1"/>
            </p:cNvSpPr>
            <p:nvPr/>
          </p:nvSpPr>
          <p:spPr bwMode="auto">
            <a:xfrm>
              <a:off x="146" y="921"/>
              <a:ext cx="17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1"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Scalar Sequential Code</a:t>
              </a:r>
            </a:p>
          </p:txBody>
        </p:sp>
      </p:grpSp>
      <p:sp>
        <p:nvSpPr>
          <p:cNvPr id="52226" name="Title 1">
            <a:extLst>
              <a:ext uri="{FF2B5EF4-FFF2-40B4-BE49-F238E27FC236}">
                <a16:creationId xmlns:a16="http://schemas.microsoft.com/office/drawing/2014/main" id="{020CC68B-7291-3B43-885B-2D019BBF9095}"/>
              </a:ext>
            </a:extLst>
          </p:cNvPr>
          <p:cNvSpPr>
            <a:spLocks noGrp="1"/>
          </p:cNvSpPr>
          <p:nvPr>
            <p:ph type="title"/>
          </p:nvPr>
        </p:nvSpPr>
        <p:spPr>
          <a:xfrm>
            <a:off x="152400" y="152400"/>
            <a:ext cx="8915400" cy="1066800"/>
          </a:xfrm>
        </p:spPr>
        <p:txBody>
          <a:bodyPr/>
          <a:lstStyle/>
          <a:p>
            <a:r>
              <a:rPr lang="en-US" altLang="en-US">
                <a:ea typeface="ＭＳ Ｐゴシック" panose="020B0600070205080204" pitchFamily="34" charset="-128"/>
              </a:rPr>
              <a:t>Prog. Model 3: Multithreaded</a:t>
            </a:r>
          </a:p>
        </p:txBody>
      </p:sp>
      <p:sp>
        <p:nvSpPr>
          <p:cNvPr id="52227" name="Slide Number Placeholder 3">
            <a:extLst>
              <a:ext uri="{FF2B5EF4-FFF2-40B4-BE49-F238E27FC236}">
                <a16:creationId xmlns:a16="http://schemas.microsoft.com/office/drawing/2014/main" id="{B15C3B6F-514C-F54A-93D9-A8E2EC9CD8D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1CE4F35-E2E8-904C-B4CD-52CF2719CC8B}"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52228" name="Text Box 3">
            <a:extLst>
              <a:ext uri="{FF2B5EF4-FFF2-40B4-BE49-F238E27FC236}">
                <a16:creationId xmlns:a16="http://schemas.microsoft.com/office/drawing/2014/main" id="{1218884E-93B4-F946-B6BE-9D44F4076FA7}"/>
              </a:ext>
            </a:extLst>
          </p:cNvPr>
          <p:cNvSpPr txBox="1">
            <a:spLocks noChangeArrowheads="1"/>
          </p:cNvSpPr>
          <p:nvPr/>
        </p:nvSpPr>
        <p:spPr bwMode="auto">
          <a:xfrm>
            <a:off x="6248400" y="152400"/>
            <a:ext cx="3016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en-US" altLang="ko-KR" sz="1600" b="1" i="0" u="none" strike="noStrike" kern="1200" cap="none" spc="0" normalizeH="0" baseline="0" noProof="0">
                <a:ln>
                  <a:noFill/>
                </a:ln>
                <a:solidFill>
                  <a:srgbClr val="000000"/>
                </a:solidFill>
                <a:effectLst/>
                <a:uLnTx/>
                <a:uFillTx/>
                <a:latin typeface="Courier New" panose="02070309020205020404" pitchFamily="49" charset="0"/>
                <a:ea typeface="굴림" panose="020B0600000101010101" pitchFamily="34" charset="-127"/>
                <a:cs typeface="+mn-cs"/>
              </a:rPr>
              <a:t>for (i=0; i &lt; N; i++)</a:t>
            </a:r>
          </a:p>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en-US" altLang="ko-KR" sz="1600" b="1" i="0" u="none" strike="noStrike" kern="1200" cap="none" spc="0" normalizeH="0" baseline="0" noProof="0">
                <a:ln>
                  <a:noFill/>
                </a:ln>
                <a:solidFill>
                  <a:srgbClr val="000000"/>
                </a:solidFill>
                <a:effectLst/>
                <a:uLnTx/>
                <a:uFillTx/>
                <a:latin typeface="Courier New" panose="02070309020205020404" pitchFamily="49" charset="0"/>
                <a:ea typeface="굴림" panose="020B0600000101010101" pitchFamily="34" charset="-127"/>
                <a:cs typeface="+mn-cs"/>
              </a:rPr>
              <a:t>    C[i] = A[i] + B[i];</a:t>
            </a:r>
          </a:p>
        </p:txBody>
      </p:sp>
      <p:grpSp>
        <p:nvGrpSpPr>
          <p:cNvPr id="6" name="Group 5">
            <a:extLst>
              <a:ext uri="{FF2B5EF4-FFF2-40B4-BE49-F238E27FC236}">
                <a16:creationId xmlns:a16="http://schemas.microsoft.com/office/drawing/2014/main" id="{DD1EC13B-8F85-E544-BC64-CD607B4466D8}"/>
              </a:ext>
            </a:extLst>
          </p:cNvPr>
          <p:cNvGrpSpPr>
            <a:grpSpLocks/>
          </p:cNvGrpSpPr>
          <p:nvPr/>
        </p:nvGrpSpPr>
        <p:grpSpPr bwMode="auto">
          <a:xfrm>
            <a:off x="811213" y="1357313"/>
            <a:ext cx="1981200" cy="2590800"/>
            <a:chOff x="949325" y="1509713"/>
            <a:chExt cx="1981200" cy="2590800"/>
          </a:xfrm>
        </p:grpSpPr>
        <p:sp>
          <p:nvSpPr>
            <p:cNvPr id="52243" name="AutoShape 33">
              <a:extLst>
                <a:ext uri="{FF2B5EF4-FFF2-40B4-BE49-F238E27FC236}">
                  <a16:creationId xmlns:a16="http://schemas.microsoft.com/office/drawing/2014/main" id="{587796E5-21EA-2B43-86F9-596AE5C20ECD}"/>
                </a:ext>
              </a:extLst>
            </p:cNvPr>
            <p:cNvSpPr>
              <a:spLocks noChangeArrowheads="1"/>
            </p:cNvSpPr>
            <p:nvPr/>
          </p:nvSpPr>
          <p:spPr bwMode="auto">
            <a:xfrm>
              <a:off x="1198563" y="1601788"/>
              <a:ext cx="700088"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2244" name="AutoShape 34">
              <a:extLst>
                <a:ext uri="{FF2B5EF4-FFF2-40B4-BE49-F238E27FC236}">
                  <a16:creationId xmlns:a16="http://schemas.microsoft.com/office/drawing/2014/main" id="{115FB8D7-0E92-5F46-B911-13CE414DE9E8}"/>
                </a:ext>
              </a:extLst>
            </p:cNvPr>
            <p:cNvSpPr>
              <a:spLocks noChangeArrowheads="1"/>
            </p:cNvSpPr>
            <p:nvPr/>
          </p:nvSpPr>
          <p:spPr bwMode="auto">
            <a:xfrm>
              <a:off x="2112963" y="2211388"/>
              <a:ext cx="700088"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2245" name="AutoShape 35">
              <a:extLst>
                <a:ext uri="{FF2B5EF4-FFF2-40B4-BE49-F238E27FC236}">
                  <a16:creationId xmlns:a16="http://schemas.microsoft.com/office/drawing/2014/main" id="{C697294A-B1B0-C34C-AF76-E27B9F6C36B9}"/>
                </a:ext>
              </a:extLst>
            </p:cNvPr>
            <p:cNvSpPr>
              <a:spLocks noChangeArrowheads="1"/>
            </p:cNvSpPr>
            <p:nvPr/>
          </p:nvSpPr>
          <p:spPr bwMode="auto">
            <a:xfrm>
              <a:off x="1573213" y="2897188"/>
              <a:ext cx="638175"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52246" name="AutoShape 36">
              <a:extLst>
                <a:ext uri="{FF2B5EF4-FFF2-40B4-BE49-F238E27FC236}">
                  <a16:creationId xmlns:a16="http://schemas.microsoft.com/office/drawing/2014/main" id="{2D8C612B-81B2-C342-BA55-96E27F5D2746}"/>
                </a:ext>
              </a:extLst>
            </p:cNvPr>
            <p:cNvSpPr>
              <a:spLocks noChangeArrowheads="1"/>
            </p:cNvSpPr>
            <p:nvPr/>
          </p:nvSpPr>
          <p:spPr bwMode="auto">
            <a:xfrm>
              <a:off x="1530350" y="3506788"/>
              <a:ext cx="800100"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52247" name="Line 37">
              <a:extLst>
                <a:ext uri="{FF2B5EF4-FFF2-40B4-BE49-F238E27FC236}">
                  <a16:creationId xmlns:a16="http://schemas.microsoft.com/office/drawing/2014/main" id="{8BFBBCF3-D904-B847-B806-1FC3C5D89E5C}"/>
                </a:ext>
              </a:extLst>
            </p:cNvPr>
            <p:cNvSpPr>
              <a:spLocks noChangeShapeType="1"/>
            </p:cNvSpPr>
            <p:nvPr/>
          </p:nvSpPr>
          <p:spPr bwMode="auto">
            <a:xfrm>
              <a:off x="1558925" y="2043113"/>
              <a:ext cx="228600" cy="838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248" name="Line 38">
              <a:extLst>
                <a:ext uri="{FF2B5EF4-FFF2-40B4-BE49-F238E27FC236}">
                  <a16:creationId xmlns:a16="http://schemas.microsoft.com/office/drawing/2014/main" id="{B8B9A8D1-0AB9-DA44-887D-88DF58D30214}"/>
                </a:ext>
              </a:extLst>
            </p:cNvPr>
            <p:cNvSpPr>
              <a:spLocks noChangeShapeType="1"/>
            </p:cNvSpPr>
            <p:nvPr/>
          </p:nvSpPr>
          <p:spPr bwMode="auto">
            <a:xfrm flipH="1">
              <a:off x="2016125" y="2652713"/>
              <a:ext cx="22860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249" name="Line 39">
              <a:extLst>
                <a:ext uri="{FF2B5EF4-FFF2-40B4-BE49-F238E27FC236}">
                  <a16:creationId xmlns:a16="http://schemas.microsoft.com/office/drawing/2014/main" id="{D0FFF744-0220-D446-B8DF-BC1EA39CB39B}"/>
                </a:ext>
              </a:extLst>
            </p:cNvPr>
            <p:cNvSpPr>
              <a:spLocks noChangeShapeType="1"/>
            </p:cNvSpPr>
            <p:nvPr/>
          </p:nvSpPr>
          <p:spPr bwMode="auto">
            <a:xfrm>
              <a:off x="1939925" y="3338513"/>
              <a:ext cx="0" cy="1524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250" name="AutoShape 47">
              <a:extLst>
                <a:ext uri="{FF2B5EF4-FFF2-40B4-BE49-F238E27FC236}">
                  <a16:creationId xmlns:a16="http://schemas.microsoft.com/office/drawing/2014/main" id="{DFCC83B0-BCE9-914E-88BC-71F4EC4EF3D1}"/>
                </a:ext>
              </a:extLst>
            </p:cNvPr>
            <p:cNvSpPr>
              <a:spLocks noChangeArrowheads="1"/>
            </p:cNvSpPr>
            <p:nvPr/>
          </p:nvSpPr>
          <p:spPr bwMode="auto">
            <a:xfrm>
              <a:off x="949325" y="1509713"/>
              <a:ext cx="1981200" cy="2590800"/>
            </a:xfrm>
            <a:prstGeom prst="roundRect">
              <a:avLst>
                <a:gd name="adj" fmla="val 16667"/>
              </a:avLst>
            </a:prstGeom>
            <a:noFill/>
            <a:ln w="38100"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id="{765C6A25-AE06-BF45-A243-5B1B26B2CB68}"/>
              </a:ext>
            </a:extLst>
          </p:cNvPr>
          <p:cNvGrpSpPr>
            <a:grpSpLocks/>
          </p:cNvGrpSpPr>
          <p:nvPr/>
        </p:nvGrpSpPr>
        <p:grpSpPr bwMode="auto">
          <a:xfrm>
            <a:off x="3276600" y="1357313"/>
            <a:ext cx="1981200" cy="2590800"/>
            <a:chOff x="2930525" y="1509713"/>
            <a:chExt cx="1981200" cy="2590800"/>
          </a:xfrm>
        </p:grpSpPr>
        <p:sp>
          <p:nvSpPr>
            <p:cNvPr id="52235" name="AutoShape 40">
              <a:extLst>
                <a:ext uri="{FF2B5EF4-FFF2-40B4-BE49-F238E27FC236}">
                  <a16:creationId xmlns:a16="http://schemas.microsoft.com/office/drawing/2014/main" id="{5FC35C8E-DDBA-6A4A-A12B-E90E69516C74}"/>
                </a:ext>
              </a:extLst>
            </p:cNvPr>
            <p:cNvSpPr>
              <a:spLocks noChangeArrowheads="1"/>
            </p:cNvSpPr>
            <p:nvPr/>
          </p:nvSpPr>
          <p:spPr bwMode="auto">
            <a:xfrm>
              <a:off x="3103563" y="1601788"/>
              <a:ext cx="700088"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2236" name="AutoShape 41">
              <a:extLst>
                <a:ext uri="{FF2B5EF4-FFF2-40B4-BE49-F238E27FC236}">
                  <a16:creationId xmlns:a16="http://schemas.microsoft.com/office/drawing/2014/main" id="{6F39C9D5-FA48-564A-A72B-1DCB59278866}"/>
                </a:ext>
              </a:extLst>
            </p:cNvPr>
            <p:cNvSpPr>
              <a:spLocks noChangeArrowheads="1"/>
            </p:cNvSpPr>
            <p:nvPr/>
          </p:nvSpPr>
          <p:spPr bwMode="auto">
            <a:xfrm>
              <a:off x="4017963" y="2211388"/>
              <a:ext cx="700088"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2237" name="AutoShape 42">
              <a:extLst>
                <a:ext uri="{FF2B5EF4-FFF2-40B4-BE49-F238E27FC236}">
                  <a16:creationId xmlns:a16="http://schemas.microsoft.com/office/drawing/2014/main" id="{100FD71F-A0F1-CE4B-8ACB-73FC7C75C6AA}"/>
                </a:ext>
              </a:extLst>
            </p:cNvPr>
            <p:cNvSpPr>
              <a:spLocks noChangeArrowheads="1"/>
            </p:cNvSpPr>
            <p:nvPr/>
          </p:nvSpPr>
          <p:spPr bwMode="auto">
            <a:xfrm>
              <a:off x="3478213" y="2897188"/>
              <a:ext cx="638175"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52238" name="AutoShape 43">
              <a:extLst>
                <a:ext uri="{FF2B5EF4-FFF2-40B4-BE49-F238E27FC236}">
                  <a16:creationId xmlns:a16="http://schemas.microsoft.com/office/drawing/2014/main" id="{E07CDA58-2BB1-1747-8770-22A90FD8C3C1}"/>
                </a:ext>
              </a:extLst>
            </p:cNvPr>
            <p:cNvSpPr>
              <a:spLocks noChangeArrowheads="1"/>
            </p:cNvSpPr>
            <p:nvPr/>
          </p:nvSpPr>
          <p:spPr bwMode="auto">
            <a:xfrm>
              <a:off x="3435350" y="3506788"/>
              <a:ext cx="800100"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52239" name="Line 44">
              <a:extLst>
                <a:ext uri="{FF2B5EF4-FFF2-40B4-BE49-F238E27FC236}">
                  <a16:creationId xmlns:a16="http://schemas.microsoft.com/office/drawing/2014/main" id="{405E4C71-93C2-E444-951C-8BF514EEA3CB}"/>
                </a:ext>
              </a:extLst>
            </p:cNvPr>
            <p:cNvSpPr>
              <a:spLocks noChangeShapeType="1"/>
            </p:cNvSpPr>
            <p:nvPr/>
          </p:nvSpPr>
          <p:spPr bwMode="auto">
            <a:xfrm>
              <a:off x="3387725" y="2043113"/>
              <a:ext cx="304800" cy="838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240" name="Line 45">
              <a:extLst>
                <a:ext uri="{FF2B5EF4-FFF2-40B4-BE49-F238E27FC236}">
                  <a16:creationId xmlns:a16="http://schemas.microsoft.com/office/drawing/2014/main" id="{C6CFB464-6826-134B-B1C8-835D8E817799}"/>
                </a:ext>
              </a:extLst>
            </p:cNvPr>
            <p:cNvSpPr>
              <a:spLocks noChangeShapeType="1"/>
            </p:cNvSpPr>
            <p:nvPr/>
          </p:nvSpPr>
          <p:spPr bwMode="auto">
            <a:xfrm flipH="1">
              <a:off x="3921125" y="2652713"/>
              <a:ext cx="22860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241" name="Line 46">
              <a:extLst>
                <a:ext uri="{FF2B5EF4-FFF2-40B4-BE49-F238E27FC236}">
                  <a16:creationId xmlns:a16="http://schemas.microsoft.com/office/drawing/2014/main" id="{82AB7A81-48D2-754A-BA08-292624A26267}"/>
                </a:ext>
              </a:extLst>
            </p:cNvPr>
            <p:cNvSpPr>
              <a:spLocks noChangeShapeType="1"/>
            </p:cNvSpPr>
            <p:nvPr/>
          </p:nvSpPr>
          <p:spPr bwMode="auto">
            <a:xfrm>
              <a:off x="3844925" y="3338513"/>
              <a:ext cx="0" cy="1524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242" name="AutoShape 48">
              <a:extLst>
                <a:ext uri="{FF2B5EF4-FFF2-40B4-BE49-F238E27FC236}">
                  <a16:creationId xmlns:a16="http://schemas.microsoft.com/office/drawing/2014/main" id="{A6D82B5D-CB4D-004D-B52D-54E587C5E825}"/>
                </a:ext>
              </a:extLst>
            </p:cNvPr>
            <p:cNvSpPr>
              <a:spLocks noChangeArrowheads="1"/>
            </p:cNvSpPr>
            <p:nvPr/>
          </p:nvSpPr>
          <p:spPr bwMode="auto">
            <a:xfrm>
              <a:off x="2930525" y="1509713"/>
              <a:ext cx="1981200" cy="2590800"/>
            </a:xfrm>
            <a:prstGeom prst="roundRect">
              <a:avLst>
                <a:gd name="adj" fmla="val 16667"/>
              </a:avLst>
            </a:prstGeom>
            <a:noFill/>
            <a:ln w="38100"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0" name="Text Box 49">
            <a:extLst>
              <a:ext uri="{FF2B5EF4-FFF2-40B4-BE49-F238E27FC236}">
                <a16:creationId xmlns:a16="http://schemas.microsoft.com/office/drawing/2014/main" id="{48240D83-E8A1-BF43-AB67-C9B2D692CC92}"/>
              </a:ext>
            </a:extLst>
          </p:cNvPr>
          <p:cNvSpPr txBox="1">
            <a:spLocks noChangeArrowheads="1"/>
          </p:cNvSpPr>
          <p:nvPr/>
        </p:nvSpPr>
        <p:spPr bwMode="auto">
          <a:xfrm>
            <a:off x="1395414" y="3905529"/>
            <a:ext cx="9715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err="1">
                <a:ln>
                  <a:noFill/>
                </a:ln>
                <a:solidFill>
                  <a:srgbClr val="000000"/>
                </a:solidFill>
                <a:effectLst/>
                <a:uLnTx/>
                <a:uFillTx/>
                <a:latin typeface="Verdana" panose="020B0604030504040204" pitchFamily="34" charset="0"/>
                <a:ea typeface="굴림" panose="020B0600000101010101" pitchFamily="34" charset="-127"/>
                <a:cs typeface="+mn-cs"/>
              </a:rPr>
              <a:t>Iter</a:t>
            </a:r>
            <a:r>
              <a:rPr kumimoji="0" lang="en-US" altLang="ko-KR" sz="1800" b="0" i="0" u="none" strike="noStrike" kern="1200" cap="none" spc="0" normalizeH="0" baseline="0" noProof="0" dirty="0">
                <a:ln>
                  <a:noFill/>
                </a:ln>
                <a:solidFill>
                  <a:srgbClr val="000000"/>
                </a:solidFill>
                <a:effectLst/>
                <a:uLnTx/>
                <a:uFillTx/>
                <a:latin typeface="Verdana" panose="020B0604030504040204" pitchFamily="34" charset="0"/>
                <a:ea typeface="굴림" panose="020B0600000101010101" pitchFamily="34" charset="-127"/>
                <a:cs typeface="+mn-cs"/>
              </a:rPr>
              <a:t>. 1</a:t>
            </a:r>
          </a:p>
        </p:txBody>
      </p:sp>
      <p:sp>
        <p:nvSpPr>
          <p:cNvPr id="51" name="Text Box 50">
            <a:extLst>
              <a:ext uri="{FF2B5EF4-FFF2-40B4-BE49-F238E27FC236}">
                <a16:creationId xmlns:a16="http://schemas.microsoft.com/office/drawing/2014/main" id="{C02DE839-B321-1A45-861F-AFA93FD21DEE}"/>
              </a:ext>
            </a:extLst>
          </p:cNvPr>
          <p:cNvSpPr txBox="1">
            <a:spLocks noChangeArrowheads="1"/>
          </p:cNvSpPr>
          <p:nvPr/>
        </p:nvSpPr>
        <p:spPr bwMode="auto">
          <a:xfrm>
            <a:off x="3751262" y="3997165"/>
            <a:ext cx="10318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err="1">
                <a:ln>
                  <a:noFill/>
                </a:ln>
                <a:solidFill>
                  <a:srgbClr val="000000"/>
                </a:solidFill>
                <a:effectLst/>
                <a:uLnTx/>
                <a:uFillTx/>
                <a:latin typeface="Verdana" panose="020B0604030504040204" pitchFamily="34" charset="0"/>
                <a:ea typeface="굴림" panose="020B0600000101010101" pitchFamily="34" charset="-127"/>
                <a:cs typeface="+mn-cs"/>
              </a:rPr>
              <a:t>Iter</a:t>
            </a:r>
            <a:r>
              <a:rPr kumimoji="0" lang="en-US" altLang="ko-KR" sz="1800" b="0" i="0" u="none" strike="noStrike" kern="1200" cap="none" spc="0" normalizeH="0" baseline="0" noProof="0" dirty="0">
                <a:ln>
                  <a:noFill/>
                </a:ln>
                <a:solidFill>
                  <a:srgbClr val="000000"/>
                </a:solidFill>
                <a:effectLst/>
                <a:uLnTx/>
                <a:uFillTx/>
                <a:latin typeface="Verdana" panose="020B0604030504040204" pitchFamily="34" charset="0"/>
                <a:ea typeface="굴림" panose="020B0600000101010101" pitchFamily="34" charset="-127"/>
                <a:cs typeface="+mn-cs"/>
              </a:rPr>
              <a:t>. 2</a:t>
            </a:r>
          </a:p>
        </p:txBody>
      </p:sp>
      <p:sp>
        <p:nvSpPr>
          <p:cNvPr id="56" name="Line 55">
            <a:extLst>
              <a:ext uri="{FF2B5EF4-FFF2-40B4-BE49-F238E27FC236}">
                <a16:creationId xmlns:a16="http://schemas.microsoft.com/office/drawing/2014/main" id="{87B2F9C9-F530-1348-B0F1-67A478BB8BA4}"/>
              </a:ext>
            </a:extLst>
          </p:cNvPr>
          <p:cNvSpPr>
            <a:spLocks noChangeShapeType="1"/>
          </p:cNvSpPr>
          <p:nvPr/>
        </p:nvSpPr>
        <p:spPr bwMode="auto">
          <a:xfrm>
            <a:off x="6019800" y="2347913"/>
            <a:ext cx="533400" cy="0"/>
          </a:xfrm>
          <a:prstGeom prst="line">
            <a:avLst/>
          </a:prstGeom>
          <a:noFill/>
          <a:ln w="76200">
            <a:solidFill>
              <a:schemeClr val="tx1"/>
            </a:solidFill>
            <a:prstDash val="sysDot"/>
            <a:round/>
            <a:headEnd/>
            <a:tailEn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 name="Text Box 26">
            <a:extLst>
              <a:ext uri="{FF2B5EF4-FFF2-40B4-BE49-F238E27FC236}">
                <a16:creationId xmlns:a16="http://schemas.microsoft.com/office/drawing/2014/main" id="{95DE4456-BD7F-7445-A633-7DE9D97598EA}"/>
              </a:ext>
            </a:extLst>
          </p:cNvPr>
          <p:cNvSpPr txBox="1">
            <a:spLocks noChangeArrowheads="1"/>
          </p:cNvSpPr>
          <p:nvPr/>
        </p:nvSpPr>
        <p:spPr bwMode="auto">
          <a:xfrm>
            <a:off x="3276600" y="4580413"/>
            <a:ext cx="5867400" cy="1631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175">
                <a:solidFill>
                  <a:srgbClr val="000000"/>
                </a:solidFill>
                <a:miter lim="800000"/>
                <a:headEnd/>
                <a:tailEnd/>
              </a14:hiddenLine>
            </a:ext>
          </a:extLst>
        </p:spPr>
        <p:txBody>
          <a:bodyPr anchor="ct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2000" b="1" i="0" u="none" strike="noStrike" kern="1200" cap="none" spc="0" normalizeH="0" baseline="0" noProof="0" dirty="0">
                <a:ln>
                  <a:noFill/>
                </a:ln>
                <a:solidFill>
                  <a:srgbClr val="000000"/>
                </a:solidFill>
                <a:effectLst/>
                <a:uLnTx/>
                <a:uFillTx/>
                <a:latin typeface="Tahoma"/>
                <a:ea typeface="굴림" charset="0"/>
                <a:cs typeface="굴림" charset="0"/>
              </a:rPr>
              <a:t>Motivation</a:t>
            </a:r>
            <a:r>
              <a:rPr kumimoji="0" lang="en-US" altLang="ko-KR" sz="2000" b="0" i="0" u="none" strike="noStrike" kern="1200" cap="none" spc="0" normalizeH="0" baseline="0" noProof="0" dirty="0">
                <a:ln>
                  <a:noFill/>
                </a:ln>
                <a:solidFill>
                  <a:srgbClr val="0000FF"/>
                </a:solidFill>
                <a:effectLst/>
                <a:uLnTx/>
                <a:uFillTx/>
                <a:latin typeface="Tahoma"/>
                <a:ea typeface="굴림" charset="0"/>
                <a:cs typeface="굴림" charset="0"/>
              </a:rPr>
              <a:t>: Each iteration is independent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ko-KR" sz="2000" b="0" i="0" u="none" strike="noStrike" kern="1200" cap="none" spc="0" normalizeH="0" baseline="0" noProof="0" dirty="0">
              <a:ln>
                <a:noFill/>
              </a:ln>
              <a:solidFill>
                <a:srgbClr val="0000FF"/>
              </a:solidFill>
              <a:effectLst/>
              <a:uLnTx/>
              <a:uFillTx/>
              <a:latin typeface="Tahoma"/>
              <a:ea typeface="굴림" charset="0"/>
              <a:cs typeface="굴림"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2000" b="1" i="0" u="none" strike="noStrike" kern="1200" cap="none" spc="0" normalizeH="0" baseline="0" noProof="0" dirty="0">
                <a:ln>
                  <a:noFill/>
                </a:ln>
                <a:solidFill>
                  <a:srgbClr val="000000"/>
                </a:solidFill>
                <a:effectLst/>
                <a:uLnTx/>
                <a:uFillTx/>
                <a:latin typeface="Tahoma"/>
                <a:ea typeface="굴림" charset="0"/>
                <a:cs typeface="굴림" charset="0"/>
              </a:rPr>
              <a:t>Idea</a:t>
            </a:r>
            <a:r>
              <a:rPr kumimoji="0" lang="en-US" altLang="ko-KR" sz="2000" b="0" i="0" u="none" strike="noStrike" kern="1200" cap="none" spc="0" normalizeH="0" baseline="0" noProof="0" dirty="0">
                <a:ln>
                  <a:noFill/>
                </a:ln>
                <a:solidFill>
                  <a:srgbClr val="000000"/>
                </a:solidFill>
                <a:effectLst/>
                <a:uLnTx/>
                <a:uFillTx/>
                <a:latin typeface="Tahoma"/>
                <a:ea typeface="굴림" charset="0"/>
                <a:cs typeface="굴림" charset="0"/>
              </a:rPr>
              <a:t>: </a:t>
            </a:r>
            <a:r>
              <a:rPr kumimoji="0" lang="en-US" altLang="ko-KR" sz="2000" b="0" i="0" u="none" strike="noStrike" kern="1200" cap="none" spc="0" normalizeH="0" baseline="0" noProof="0" dirty="0">
                <a:ln>
                  <a:noFill/>
                </a:ln>
                <a:solidFill>
                  <a:srgbClr val="0000FF"/>
                </a:solidFill>
                <a:effectLst/>
                <a:uLnTx/>
                <a:uFillTx/>
                <a:latin typeface="Tahoma"/>
                <a:ea typeface="굴림" charset="0"/>
                <a:cs typeface="굴림" charset="0"/>
              </a:rPr>
              <a:t>Programmer or compiler generates a thread to execute each iteration. Each thread does the same thing (but on different data)</a:t>
            </a:r>
          </a:p>
        </p:txBody>
      </p:sp>
    </p:spTree>
    <p:extLst>
      <p:ext uri="{BB962C8B-B14F-4D97-AF65-F5344CB8AC3E}">
        <p14:creationId xmlns:p14="http://schemas.microsoft.com/office/powerpoint/2010/main" val="41561733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A1C351C6-746F-0D48-8860-0236CFB67AD7}"/>
              </a:ext>
            </a:extLst>
          </p:cNvPr>
          <p:cNvSpPr>
            <a:spLocks noGrp="1"/>
          </p:cNvSpPr>
          <p:nvPr>
            <p:ph type="title"/>
          </p:nvPr>
        </p:nvSpPr>
        <p:spPr>
          <a:xfrm>
            <a:off x="152400" y="152400"/>
            <a:ext cx="8915400" cy="1066800"/>
          </a:xfrm>
        </p:spPr>
        <p:txBody>
          <a:bodyPr/>
          <a:lstStyle/>
          <a:p>
            <a:r>
              <a:rPr lang="en-US" altLang="en-US" dirty="0">
                <a:ea typeface="ＭＳ Ｐゴシック" panose="020B0600070205080204" pitchFamily="34" charset="-128"/>
              </a:rPr>
              <a:t>Prog. Model 3: Multithreaded</a:t>
            </a:r>
          </a:p>
        </p:txBody>
      </p:sp>
      <p:sp>
        <p:nvSpPr>
          <p:cNvPr id="53250" name="Slide Number Placeholder 3">
            <a:extLst>
              <a:ext uri="{FF2B5EF4-FFF2-40B4-BE49-F238E27FC236}">
                <a16:creationId xmlns:a16="http://schemas.microsoft.com/office/drawing/2014/main" id="{AE287651-3BF7-1941-A294-4E4FD7E8A405}"/>
              </a:ext>
            </a:extLst>
          </p:cNvPr>
          <p:cNvSpPr>
            <a:spLocks noGrp="1"/>
          </p:cNvSpPr>
          <p:nvPr>
            <p:ph type="sldNum" sz="quarter" idx="11"/>
          </p:nvPr>
        </p:nvSpPr>
        <p:spPr>
          <a:xfrm>
            <a:off x="5280025" y="6021639"/>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CE5B54D-6199-A74B-B1BD-2B8BC205576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53251" name="Text Box 3">
            <a:extLst>
              <a:ext uri="{FF2B5EF4-FFF2-40B4-BE49-F238E27FC236}">
                <a16:creationId xmlns:a16="http://schemas.microsoft.com/office/drawing/2014/main" id="{CAE0E314-6E5C-6842-BFEB-99244D2B8B4D}"/>
              </a:ext>
            </a:extLst>
          </p:cNvPr>
          <p:cNvSpPr txBox="1">
            <a:spLocks noChangeArrowheads="1"/>
          </p:cNvSpPr>
          <p:nvPr/>
        </p:nvSpPr>
        <p:spPr bwMode="auto">
          <a:xfrm>
            <a:off x="6248400" y="152400"/>
            <a:ext cx="3016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en-US" altLang="ko-KR" sz="1600" b="1" i="0" u="none" strike="noStrike" kern="1200" cap="none" spc="0" normalizeH="0" baseline="0" noProof="0">
                <a:ln>
                  <a:noFill/>
                </a:ln>
                <a:solidFill>
                  <a:srgbClr val="000000"/>
                </a:solidFill>
                <a:effectLst/>
                <a:uLnTx/>
                <a:uFillTx/>
                <a:latin typeface="Courier New" panose="02070309020205020404" pitchFamily="49" charset="0"/>
                <a:ea typeface="굴림" panose="020B0600000101010101" pitchFamily="34" charset="-127"/>
                <a:cs typeface="+mn-cs"/>
              </a:rPr>
              <a:t>for (i=0; i &lt; N; i++)</a:t>
            </a:r>
          </a:p>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en-US" altLang="ko-KR" sz="1600" b="1" i="0" u="none" strike="noStrike" kern="1200" cap="none" spc="0" normalizeH="0" baseline="0" noProof="0">
                <a:ln>
                  <a:noFill/>
                </a:ln>
                <a:solidFill>
                  <a:srgbClr val="000000"/>
                </a:solidFill>
                <a:effectLst/>
                <a:uLnTx/>
                <a:uFillTx/>
                <a:latin typeface="Courier New" panose="02070309020205020404" pitchFamily="49" charset="0"/>
                <a:ea typeface="굴림" panose="020B0600000101010101" pitchFamily="34" charset="-127"/>
                <a:cs typeface="+mn-cs"/>
              </a:rPr>
              <a:t>    C[i] = A[i] + B[i];</a:t>
            </a:r>
          </a:p>
        </p:txBody>
      </p:sp>
      <p:grpSp>
        <p:nvGrpSpPr>
          <p:cNvPr id="53252" name="Group 5">
            <a:extLst>
              <a:ext uri="{FF2B5EF4-FFF2-40B4-BE49-F238E27FC236}">
                <a16:creationId xmlns:a16="http://schemas.microsoft.com/office/drawing/2014/main" id="{2BFF135F-0013-F543-ABB7-211257A0A819}"/>
              </a:ext>
            </a:extLst>
          </p:cNvPr>
          <p:cNvGrpSpPr>
            <a:grpSpLocks/>
          </p:cNvGrpSpPr>
          <p:nvPr/>
        </p:nvGrpSpPr>
        <p:grpSpPr bwMode="auto">
          <a:xfrm>
            <a:off x="1905000" y="1014691"/>
            <a:ext cx="1981200" cy="2590800"/>
            <a:chOff x="949325" y="1509713"/>
            <a:chExt cx="1981200" cy="2590800"/>
          </a:xfrm>
        </p:grpSpPr>
        <p:sp>
          <p:nvSpPr>
            <p:cNvPr id="53269" name="AutoShape 33">
              <a:extLst>
                <a:ext uri="{FF2B5EF4-FFF2-40B4-BE49-F238E27FC236}">
                  <a16:creationId xmlns:a16="http://schemas.microsoft.com/office/drawing/2014/main" id="{3628CC74-DB5F-0744-825F-1CDA5025446E}"/>
                </a:ext>
              </a:extLst>
            </p:cNvPr>
            <p:cNvSpPr>
              <a:spLocks noChangeArrowheads="1"/>
            </p:cNvSpPr>
            <p:nvPr/>
          </p:nvSpPr>
          <p:spPr bwMode="auto">
            <a:xfrm>
              <a:off x="1198563" y="1601788"/>
              <a:ext cx="700088"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3270" name="AutoShape 34">
              <a:extLst>
                <a:ext uri="{FF2B5EF4-FFF2-40B4-BE49-F238E27FC236}">
                  <a16:creationId xmlns:a16="http://schemas.microsoft.com/office/drawing/2014/main" id="{19D75240-26B4-A84F-A057-5E1A54DD54E3}"/>
                </a:ext>
              </a:extLst>
            </p:cNvPr>
            <p:cNvSpPr>
              <a:spLocks noChangeArrowheads="1"/>
            </p:cNvSpPr>
            <p:nvPr/>
          </p:nvSpPr>
          <p:spPr bwMode="auto">
            <a:xfrm>
              <a:off x="2112963" y="2211388"/>
              <a:ext cx="700088"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3271" name="AutoShape 35">
              <a:extLst>
                <a:ext uri="{FF2B5EF4-FFF2-40B4-BE49-F238E27FC236}">
                  <a16:creationId xmlns:a16="http://schemas.microsoft.com/office/drawing/2014/main" id="{130D1E90-31E3-E64B-B0C4-5F4A5196C60C}"/>
                </a:ext>
              </a:extLst>
            </p:cNvPr>
            <p:cNvSpPr>
              <a:spLocks noChangeArrowheads="1"/>
            </p:cNvSpPr>
            <p:nvPr/>
          </p:nvSpPr>
          <p:spPr bwMode="auto">
            <a:xfrm>
              <a:off x="1573213" y="2897188"/>
              <a:ext cx="638175"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53272" name="AutoShape 36">
              <a:extLst>
                <a:ext uri="{FF2B5EF4-FFF2-40B4-BE49-F238E27FC236}">
                  <a16:creationId xmlns:a16="http://schemas.microsoft.com/office/drawing/2014/main" id="{6E3986F6-FB5A-034A-8428-A17A968EB6E0}"/>
                </a:ext>
              </a:extLst>
            </p:cNvPr>
            <p:cNvSpPr>
              <a:spLocks noChangeArrowheads="1"/>
            </p:cNvSpPr>
            <p:nvPr/>
          </p:nvSpPr>
          <p:spPr bwMode="auto">
            <a:xfrm>
              <a:off x="1530350" y="3506788"/>
              <a:ext cx="800100"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53273" name="Line 37">
              <a:extLst>
                <a:ext uri="{FF2B5EF4-FFF2-40B4-BE49-F238E27FC236}">
                  <a16:creationId xmlns:a16="http://schemas.microsoft.com/office/drawing/2014/main" id="{5A1C65CC-389B-2943-858C-A3ED8D38C2C8}"/>
                </a:ext>
              </a:extLst>
            </p:cNvPr>
            <p:cNvSpPr>
              <a:spLocks noChangeShapeType="1"/>
            </p:cNvSpPr>
            <p:nvPr/>
          </p:nvSpPr>
          <p:spPr bwMode="auto">
            <a:xfrm>
              <a:off x="1558925" y="2043113"/>
              <a:ext cx="228600" cy="838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274" name="Line 38">
              <a:extLst>
                <a:ext uri="{FF2B5EF4-FFF2-40B4-BE49-F238E27FC236}">
                  <a16:creationId xmlns:a16="http://schemas.microsoft.com/office/drawing/2014/main" id="{2D213853-DC23-3144-AF8D-0B32AD8360DC}"/>
                </a:ext>
              </a:extLst>
            </p:cNvPr>
            <p:cNvSpPr>
              <a:spLocks noChangeShapeType="1"/>
            </p:cNvSpPr>
            <p:nvPr/>
          </p:nvSpPr>
          <p:spPr bwMode="auto">
            <a:xfrm flipH="1">
              <a:off x="2016125" y="2652713"/>
              <a:ext cx="22860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275" name="Line 39">
              <a:extLst>
                <a:ext uri="{FF2B5EF4-FFF2-40B4-BE49-F238E27FC236}">
                  <a16:creationId xmlns:a16="http://schemas.microsoft.com/office/drawing/2014/main" id="{F964E992-5F3E-2545-A108-E05FED75E116}"/>
                </a:ext>
              </a:extLst>
            </p:cNvPr>
            <p:cNvSpPr>
              <a:spLocks noChangeShapeType="1"/>
            </p:cNvSpPr>
            <p:nvPr/>
          </p:nvSpPr>
          <p:spPr bwMode="auto">
            <a:xfrm>
              <a:off x="1939925" y="3338513"/>
              <a:ext cx="0" cy="1524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276" name="AutoShape 47">
              <a:extLst>
                <a:ext uri="{FF2B5EF4-FFF2-40B4-BE49-F238E27FC236}">
                  <a16:creationId xmlns:a16="http://schemas.microsoft.com/office/drawing/2014/main" id="{F1BDA115-D10E-1547-A010-BF77C55EE6FA}"/>
                </a:ext>
              </a:extLst>
            </p:cNvPr>
            <p:cNvSpPr>
              <a:spLocks noChangeArrowheads="1"/>
            </p:cNvSpPr>
            <p:nvPr/>
          </p:nvSpPr>
          <p:spPr bwMode="auto">
            <a:xfrm>
              <a:off x="949325" y="1509713"/>
              <a:ext cx="1981200" cy="2590800"/>
            </a:xfrm>
            <a:prstGeom prst="roundRect">
              <a:avLst>
                <a:gd name="adj" fmla="val 16667"/>
              </a:avLst>
            </a:prstGeom>
            <a:noFill/>
            <a:ln w="38100"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3253" name="Group 4">
            <a:extLst>
              <a:ext uri="{FF2B5EF4-FFF2-40B4-BE49-F238E27FC236}">
                <a16:creationId xmlns:a16="http://schemas.microsoft.com/office/drawing/2014/main" id="{C4F3A047-4C05-C449-BE54-8CFD4FF4B310}"/>
              </a:ext>
            </a:extLst>
          </p:cNvPr>
          <p:cNvGrpSpPr>
            <a:grpSpLocks/>
          </p:cNvGrpSpPr>
          <p:nvPr/>
        </p:nvGrpSpPr>
        <p:grpSpPr bwMode="auto">
          <a:xfrm>
            <a:off x="4370387" y="1014691"/>
            <a:ext cx="1981200" cy="2590800"/>
            <a:chOff x="2930525" y="1509713"/>
            <a:chExt cx="1981200" cy="2590800"/>
          </a:xfrm>
        </p:grpSpPr>
        <p:sp>
          <p:nvSpPr>
            <p:cNvPr id="53261" name="AutoShape 40">
              <a:extLst>
                <a:ext uri="{FF2B5EF4-FFF2-40B4-BE49-F238E27FC236}">
                  <a16:creationId xmlns:a16="http://schemas.microsoft.com/office/drawing/2014/main" id="{D4F78968-6CD3-5544-8092-6909A2C952C2}"/>
                </a:ext>
              </a:extLst>
            </p:cNvPr>
            <p:cNvSpPr>
              <a:spLocks noChangeArrowheads="1"/>
            </p:cNvSpPr>
            <p:nvPr/>
          </p:nvSpPr>
          <p:spPr bwMode="auto">
            <a:xfrm>
              <a:off x="3103563" y="1601788"/>
              <a:ext cx="700088"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3262" name="AutoShape 41">
              <a:extLst>
                <a:ext uri="{FF2B5EF4-FFF2-40B4-BE49-F238E27FC236}">
                  <a16:creationId xmlns:a16="http://schemas.microsoft.com/office/drawing/2014/main" id="{AA4258D6-55C2-4342-9EC6-6743C39E8E94}"/>
                </a:ext>
              </a:extLst>
            </p:cNvPr>
            <p:cNvSpPr>
              <a:spLocks noChangeArrowheads="1"/>
            </p:cNvSpPr>
            <p:nvPr/>
          </p:nvSpPr>
          <p:spPr bwMode="auto">
            <a:xfrm>
              <a:off x="4017963" y="2211388"/>
              <a:ext cx="700088"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3263" name="AutoShape 42">
              <a:extLst>
                <a:ext uri="{FF2B5EF4-FFF2-40B4-BE49-F238E27FC236}">
                  <a16:creationId xmlns:a16="http://schemas.microsoft.com/office/drawing/2014/main" id="{ED970D25-0FD8-2D40-B395-B194F6835579}"/>
                </a:ext>
              </a:extLst>
            </p:cNvPr>
            <p:cNvSpPr>
              <a:spLocks noChangeArrowheads="1"/>
            </p:cNvSpPr>
            <p:nvPr/>
          </p:nvSpPr>
          <p:spPr bwMode="auto">
            <a:xfrm>
              <a:off x="3478213" y="2897188"/>
              <a:ext cx="638175"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53264" name="AutoShape 43">
              <a:extLst>
                <a:ext uri="{FF2B5EF4-FFF2-40B4-BE49-F238E27FC236}">
                  <a16:creationId xmlns:a16="http://schemas.microsoft.com/office/drawing/2014/main" id="{78DFBAAF-B82B-9C44-9568-4F92D5DBFEDA}"/>
                </a:ext>
              </a:extLst>
            </p:cNvPr>
            <p:cNvSpPr>
              <a:spLocks noChangeArrowheads="1"/>
            </p:cNvSpPr>
            <p:nvPr/>
          </p:nvSpPr>
          <p:spPr bwMode="auto">
            <a:xfrm>
              <a:off x="3435350" y="3506788"/>
              <a:ext cx="800100"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53265" name="Line 44">
              <a:extLst>
                <a:ext uri="{FF2B5EF4-FFF2-40B4-BE49-F238E27FC236}">
                  <a16:creationId xmlns:a16="http://schemas.microsoft.com/office/drawing/2014/main" id="{6A9798BE-CC37-F648-9347-B0D8FD71569E}"/>
                </a:ext>
              </a:extLst>
            </p:cNvPr>
            <p:cNvSpPr>
              <a:spLocks noChangeShapeType="1"/>
            </p:cNvSpPr>
            <p:nvPr/>
          </p:nvSpPr>
          <p:spPr bwMode="auto">
            <a:xfrm>
              <a:off x="3387725" y="2043113"/>
              <a:ext cx="304800" cy="838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266" name="Line 45">
              <a:extLst>
                <a:ext uri="{FF2B5EF4-FFF2-40B4-BE49-F238E27FC236}">
                  <a16:creationId xmlns:a16="http://schemas.microsoft.com/office/drawing/2014/main" id="{777939F2-390B-9549-BD58-099E0CE7FF89}"/>
                </a:ext>
              </a:extLst>
            </p:cNvPr>
            <p:cNvSpPr>
              <a:spLocks noChangeShapeType="1"/>
            </p:cNvSpPr>
            <p:nvPr/>
          </p:nvSpPr>
          <p:spPr bwMode="auto">
            <a:xfrm flipH="1">
              <a:off x="3921125" y="2652713"/>
              <a:ext cx="22860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267" name="Line 46">
              <a:extLst>
                <a:ext uri="{FF2B5EF4-FFF2-40B4-BE49-F238E27FC236}">
                  <a16:creationId xmlns:a16="http://schemas.microsoft.com/office/drawing/2014/main" id="{AA3A3F9A-852D-E642-BCFC-AB0D42ECD385}"/>
                </a:ext>
              </a:extLst>
            </p:cNvPr>
            <p:cNvSpPr>
              <a:spLocks noChangeShapeType="1"/>
            </p:cNvSpPr>
            <p:nvPr/>
          </p:nvSpPr>
          <p:spPr bwMode="auto">
            <a:xfrm>
              <a:off x="3844925" y="3338513"/>
              <a:ext cx="0" cy="1524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268" name="AutoShape 48">
              <a:extLst>
                <a:ext uri="{FF2B5EF4-FFF2-40B4-BE49-F238E27FC236}">
                  <a16:creationId xmlns:a16="http://schemas.microsoft.com/office/drawing/2014/main" id="{05A74A3E-C6B7-CF47-B117-029ED40298AB}"/>
                </a:ext>
              </a:extLst>
            </p:cNvPr>
            <p:cNvSpPr>
              <a:spLocks noChangeArrowheads="1"/>
            </p:cNvSpPr>
            <p:nvPr/>
          </p:nvSpPr>
          <p:spPr bwMode="auto">
            <a:xfrm>
              <a:off x="2930525" y="1509713"/>
              <a:ext cx="1981200" cy="2590800"/>
            </a:xfrm>
            <a:prstGeom prst="roundRect">
              <a:avLst>
                <a:gd name="adj" fmla="val 16667"/>
              </a:avLst>
            </a:prstGeom>
            <a:noFill/>
            <a:ln w="38100"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3254" name="Text Box 49">
            <a:extLst>
              <a:ext uri="{FF2B5EF4-FFF2-40B4-BE49-F238E27FC236}">
                <a16:creationId xmlns:a16="http://schemas.microsoft.com/office/drawing/2014/main" id="{9CF6ABC8-C429-3D4B-A35D-DD138450E476}"/>
              </a:ext>
            </a:extLst>
          </p:cNvPr>
          <p:cNvSpPr txBox="1">
            <a:spLocks noChangeArrowheads="1"/>
          </p:cNvSpPr>
          <p:nvPr/>
        </p:nvSpPr>
        <p:spPr bwMode="auto">
          <a:xfrm>
            <a:off x="2445543" y="3645178"/>
            <a:ext cx="9731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err="1">
                <a:ln>
                  <a:noFill/>
                </a:ln>
                <a:solidFill>
                  <a:srgbClr val="000000"/>
                </a:solidFill>
                <a:effectLst/>
                <a:uLnTx/>
                <a:uFillTx/>
                <a:latin typeface="Verdana" panose="020B0604030504040204" pitchFamily="34" charset="0"/>
                <a:ea typeface="굴림" panose="020B0600000101010101" pitchFamily="34" charset="-127"/>
                <a:cs typeface="+mn-cs"/>
              </a:rPr>
              <a:t>Iter</a:t>
            </a:r>
            <a:r>
              <a:rPr kumimoji="0" lang="en-US" altLang="ko-KR" sz="1800" b="0" i="0" u="none" strike="noStrike" kern="1200" cap="none" spc="0" normalizeH="0" baseline="0" noProof="0" dirty="0">
                <a:ln>
                  <a:noFill/>
                </a:ln>
                <a:solidFill>
                  <a:srgbClr val="000000"/>
                </a:solidFill>
                <a:effectLst/>
                <a:uLnTx/>
                <a:uFillTx/>
                <a:latin typeface="Verdana" panose="020B0604030504040204" pitchFamily="34" charset="0"/>
                <a:ea typeface="굴림" panose="020B0600000101010101" pitchFamily="34" charset="-127"/>
                <a:cs typeface="+mn-cs"/>
              </a:rPr>
              <a:t>. 1</a:t>
            </a:r>
          </a:p>
        </p:txBody>
      </p:sp>
      <p:sp>
        <p:nvSpPr>
          <p:cNvPr id="53255" name="Text Box 50">
            <a:extLst>
              <a:ext uri="{FF2B5EF4-FFF2-40B4-BE49-F238E27FC236}">
                <a16:creationId xmlns:a16="http://schemas.microsoft.com/office/drawing/2014/main" id="{3317CA91-375B-6946-B938-999EEF6CFA48}"/>
              </a:ext>
            </a:extLst>
          </p:cNvPr>
          <p:cNvSpPr txBox="1">
            <a:spLocks noChangeArrowheads="1"/>
          </p:cNvSpPr>
          <p:nvPr/>
        </p:nvSpPr>
        <p:spPr bwMode="auto">
          <a:xfrm>
            <a:off x="4866197" y="3631446"/>
            <a:ext cx="10656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err="1">
                <a:ln>
                  <a:noFill/>
                </a:ln>
                <a:solidFill>
                  <a:srgbClr val="000000"/>
                </a:solidFill>
                <a:effectLst/>
                <a:uLnTx/>
                <a:uFillTx/>
                <a:latin typeface="Verdana" panose="020B0604030504040204" pitchFamily="34" charset="0"/>
                <a:ea typeface="굴림" panose="020B0600000101010101" pitchFamily="34" charset="-127"/>
                <a:cs typeface="+mn-cs"/>
              </a:rPr>
              <a:t>Iter</a:t>
            </a:r>
            <a:r>
              <a:rPr kumimoji="0" lang="en-US" altLang="ko-KR" sz="1800" b="0" i="0" u="none" strike="noStrike" kern="1200" cap="none" spc="0" normalizeH="0" baseline="0" noProof="0" dirty="0">
                <a:ln>
                  <a:noFill/>
                </a:ln>
                <a:solidFill>
                  <a:srgbClr val="000000"/>
                </a:solidFill>
                <a:effectLst/>
                <a:uLnTx/>
                <a:uFillTx/>
                <a:latin typeface="Verdana" panose="020B0604030504040204" pitchFamily="34" charset="0"/>
                <a:ea typeface="굴림" panose="020B0600000101010101" pitchFamily="34" charset="-127"/>
                <a:cs typeface="+mn-cs"/>
              </a:rPr>
              <a:t>. 2</a:t>
            </a:r>
          </a:p>
        </p:txBody>
      </p:sp>
      <p:sp>
        <p:nvSpPr>
          <p:cNvPr id="53256" name="Line 55">
            <a:extLst>
              <a:ext uri="{FF2B5EF4-FFF2-40B4-BE49-F238E27FC236}">
                <a16:creationId xmlns:a16="http://schemas.microsoft.com/office/drawing/2014/main" id="{E645DAEE-8156-2A41-8D30-37891889C01C}"/>
              </a:ext>
            </a:extLst>
          </p:cNvPr>
          <p:cNvSpPr>
            <a:spLocks noChangeShapeType="1"/>
          </p:cNvSpPr>
          <p:nvPr/>
        </p:nvSpPr>
        <p:spPr bwMode="auto">
          <a:xfrm>
            <a:off x="7113587" y="2005291"/>
            <a:ext cx="533400" cy="0"/>
          </a:xfrm>
          <a:prstGeom prst="line">
            <a:avLst/>
          </a:prstGeom>
          <a:noFill/>
          <a:ln w="76200">
            <a:solidFill>
              <a:schemeClr val="tx1"/>
            </a:solidFill>
            <a:prstDash val="sysDot"/>
            <a:round/>
            <a:headEnd/>
            <a:tailEn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 name="Text Box 26">
            <a:extLst>
              <a:ext uri="{FF2B5EF4-FFF2-40B4-BE49-F238E27FC236}">
                <a16:creationId xmlns:a16="http://schemas.microsoft.com/office/drawing/2014/main" id="{A8EAD19A-2231-4544-9184-C6EBB24FE021}"/>
              </a:ext>
            </a:extLst>
          </p:cNvPr>
          <p:cNvSpPr txBox="1">
            <a:spLocks noChangeArrowheads="1"/>
          </p:cNvSpPr>
          <p:nvPr/>
        </p:nvSpPr>
        <p:spPr bwMode="auto">
          <a:xfrm>
            <a:off x="1893887" y="4139259"/>
            <a:ext cx="5867400" cy="1631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175">
                <a:solidFill>
                  <a:srgbClr val="000000"/>
                </a:solidFill>
                <a:miter lim="800000"/>
                <a:headEnd/>
                <a:tailEnd/>
              </a14:hiddenLine>
            </a:ext>
          </a:extLst>
        </p:spPr>
        <p:txBody>
          <a:bodyPr anchor="ct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2000" b="0" i="0" u="none" strike="noStrike" kern="1200" cap="none" spc="0" normalizeH="0" baseline="0" noProof="0" dirty="0">
                <a:ln>
                  <a:noFill/>
                </a:ln>
                <a:solidFill>
                  <a:srgbClr val="000000"/>
                </a:solidFill>
                <a:effectLst/>
                <a:uLnTx/>
                <a:uFillTx/>
                <a:latin typeface="Tahoma"/>
                <a:ea typeface="굴림" charset="0"/>
                <a:cs typeface="굴림" charset="0"/>
              </a:rPr>
              <a:t>Realization</a:t>
            </a:r>
            <a:r>
              <a:rPr kumimoji="0" lang="en-US" altLang="ko-KR" sz="2000" b="0" i="0" u="none" strike="noStrike" kern="1200" cap="none" spc="0" normalizeH="0" baseline="0" noProof="0" dirty="0">
                <a:ln>
                  <a:noFill/>
                </a:ln>
                <a:solidFill>
                  <a:srgbClr val="0000FF"/>
                </a:solidFill>
                <a:effectLst/>
                <a:uLnTx/>
                <a:uFillTx/>
                <a:latin typeface="Tahoma"/>
                <a:ea typeface="굴림" charset="0"/>
                <a:cs typeface="굴림" charset="0"/>
              </a:rPr>
              <a:t>: Each iteration is independent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ko-KR" sz="2000" b="0" i="0" u="none" strike="noStrike" kern="1200" cap="none" spc="0" normalizeH="0" baseline="0" noProof="0" dirty="0">
              <a:ln>
                <a:noFill/>
              </a:ln>
              <a:solidFill>
                <a:srgbClr val="0000FF"/>
              </a:solidFill>
              <a:effectLst/>
              <a:uLnTx/>
              <a:uFillTx/>
              <a:latin typeface="Tahoma"/>
              <a:ea typeface="굴림" charset="0"/>
              <a:cs typeface="굴림"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2000" b="0" i="0" u="none" strike="noStrike" kern="1200" cap="none" spc="0" normalizeH="0" baseline="0" noProof="0" dirty="0">
                <a:ln>
                  <a:noFill/>
                </a:ln>
                <a:solidFill>
                  <a:srgbClr val="000000"/>
                </a:solidFill>
                <a:effectLst/>
                <a:uLnTx/>
                <a:uFillTx/>
                <a:latin typeface="Tahoma"/>
                <a:ea typeface="굴림" charset="0"/>
                <a:cs typeface="굴림" charset="0"/>
              </a:rPr>
              <a:t>Idea: </a:t>
            </a:r>
            <a:r>
              <a:rPr kumimoji="0" lang="en-US" altLang="ko-KR" sz="2000" b="0" i="0" u="none" strike="noStrike" kern="1200" cap="none" spc="0" normalizeH="0" baseline="0" noProof="0" dirty="0">
                <a:ln>
                  <a:noFill/>
                </a:ln>
                <a:solidFill>
                  <a:srgbClr val="0000FF"/>
                </a:solidFill>
                <a:effectLst/>
                <a:uLnTx/>
                <a:uFillTx/>
                <a:latin typeface="Tahoma"/>
                <a:ea typeface="굴림" charset="0"/>
                <a:cs typeface="굴림" charset="0"/>
              </a:rPr>
              <a:t>Programmer or compiler generates a thread to execute each iteration. Each thread does the same thing (but on different data)</a:t>
            </a:r>
          </a:p>
        </p:txBody>
      </p:sp>
      <p:sp>
        <p:nvSpPr>
          <p:cNvPr id="53258" name="TextBox 2">
            <a:extLst>
              <a:ext uri="{FF2B5EF4-FFF2-40B4-BE49-F238E27FC236}">
                <a16:creationId xmlns:a16="http://schemas.microsoft.com/office/drawing/2014/main" id="{D57B0119-35B6-7549-933E-91B6A41D6929}"/>
              </a:ext>
            </a:extLst>
          </p:cNvPr>
          <p:cNvSpPr txBox="1">
            <a:spLocks noChangeArrowheads="1"/>
          </p:cNvSpPr>
          <p:nvPr/>
        </p:nvSpPr>
        <p:spPr bwMode="auto">
          <a:xfrm>
            <a:off x="1717675" y="4752974"/>
            <a:ext cx="5929312" cy="954088"/>
          </a:xfrm>
          <a:prstGeom prst="rect">
            <a:avLst/>
          </a:prstGeom>
          <a:solidFill>
            <a:schemeClr val="bg1"/>
          </a:solidFill>
          <a:ln w="9525">
            <a:solidFill>
              <a:schemeClr val="tx1"/>
            </a:solidFill>
            <a:miter lim="800000"/>
            <a:headEnd/>
            <a:tailEnd/>
          </a:ln>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This programming model (software) is called:</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200" b="0" i="0" u="none" strike="noStrike" kern="1200" cap="none" spc="0" normalizeH="0" baseline="0" noProof="0" dirty="0">
                <a:ln>
                  <a:noFill/>
                </a:ln>
                <a:solidFill>
                  <a:srgbClr val="0432FF"/>
                </a:solidFill>
                <a:effectLst/>
                <a:uLnTx/>
                <a:uFillTx/>
                <a:latin typeface="Arial" panose="020B0604020202020204" pitchFamily="34" charset="0"/>
                <a:ea typeface="ＭＳ Ｐゴシック" panose="020B0600070205080204" pitchFamily="34" charset="-128"/>
                <a:cs typeface="+mn-cs"/>
              </a:rPr>
              <a:t>SPMD: Single Program Multiple Data</a:t>
            </a:r>
          </a:p>
        </p:txBody>
      </p:sp>
    </p:spTree>
    <p:extLst>
      <p:ext uri="{BB962C8B-B14F-4D97-AF65-F5344CB8AC3E}">
        <p14:creationId xmlns:p14="http://schemas.microsoft.com/office/powerpoint/2010/main" val="41802431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496F139F-4B1F-7440-BF44-9F5527C583B9}"/>
              </a:ext>
            </a:extLst>
          </p:cNvPr>
          <p:cNvSpPr>
            <a:spLocks noGrp="1"/>
          </p:cNvSpPr>
          <p:nvPr>
            <p:ph type="title"/>
          </p:nvPr>
        </p:nvSpPr>
        <p:spPr/>
        <p:txBody>
          <a:bodyPr/>
          <a:lstStyle/>
          <a:p>
            <a:r>
              <a:rPr lang="en-US" altLang="en-US">
                <a:ea typeface="ＭＳ Ｐゴシック" panose="020B0600070205080204" pitchFamily="34" charset="-128"/>
              </a:rPr>
              <a:t>SPMD</a:t>
            </a:r>
          </a:p>
        </p:txBody>
      </p:sp>
      <p:sp>
        <p:nvSpPr>
          <p:cNvPr id="3" name="Content Placeholder 2">
            <a:extLst>
              <a:ext uri="{FF2B5EF4-FFF2-40B4-BE49-F238E27FC236}">
                <a16:creationId xmlns:a16="http://schemas.microsoft.com/office/drawing/2014/main" id="{B49E60D0-4593-E84E-9150-58D7388CB143}"/>
              </a:ext>
            </a:extLst>
          </p:cNvPr>
          <p:cNvSpPr>
            <a:spLocks noGrp="1"/>
          </p:cNvSpPr>
          <p:nvPr>
            <p:ph idx="1"/>
          </p:nvPr>
        </p:nvSpPr>
        <p:spPr>
          <a:xfrm>
            <a:off x="216568" y="831850"/>
            <a:ext cx="8915400" cy="5873750"/>
          </a:xfrm>
        </p:spPr>
        <p:txBody>
          <a:bodyPr/>
          <a:lstStyle/>
          <a:p>
            <a:r>
              <a:rPr lang="en-US" altLang="en-US" b="1" dirty="0">
                <a:ea typeface="ＭＳ Ｐゴシック" panose="020B0600070205080204" pitchFamily="34" charset="-128"/>
              </a:rPr>
              <a:t>SPMD</a:t>
            </a:r>
            <a:r>
              <a:rPr lang="en-US" altLang="en-US" dirty="0">
                <a:ea typeface="ＭＳ Ｐゴシック" panose="020B0600070205080204" pitchFamily="34" charset="-128"/>
              </a:rPr>
              <a:t>: Single procedure/program, multiple data </a:t>
            </a:r>
          </a:p>
          <a:p>
            <a:pPr lvl="1"/>
            <a:r>
              <a:rPr lang="en-US" altLang="en-US" dirty="0">
                <a:ea typeface="ＭＳ Ｐゴシック" panose="020B0600070205080204" pitchFamily="34" charset="-128"/>
              </a:rPr>
              <a:t>This is a </a:t>
            </a:r>
            <a:r>
              <a:rPr lang="en-US" altLang="en-US" b="1" dirty="0">
                <a:ea typeface="ＭＳ Ｐゴシック" panose="020B0600070205080204" pitchFamily="34" charset="-128"/>
              </a:rPr>
              <a:t>programming model </a:t>
            </a:r>
            <a:r>
              <a:rPr lang="en-US" altLang="en-US" dirty="0">
                <a:ea typeface="ＭＳ Ｐゴシック" panose="020B0600070205080204" pitchFamily="34" charset="-128"/>
              </a:rPr>
              <a:t>rather than computer organization</a:t>
            </a:r>
          </a:p>
          <a:p>
            <a:endParaRPr lang="en-US" altLang="en-US" dirty="0">
              <a:ea typeface="ＭＳ Ｐゴシック" panose="020B0600070205080204" pitchFamily="34" charset="-128"/>
            </a:endParaRPr>
          </a:p>
          <a:p>
            <a:r>
              <a:rPr lang="en-US" altLang="en-US" sz="2200" dirty="0">
                <a:ea typeface="ＭＳ Ｐゴシック" panose="020B0600070205080204" pitchFamily="34" charset="-128"/>
              </a:rPr>
              <a:t>Each processing element executes the same procedure, except on different data elements</a:t>
            </a:r>
          </a:p>
          <a:p>
            <a:pPr lvl="1"/>
            <a:r>
              <a:rPr lang="en-US" altLang="en-US" sz="2000" dirty="0">
                <a:ea typeface="ＭＳ Ｐゴシック" panose="020B0600070205080204" pitchFamily="34" charset="-128"/>
              </a:rPr>
              <a:t>Procedures </a:t>
            </a:r>
            <a:r>
              <a:rPr lang="en-US" altLang="en-US" sz="2000" dirty="0">
                <a:solidFill>
                  <a:srgbClr val="00B050"/>
                </a:solidFill>
                <a:ea typeface="ＭＳ Ｐゴシック" panose="020B0600070205080204" pitchFamily="34" charset="-128"/>
              </a:rPr>
              <a:t>can synchronize at certain points in program</a:t>
            </a:r>
            <a:r>
              <a:rPr lang="en-US" altLang="en-US" sz="2000" dirty="0">
                <a:ea typeface="ＭＳ Ｐゴシック" panose="020B0600070205080204" pitchFamily="34" charset="-128"/>
              </a:rPr>
              <a:t>, e.g. barriers</a:t>
            </a:r>
          </a:p>
          <a:p>
            <a:endParaRPr lang="en-US" altLang="en-US" dirty="0">
              <a:ea typeface="ＭＳ Ｐゴシック" panose="020B0600070205080204" pitchFamily="34" charset="-128"/>
            </a:endParaRPr>
          </a:p>
          <a:p>
            <a:r>
              <a:rPr lang="en-US" altLang="en-US" b="1" dirty="0">
                <a:ea typeface="ＭＳ Ｐゴシック" panose="020B0600070205080204" pitchFamily="34" charset="-128"/>
              </a:rPr>
              <a:t>Key Idea of SPMD</a:t>
            </a:r>
            <a:r>
              <a:rPr lang="en-US" altLang="en-US" dirty="0">
                <a:ea typeface="ＭＳ Ｐゴシック" panose="020B0600070205080204" pitchFamily="34" charset="-128"/>
              </a:rPr>
              <a:t>: </a:t>
            </a:r>
            <a:r>
              <a:rPr lang="en-US" altLang="en-US" dirty="0">
                <a:solidFill>
                  <a:srgbClr val="0000FF"/>
                </a:solidFill>
                <a:ea typeface="ＭＳ Ｐゴシック" panose="020B0600070205080204" pitchFamily="34" charset="-128"/>
              </a:rPr>
              <a:t>multiple instruction streams execute the same program</a:t>
            </a:r>
          </a:p>
          <a:p>
            <a:pPr lvl="1"/>
            <a:r>
              <a:rPr lang="en-US" altLang="en-US" sz="2000" dirty="0">
                <a:ea typeface="ＭＳ Ｐゴシック" panose="020B0600070205080204" pitchFamily="34" charset="-128"/>
              </a:rPr>
              <a:t>Each program/procedure 1) </a:t>
            </a:r>
            <a:r>
              <a:rPr lang="en-US" altLang="en-US" sz="2000" dirty="0">
                <a:solidFill>
                  <a:srgbClr val="00B050"/>
                </a:solidFill>
                <a:ea typeface="ＭＳ Ｐゴシック" panose="020B0600070205080204" pitchFamily="34" charset="-128"/>
              </a:rPr>
              <a:t>works on different data</a:t>
            </a:r>
            <a:r>
              <a:rPr lang="en-US" altLang="en-US" sz="2000" dirty="0">
                <a:ea typeface="ＭＳ Ｐゴシック" panose="020B0600070205080204" pitchFamily="34" charset="-128"/>
              </a:rPr>
              <a:t>, 2) </a:t>
            </a:r>
            <a:r>
              <a:rPr lang="en-US" altLang="en-US" sz="2000" dirty="0">
                <a:solidFill>
                  <a:srgbClr val="00B050"/>
                </a:solidFill>
                <a:ea typeface="ＭＳ Ｐゴシック" panose="020B0600070205080204" pitchFamily="34" charset="-128"/>
              </a:rPr>
              <a:t>can execute a different control-flow path</a:t>
            </a:r>
            <a:r>
              <a:rPr lang="en-US" altLang="en-US" sz="2000" dirty="0">
                <a:ea typeface="ＭＳ Ｐゴシック" panose="020B0600070205080204" pitchFamily="34" charset="-128"/>
              </a:rPr>
              <a:t>, at run-time</a:t>
            </a:r>
          </a:p>
          <a:p>
            <a:pPr lvl="1"/>
            <a:r>
              <a:rPr lang="en-US" altLang="en-US" sz="2000" dirty="0">
                <a:ea typeface="ＭＳ Ｐゴシック" panose="020B0600070205080204" pitchFamily="34" charset="-128"/>
              </a:rPr>
              <a:t>Many scientific applications are programmed this way and run on MIMD hardware (multiprocessors)</a:t>
            </a:r>
          </a:p>
          <a:p>
            <a:pPr lvl="1"/>
            <a:r>
              <a:rPr lang="en-US" altLang="en-US" sz="2000" dirty="0">
                <a:ea typeface="ＭＳ Ｐゴシック" panose="020B0600070205080204" pitchFamily="34" charset="-128"/>
              </a:rPr>
              <a:t>Modern GPUs programmed in a similar way on a SIMD hardware</a:t>
            </a:r>
          </a:p>
          <a:p>
            <a:pPr lvl="1"/>
            <a:endParaRPr lang="en-US" altLang="en-US" sz="2000" dirty="0">
              <a:ea typeface="ＭＳ Ｐゴシック" panose="020B0600070205080204" pitchFamily="34" charset="-128"/>
            </a:endParaRPr>
          </a:p>
        </p:txBody>
      </p:sp>
      <p:sp>
        <p:nvSpPr>
          <p:cNvPr id="72707" name="Slide Number Placeholder 3">
            <a:extLst>
              <a:ext uri="{FF2B5EF4-FFF2-40B4-BE49-F238E27FC236}">
                <a16:creationId xmlns:a16="http://schemas.microsoft.com/office/drawing/2014/main" id="{0E7497B5-BA99-404C-881D-DB93748FEDD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D78FAF-7832-A14D-AAFE-1F85877C7D6D}"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51921642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8600" y="152400"/>
            <a:ext cx="8610600" cy="845127"/>
          </a:xfrm>
        </p:spPr>
        <p:txBody>
          <a:bodyPr anchor="ctr" anchorCtr="0"/>
          <a:lstStyle/>
          <a:p>
            <a:r>
              <a:rPr lang="en-US" dirty="0"/>
              <a:t>Agenda for Today</a:t>
            </a:r>
          </a:p>
        </p:txBody>
      </p:sp>
      <p:sp>
        <p:nvSpPr>
          <p:cNvPr id="3" name="Marcador de contenido 2"/>
          <p:cNvSpPr>
            <a:spLocks noGrp="1"/>
          </p:cNvSpPr>
          <p:nvPr>
            <p:ph idx="1"/>
          </p:nvPr>
        </p:nvSpPr>
        <p:spPr>
          <a:xfrm>
            <a:off x="228600" y="997527"/>
            <a:ext cx="5562600" cy="5193723"/>
          </a:xfrm>
        </p:spPr>
        <p:txBody>
          <a:bodyPr>
            <a:normAutofit/>
          </a:bodyPr>
          <a:lstStyle/>
          <a:p>
            <a:r>
              <a:rPr lang="en-US" dirty="0">
                <a:ea typeface="ヒラギノ角ゴ Pro W3" pitchFamily="-108" charset="-128"/>
                <a:cs typeface="ヒラギノ角ゴ Pro W3" pitchFamily="-108" charset="-128"/>
              </a:rPr>
              <a:t>Where is GPU? &amp; Key Message</a:t>
            </a:r>
          </a:p>
          <a:p>
            <a:pPr marL="0" indent="0">
              <a:buNone/>
            </a:pPr>
            <a:endParaRPr lang="en-US" dirty="0">
              <a:solidFill>
                <a:srgbClr val="0000FF"/>
              </a:solidFill>
              <a:ea typeface="ヒラギノ角ゴ Pro W3" pitchFamily="-108" charset="-128"/>
              <a:cs typeface="ヒラギノ角ゴ Pro W3" pitchFamily="-108" charset="-128"/>
            </a:endParaRPr>
          </a:p>
          <a:p>
            <a:r>
              <a:rPr lang="en-US" altLang="zh-CN" dirty="0">
                <a:ea typeface="ヒラギノ角ゴ Pro W3" pitchFamily="-108" charset="-128"/>
                <a:cs typeface="ヒラギノ角ゴ Pro W3" pitchFamily="-108" charset="-128"/>
              </a:rPr>
              <a:t>Hardware Execution Model</a:t>
            </a:r>
          </a:p>
          <a:p>
            <a:endParaRPr lang="en-US" dirty="0">
              <a:ea typeface="ヒラギノ角ゴ Pro W3" pitchFamily="-108" charset="-128"/>
              <a:cs typeface="ヒラギノ角ゴ Pro W3" pitchFamily="-108" charset="-128"/>
            </a:endParaRPr>
          </a:p>
          <a:p>
            <a:r>
              <a:rPr lang="en-US" dirty="0">
                <a:solidFill>
                  <a:srgbClr val="0432FF"/>
                </a:solidFill>
                <a:ea typeface="ヒラギノ角ゴ Pro W3" pitchFamily="-108" charset="-128"/>
              </a:rPr>
              <a:t>Programming Model</a:t>
            </a:r>
          </a:p>
          <a:p>
            <a:pPr lvl="1"/>
            <a:r>
              <a:rPr lang="en-US" dirty="0">
                <a:ea typeface="ヒラギノ角ゴ Pro W3" pitchFamily="-108" charset="-128"/>
                <a:cs typeface="ヒラギノ角ゴ Pro W3" pitchFamily="-108" charset="-128"/>
              </a:rPr>
              <a:t>SISD</a:t>
            </a:r>
            <a:r>
              <a:rPr lang="zh-CN" altLang="en-US" dirty="0">
                <a:ea typeface="ヒラギノ角ゴ Pro W3" pitchFamily="-108" charset="-128"/>
                <a:cs typeface="ヒラギノ角ゴ Pro W3" pitchFamily="-108" charset="-128"/>
              </a:rPr>
              <a:t> </a:t>
            </a:r>
            <a:r>
              <a:rPr lang="en-US" altLang="zh-CN" dirty="0">
                <a:ea typeface="ヒラギノ角ゴ Pro W3" pitchFamily="-108" charset="-128"/>
                <a:cs typeface="ヒラギノ角ゴ Pro W3" pitchFamily="-108" charset="-128"/>
              </a:rPr>
              <a:t>vs. SIMD vs. SPMD</a:t>
            </a:r>
          </a:p>
          <a:p>
            <a:pPr lvl="1"/>
            <a:r>
              <a:rPr lang="en-US" dirty="0">
                <a:ea typeface="ヒラギノ角ゴ Pro W3" pitchFamily="-108" charset="-128"/>
                <a:cs typeface="ヒラギノ角ゴ Pro W3" pitchFamily="-108" charset="-128"/>
              </a:rPr>
              <a:t>GPU Programming Example</a:t>
            </a:r>
          </a:p>
          <a:p>
            <a:pPr marL="344487" lvl="1" indent="0">
              <a:buNone/>
            </a:pPr>
            <a:endParaRPr lang="en-US" altLang="zh-CN" dirty="0">
              <a:ea typeface="ヒラギノ角ゴ Pro W3" pitchFamily="-108" charset="-128"/>
              <a:cs typeface="ヒラギノ角ゴ Pro W3" pitchFamily="-108" charset="-128"/>
            </a:endParaRPr>
          </a:p>
          <a:p>
            <a:pPr lvl="0">
              <a:buClr>
                <a:srgbClr val="CC9900"/>
              </a:buClr>
            </a:pPr>
            <a:r>
              <a:rPr lang="en-US" altLang="zh-CN" dirty="0">
                <a:solidFill>
                  <a:srgbClr val="000000"/>
                </a:solidFill>
                <a:ea typeface="ヒラギノ角ゴ Pro W3" pitchFamily="-108" charset="-128"/>
                <a:cs typeface="ヒラギノ角ゴ Pro W3" pitchFamily="-108" charset="-128"/>
              </a:rPr>
              <a:t>Advance</a:t>
            </a:r>
          </a:p>
          <a:p>
            <a:pPr lvl="1">
              <a:buClr>
                <a:srgbClr val="CC9900"/>
              </a:buClr>
            </a:pPr>
            <a:r>
              <a:rPr lang="en-US" altLang="zh-CN" dirty="0">
                <a:solidFill>
                  <a:srgbClr val="000000"/>
                </a:solidFill>
                <a:ea typeface="ヒラギノ角ゴ Pro W3" pitchFamily="-108" charset="-128"/>
                <a:cs typeface="ヒラギノ角ゴ Pro W3" pitchFamily="-108" charset="-128"/>
              </a:rPr>
              <a:t>SIMT (Hardware) &amp; Warp (Software)</a:t>
            </a:r>
          </a:p>
          <a:p>
            <a:pPr lvl="1"/>
            <a:endParaRPr lang="en-US" dirty="0">
              <a:ea typeface="ヒラギノ角ゴ Pro W3" pitchFamily="-108" charset="-128"/>
              <a:cs typeface="ヒラギノ角ゴ Pro W3" pitchFamily="-108" charset="-128"/>
            </a:endParaRPr>
          </a:p>
          <a:p>
            <a:pPr lvl="2"/>
            <a:endParaRPr lang="en-US" dirty="0">
              <a:ea typeface="ヒラギノ角ゴ Pro W3" pitchFamily="-108" charset="-128"/>
              <a:cs typeface="ヒラギノ角ゴ Pro W3" pitchFamily="-108" charset="-128"/>
            </a:endParaRP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48</a:t>
            </a:fld>
            <a:endParaRPr lang="en-US" altLang="en-US"/>
          </a:p>
        </p:txBody>
      </p:sp>
      <p:sp>
        <p:nvSpPr>
          <p:cNvPr id="5" name="Rectangle 4">
            <a:extLst>
              <a:ext uri="{FF2B5EF4-FFF2-40B4-BE49-F238E27FC236}">
                <a16:creationId xmlns:a16="http://schemas.microsoft.com/office/drawing/2014/main" id="{3EAB8116-126C-5648-BEF0-E6606F73B7C9}"/>
              </a:ext>
            </a:extLst>
          </p:cNvPr>
          <p:cNvSpPr>
            <a:spLocks noChangeArrowheads="1"/>
          </p:cNvSpPr>
          <p:nvPr/>
        </p:nvSpPr>
        <p:spPr bwMode="auto">
          <a:xfrm>
            <a:off x="565885" y="3565512"/>
            <a:ext cx="3962400" cy="533400"/>
          </a:xfrm>
          <a:prstGeom prst="rect">
            <a:avLst/>
          </a:prstGeom>
          <a:noFill/>
          <a:ln w="38100">
            <a:solidFill>
              <a:srgbClr val="FF0000"/>
            </a:solidFill>
            <a:miter lim="800000"/>
            <a:headEnd/>
            <a:tailEnd/>
          </a:ln>
          <a:effectLst>
            <a:outerShdw blurRad="63500" dist="23000" dir="5400000" rotWithShape="0">
              <a:srgbClr val="000000">
                <a:alpha val="34998"/>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Tahoma" charset="0"/>
              <a:ea typeface="ＭＳ Ｐゴシック" charset="-128"/>
              <a:cs typeface="+mn-cs"/>
            </a:endParaRPr>
          </a:p>
        </p:txBody>
      </p:sp>
    </p:spTree>
    <p:extLst>
      <p:ext uri="{BB962C8B-B14F-4D97-AF65-F5344CB8AC3E}">
        <p14:creationId xmlns:p14="http://schemas.microsoft.com/office/powerpoint/2010/main" val="2584405290"/>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CUDA/</a:t>
            </a:r>
            <a:r>
              <a:rPr lang="en-US" dirty="0" err="1"/>
              <a:t>OpenCL</a:t>
            </a:r>
            <a:r>
              <a:rPr lang="en-US" dirty="0"/>
              <a:t> Programming Model</a:t>
            </a:r>
          </a:p>
        </p:txBody>
      </p:sp>
      <p:sp>
        <p:nvSpPr>
          <p:cNvPr id="3" name="Marcador de contenido 2"/>
          <p:cNvSpPr>
            <a:spLocks noGrp="1"/>
          </p:cNvSpPr>
          <p:nvPr>
            <p:ph idx="1"/>
          </p:nvPr>
        </p:nvSpPr>
        <p:spPr>
          <a:xfrm>
            <a:off x="251521" y="908720"/>
            <a:ext cx="8568952" cy="5263480"/>
          </a:xfrm>
        </p:spPr>
        <p:txBody>
          <a:bodyPr>
            <a:normAutofit/>
          </a:bodyPr>
          <a:lstStyle/>
          <a:p>
            <a:r>
              <a:rPr lang="en-US" dirty="0">
                <a:solidFill>
                  <a:srgbClr val="0000FF"/>
                </a:solidFill>
              </a:rPr>
              <a:t>Single Program Multiple Data (SPMD), e.g., CUDA</a:t>
            </a:r>
          </a:p>
          <a:p>
            <a:pPr lvl="1"/>
            <a:r>
              <a:rPr lang="en-US" dirty="0"/>
              <a:t>Bulk synchronous programming: Global (coarse-grain) synchronization between kernels</a:t>
            </a:r>
          </a:p>
          <a:p>
            <a:endParaRPr lang="en-US" dirty="0"/>
          </a:p>
          <a:p>
            <a:r>
              <a:rPr lang="en-US" dirty="0"/>
              <a:t>The device (typically GPU) executes CUDA kernels</a:t>
            </a:r>
          </a:p>
          <a:p>
            <a:pPr lvl="1"/>
            <a:r>
              <a:rPr lang="en-US" dirty="0">
                <a:solidFill>
                  <a:srgbClr val="0000FF"/>
                </a:solidFill>
              </a:rPr>
              <a:t>Grid</a:t>
            </a:r>
            <a:r>
              <a:rPr lang="en-US" dirty="0"/>
              <a:t> </a:t>
            </a:r>
          </a:p>
          <a:p>
            <a:pPr lvl="1"/>
            <a:r>
              <a:rPr lang="en-US" dirty="0">
                <a:solidFill>
                  <a:srgbClr val="0000FF"/>
                </a:solidFill>
              </a:rPr>
              <a:t>Thread Block</a:t>
            </a:r>
            <a:endParaRPr lang="en-US" dirty="0"/>
          </a:p>
          <a:p>
            <a:pPr lvl="2"/>
            <a:r>
              <a:rPr lang="en-US" dirty="0"/>
              <a:t>CUDA runtime schedules at granularity of </a:t>
            </a:r>
            <a:r>
              <a:rPr lang="en-US" altLang="zh-CN" dirty="0"/>
              <a:t>thread block.</a:t>
            </a:r>
            <a:endParaRPr lang="en-US" dirty="0"/>
          </a:p>
          <a:p>
            <a:pPr lvl="2"/>
            <a:r>
              <a:rPr lang="en-US" dirty="0"/>
              <a:t>A thread block is a programming abstraction that represents a group of threads that can be executed in parallel. </a:t>
            </a:r>
          </a:p>
          <a:p>
            <a:pPr lvl="2"/>
            <a:r>
              <a:rPr lang="en-US" dirty="0"/>
              <a:t>Within a block, shared memory, and synchronization. </a:t>
            </a:r>
          </a:p>
          <a:p>
            <a:pPr lvl="1"/>
            <a:r>
              <a:rPr lang="en-US" dirty="0">
                <a:solidFill>
                  <a:srgbClr val="0000FF"/>
                </a:solidFill>
              </a:rPr>
              <a:t>Thread</a:t>
            </a:r>
            <a:endParaRPr lang="en-US" dirty="0"/>
          </a:p>
          <a:p>
            <a:pPr lvl="2"/>
            <a:r>
              <a:rPr lang="en-US" altLang="zh-CN" dirty="0"/>
              <a:t>A thread corresponds to an iteration.</a:t>
            </a:r>
            <a:endParaRPr lang="en-US" dirty="0"/>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49</a:t>
            </a:fld>
            <a:endParaRPr lang="en-US" altLang="en-US"/>
          </a:p>
        </p:txBody>
      </p:sp>
    </p:spTree>
    <p:extLst>
      <p:ext uri="{BB962C8B-B14F-4D97-AF65-F5344CB8AC3E}">
        <p14:creationId xmlns:p14="http://schemas.microsoft.com/office/powerpoint/2010/main" val="24780438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BBD9C82C-F0B5-4A4B-BCA7-11F88EDA05B4}"/>
              </a:ext>
            </a:extLst>
          </p:cNvPr>
          <p:cNvSpPr>
            <a:spLocks noGrp="1"/>
          </p:cNvSpPr>
          <p:nvPr>
            <p:ph type="title"/>
          </p:nvPr>
        </p:nvSpPr>
        <p:spPr>
          <a:xfrm>
            <a:off x="432615" y="271408"/>
            <a:ext cx="9016467" cy="1066800"/>
          </a:xfrm>
        </p:spPr>
        <p:txBody>
          <a:bodyPr/>
          <a:lstStyle/>
          <a:p>
            <a:r>
              <a:rPr lang="en-US" altLang="en-US" sz="2800" dirty="0">
                <a:ea typeface="ＭＳ Ｐゴシック" panose="020B0600070205080204" pitchFamily="34" charset="-128"/>
              </a:rPr>
              <a:t>GPU: Programming Model vs. Hardware Execution Model</a:t>
            </a:r>
          </a:p>
        </p:txBody>
      </p:sp>
      <p:sp>
        <p:nvSpPr>
          <p:cNvPr id="48131" name="Slide Number Placeholder 3">
            <a:extLst>
              <a:ext uri="{FF2B5EF4-FFF2-40B4-BE49-F238E27FC236}">
                <a16:creationId xmlns:a16="http://schemas.microsoft.com/office/drawing/2014/main" id="{87C60E1E-8D42-434B-A93F-E05A2BC4EDF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CC74429-DF7E-2044-ADB1-24FE678BCABB}"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2" name="矩形 1">
            <a:extLst>
              <a:ext uri="{FF2B5EF4-FFF2-40B4-BE49-F238E27FC236}">
                <a16:creationId xmlns:a16="http://schemas.microsoft.com/office/drawing/2014/main" id="{8CEEACD0-A3BD-4B0B-A7F0-EB2BA96BA811}"/>
              </a:ext>
            </a:extLst>
          </p:cNvPr>
          <p:cNvSpPr/>
          <p:nvPr/>
        </p:nvSpPr>
        <p:spPr>
          <a:xfrm>
            <a:off x="533400" y="1252904"/>
            <a:ext cx="3461204" cy="400110"/>
          </a:xfrm>
          <a:prstGeom prst="rect">
            <a:avLst/>
          </a:prstGeom>
        </p:spPr>
        <p:txBody>
          <a:bodyPr wrap="none">
            <a:spAutoFit/>
          </a:bodyPr>
          <a:lstStyle/>
          <a:p>
            <a:r>
              <a:rPr lang="en-US" altLang="en-US" sz="2000" b="1" dirty="0">
                <a:solidFill>
                  <a:srgbClr val="0432FF"/>
                </a:solidFill>
              </a:rPr>
              <a:t>Hardware Execution Model</a:t>
            </a:r>
            <a:endParaRPr lang="zh-CN" altLang="en-US" sz="2000" b="1" dirty="0"/>
          </a:p>
        </p:txBody>
      </p:sp>
      <p:sp>
        <p:nvSpPr>
          <p:cNvPr id="4" name="矩形 3">
            <a:extLst>
              <a:ext uri="{FF2B5EF4-FFF2-40B4-BE49-F238E27FC236}">
                <a16:creationId xmlns:a16="http://schemas.microsoft.com/office/drawing/2014/main" id="{CFD28EF4-7A89-41B6-B14B-E7A6958D19AB}"/>
              </a:ext>
            </a:extLst>
          </p:cNvPr>
          <p:cNvSpPr/>
          <p:nvPr/>
        </p:nvSpPr>
        <p:spPr>
          <a:xfrm>
            <a:off x="5231131" y="1247350"/>
            <a:ext cx="3467744" cy="400110"/>
          </a:xfrm>
          <a:prstGeom prst="rect">
            <a:avLst/>
          </a:prstGeom>
        </p:spPr>
        <p:txBody>
          <a:bodyPr wrap="none">
            <a:spAutoFit/>
          </a:bodyPr>
          <a:lstStyle/>
          <a:p>
            <a:r>
              <a:rPr lang="en-US" altLang="en-US" sz="2000" b="1" dirty="0">
                <a:solidFill>
                  <a:srgbClr val="DA9100"/>
                </a:solidFill>
              </a:rPr>
              <a:t>CUDA Programming Model</a:t>
            </a:r>
            <a:endParaRPr lang="zh-CN" altLang="en-US" sz="2000" b="1" dirty="0">
              <a:solidFill>
                <a:srgbClr val="DA9100"/>
              </a:solidFill>
            </a:endParaRPr>
          </a:p>
        </p:txBody>
      </p:sp>
      <p:sp>
        <p:nvSpPr>
          <p:cNvPr id="6" name="矩形 5">
            <a:extLst>
              <a:ext uri="{FF2B5EF4-FFF2-40B4-BE49-F238E27FC236}">
                <a16:creationId xmlns:a16="http://schemas.microsoft.com/office/drawing/2014/main" id="{3B5FEB58-1294-4986-8FF5-01E6545A2605}"/>
              </a:ext>
            </a:extLst>
          </p:cNvPr>
          <p:cNvSpPr/>
          <p:nvPr/>
        </p:nvSpPr>
        <p:spPr>
          <a:xfrm>
            <a:off x="-76200" y="3715403"/>
            <a:ext cx="1676400" cy="646331"/>
          </a:xfrm>
          <a:prstGeom prst="rect">
            <a:avLst/>
          </a:prstGeom>
        </p:spPr>
        <p:txBody>
          <a:bodyPr wrap="square">
            <a:spAutoFit/>
          </a:bodyPr>
          <a:lstStyle/>
          <a:p>
            <a:pPr algn="ctr"/>
            <a:r>
              <a:rPr lang="en-US" altLang="zh-CN" b="1" dirty="0">
                <a:solidFill>
                  <a:srgbClr val="0432FF"/>
                </a:solidFill>
                <a:latin typeface="Arial Narrow" panose="020B0606020202030204" pitchFamily="34" charset="0"/>
              </a:rPr>
              <a:t>Streaming</a:t>
            </a:r>
          </a:p>
          <a:p>
            <a:pPr algn="ctr"/>
            <a:r>
              <a:rPr lang="en-US" altLang="zh-CN" b="1" dirty="0">
                <a:solidFill>
                  <a:srgbClr val="0432FF"/>
                </a:solidFill>
                <a:latin typeface="Arial Narrow" panose="020B0606020202030204" pitchFamily="34" charset="0"/>
              </a:rPr>
              <a:t> Multi-processor</a:t>
            </a:r>
            <a:endParaRPr lang="zh-CN" altLang="en-US" b="1" dirty="0">
              <a:solidFill>
                <a:srgbClr val="0432FF"/>
              </a:solidFill>
              <a:latin typeface="Arial Narrow" panose="020B0606020202030204" pitchFamily="34" charset="0"/>
            </a:endParaRPr>
          </a:p>
        </p:txBody>
      </p:sp>
      <p:sp>
        <p:nvSpPr>
          <p:cNvPr id="7" name="矩形 6">
            <a:extLst>
              <a:ext uri="{FF2B5EF4-FFF2-40B4-BE49-F238E27FC236}">
                <a16:creationId xmlns:a16="http://schemas.microsoft.com/office/drawing/2014/main" id="{2F3F56EF-2141-4640-BCA7-87075AB4EDE8}"/>
              </a:ext>
            </a:extLst>
          </p:cNvPr>
          <p:cNvSpPr/>
          <p:nvPr/>
        </p:nvSpPr>
        <p:spPr>
          <a:xfrm>
            <a:off x="235882" y="2356341"/>
            <a:ext cx="595035" cy="369332"/>
          </a:xfrm>
          <a:prstGeom prst="rect">
            <a:avLst/>
          </a:prstGeom>
        </p:spPr>
        <p:txBody>
          <a:bodyPr wrap="none">
            <a:spAutoFit/>
          </a:bodyPr>
          <a:lstStyle/>
          <a:p>
            <a:r>
              <a:rPr lang="en-US" altLang="zh-CN" b="1" dirty="0">
                <a:solidFill>
                  <a:srgbClr val="0432FF"/>
                </a:solidFill>
                <a:latin typeface="Arial Narrow" panose="020B0606020202030204" pitchFamily="34" charset="0"/>
              </a:rPr>
              <a:t>GPU</a:t>
            </a:r>
            <a:endParaRPr lang="zh-CN" altLang="en-US" b="1" dirty="0"/>
          </a:p>
        </p:txBody>
      </p:sp>
      <p:sp>
        <p:nvSpPr>
          <p:cNvPr id="26" name="矩形 25">
            <a:extLst>
              <a:ext uri="{FF2B5EF4-FFF2-40B4-BE49-F238E27FC236}">
                <a16:creationId xmlns:a16="http://schemas.microsoft.com/office/drawing/2014/main" id="{6B7B3CA0-4903-4E20-B2D6-DB01A9A3B095}"/>
              </a:ext>
            </a:extLst>
          </p:cNvPr>
          <p:cNvSpPr/>
          <p:nvPr/>
        </p:nvSpPr>
        <p:spPr>
          <a:xfrm>
            <a:off x="-76200" y="5304573"/>
            <a:ext cx="1676400" cy="369332"/>
          </a:xfrm>
          <a:prstGeom prst="rect">
            <a:avLst/>
          </a:prstGeom>
        </p:spPr>
        <p:txBody>
          <a:bodyPr wrap="square">
            <a:spAutoFit/>
          </a:bodyPr>
          <a:lstStyle/>
          <a:p>
            <a:pPr algn="ctr"/>
            <a:r>
              <a:rPr lang="en-US" altLang="zh-CN" b="1" dirty="0">
                <a:solidFill>
                  <a:srgbClr val="0432FF"/>
                </a:solidFill>
                <a:latin typeface="Arial Narrow" panose="020B0606020202030204" pitchFamily="34" charset="0"/>
              </a:rPr>
              <a:t>CUDA core</a:t>
            </a:r>
            <a:endParaRPr lang="zh-CN" altLang="en-US" b="1" dirty="0">
              <a:solidFill>
                <a:srgbClr val="0432FF"/>
              </a:solidFill>
              <a:latin typeface="Arial Narrow" panose="020B0606020202030204" pitchFamily="34" charset="0"/>
            </a:endParaRPr>
          </a:p>
        </p:txBody>
      </p:sp>
      <p:sp>
        <p:nvSpPr>
          <p:cNvPr id="29" name="矩形 28">
            <a:extLst>
              <a:ext uri="{FF2B5EF4-FFF2-40B4-BE49-F238E27FC236}">
                <a16:creationId xmlns:a16="http://schemas.microsoft.com/office/drawing/2014/main" id="{8457C965-2183-4857-BF96-A7811CAC1E02}"/>
              </a:ext>
            </a:extLst>
          </p:cNvPr>
          <p:cNvSpPr/>
          <p:nvPr/>
        </p:nvSpPr>
        <p:spPr>
          <a:xfrm>
            <a:off x="5103095" y="5324236"/>
            <a:ext cx="1040670" cy="400110"/>
          </a:xfrm>
          <a:prstGeom prst="rect">
            <a:avLst/>
          </a:prstGeom>
        </p:spPr>
        <p:txBody>
          <a:bodyPr wrap="none">
            <a:spAutoFit/>
          </a:bodyPr>
          <a:lstStyle/>
          <a:p>
            <a:r>
              <a:rPr lang="en-US" altLang="zh-CN" sz="2000" b="1" dirty="0">
                <a:solidFill>
                  <a:srgbClr val="DA9100"/>
                </a:solidFill>
              </a:rPr>
              <a:t>Thread</a:t>
            </a:r>
            <a:endParaRPr lang="zh-CN" altLang="en-US" sz="2000" b="1" dirty="0">
              <a:solidFill>
                <a:srgbClr val="DA9100"/>
              </a:solidFill>
            </a:endParaRPr>
          </a:p>
        </p:txBody>
      </p:sp>
      <p:sp>
        <p:nvSpPr>
          <p:cNvPr id="30" name="矩形 29">
            <a:extLst>
              <a:ext uri="{FF2B5EF4-FFF2-40B4-BE49-F238E27FC236}">
                <a16:creationId xmlns:a16="http://schemas.microsoft.com/office/drawing/2014/main" id="{4524620D-D2D5-49E6-A374-33D59F769410}"/>
              </a:ext>
            </a:extLst>
          </p:cNvPr>
          <p:cNvSpPr/>
          <p:nvPr/>
        </p:nvSpPr>
        <p:spPr>
          <a:xfrm>
            <a:off x="4541243" y="3874149"/>
            <a:ext cx="1781257" cy="400110"/>
          </a:xfrm>
          <a:prstGeom prst="rect">
            <a:avLst/>
          </a:prstGeom>
        </p:spPr>
        <p:txBody>
          <a:bodyPr wrap="none">
            <a:spAutoFit/>
          </a:bodyPr>
          <a:lstStyle/>
          <a:p>
            <a:r>
              <a:rPr lang="en-US" altLang="zh-CN" sz="2000" b="1" dirty="0">
                <a:solidFill>
                  <a:srgbClr val="DA9100"/>
                </a:solidFill>
              </a:rPr>
              <a:t>Thread block</a:t>
            </a:r>
            <a:endParaRPr lang="zh-CN" altLang="en-US" sz="2000" b="1" dirty="0">
              <a:solidFill>
                <a:srgbClr val="DA9100"/>
              </a:solidFill>
            </a:endParaRPr>
          </a:p>
        </p:txBody>
      </p:sp>
      <p:sp>
        <p:nvSpPr>
          <p:cNvPr id="34" name="矩形 33">
            <a:extLst>
              <a:ext uri="{FF2B5EF4-FFF2-40B4-BE49-F238E27FC236}">
                <a16:creationId xmlns:a16="http://schemas.microsoft.com/office/drawing/2014/main" id="{EF462E8C-B162-4637-87C7-FC355D4627E5}"/>
              </a:ext>
            </a:extLst>
          </p:cNvPr>
          <p:cNvSpPr/>
          <p:nvPr/>
        </p:nvSpPr>
        <p:spPr>
          <a:xfrm>
            <a:off x="5069444" y="2385681"/>
            <a:ext cx="710451" cy="400110"/>
          </a:xfrm>
          <a:prstGeom prst="rect">
            <a:avLst/>
          </a:prstGeom>
        </p:spPr>
        <p:txBody>
          <a:bodyPr wrap="none">
            <a:spAutoFit/>
          </a:bodyPr>
          <a:lstStyle/>
          <a:p>
            <a:r>
              <a:rPr lang="en-US" altLang="zh-CN" sz="2000" b="1" dirty="0">
                <a:solidFill>
                  <a:srgbClr val="DA9100"/>
                </a:solidFill>
              </a:rPr>
              <a:t>Grid</a:t>
            </a:r>
            <a:endParaRPr lang="zh-CN" altLang="en-US" sz="2000" b="1" dirty="0">
              <a:solidFill>
                <a:srgbClr val="DA9100"/>
              </a:solidFill>
            </a:endParaRPr>
          </a:p>
        </p:txBody>
      </p:sp>
      <p:sp>
        <p:nvSpPr>
          <p:cNvPr id="28" name="object 3">
            <a:extLst>
              <a:ext uri="{FF2B5EF4-FFF2-40B4-BE49-F238E27FC236}">
                <a16:creationId xmlns:a16="http://schemas.microsoft.com/office/drawing/2014/main" id="{9DBE948D-F8A9-4325-B41C-0C319648D331}"/>
              </a:ext>
            </a:extLst>
          </p:cNvPr>
          <p:cNvSpPr/>
          <p:nvPr/>
        </p:nvSpPr>
        <p:spPr>
          <a:xfrm>
            <a:off x="2141664" y="5467202"/>
            <a:ext cx="315595" cy="169545"/>
          </a:xfrm>
          <a:custGeom>
            <a:avLst/>
            <a:gdLst/>
            <a:ahLst/>
            <a:cxnLst/>
            <a:rect l="l" t="t" r="r" b="b"/>
            <a:pathLst>
              <a:path w="315595" h="169544">
                <a:moveTo>
                  <a:pt x="0" y="169163"/>
                </a:moveTo>
                <a:lnTo>
                  <a:pt x="315467" y="169163"/>
                </a:lnTo>
                <a:lnTo>
                  <a:pt x="315467" y="0"/>
                </a:lnTo>
                <a:lnTo>
                  <a:pt x="0" y="0"/>
                </a:lnTo>
                <a:lnTo>
                  <a:pt x="0" y="169163"/>
                </a:lnTo>
                <a:close/>
              </a:path>
            </a:pathLst>
          </a:custGeom>
          <a:solidFill>
            <a:srgbClr val="FD7E00"/>
          </a:solidFill>
        </p:spPr>
        <p:txBody>
          <a:bodyPr wrap="square" lIns="0" tIns="0" rIns="0" bIns="0" rtlCol="0"/>
          <a:lstStyle/>
          <a:p>
            <a:endParaRPr/>
          </a:p>
        </p:txBody>
      </p:sp>
      <p:sp>
        <p:nvSpPr>
          <p:cNvPr id="31" name="object 18">
            <a:extLst>
              <a:ext uri="{FF2B5EF4-FFF2-40B4-BE49-F238E27FC236}">
                <a16:creationId xmlns:a16="http://schemas.microsoft.com/office/drawing/2014/main" id="{8661DBCB-485C-429F-B659-BBE27F9AE3B3}"/>
              </a:ext>
            </a:extLst>
          </p:cNvPr>
          <p:cNvSpPr/>
          <p:nvPr/>
        </p:nvSpPr>
        <p:spPr>
          <a:xfrm>
            <a:off x="2023901" y="3562552"/>
            <a:ext cx="609600" cy="1085215"/>
          </a:xfrm>
          <a:custGeom>
            <a:avLst/>
            <a:gdLst/>
            <a:ahLst/>
            <a:cxnLst/>
            <a:rect l="l" t="t" r="r" b="b"/>
            <a:pathLst>
              <a:path w="609600" h="1085214">
                <a:moveTo>
                  <a:pt x="0" y="1085088"/>
                </a:moveTo>
                <a:lnTo>
                  <a:pt x="609600" y="1085088"/>
                </a:lnTo>
                <a:lnTo>
                  <a:pt x="609600" y="0"/>
                </a:lnTo>
                <a:lnTo>
                  <a:pt x="0" y="0"/>
                </a:lnTo>
                <a:lnTo>
                  <a:pt x="0" y="1085088"/>
                </a:lnTo>
                <a:close/>
              </a:path>
            </a:pathLst>
          </a:custGeom>
          <a:solidFill>
            <a:srgbClr val="C0C0C0"/>
          </a:solidFill>
        </p:spPr>
        <p:txBody>
          <a:bodyPr wrap="square" lIns="0" tIns="0" rIns="0" bIns="0" rtlCol="0"/>
          <a:lstStyle/>
          <a:p>
            <a:endParaRPr/>
          </a:p>
        </p:txBody>
      </p:sp>
      <p:sp>
        <p:nvSpPr>
          <p:cNvPr id="32" name="object 19">
            <a:extLst>
              <a:ext uri="{FF2B5EF4-FFF2-40B4-BE49-F238E27FC236}">
                <a16:creationId xmlns:a16="http://schemas.microsoft.com/office/drawing/2014/main" id="{5BB3D1F9-521E-4E46-A355-0A55103D98D8}"/>
              </a:ext>
            </a:extLst>
          </p:cNvPr>
          <p:cNvSpPr/>
          <p:nvPr/>
        </p:nvSpPr>
        <p:spPr>
          <a:xfrm>
            <a:off x="2023901" y="3562552"/>
            <a:ext cx="609600" cy="1085215"/>
          </a:xfrm>
          <a:custGeom>
            <a:avLst/>
            <a:gdLst/>
            <a:ahLst/>
            <a:cxnLst/>
            <a:rect l="l" t="t" r="r" b="b"/>
            <a:pathLst>
              <a:path w="609600" h="1085214">
                <a:moveTo>
                  <a:pt x="0" y="1085088"/>
                </a:moveTo>
                <a:lnTo>
                  <a:pt x="609600" y="1085088"/>
                </a:lnTo>
                <a:lnTo>
                  <a:pt x="609600" y="0"/>
                </a:lnTo>
                <a:lnTo>
                  <a:pt x="0" y="0"/>
                </a:lnTo>
                <a:lnTo>
                  <a:pt x="0" y="1085088"/>
                </a:lnTo>
                <a:close/>
              </a:path>
            </a:pathLst>
          </a:custGeom>
          <a:ln w="12700">
            <a:solidFill>
              <a:srgbClr val="000000"/>
            </a:solidFill>
          </a:ln>
        </p:spPr>
        <p:txBody>
          <a:bodyPr wrap="square" lIns="0" tIns="0" rIns="0" bIns="0" rtlCol="0"/>
          <a:lstStyle/>
          <a:p>
            <a:endParaRPr/>
          </a:p>
        </p:txBody>
      </p:sp>
      <p:sp>
        <p:nvSpPr>
          <p:cNvPr id="35" name="object 20">
            <a:extLst>
              <a:ext uri="{FF2B5EF4-FFF2-40B4-BE49-F238E27FC236}">
                <a16:creationId xmlns:a16="http://schemas.microsoft.com/office/drawing/2014/main" id="{411B5995-D6E8-4A38-AF86-C109A84992EA}"/>
              </a:ext>
            </a:extLst>
          </p:cNvPr>
          <p:cNvSpPr/>
          <p:nvPr/>
        </p:nvSpPr>
        <p:spPr>
          <a:xfrm>
            <a:off x="2093751" y="3598874"/>
            <a:ext cx="206248" cy="498855"/>
          </a:xfrm>
          <a:prstGeom prst="rect">
            <a:avLst/>
          </a:prstGeom>
          <a:blipFill>
            <a:blip r:embed="rId3" cstate="print"/>
            <a:stretch>
              <a:fillRect/>
            </a:stretch>
          </a:blipFill>
        </p:spPr>
        <p:txBody>
          <a:bodyPr wrap="square" lIns="0" tIns="0" rIns="0" bIns="0" rtlCol="0"/>
          <a:lstStyle/>
          <a:p>
            <a:endParaRPr/>
          </a:p>
        </p:txBody>
      </p:sp>
      <p:sp>
        <p:nvSpPr>
          <p:cNvPr id="36" name="object 21">
            <a:extLst>
              <a:ext uri="{FF2B5EF4-FFF2-40B4-BE49-F238E27FC236}">
                <a16:creationId xmlns:a16="http://schemas.microsoft.com/office/drawing/2014/main" id="{6B59889B-9CBA-4DDF-9BBF-1067279A0817}"/>
              </a:ext>
            </a:extLst>
          </p:cNvPr>
          <p:cNvSpPr/>
          <p:nvPr/>
        </p:nvSpPr>
        <p:spPr>
          <a:xfrm>
            <a:off x="2342163" y="3598874"/>
            <a:ext cx="206248" cy="498855"/>
          </a:xfrm>
          <a:prstGeom prst="rect">
            <a:avLst/>
          </a:prstGeom>
          <a:blipFill>
            <a:blip r:embed="rId3" cstate="print"/>
            <a:stretch>
              <a:fillRect/>
            </a:stretch>
          </a:blipFill>
        </p:spPr>
        <p:txBody>
          <a:bodyPr wrap="square" lIns="0" tIns="0" rIns="0" bIns="0" rtlCol="0"/>
          <a:lstStyle/>
          <a:p>
            <a:endParaRPr/>
          </a:p>
        </p:txBody>
      </p:sp>
      <p:sp>
        <p:nvSpPr>
          <p:cNvPr id="37" name="object 22">
            <a:extLst>
              <a:ext uri="{FF2B5EF4-FFF2-40B4-BE49-F238E27FC236}">
                <a16:creationId xmlns:a16="http://schemas.microsoft.com/office/drawing/2014/main" id="{9F7E869E-F569-4273-941E-41E3DD3666A5}"/>
              </a:ext>
            </a:extLst>
          </p:cNvPr>
          <p:cNvSpPr/>
          <p:nvPr/>
        </p:nvSpPr>
        <p:spPr>
          <a:xfrm>
            <a:off x="2100101" y="4147768"/>
            <a:ext cx="441959" cy="100965"/>
          </a:xfrm>
          <a:custGeom>
            <a:avLst/>
            <a:gdLst/>
            <a:ahLst/>
            <a:cxnLst/>
            <a:rect l="l" t="t" r="r" b="b"/>
            <a:pathLst>
              <a:path w="441960" h="100964">
                <a:moveTo>
                  <a:pt x="0" y="100583"/>
                </a:moveTo>
                <a:lnTo>
                  <a:pt x="441960" y="100583"/>
                </a:lnTo>
                <a:lnTo>
                  <a:pt x="441960" y="0"/>
                </a:lnTo>
                <a:lnTo>
                  <a:pt x="0" y="0"/>
                </a:lnTo>
                <a:lnTo>
                  <a:pt x="0" y="100583"/>
                </a:lnTo>
                <a:close/>
              </a:path>
            </a:pathLst>
          </a:custGeom>
          <a:solidFill>
            <a:srgbClr val="008080"/>
          </a:solidFill>
        </p:spPr>
        <p:txBody>
          <a:bodyPr wrap="square" lIns="0" tIns="0" rIns="0" bIns="0" rtlCol="0"/>
          <a:lstStyle/>
          <a:p>
            <a:endParaRPr/>
          </a:p>
        </p:txBody>
      </p:sp>
      <p:sp>
        <p:nvSpPr>
          <p:cNvPr id="38" name="object 23">
            <a:extLst>
              <a:ext uri="{FF2B5EF4-FFF2-40B4-BE49-F238E27FC236}">
                <a16:creationId xmlns:a16="http://schemas.microsoft.com/office/drawing/2014/main" id="{3B6E0AE9-1708-4840-995C-8B7556716EDA}"/>
              </a:ext>
            </a:extLst>
          </p:cNvPr>
          <p:cNvSpPr/>
          <p:nvPr/>
        </p:nvSpPr>
        <p:spPr>
          <a:xfrm>
            <a:off x="2100101" y="4147768"/>
            <a:ext cx="441959" cy="100965"/>
          </a:xfrm>
          <a:custGeom>
            <a:avLst/>
            <a:gdLst/>
            <a:ahLst/>
            <a:cxnLst/>
            <a:rect l="l" t="t" r="r" b="b"/>
            <a:pathLst>
              <a:path w="441960" h="100964">
                <a:moveTo>
                  <a:pt x="0" y="100583"/>
                </a:moveTo>
                <a:lnTo>
                  <a:pt x="441960" y="100583"/>
                </a:lnTo>
                <a:lnTo>
                  <a:pt x="441960" y="0"/>
                </a:lnTo>
                <a:lnTo>
                  <a:pt x="0" y="0"/>
                </a:lnTo>
                <a:lnTo>
                  <a:pt x="0" y="100583"/>
                </a:lnTo>
                <a:close/>
              </a:path>
            </a:pathLst>
          </a:custGeom>
          <a:ln w="12700">
            <a:solidFill>
              <a:srgbClr val="000000"/>
            </a:solidFill>
          </a:ln>
        </p:spPr>
        <p:txBody>
          <a:bodyPr wrap="square" lIns="0" tIns="0" rIns="0" bIns="0" rtlCol="0"/>
          <a:lstStyle/>
          <a:p>
            <a:endParaRPr/>
          </a:p>
        </p:txBody>
      </p:sp>
      <p:sp>
        <p:nvSpPr>
          <p:cNvPr id="39" name="object 24">
            <a:extLst>
              <a:ext uri="{FF2B5EF4-FFF2-40B4-BE49-F238E27FC236}">
                <a16:creationId xmlns:a16="http://schemas.microsoft.com/office/drawing/2014/main" id="{D29EB12E-337C-4528-9335-1BAF82546182}"/>
              </a:ext>
            </a:extLst>
          </p:cNvPr>
          <p:cNvSpPr/>
          <p:nvPr/>
        </p:nvSpPr>
        <p:spPr>
          <a:xfrm>
            <a:off x="2106196" y="4312359"/>
            <a:ext cx="443865" cy="271780"/>
          </a:xfrm>
          <a:custGeom>
            <a:avLst/>
            <a:gdLst/>
            <a:ahLst/>
            <a:cxnLst/>
            <a:rect l="l" t="t" r="r" b="b"/>
            <a:pathLst>
              <a:path w="443864" h="271779">
                <a:moveTo>
                  <a:pt x="0" y="271271"/>
                </a:moveTo>
                <a:lnTo>
                  <a:pt x="443484" y="271271"/>
                </a:lnTo>
                <a:lnTo>
                  <a:pt x="443484" y="0"/>
                </a:lnTo>
                <a:lnTo>
                  <a:pt x="0" y="0"/>
                </a:lnTo>
                <a:lnTo>
                  <a:pt x="0" y="271271"/>
                </a:lnTo>
                <a:close/>
              </a:path>
            </a:pathLst>
          </a:custGeom>
          <a:solidFill>
            <a:srgbClr val="99CC00"/>
          </a:solidFill>
        </p:spPr>
        <p:txBody>
          <a:bodyPr wrap="square" lIns="0" tIns="0" rIns="0" bIns="0" rtlCol="0"/>
          <a:lstStyle/>
          <a:p>
            <a:endParaRPr/>
          </a:p>
        </p:txBody>
      </p:sp>
      <p:sp>
        <p:nvSpPr>
          <p:cNvPr id="40" name="object 25">
            <a:extLst>
              <a:ext uri="{FF2B5EF4-FFF2-40B4-BE49-F238E27FC236}">
                <a16:creationId xmlns:a16="http://schemas.microsoft.com/office/drawing/2014/main" id="{580CA4CD-5D34-4305-8B88-0762803F6184}"/>
              </a:ext>
            </a:extLst>
          </p:cNvPr>
          <p:cNvSpPr/>
          <p:nvPr/>
        </p:nvSpPr>
        <p:spPr>
          <a:xfrm>
            <a:off x="2106196" y="4312359"/>
            <a:ext cx="443865" cy="271780"/>
          </a:xfrm>
          <a:custGeom>
            <a:avLst/>
            <a:gdLst/>
            <a:ahLst/>
            <a:cxnLst/>
            <a:rect l="l" t="t" r="r" b="b"/>
            <a:pathLst>
              <a:path w="443864" h="271779">
                <a:moveTo>
                  <a:pt x="0" y="271271"/>
                </a:moveTo>
                <a:lnTo>
                  <a:pt x="443484" y="271271"/>
                </a:lnTo>
                <a:lnTo>
                  <a:pt x="443484" y="0"/>
                </a:lnTo>
                <a:lnTo>
                  <a:pt x="0" y="0"/>
                </a:lnTo>
                <a:lnTo>
                  <a:pt x="0" y="271271"/>
                </a:lnTo>
                <a:close/>
              </a:path>
            </a:pathLst>
          </a:custGeom>
          <a:ln w="12700">
            <a:solidFill>
              <a:srgbClr val="000000"/>
            </a:solidFill>
          </a:ln>
        </p:spPr>
        <p:txBody>
          <a:bodyPr wrap="square" lIns="0" tIns="0" rIns="0" bIns="0" rtlCol="0"/>
          <a:lstStyle/>
          <a:p>
            <a:endParaRPr/>
          </a:p>
        </p:txBody>
      </p:sp>
      <p:sp>
        <p:nvSpPr>
          <p:cNvPr id="41" name="object 30">
            <a:extLst>
              <a:ext uri="{FF2B5EF4-FFF2-40B4-BE49-F238E27FC236}">
                <a16:creationId xmlns:a16="http://schemas.microsoft.com/office/drawing/2014/main" id="{B1BC3403-1854-4704-8BB5-98E00BAAF0C0}"/>
              </a:ext>
            </a:extLst>
          </p:cNvPr>
          <p:cNvSpPr/>
          <p:nvPr/>
        </p:nvSpPr>
        <p:spPr>
          <a:xfrm>
            <a:off x="1321464" y="2199014"/>
            <a:ext cx="978535" cy="822960"/>
          </a:xfrm>
          <a:custGeom>
            <a:avLst/>
            <a:gdLst/>
            <a:ahLst/>
            <a:cxnLst/>
            <a:rect l="l" t="t" r="r" b="b"/>
            <a:pathLst>
              <a:path w="978535" h="822960">
                <a:moveTo>
                  <a:pt x="0" y="822960"/>
                </a:moveTo>
                <a:lnTo>
                  <a:pt x="978408" y="822960"/>
                </a:lnTo>
                <a:lnTo>
                  <a:pt x="978408" y="0"/>
                </a:lnTo>
                <a:lnTo>
                  <a:pt x="0" y="0"/>
                </a:lnTo>
                <a:lnTo>
                  <a:pt x="0" y="822960"/>
                </a:lnTo>
                <a:close/>
              </a:path>
            </a:pathLst>
          </a:custGeom>
          <a:solidFill>
            <a:srgbClr val="808080"/>
          </a:solidFill>
        </p:spPr>
        <p:txBody>
          <a:bodyPr wrap="square" lIns="0" tIns="0" rIns="0" bIns="0" rtlCol="0"/>
          <a:lstStyle/>
          <a:p>
            <a:endParaRPr/>
          </a:p>
        </p:txBody>
      </p:sp>
      <p:sp>
        <p:nvSpPr>
          <p:cNvPr id="42" name="object 31">
            <a:extLst>
              <a:ext uri="{FF2B5EF4-FFF2-40B4-BE49-F238E27FC236}">
                <a16:creationId xmlns:a16="http://schemas.microsoft.com/office/drawing/2014/main" id="{2A79FC49-D5B9-4D5C-9B99-528823FC42D5}"/>
              </a:ext>
            </a:extLst>
          </p:cNvPr>
          <p:cNvSpPr/>
          <p:nvPr/>
        </p:nvSpPr>
        <p:spPr>
          <a:xfrm>
            <a:off x="1351944" y="2333126"/>
            <a:ext cx="280670" cy="658495"/>
          </a:xfrm>
          <a:custGeom>
            <a:avLst/>
            <a:gdLst/>
            <a:ahLst/>
            <a:cxnLst/>
            <a:rect l="l" t="t" r="r" b="b"/>
            <a:pathLst>
              <a:path w="280670" h="658495">
                <a:moveTo>
                  <a:pt x="0" y="658368"/>
                </a:moveTo>
                <a:lnTo>
                  <a:pt x="280416" y="658368"/>
                </a:lnTo>
                <a:lnTo>
                  <a:pt x="280416" y="0"/>
                </a:lnTo>
                <a:lnTo>
                  <a:pt x="0" y="0"/>
                </a:lnTo>
                <a:lnTo>
                  <a:pt x="0" y="658368"/>
                </a:lnTo>
                <a:close/>
              </a:path>
            </a:pathLst>
          </a:custGeom>
          <a:solidFill>
            <a:srgbClr val="C0C0C0"/>
          </a:solidFill>
        </p:spPr>
        <p:txBody>
          <a:bodyPr wrap="square" lIns="0" tIns="0" rIns="0" bIns="0" rtlCol="0"/>
          <a:lstStyle/>
          <a:p>
            <a:endParaRPr/>
          </a:p>
        </p:txBody>
      </p:sp>
      <p:sp>
        <p:nvSpPr>
          <p:cNvPr id="43" name="object 32">
            <a:extLst>
              <a:ext uri="{FF2B5EF4-FFF2-40B4-BE49-F238E27FC236}">
                <a16:creationId xmlns:a16="http://schemas.microsoft.com/office/drawing/2014/main" id="{DDC125F8-55ED-4EA8-B19F-2703B3D2D75B}"/>
              </a:ext>
            </a:extLst>
          </p:cNvPr>
          <p:cNvSpPr/>
          <p:nvPr/>
        </p:nvSpPr>
        <p:spPr>
          <a:xfrm>
            <a:off x="1351944" y="2333126"/>
            <a:ext cx="280670" cy="658495"/>
          </a:xfrm>
          <a:custGeom>
            <a:avLst/>
            <a:gdLst/>
            <a:ahLst/>
            <a:cxnLst/>
            <a:rect l="l" t="t" r="r" b="b"/>
            <a:pathLst>
              <a:path w="280670" h="658495">
                <a:moveTo>
                  <a:pt x="0" y="658368"/>
                </a:moveTo>
                <a:lnTo>
                  <a:pt x="280416" y="658368"/>
                </a:lnTo>
                <a:lnTo>
                  <a:pt x="280416" y="0"/>
                </a:lnTo>
                <a:lnTo>
                  <a:pt x="0" y="0"/>
                </a:lnTo>
                <a:lnTo>
                  <a:pt x="0" y="658368"/>
                </a:lnTo>
                <a:close/>
              </a:path>
            </a:pathLst>
          </a:custGeom>
          <a:ln w="12699">
            <a:solidFill>
              <a:srgbClr val="000000"/>
            </a:solidFill>
          </a:ln>
        </p:spPr>
        <p:txBody>
          <a:bodyPr wrap="square" lIns="0" tIns="0" rIns="0" bIns="0" rtlCol="0"/>
          <a:lstStyle/>
          <a:p>
            <a:endParaRPr/>
          </a:p>
        </p:txBody>
      </p:sp>
      <p:sp>
        <p:nvSpPr>
          <p:cNvPr id="44" name="object 33">
            <a:extLst>
              <a:ext uri="{FF2B5EF4-FFF2-40B4-BE49-F238E27FC236}">
                <a16:creationId xmlns:a16="http://schemas.microsoft.com/office/drawing/2014/main" id="{340CC6C5-DB86-4200-8C4F-541B19A5BA5D}"/>
              </a:ext>
            </a:extLst>
          </p:cNvPr>
          <p:cNvSpPr/>
          <p:nvPr/>
        </p:nvSpPr>
        <p:spPr>
          <a:xfrm>
            <a:off x="1382170" y="2352683"/>
            <a:ext cx="215392" cy="306831"/>
          </a:xfrm>
          <a:prstGeom prst="rect">
            <a:avLst/>
          </a:prstGeom>
          <a:blipFill>
            <a:blip r:embed="rId4" cstate="print"/>
            <a:stretch>
              <a:fillRect/>
            </a:stretch>
          </a:blipFill>
        </p:spPr>
        <p:txBody>
          <a:bodyPr wrap="square" lIns="0" tIns="0" rIns="0" bIns="0" rtlCol="0"/>
          <a:lstStyle/>
          <a:p>
            <a:endParaRPr/>
          </a:p>
        </p:txBody>
      </p:sp>
      <p:sp>
        <p:nvSpPr>
          <p:cNvPr id="45" name="object 34">
            <a:extLst>
              <a:ext uri="{FF2B5EF4-FFF2-40B4-BE49-F238E27FC236}">
                <a16:creationId xmlns:a16="http://schemas.microsoft.com/office/drawing/2014/main" id="{6506BF91-B353-41CD-95ED-EABD1B9DDEC0}"/>
              </a:ext>
            </a:extLst>
          </p:cNvPr>
          <p:cNvSpPr/>
          <p:nvPr/>
        </p:nvSpPr>
        <p:spPr>
          <a:xfrm>
            <a:off x="1388520" y="2718697"/>
            <a:ext cx="203200" cy="0"/>
          </a:xfrm>
          <a:custGeom>
            <a:avLst/>
            <a:gdLst/>
            <a:ahLst/>
            <a:cxnLst/>
            <a:rect l="l" t="t" r="r" b="b"/>
            <a:pathLst>
              <a:path w="203200">
                <a:moveTo>
                  <a:pt x="0" y="0"/>
                </a:moveTo>
                <a:lnTo>
                  <a:pt x="202692" y="0"/>
                </a:lnTo>
              </a:path>
            </a:pathLst>
          </a:custGeom>
          <a:ln w="60959">
            <a:solidFill>
              <a:srgbClr val="008080"/>
            </a:solidFill>
          </a:ln>
        </p:spPr>
        <p:txBody>
          <a:bodyPr wrap="square" lIns="0" tIns="0" rIns="0" bIns="0" rtlCol="0"/>
          <a:lstStyle/>
          <a:p>
            <a:endParaRPr/>
          </a:p>
        </p:txBody>
      </p:sp>
      <p:sp>
        <p:nvSpPr>
          <p:cNvPr id="46" name="object 35">
            <a:extLst>
              <a:ext uri="{FF2B5EF4-FFF2-40B4-BE49-F238E27FC236}">
                <a16:creationId xmlns:a16="http://schemas.microsoft.com/office/drawing/2014/main" id="{0030A1B3-3469-47E6-A486-49BFE726E378}"/>
              </a:ext>
            </a:extLst>
          </p:cNvPr>
          <p:cNvSpPr/>
          <p:nvPr/>
        </p:nvSpPr>
        <p:spPr>
          <a:xfrm>
            <a:off x="1388520" y="2688218"/>
            <a:ext cx="203200" cy="60960"/>
          </a:xfrm>
          <a:custGeom>
            <a:avLst/>
            <a:gdLst/>
            <a:ahLst/>
            <a:cxnLst/>
            <a:rect l="l" t="t" r="r" b="b"/>
            <a:pathLst>
              <a:path w="203200" h="60960">
                <a:moveTo>
                  <a:pt x="0" y="60959"/>
                </a:moveTo>
                <a:lnTo>
                  <a:pt x="202692" y="60959"/>
                </a:lnTo>
                <a:lnTo>
                  <a:pt x="202692" y="0"/>
                </a:lnTo>
                <a:lnTo>
                  <a:pt x="0" y="0"/>
                </a:lnTo>
                <a:lnTo>
                  <a:pt x="0" y="60959"/>
                </a:lnTo>
                <a:close/>
              </a:path>
            </a:pathLst>
          </a:custGeom>
          <a:ln w="12700">
            <a:solidFill>
              <a:srgbClr val="000000"/>
            </a:solidFill>
          </a:ln>
        </p:spPr>
        <p:txBody>
          <a:bodyPr wrap="square" lIns="0" tIns="0" rIns="0" bIns="0" rtlCol="0"/>
          <a:lstStyle/>
          <a:p>
            <a:endParaRPr/>
          </a:p>
        </p:txBody>
      </p:sp>
      <p:sp>
        <p:nvSpPr>
          <p:cNvPr id="47" name="object 36">
            <a:extLst>
              <a:ext uri="{FF2B5EF4-FFF2-40B4-BE49-F238E27FC236}">
                <a16:creationId xmlns:a16="http://schemas.microsoft.com/office/drawing/2014/main" id="{1AEBB4AD-0657-4A43-821E-D2336EFBEEAB}"/>
              </a:ext>
            </a:extLst>
          </p:cNvPr>
          <p:cNvSpPr/>
          <p:nvPr/>
        </p:nvSpPr>
        <p:spPr>
          <a:xfrm>
            <a:off x="1390044" y="2788802"/>
            <a:ext cx="205740" cy="165100"/>
          </a:xfrm>
          <a:custGeom>
            <a:avLst/>
            <a:gdLst/>
            <a:ahLst/>
            <a:cxnLst/>
            <a:rect l="l" t="t" r="r" b="b"/>
            <a:pathLst>
              <a:path w="205739" h="165100">
                <a:moveTo>
                  <a:pt x="0" y="164592"/>
                </a:moveTo>
                <a:lnTo>
                  <a:pt x="205740" y="164592"/>
                </a:lnTo>
                <a:lnTo>
                  <a:pt x="205740" y="0"/>
                </a:lnTo>
                <a:lnTo>
                  <a:pt x="0" y="0"/>
                </a:lnTo>
                <a:lnTo>
                  <a:pt x="0" y="164592"/>
                </a:lnTo>
                <a:close/>
              </a:path>
            </a:pathLst>
          </a:custGeom>
          <a:solidFill>
            <a:srgbClr val="99CC00"/>
          </a:solidFill>
        </p:spPr>
        <p:txBody>
          <a:bodyPr wrap="square" lIns="0" tIns="0" rIns="0" bIns="0" rtlCol="0"/>
          <a:lstStyle/>
          <a:p>
            <a:endParaRPr/>
          </a:p>
        </p:txBody>
      </p:sp>
      <p:sp>
        <p:nvSpPr>
          <p:cNvPr id="48" name="object 37">
            <a:extLst>
              <a:ext uri="{FF2B5EF4-FFF2-40B4-BE49-F238E27FC236}">
                <a16:creationId xmlns:a16="http://schemas.microsoft.com/office/drawing/2014/main" id="{81C03E1E-77D3-4C1E-98B2-5A33064C9B58}"/>
              </a:ext>
            </a:extLst>
          </p:cNvPr>
          <p:cNvSpPr/>
          <p:nvPr/>
        </p:nvSpPr>
        <p:spPr>
          <a:xfrm>
            <a:off x="1390044" y="2788802"/>
            <a:ext cx="205740" cy="165100"/>
          </a:xfrm>
          <a:custGeom>
            <a:avLst/>
            <a:gdLst/>
            <a:ahLst/>
            <a:cxnLst/>
            <a:rect l="l" t="t" r="r" b="b"/>
            <a:pathLst>
              <a:path w="205739" h="165100">
                <a:moveTo>
                  <a:pt x="0" y="164592"/>
                </a:moveTo>
                <a:lnTo>
                  <a:pt x="205740" y="164592"/>
                </a:lnTo>
                <a:lnTo>
                  <a:pt x="205740" y="0"/>
                </a:lnTo>
                <a:lnTo>
                  <a:pt x="0" y="0"/>
                </a:lnTo>
                <a:lnTo>
                  <a:pt x="0" y="164592"/>
                </a:lnTo>
                <a:close/>
              </a:path>
            </a:pathLst>
          </a:custGeom>
          <a:ln w="12700">
            <a:solidFill>
              <a:srgbClr val="000000"/>
            </a:solidFill>
          </a:ln>
        </p:spPr>
        <p:txBody>
          <a:bodyPr wrap="square" lIns="0" tIns="0" rIns="0" bIns="0" rtlCol="0"/>
          <a:lstStyle/>
          <a:p>
            <a:endParaRPr/>
          </a:p>
        </p:txBody>
      </p:sp>
      <p:sp>
        <p:nvSpPr>
          <p:cNvPr id="49" name="object 38">
            <a:extLst>
              <a:ext uri="{FF2B5EF4-FFF2-40B4-BE49-F238E27FC236}">
                <a16:creationId xmlns:a16="http://schemas.microsoft.com/office/drawing/2014/main" id="{7392AF96-BC5D-4219-A245-C7DAE6A9ACB9}"/>
              </a:ext>
            </a:extLst>
          </p:cNvPr>
          <p:cNvSpPr/>
          <p:nvPr/>
        </p:nvSpPr>
        <p:spPr>
          <a:xfrm>
            <a:off x="1670459"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50" name="object 39">
            <a:extLst>
              <a:ext uri="{FF2B5EF4-FFF2-40B4-BE49-F238E27FC236}">
                <a16:creationId xmlns:a16="http://schemas.microsoft.com/office/drawing/2014/main" id="{2DB0C2E5-A8C9-48DC-B6C9-E15CDCDD9274}"/>
              </a:ext>
            </a:extLst>
          </p:cNvPr>
          <p:cNvSpPr/>
          <p:nvPr/>
        </p:nvSpPr>
        <p:spPr>
          <a:xfrm>
            <a:off x="1670459"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51" name="object 40">
            <a:extLst>
              <a:ext uri="{FF2B5EF4-FFF2-40B4-BE49-F238E27FC236}">
                <a16:creationId xmlns:a16="http://schemas.microsoft.com/office/drawing/2014/main" id="{8E0BADFE-D0F4-4387-81D5-CA96702B4057}"/>
              </a:ext>
            </a:extLst>
          </p:cNvPr>
          <p:cNvSpPr/>
          <p:nvPr/>
        </p:nvSpPr>
        <p:spPr>
          <a:xfrm>
            <a:off x="1699161" y="2352683"/>
            <a:ext cx="215391" cy="306831"/>
          </a:xfrm>
          <a:prstGeom prst="rect">
            <a:avLst/>
          </a:prstGeom>
          <a:blipFill>
            <a:blip r:embed="rId5" cstate="print"/>
            <a:stretch>
              <a:fillRect/>
            </a:stretch>
          </a:blipFill>
        </p:spPr>
        <p:txBody>
          <a:bodyPr wrap="square" lIns="0" tIns="0" rIns="0" bIns="0" rtlCol="0"/>
          <a:lstStyle/>
          <a:p>
            <a:endParaRPr/>
          </a:p>
        </p:txBody>
      </p:sp>
      <p:sp>
        <p:nvSpPr>
          <p:cNvPr id="52" name="object 41">
            <a:extLst>
              <a:ext uri="{FF2B5EF4-FFF2-40B4-BE49-F238E27FC236}">
                <a16:creationId xmlns:a16="http://schemas.microsoft.com/office/drawing/2014/main" id="{2C4E8090-4BC5-4B4E-89F0-D6FC71BAC396}"/>
              </a:ext>
            </a:extLst>
          </p:cNvPr>
          <p:cNvSpPr/>
          <p:nvPr/>
        </p:nvSpPr>
        <p:spPr>
          <a:xfrm>
            <a:off x="1705511" y="2718697"/>
            <a:ext cx="203200" cy="0"/>
          </a:xfrm>
          <a:custGeom>
            <a:avLst/>
            <a:gdLst/>
            <a:ahLst/>
            <a:cxnLst/>
            <a:rect l="l" t="t" r="r" b="b"/>
            <a:pathLst>
              <a:path w="203200">
                <a:moveTo>
                  <a:pt x="0" y="0"/>
                </a:moveTo>
                <a:lnTo>
                  <a:pt x="202691" y="0"/>
                </a:lnTo>
              </a:path>
            </a:pathLst>
          </a:custGeom>
          <a:ln w="60959">
            <a:solidFill>
              <a:srgbClr val="008080"/>
            </a:solidFill>
          </a:ln>
        </p:spPr>
        <p:txBody>
          <a:bodyPr wrap="square" lIns="0" tIns="0" rIns="0" bIns="0" rtlCol="0"/>
          <a:lstStyle/>
          <a:p>
            <a:endParaRPr/>
          </a:p>
        </p:txBody>
      </p:sp>
      <p:sp>
        <p:nvSpPr>
          <p:cNvPr id="53" name="object 42">
            <a:extLst>
              <a:ext uri="{FF2B5EF4-FFF2-40B4-BE49-F238E27FC236}">
                <a16:creationId xmlns:a16="http://schemas.microsoft.com/office/drawing/2014/main" id="{EF7911FE-59DF-4C84-8E5C-A58BC6F33559}"/>
              </a:ext>
            </a:extLst>
          </p:cNvPr>
          <p:cNvSpPr/>
          <p:nvPr/>
        </p:nvSpPr>
        <p:spPr>
          <a:xfrm>
            <a:off x="1705511" y="2688218"/>
            <a:ext cx="203200" cy="60960"/>
          </a:xfrm>
          <a:custGeom>
            <a:avLst/>
            <a:gdLst/>
            <a:ahLst/>
            <a:cxnLst/>
            <a:rect l="l" t="t" r="r" b="b"/>
            <a:pathLst>
              <a:path w="203200" h="60960">
                <a:moveTo>
                  <a:pt x="0" y="60959"/>
                </a:moveTo>
                <a:lnTo>
                  <a:pt x="202691" y="60959"/>
                </a:lnTo>
                <a:lnTo>
                  <a:pt x="202691" y="0"/>
                </a:lnTo>
                <a:lnTo>
                  <a:pt x="0" y="0"/>
                </a:lnTo>
                <a:lnTo>
                  <a:pt x="0" y="60959"/>
                </a:lnTo>
                <a:close/>
              </a:path>
            </a:pathLst>
          </a:custGeom>
          <a:ln w="12700">
            <a:solidFill>
              <a:srgbClr val="000000"/>
            </a:solidFill>
          </a:ln>
        </p:spPr>
        <p:txBody>
          <a:bodyPr wrap="square" lIns="0" tIns="0" rIns="0" bIns="0" rtlCol="0"/>
          <a:lstStyle/>
          <a:p>
            <a:endParaRPr/>
          </a:p>
        </p:txBody>
      </p:sp>
      <p:sp>
        <p:nvSpPr>
          <p:cNvPr id="54" name="object 43">
            <a:extLst>
              <a:ext uri="{FF2B5EF4-FFF2-40B4-BE49-F238E27FC236}">
                <a16:creationId xmlns:a16="http://schemas.microsoft.com/office/drawing/2014/main" id="{E9ACD4BC-1671-4A8B-95FE-2276DA69D2B1}"/>
              </a:ext>
            </a:extLst>
          </p:cNvPr>
          <p:cNvSpPr/>
          <p:nvPr/>
        </p:nvSpPr>
        <p:spPr>
          <a:xfrm>
            <a:off x="1707035" y="2788802"/>
            <a:ext cx="205740" cy="163195"/>
          </a:xfrm>
          <a:custGeom>
            <a:avLst/>
            <a:gdLst/>
            <a:ahLst/>
            <a:cxnLst/>
            <a:rect l="l" t="t" r="r" b="b"/>
            <a:pathLst>
              <a:path w="205739" h="163195">
                <a:moveTo>
                  <a:pt x="0" y="163068"/>
                </a:moveTo>
                <a:lnTo>
                  <a:pt x="205739" y="163068"/>
                </a:lnTo>
                <a:lnTo>
                  <a:pt x="205739" y="0"/>
                </a:lnTo>
                <a:lnTo>
                  <a:pt x="0" y="0"/>
                </a:lnTo>
                <a:lnTo>
                  <a:pt x="0" y="163068"/>
                </a:lnTo>
                <a:close/>
              </a:path>
            </a:pathLst>
          </a:custGeom>
          <a:solidFill>
            <a:srgbClr val="99CC00"/>
          </a:solidFill>
        </p:spPr>
        <p:txBody>
          <a:bodyPr wrap="square" lIns="0" tIns="0" rIns="0" bIns="0" rtlCol="0"/>
          <a:lstStyle/>
          <a:p>
            <a:endParaRPr/>
          </a:p>
        </p:txBody>
      </p:sp>
      <p:sp>
        <p:nvSpPr>
          <p:cNvPr id="55" name="object 44">
            <a:extLst>
              <a:ext uri="{FF2B5EF4-FFF2-40B4-BE49-F238E27FC236}">
                <a16:creationId xmlns:a16="http://schemas.microsoft.com/office/drawing/2014/main" id="{27311ACB-22A2-4EB7-8A6F-2079753D537B}"/>
              </a:ext>
            </a:extLst>
          </p:cNvPr>
          <p:cNvSpPr/>
          <p:nvPr/>
        </p:nvSpPr>
        <p:spPr>
          <a:xfrm>
            <a:off x="1707035" y="2788802"/>
            <a:ext cx="205740" cy="163195"/>
          </a:xfrm>
          <a:custGeom>
            <a:avLst/>
            <a:gdLst/>
            <a:ahLst/>
            <a:cxnLst/>
            <a:rect l="l" t="t" r="r" b="b"/>
            <a:pathLst>
              <a:path w="205739" h="163195">
                <a:moveTo>
                  <a:pt x="0" y="163068"/>
                </a:moveTo>
                <a:lnTo>
                  <a:pt x="205739" y="163068"/>
                </a:lnTo>
                <a:lnTo>
                  <a:pt x="205739" y="0"/>
                </a:lnTo>
                <a:lnTo>
                  <a:pt x="0" y="0"/>
                </a:lnTo>
                <a:lnTo>
                  <a:pt x="0" y="163068"/>
                </a:lnTo>
                <a:close/>
              </a:path>
            </a:pathLst>
          </a:custGeom>
          <a:ln w="12699">
            <a:solidFill>
              <a:srgbClr val="000000"/>
            </a:solidFill>
          </a:ln>
        </p:spPr>
        <p:txBody>
          <a:bodyPr wrap="square" lIns="0" tIns="0" rIns="0" bIns="0" rtlCol="0"/>
          <a:lstStyle/>
          <a:p>
            <a:endParaRPr/>
          </a:p>
        </p:txBody>
      </p:sp>
      <p:sp>
        <p:nvSpPr>
          <p:cNvPr id="56" name="object 45">
            <a:extLst>
              <a:ext uri="{FF2B5EF4-FFF2-40B4-BE49-F238E27FC236}">
                <a16:creationId xmlns:a16="http://schemas.microsoft.com/office/drawing/2014/main" id="{D530E734-791E-46B1-BC43-760E18DB4F8C}"/>
              </a:ext>
            </a:extLst>
          </p:cNvPr>
          <p:cNvSpPr/>
          <p:nvPr/>
        </p:nvSpPr>
        <p:spPr>
          <a:xfrm>
            <a:off x="1988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57" name="object 46">
            <a:extLst>
              <a:ext uri="{FF2B5EF4-FFF2-40B4-BE49-F238E27FC236}">
                <a16:creationId xmlns:a16="http://schemas.microsoft.com/office/drawing/2014/main" id="{BD61124D-A762-4F19-89A0-23759B597B88}"/>
              </a:ext>
            </a:extLst>
          </p:cNvPr>
          <p:cNvSpPr/>
          <p:nvPr/>
        </p:nvSpPr>
        <p:spPr>
          <a:xfrm>
            <a:off x="1988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58" name="object 47">
            <a:extLst>
              <a:ext uri="{FF2B5EF4-FFF2-40B4-BE49-F238E27FC236}">
                <a16:creationId xmlns:a16="http://schemas.microsoft.com/office/drawing/2014/main" id="{83747953-5D3D-4E9A-A6BD-0F82E33A5289}"/>
              </a:ext>
            </a:extLst>
          </p:cNvPr>
          <p:cNvSpPr/>
          <p:nvPr/>
        </p:nvSpPr>
        <p:spPr>
          <a:xfrm>
            <a:off x="2016153" y="2352683"/>
            <a:ext cx="216915" cy="306831"/>
          </a:xfrm>
          <a:prstGeom prst="rect">
            <a:avLst/>
          </a:prstGeom>
          <a:blipFill>
            <a:blip r:embed="rId6" cstate="print"/>
            <a:stretch>
              <a:fillRect/>
            </a:stretch>
          </a:blipFill>
        </p:spPr>
        <p:txBody>
          <a:bodyPr wrap="square" lIns="0" tIns="0" rIns="0" bIns="0" rtlCol="0"/>
          <a:lstStyle/>
          <a:p>
            <a:endParaRPr/>
          </a:p>
        </p:txBody>
      </p:sp>
      <p:sp>
        <p:nvSpPr>
          <p:cNvPr id="59" name="object 48">
            <a:extLst>
              <a:ext uri="{FF2B5EF4-FFF2-40B4-BE49-F238E27FC236}">
                <a16:creationId xmlns:a16="http://schemas.microsoft.com/office/drawing/2014/main" id="{D60C8DC6-8F7D-468E-BCA5-7875E163DEA1}"/>
              </a:ext>
            </a:extLst>
          </p:cNvPr>
          <p:cNvSpPr/>
          <p:nvPr/>
        </p:nvSpPr>
        <p:spPr>
          <a:xfrm>
            <a:off x="2022503" y="2718697"/>
            <a:ext cx="204470" cy="0"/>
          </a:xfrm>
          <a:custGeom>
            <a:avLst/>
            <a:gdLst/>
            <a:ahLst/>
            <a:cxnLst/>
            <a:rect l="l" t="t" r="r" b="b"/>
            <a:pathLst>
              <a:path w="204470">
                <a:moveTo>
                  <a:pt x="0" y="0"/>
                </a:moveTo>
                <a:lnTo>
                  <a:pt x="204215" y="0"/>
                </a:lnTo>
              </a:path>
            </a:pathLst>
          </a:custGeom>
          <a:ln w="60959">
            <a:solidFill>
              <a:srgbClr val="008080"/>
            </a:solidFill>
          </a:ln>
        </p:spPr>
        <p:txBody>
          <a:bodyPr wrap="square" lIns="0" tIns="0" rIns="0" bIns="0" rtlCol="0"/>
          <a:lstStyle/>
          <a:p>
            <a:endParaRPr/>
          </a:p>
        </p:txBody>
      </p:sp>
      <p:sp>
        <p:nvSpPr>
          <p:cNvPr id="60" name="object 49">
            <a:extLst>
              <a:ext uri="{FF2B5EF4-FFF2-40B4-BE49-F238E27FC236}">
                <a16:creationId xmlns:a16="http://schemas.microsoft.com/office/drawing/2014/main" id="{BDECA0A1-EC8E-47EA-A9EC-44D72E087271}"/>
              </a:ext>
            </a:extLst>
          </p:cNvPr>
          <p:cNvSpPr/>
          <p:nvPr/>
        </p:nvSpPr>
        <p:spPr>
          <a:xfrm>
            <a:off x="2022503" y="2688218"/>
            <a:ext cx="204470" cy="60960"/>
          </a:xfrm>
          <a:custGeom>
            <a:avLst/>
            <a:gdLst/>
            <a:ahLst/>
            <a:cxnLst/>
            <a:rect l="l" t="t" r="r" b="b"/>
            <a:pathLst>
              <a:path w="204470" h="60960">
                <a:moveTo>
                  <a:pt x="0" y="60959"/>
                </a:moveTo>
                <a:lnTo>
                  <a:pt x="204215" y="60959"/>
                </a:lnTo>
                <a:lnTo>
                  <a:pt x="204215" y="0"/>
                </a:lnTo>
                <a:lnTo>
                  <a:pt x="0" y="0"/>
                </a:lnTo>
                <a:lnTo>
                  <a:pt x="0" y="60959"/>
                </a:lnTo>
                <a:close/>
              </a:path>
            </a:pathLst>
          </a:custGeom>
          <a:ln w="12700">
            <a:solidFill>
              <a:srgbClr val="000000"/>
            </a:solidFill>
          </a:ln>
        </p:spPr>
        <p:txBody>
          <a:bodyPr wrap="square" lIns="0" tIns="0" rIns="0" bIns="0" rtlCol="0"/>
          <a:lstStyle/>
          <a:p>
            <a:endParaRPr/>
          </a:p>
        </p:txBody>
      </p:sp>
      <p:sp>
        <p:nvSpPr>
          <p:cNvPr id="61" name="object 50">
            <a:extLst>
              <a:ext uri="{FF2B5EF4-FFF2-40B4-BE49-F238E27FC236}">
                <a16:creationId xmlns:a16="http://schemas.microsoft.com/office/drawing/2014/main" id="{C741714A-21A5-4896-9554-0BA48856018F}"/>
              </a:ext>
            </a:extLst>
          </p:cNvPr>
          <p:cNvSpPr/>
          <p:nvPr/>
        </p:nvSpPr>
        <p:spPr>
          <a:xfrm>
            <a:off x="2027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62" name="object 51">
            <a:extLst>
              <a:ext uri="{FF2B5EF4-FFF2-40B4-BE49-F238E27FC236}">
                <a16:creationId xmlns:a16="http://schemas.microsoft.com/office/drawing/2014/main" id="{3A77F2D0-EF43-4380-9F59-4D83146476BD}"/>
              </a:ext>
            </a:extLst>
          </p:cNvPr>
          <p:cNvSpPr/>
          <p:nvPr/>
        </p:nvSpPr>
        <p:spPr>
          <a:xfrm>
            <a:off x="2027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63" name="object 52">
            <a:extLst>
              <a:ext uri="{FF2B5EF4-FFF2-40B4-BE49-F238E27FC236}">
                <a16:creationId xmlns:a16="http://schemas.microsoft.com/office/drawing/2014/main" id="{1FC2A844-46BF-44EC-80CF-AD07B962F878}"/>
              </a:ext>
            </a:extLst>
          </p:cNvPr>
          <p:cNvSpPr/>
          <p:nvPr/>
        </p:nvSpPr>
        <p:spPr>
          <a:xfrm>
            <a:off x="2339496" y="2199014"/>
            <a:ext cx="978535" cy="822960"/>
          </a:xfrm>
          <a:custGeom>
            <a:avLst/>
            <a:gdLst/>
            <a:ahLst/>
            <a:cxnLst/>
            <a:rect l="l" t="t" r="r" b="b"/>
            <a:pathLst>
              <a:path w="978535" h="822960">
                <a:moveTo>
                  <a:pt x="0" y="822960"/>
                </a:moveTo>
                <a:lnTo>
                  <a:pt x="978408" y="822960"/>
                </a:lnTo>
                <a:lnTo>
                  <a:pt x="978408" y="0"/>
                </a:lnTo>
                <a:lnTo>
                  <a:pt x="0" y="0"/>
                </a:lnTo>
                <a:lnTo>
                  <a:pt x="0" y="822960"/>
                </a:lnTo>
                <a:close/>
              </a:path>
            </a:pathLst>
          </a:custGeom>
          <a:solidFill>
            <a:srgbClr val="808080"/>
          </a:solidFill>
        </p:spPr>
        <p:txBody>
          <a:bodyPr wrap="square" lIns="0" tIns="0" rIns="0" bIns="0" rtlCol="0"/>
          <a:lstStyle/>
          <a:p>
            <a:endParaRPr/>
          </a:p>
        </p:txBody>
      </p:sp>
      <p:sp>
        <p:nvSpPr>
          <p:cNvPr id="64" name="object 53">
            <a:extLst>
              <a:ext uri="{FF2B5EF4-FFF2-40B4-BE49-F238E27FC236}">
                <a16:creationId xmlns:a16="http://schemas.microsoft.com/office/drawing/2014/main" id="{83E65D72-E6AD-4B19-A608-0D5E0764B2FF}"/>
              </a:ext>
            </a:extLst>
          </p:cNvPr>
          <p:cNvSpPr/>
          <p:nvPr/>
        </p:nvSpPr>
        <p:spPr>
          <a:xfrm>
            <a:off x="2369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65" name="object 54">
            <a:extLst>
              <a:ext uri="{FF2B5EF4-FFF2-40B4-BE49-F238E27FC236}">
                <a16:creationId xmlns:a16="http://schemas.microsoft.com/office/drawing/2014/main" id="{9B888C14-9CF7-4C4F-8C0B-DB020E1291B0}"/>
              </a:ext>
            </a:extLst>
          </p:cNvPr>
          <p:cNvSpPr/>
          <p:nvPr/>
        </p:nvSpPr>
        <p:spPr>
          <a:xfrm>
            <a:off x="2369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66" name="object 55">
            <a:extLst>
              <a:ext uri="{FF2B5EF4-FFF2-40B4-BE49-F238E27FC236}">
                <a16:creationId xmlns:a16="http://schemas.microsoft.com/office/drawing/2014/main" id="{9663AE60-4929-4FE2-A7C6-93E92A3DAE11}"/>
              </a:ext>
            </a:extLst>
          </p:cNvPr>
          <p:cNvSpPr/>
          <p:nvPr/>
        </p:nvSpPr>
        <p:spPr>
          <a:xfrm>
            <a:off x="2400202" y="2352683"/>
            <a:ext cx="213867" cy="306831"/>
          </a:xfrm>
          <a:prstGeom prst="rect">
            <a:avLst/>
          </a:prstGeom>
          <a:blipFill>
            <a:blip r:embed="rId7" cstate="print"/>
            <a:stretch>
              <a:fillRect/>
            </a:stretch>
          </a:blipFill>
        </p:spPr>
        <p:txBody>
          <a:bodyPr wrap="square" lIns="0" tIns="0" rIns="0" bIns="0" rtlCol="0"/>
          <a:lstStyle/>
          <a:p>
            <a:endParaRPr/>
          </a:p>
        </p:txBody>
      </p:sp>
      <p:sp>
        <p:nvSpPr>
          <p:cNvPr id="67" name="object 56">
            <a:extLst>
              <a:ext uri="{FF2B5EF4-FFF2-40B4-BE49-F238E27FC236}">
                <a16:creationId xmlns:a16="http://schemas.microsoft.com/office/drawing/2014/main" id="{9A81110C-A665-4210-9A43-1F6D3CD4C5CC}"/>
              </a:ext>
            </a:extLst>
          </p:cNvPr>
          <p:cNvSpPr/>
          <p:nvPr/>
        </p:nvSpPr>
        <p:spPr>
          <a:xfrm>
            <a:off x="2406552" y="2718697"/>
            <a:ext cx="201295" cy="0"/>
          </a:xfrm>
          <a:custGeom>
            <a:avLst/>
            <a:gdLst/>
            <a:ahLst/>
            <a:cxnLst/>
            <a:rect l="l" t="t" r="r" b="b"/>
            <a:pathLst>
              <a:path w="201295">
                <a:moveTo>
                  <a:pt x="0" y="0"/>
                </a:moveTo>
                <a:lnTo>
                  <a:pt x="201167" y="0"/>
                </a:lnTo>
              </a:path>
            </a:pathLst>
          </a:custGeom>
          <a:ln w="60959">
            <a:solidFill>
              <a:srgbClr val="008080"/>
            </a:solidFill>
          </a:ln>
        </p:spPr>
        <p:txBody>
          <a:bodyPr wrap="square" lIns="0" tIns="0" rIns="0" bIns="0" rtlCol="0"/>
          <a:lstStyle/>
          <a:p>
            <a:endParaRPr/>
          </a:p>
        </p:txBody>
      </p:sp>
      <p:sp>
        <p:nvSpPr>
          <p:cNvPr id="68" name="object 57">
            <a:extLst>
              <a:ext uri="{FF2B5EF4-FFF2-40B4-BE49-F238E27FC236}">
                <a16:creationId xmlns:a16="http://schemas.microsoft.com/office/drawing/2014/main" id="{85C10D6F-2AFE-4C4C-A38B-11E756F7DFF1}"/>
              </a:ext>
            </a:extLst>
          </p:cNvPr>
          <p:cNvSpPr/>
          <p:nvPr/>
        </p:nvSpPr>
        <p:spPr>
          <a:xfrm>
            <a:off x="2406552" y="2688218"/>
            <a:ext cx="201295" cy="60960"/>
          </a:xfrm>
          <a:custGeom>
            <a:avLst/>
            <a:gdLst/>
            <a:ahLst/>
            <a:cxnLst/>
            <a:rect l="l" t="t" r="r" b="b"/>
            <a:pathLst>
              <a:path w="201295" h="60960">
                <a:moveTo>
                  <a:pt x="0" y="60959"/>
                </a:moveTo>
                <a:lnTo>
                  <a:pt x="201167" y="60959"/>
                </a:lnTo>
                <a:lnTo>
                  <a:pt x="201167" y="0"/>
                </a:lnTo>
                <a:lnTo>
                  <a:pt x="0" y="0"/>
                </a:lnTo>
                <a:lnTo>
                  <a:pt x="0" y="60959"/>
                </a:lnTo>
                <a:close/>
              </a:path>
            </a:pathLst>
          </a:custGeom>
          <a:ln w="12700">
            <a:solidFill>
              <a:srgbClr val="000000"/>
            </a:solidFill>
          </a:ln>
        </p:spPr>
        <p:txBody>
          <a:bodyPr wrap="square" lIns="0" tIns="0" rIns="0" bIns="0" rtlCol="0"/>
          <a:lstStyle/>
          <a:p>
            <a:endParaRPr/>
          </a:p>
        </p:txBody>
      </p:sp>
      <p:sp>
        <p:nvSpPr>
          <p:cNvPr id="69" name="object 58">
            <a:extLst>
              <a:ext uri="{FF2B5EF4-FFF2-40B4-BE49-F238E27FC236}">
                <a16:creationId xmlns:a16="http://schemas.microsoft.com/office/drawing/2014/main" id="{ECF87F72-D4F4-430F-9948-C0D9D2E9F370}"/>
              </a:ext>
            </a:extLst>
          </p:cNvPr>
          <p:cNvSpPr/>
          <p:nvPr/>
        </p:nvSpPr>
        <p:spPr>
          <a:xfrm>
            <a:off x="2408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70" name="object 59">
            <a:extLst>
              <a:ext uri="{FF2B5EF4-FFF2-40B4-BE49-F238E27FC236}">
                <a16:creationId xmlns:a16="http://schemas.microsoft.com/office/drawing/2014/main" id="{6587AAF6-2928-43B6-A605-3CB11DD69B7E}"/>
              </a:ext>
            </a:extLst>
          </p:cNvPr>
          <p:cNvSpPr/>
          <p:nvPr/>
        </p:nvSpPr>
        <p:spPr>
          <a:xfrm>
            <a:off x="2408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71" name="object 60">
            <a:extLst>
              <a:ext uri="{FF2B5EF4-FFF2-40B4-BE49-F238E27FC236}">
                <a16:creationId xmlns:a16="http://schemas.microsoft.com/office/drawing/2014/main" id="{791D7212-936F-4D7A-871B-16FB6DD1540B}"/>
              </a:ext>
            </a:extLst>
          </p:cNvPr>
          <p:cNvSpPr/>
          <p:nvPr/>
        </p:nvSpPr>
        <p:spPr>
          <a:xfrm>
            <a:off x="2688491" y="2333126"/>
            <a:ext cx="279400" cy="658495"/>
          </a:xfrm>
          <a:custGeom>
            <a:avLst/>
            <a:gdLst/>
            <a:ahLst/>
            <a:cxnLst/>
            <a:rect l="l" t="t" r="r" b="b"/>
            <a:pathLst>
              <a:path w="279400" h="658495">
                <a:moveTo>
                  <a:pt x="0" y="658368"/>
                </a:moveTo>
                <a:lnTo>
                  <a:pt x="278891" y="658368"/>
                </a:lnTo>
                <a:lnTo>
                  <a:pt x="278891" y="0"/>
                </a:lnTo>
                <a:lnTo>
                  <a:pt x="0" y="0"/>
                </a:lnTo>
                <a:lnTo>
                  <a:pt x="0" y="658368"/>
                </a:lnTo>
                <a:close/>
              </a:path>
            </a:pathLst>
          </a:custGeom>
          <a:solidFill>
            <a:srgbClr val="C0C0C0"/>
          </a:solidFill>
        </p:spPr>
        <p:txBody>
          <a:bodyPr wrap="square" lIns="0" tIns="0" rIns="0" bIns="0" rtlCol="0"/>
          <a:lstStyle/>
          <a:p>
            <a:endParaRPr/>
          </a:p>
        </p:txBody>
      </p:sp>
      <p:sp>
        <p:nvSpPr>
          <p:cNvPr id="72" name="object 61">
            <a:extLst>
              <a:ext uri="{FF2B5EF4-FFF2-40B4-BE49-F238E27FC236}">
                <a16:creationId xmlns:a16="http://schemas.microsoft.com/office/drawing/2014/main" id="{169EA5B7-1867-43BD-A331-B5CF04D434E2}"/>
              </a:ext>
            </a:extLst>
          </p:cNvPr>
          <p:cNvSpPr/>
          <p:nvPr/>
        </p:nvSpPr>
        <p:spPr>
          <a:xfrm>
            <a:off x="2688491" y="2333126"/>
            <a:ext cx="279400" cy="658495"/>
          </a:xfrm>
          <a:custGeom>
            <a:avLst/>
            <a:gdLst/>
            <a:ahLst/>
            <a:cxnLst/>
            <a:rect l="l" t="t" r="r" b="b"/>
            <a:pathLst>
              <a:path w="279400" h="658495">
                <a:moveTo>
                  <a:pt x="0" y="658368"/>
                </a:moveTo>
                <a:lnTo>
                  <a:pt x="278891" y="658368"/>
                </a:lnTo>
                <a:lnTo>
                  <a:pt x="278891" y="0"/>
                </a:lnTo>
                <a:lnTo>
                  <a:pt x="0" y="0"/>
                </a:lnTo>
                <a:lnTo>
                  <a:pt x="0" y="658368"/>
                </a:lnTo>
                <a:close/>
              </a:path>
            </a:pathLst>
          </a:custGeom>
          <a:ln w="12700">
            <a:solidFill>
              <a:srgbClr val="000000"/>
            </a:solidFill>
          </a:ln>
        </p:spPr>
        <p:txBody>
          <a:bodyPr wrap="square" lIns="0" tIns="0" rIns="0" bIns="0" rtlCol="0"/>
          <a:lstStyle/>
          <a:p>
            <a:endParaRPr/>
          </a:p>
        </p:txBody>
      </p:sp>
      <p:sp>
        <p:nvSpPr>
          <p:cNvPr id="73" name="object 62">
            <a:extLst>
              <a:ext uri="{FF2B5EF4-FFF2-40B4-BE49-F238E27FC236}">
                <a16:creationId xmlns:a16="http://schemas.microsoft.com/office/drawing/2014/main" id="{FAE4F622-4B70-4848-9FA2-84CC28F2161D}"/>
              </a:ext>
            </a:extLst>
          </p:cNvPr>
          <p:cNvSpPr/>
          <p:nvPr/>
        </p:nvSpPr>
        <p:spPr>
          <a:xfrm>
            <a:off x="2715670" y="2352683"/>
            <a:ext cx="216915" cy="306831"/>
          </a:xfrm>
          <a:prstGeom prst="rect">
            <a:avLst/>
          </a:prstGeom>
          <a:blipFill>
            <a:blip r:embed="rId8" cstate="print"/>
            <a:stretch>
              <a:fillRect/>
            </a:stretch>
          </a:blipFill>
        </p:spPr>
        <p:txBody>
          <a:bodyPr wrap="square" lIns="0" tIns="0" rIns="0" bIns="0" rtlCol="0"/>
          <a:lstStyle/>
          <a:p>
            <a:endParaRPr/>
          </a:p>
        </p:txBody>
      </p:sp>
      <p:sp>
        <p:nvSpPr>
          <p:cNvPr id="74" name="object 63">
            <a:extLst>
              <a:ext uri="{FF2B5EF4-FFF2-40B4-BE49-F238E27FC236}">
                <a16:creationId xmlns:a16="http://schemas.microsoft.com/office/drawing/2014/main" id="{810092BB-FD12-4C69-BD59-77C5BB278F8D}"/>
              </a:ext>
            </a:extLst>
          </p:cNvPr>
          <p:cNvSpPr/>
          <p:nvPr/>
        </p:nvSpPr>
        <p:spPr>
          <a:xfrm>
            <a:off x="2722020" y="2718697"/>
            <a:ext cx="204470" cy="0"/>
          </a:xfrm>
          <a:custGeom>
            <a:avLst/>
            <a:gdLst/>
            <a:ahLst/>
            <a:cxnLst/>
            <a:rect l="l" t="t" r="r" b="b"/>
            <a:pathLst>
              <a:path w="204470">
                <a:moveTo>
                  <a:pt x="0" y="0"/>
                </a:moveTo>
                <a:lnTo>
                  <a:pt x="204215" y="0"/>
                </a:lnTo>
              </a:path>
            </a:pathLst>
          </a:custGeom>
          <a:ln w="60959">
            <a:solidFill>
              <a:srgbClr val="008080"/>
            </a:solidFill>
          </a:ln>
        </p:spPr>
        <p:txBody>
          <a:bodyPr wrap="square" lIns="0" tIns="0" rIns="0" bIns="0" rtlCol="0"/>
          <a:lstStyle/>
          <a:p>
            <a:endParaRPr/>
          </a:p>
        </p:txBody>
      </p:sp>
      <p:sp>
        <p:nvSpPr>
          <p:cNvPr id="75" name="object 64">
            <a:extLst>
              <a:ext uri="{FF2B5EF4-FFF2-40B4-BE49-F238E27FC236}">
                <a16:creationId xmlns:a16="http://schemas.microsoft.com/office/drawing/2014/main" id="{354BBDE4-742A-49D2-90FE-5C09E7E43F2E}"/>
              </a:ext>
            </a:extLst>
          </p:cNvPr>
          <p:cNvSpPr/>
          <p:nvPr/>
        </p:nvSpPr>
        <p:spPr>
          <a:xfrm>
            <a:off x="2722020" y="2688218"/>
            <a:ext cx="204470" cy="60960"/>
          </a:xfrm>
          <a:custGeom>
            <a:avLst/>
            <a:gdLst/>
            <a:ahLst/>
            <a:cxnLst/>
            <a:rect l="l" t="t" r="r" b="b"/>
            <a:pathLst>
              <a:path w="204470" h="60960">
                <a:moveTo>
                  <a:pt x="0" y="60959"/>
                </a:moveTo>
                <a:lnTo>
                  <a:pt x="204215" y="60959"/>
                </a:lnTo>
                <a:lnTo>
                  <a:pt x="204215" y="0"/>
                </a:lnTo>
                <a:lnTo>
                  <a:pt x="0" y="0"/>
                </a:lnTo>
                <a:lnTo>
                  <a:pt x="0" y="60959"/>
                </a:lnTo>
                <a:close/>
              </a:path>
            </a:pathLst>
          </a:custGeom>
          <a:ln w="12700">
            <a:solidFill>
              <a:srgbClr val="000000"/>
            </a:solidFill>
          </a:ln>
        </p:spPr>
        <p:txBody>
          <a:bodyPr wrap="square" lIns="0" tIns="0" rIns="0" bIns="0" rtlCol="0"/>
          <a:lstStyle/>
          <a:p>
            <a:endParaRPr/>
          </a:p>
        </p:txBody>
      </p:sp>
      <p:sp>
        <p:nvSpPr>
          <p:cNvPr id="76" name="object 65">
            <a:extLst>
              <a:ext uri="{FF2B5EF4-FFF2-40B4-BE49-F238E27FC236}">
                <a16:creationId xmlns:a16="http://schemas.microsoft.com/office/drawing/2014/main" id="{7A9A9AC6-9602-4CAD-998D-1F6E03674769}"/>
              </a:ext>
            </a:extLst>
          </p:cNvPr>
          <p:cNvSpPr/>
          <p:nvPr/>
        </p:nvSpPr>
        <p:spPr>
          <a:xfrm>
            <a:off x="2726591"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77" name="object 66">
            <a:extLst>
              <a:ext uri="{FF2B5EF4-FFF2-40B4-BE49-F238E27FC236}">
                <a16:creationId xmlns:a16="http://schemas.microsoft.com/office/drawing/2014/main" id="{B6A06949-E8FA-4DFD-A810-3D81E2E76B6D}"/>
              </a:ext>
            </a:extLst>
          </p:cNvPr>
          <p:cNvSpPr/>
          <p:nvPr/>
        </p:nvSpPr>
        <p:spPr>
          <a:xfrm>
            <a:off x="2726591"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78" name="object 67">
            <a:extLst>
              <a:ext uri="{FF2B5EF4-FFF2-40B4-BE49-F238E27FC236}">
                <a16:creationId xmlns:a16="http://schemas.microsoft.com/office/drawing/2014/main" id="{F9E907CB-D086-48E3-95D2-96F5D22EFE5F}"/>
              </a:ext>
            </a:extLst>
          </p:cNvPr>
          <p:cNvSpPr/>
          <p:nvPr/>
        </p:nvSpPr>
        <p:spPr>
          <a:xfrm>
            <a:off x="3005484"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79" name="object 68">
            <a:extLst>
              <a:ext uri="{FF2B5EF4-FFF2-40B4-BE49-F238E27FC236}">
                <a16:creationId xmlns:a16="http://schemas.microsoft.com/office/drawing/2014/main" id="{AFC460C5-6DDE-4DD5-BB55-4A78BFBF281F}"/>
              </a:ext>
            </a:extLst>
          </p:cNvPr>
          <p:cNvSpPr/>
          <p:nvPr/>
        </p:nvSpPr>
        <p:spPr>
          <a:xfrm>
            <a:off x="3005484"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80" name="object 69">
            <a:extLst>
              <a:ext uri="{FF2B5EF4-FFF2-40B4-BE49-F238E27FC236}">
                <a16:creationId xmlns:a16="http://schemas.microsoft.com/office/drawing/2014/main" id="{A4B040C3-5E1B-4824-86DB-BC1F6582A2EA}"/>
              </a:ext>
            </a:extLst>
          </p:cNvPr>
          <p:cNvSpPr/>
          <p:nvPr/>
        </p:nvSpPr>
        <p:spPr>
          <a:xfrm>
            <a:off x="3034185" y="2352683"/>
            <a:ext cx="216915" cy="306831"/>
          </a:xfrm>
          <a:prstGeom prst="rect">
            <a:avLst/>
          </a:prstGeom>
          <a:blipFill>
            <a:blip r:embed="rId6" cstate="print"/>
            <a:stretch>
              <a:fillRect/>
            </a:stretch>
          </a:blipFill>
        </p:spPr>
        <p:txBody>
          <a:bodyPr wrap="square" lIns="0" tIns="0" rIns="0" bIns="0" rtlCol="0"/>
          <a:lstStyle/>
          <a:p>
            <a:endParaRPr/>
          </a:p>
        </p:txBody>
      </p:sp>
      <p:sp>
        <p:nvSpPr>
          <p:cNvPr id="81" name="object 70">
            <a:extLst>
              <a:ext uri="{FF2B5EF4-FFF2-40B4-BE49-F238E27FC236}">
                <a16:creationId xmlns:a16="http://schemas.microsoft.com/office/drawing/2014/main" id="{FCC204A7-9972-4F7D-9072-F6ADEEBBA056}"/>
              </a:ext>
            </a:extLst>
          </p:cNvPr>
          <p:cNvSpPr/>
          <p:nvPr/>
        </p:nvSpPr>
        <p:spPr>
          <a:xfrm>
            <a:off x="3040535" y="2718697"/>
            <a:ext cx="204470" cy="0"/>
          </a:xfrm>
          <a:custGeom>
            <a:avLst/>
            <a:gdLst/>
            <a:ahLst/>
            <a:cxnLst/>
            <a:rect l="l" t="t" r="r" b="b"/>
            <a:pathLst>
              <a:path w="204470">
                <a:moveTo>
                  <a:pt x="0" y="0"/>
                </a:moveTo>
                <a:lnTo>
                  <a:pt x="204215" y="0"/>
                </a:lnTo>
              </a:path>
            </a:pathLst>
          </a:custGeom>
          <a:ln w="60959">
            <a:solidFill>
              <a:srgbClr val="008080"/>
            </a:solidFill>
          </a:ln>
        </p:spPr>
        <p:txBody>
          <a:bodyPr wrap="square" lIns="0" tIns="0" rIns="0" bIns="0" rtlCol="0"/>
          <a:lstStyle/>
          <a:p>
            <a:endParaRPr/>
          </a:p>
        </p:txBody>
      </p:sp>
      <p:sp>
        <p:nvSpPr>
          <p:cNvPr id="82" name="object 71">
            <a:extLst>
              <a:ext uri="{FF2B5EF4-FFF2-40B4-BE49-F238E27FC236}">
                <a16:creationId xmlns:a16="http://schemas.microsoft.com/office/drawing/2014/main" id="{D8CF6BC6-11CA-4882-8CAF-49244DDE8CD3}"/>
              </a:ext>
            </a:extLst>
          </p:cNvPr>
          <p:cNvSpPr/>
          <p:nvPr/>
        </p:nvSpPr>
        <p:spPr>
          <a:xfrm>
            <a:off x="3040535" y="2688218"/>
            <a:ext cx="204470" cy="60960"/>
          </a:xfrm>
          <a:custGeom>
            <a:avLst/>
            <a:gdLst/>
            <a:ahLst/>
            <a:cxnLst/>
            <a:rect l="l" t="t" r="r" b="b"/>
            <a:pathLst>
              <a:path w="204470" h="60960">
                <a:moveTo>
                  <a:pt x="0" y="60959"/>
                </a:moveTo>
                <a:lnTo>
                  <a:pt x="204215" y="60959"/>
                </a:lnTo>
                <a:lnTo>
                  <a:pt x="204215" y="0"/>
                </a:lnTo>
                <a:lnTo>
                  <a:pt x="0" y="0"/>
                </a:lnTo>
                <a:lnTo>
                  <a:pt x="0" y="60959"/>
                </a:lnTo>
                <a:close/>
              </a:path>
            </a:pathLst>
          </a:custGeom>
          <a:ln w="12700">
            <a:solidFill>
              <a:srgbClr val="000000"/>
            </a:solidFill>
          </a:ln>
        </p:spPr>
        <p:txBody>
          <a:bodyPr wrap="square" lIns="0" tIns="0" rIns="0" bIns="0" rtlCol="0"/>
          <a:lstStyle/>
          <a:p>
            <a:endParaRPr/>
          </a:p>
        </p:txBody>
      </p:sp>
      <p:sp>
        <p:nvSpPr>
          <p:cNvPr id="83" name="object 72">
            <a:extLst>
              <a:ext uri="{FF2B5EF4-FFF2-40B4-BE49-F238E27FC236}">
                <a16:creationId xmlns:a16="http://schemas.microsoft.com/office/drawing/2014/main" id="{B3BE99A4-F361-4A78-8DB5-06F8A860E276}"/>
              </a:ext>
            </a:extLst>
          </p:cNvPr>
          <p:cNvSpPr/>
          <p:nvPr/>
        </p:nvSpPr>
        <p:spPr>
          <a:xfrm>
            <a:off x="3043584"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84" name="object 73">
            <a:extLst>
              <a:ext uri="{FF2B5EF4-FFF2-40B4-BE49-F238E27FC236}">
                <a16:creationId xmlns:a16="http://schemas.microsoft.com/office/drawing/2014/main" id="{DD39CE4E-6913-4C4D-9FCF-D2E71A788440}"/>
              </a:ext>
            </a:extLst>
          </p:cNvPr>
          <p:cNvSpPr/>
          <p:nvPr/>
        </p:nvSpPr>
        <p:spPr>
          <a:xfrm>
            <a:off x="3043584"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86" name="object 6">
            <a:extLst>
              <a:ext uri="{FF2B5EF4-FFF2-40B4-BE49-F238E27FC236}">
                <a16:creationId xmlns:a16="http://schemas.microsoft.com/office/drawing/2014/main" id="{49B17885-899A-4153-A793-8E1EA5D6683C}"/>
              </a:ext>
            </a:extLst>
          </p:cNvPr>
          <p:cNvSpPr/>
          <p:nvPr/>
        </p:nvSpPr>
        <p:spPr>
          <a:xfrm>
            <a:off x="7137059" y="5159875"/>
            <a:ext cx="213360" cy="702945"/>
          </a:xfrm>
          <a:custGeom>
            <a:avLst/>
            <a:gdLst/>
            <a:ahLst/>
            <a:cxnLst/>
            <a:rect l="l" t="t" r="r" b="b"/>
            <a:pathLst>
              <a:path w="213359" h="702944">
                <a:moveTo>
                  <a:pt x="13715" y="0"/>
                </a:moveTo>
                <a:lnTo>
                  <a:pt x="63720" y="35896"/>
                </a:lnTo>
                <a:lnTo>
                  <a:pt x="110856" y="71863"/>
                </a:lnTo>
                <a:lnTo>
                  <a:pt x="152257" y="107950"/>
                </a:lnTo>
                <a:lnTo>
                  <a:pt x="185053" y="144206"/>
                </a:lnTo>
                <a:lnTo>
                  <a:pt x="206376" y="180681"/>
                </a:lnTo>
                <a:lnTo>
                  <a:pt x="213359" y="217424"/>
                </a:lnTo>
                <a:lnTo>
                  <a:pt x="200821" y="248837"/>
                </a:lnTo>
                <a:lnTo>
                  <a:pt x="170061" y="280100"/>
                </a:lnTo>
                <a:lnTo>
                  <a:pt x="128424" y="311449"/>
                </a:lnTo>
                <a:lnTo>
                  <a:pt x="83255" y="343123"/>
                </a:lnTo>
                <a:lnTo>
                  <a:pt x="41898" y="375359"/>
                </a:lnTo>
                <a:lnTo>
                  <a:pt x="11698" y="408394"/>
                </a:lnTo>
                <a:lnTo>
                  <a:pt x="0" y="442468"/>
                </a:lnTo>
                <a:lnTo>
                  <a:pt x="6220" y="477629"/>
                </a:lnTo>
                <a:lnTo>
                  <a:pt x="23637" y="513682"/>
                </a:lnTo>
                <a:lnTo>
                  <a:pt x="50385" y="550489"/>
                </a:lnTo>
                <a:lnTo>
                  <a:pt x="84597" y="587917"/>
                </a:lnTo>
                <a:lnTo>
                  <a:pt x="124408" y="625829"/>
                </a:lnTo>
                <a:lnTo>
                  <a:pt x="167951" y="664090"/>
                </a:lnTo>
                <a:lnTo>
                  <a:pt x="213359" y="702563"/>
                </a:lnTo>
              </a:path>
            </a:pathLst>
          </a:custGeom>
          <a:ln w="25400">
            <a:solidFill>
              <a:srgbClr val="4E7900"/>
            </a:solidFill>
          </a:ln>
        </p:spPr>
        <p:txBody>
          <a:bodyPr wrap="square" lIns="0" tIns="0" rIns="0" bIns="0" rtlCol="0"/>
          <a:lstStyle/>
          <a:p>
            <a:endParaRPr/>
          </a:p>
        </p:txBody>
      </p:sp>
      <p:sp>
        <p:nvSpPr>
          <p:cNvPr id="87" name="object 8">
            <a:extLst>
              <a:ext uri="{FF2B5EF4-FFF2-40B4-BE49-F238E27FC236}">
                <a16:creationId xmlns:a16="http://schemas.microsoft.com/office/drawing/2014/main" id="{D418796D-5228-45D1-AF2E-E311C22D6128}"/>
              </a:ext>
            </a:extLst>
          </p:cNvPr>
          <p:cNvSpPr/>
          <p:nvPr/>
        </p:nvSpPr>
        <p:spPr>
          <a:xfrm>
            <a:off x="6665454" y="3657600"/>
            <a:ext cx="1036319" cy="777240"/>
          </a:xfrm>
          <a:custGeom>
            <a:avLst/>
            <a:gdLst/>
            <a:ahLst/>
            <a:cxnLst/>
            <a:rect l="l" t="t" r="r" b="b"/>
            <a:pathLst>
              <a:path w="1036319" h="777239">
                <a:moveTo>
                  <a:pt x="0" y="777239"/>
                </a:moveTo>
                <a:lnTo>
                  <a:pt x="1036319" y="777239"/>
                </a:lnTo>
                <a:lnTo>
                  <a:pt x="1036319" y="0"/>
                </a:lnTo>
                <a:lnTo>
                  <a:pt x="0" y="0"/>
                </a:lnTo>
                <a:lnTo>
                  <a:pt x="0" y="777239"/>
                </a:lnTo>
                <a:close/>
              </a:path>
            </a:pathLst>
          </a:custGeom>
          <a:solidFill>
            <a:srgbClr val="FFCC66"/>
          </a:solidFill>
        </p:spPr>
        <p:txBody>
          <a:bodyPr wrap="square" lIns="0" tIns="0" rIns="0" bIns="0" rtlCol="0"/>
          <a:lstStyle/>
          <a:p>
            <a:endParaRPr/>
          </a:p>
        </p:txBody>
      </p:sp>
      <p:sp>
        <p:nvSpPr>
          <p:cNvPr id="88" name="object 9">
            <a:extLst>
              <a:ext uri="{FF2B5EF4-FFF2-40B4-BE49-F238E27FC236}">
                <a16:creationId xmlns:a16="http://schemas.microsoft.com/office/drawing/2014/main" id="{2A2FF364-89A2-4AD1-8B43-A23FB4C5DC7D}"/>
              </a:ext>
            </a:extLst>
          </p:cNvPr>
          <p:cNvSpPr/>
          <p:nvPr/>
        </p:nvSpPr>
        <p:spPr>
          <a:xfrm>
            <a:off x="6665454" y="3657600"/>
            <a:ext cx="1036319" cy="777240"/>
          </a:xfrm>
          <a:custGeom>
            <a:avLst/>
            <a:gdLst/>
            <a:ahLst/>
            <a:cxnLst/>
            <a:rect l="l" t="t" r="r" b="b"/>
            <a:pathLst>
              <a:path w="1036319" h="777239">
                <a:moveTo>
                  <a:pt x="0" y="777239"/>
                </a:moveTo>
                <a:lnTo>
                  <a:pt x="1036319" y="777239"/>
                </a:lnTo>
                <a:lnTo>
                  <a:pt x="1036319" y="0"/>
                </a:lnTo>
                <a:lnTo>
                  <a:pt x="0" y="0"/>
                </a:lnTo>
                <a:lnTo>
                  <a:pt x="0" y="777239"/>
                </a:lnTo>
                <a:close/>
              </a:path>
            </a:pathLst>
          </a:custGeom>
          <a:ln w="12700">
            <a:solidFill>
              <a:srgbClr val="FFCC66"/>
            </a:solidFill>
          </a:ln>
        </p:spPr>
        <p:txBody>
          <a:bodyPr wrap="square" lIns="0" tIns="0" rIns="0" bIns="0" rtlCol="0"/>
          <a:lstStyle/>
          <a:p>
            <a:endParaRPr/>
          </a:p>
        </p:txBody>
      </p:sp>
      <p:sp>
        <p:nvSpPr>
          <p:cNvPr id="89" name="object 10">
            <a:extLst>
              <a:ext uri="{FF2B5EF4-FFF2-40B4-BE49-F238E27FC236}">
                <a16:creationId xmlns:a16="http://schemas.microsoft.com/office/drawing/2014/main" id="{C4BEC562-A3F3-4220-BB2B-D666B690B729}"/>
              </a:ext>
            </a:extLst>
          </p:cNvPr>
          <p:cNvSpPr/>
          <p:nvPr/>
        </p:nvSpPr>
        <p:spPr>
          <a:xfrm>
            <a:off x="6734795" y="3731515"/>
            <a:ext cx="169545" cy="617220"/>
          </a:xfrm>
          <a:custGeom>
            <a:avLst/>
            <a:gdLst/>
            <a:ahLst/>
            <a:cxnLst/>
            <a:rect l="l" t="t" r="r" b="b"/>
            <a:pathLst>
              <a:path w="169544" h="617220">
                <a:moveTo>
                  <a:pt x="10909" y="0"/>
                </a:moveTo>
                <a:lnTo>
                  <a:pt x="58268" y="37872"/>
                </a:lnTo>
                <a:lnTo>
                  <a:pt x="101698" y="75811"/>
                </a:lnTo>
                <a:lnTo>
                  <a:pt x="137270" y="113915"/>
                </a:lnTo>
                <a:lnTo>
                  <a:pt x="161055" y="152282"/>
                </a:lnTo>
                <a:lnTo>
                  <a:pt x="169125" y="191007"/>
                </a:lnTo>
                <a:lnTo>
                  <a:pt x="155967" y="223214"/>
                </a:lnTo>
                <a:lnTo>
                  <a:pt x="124471" y="255284"/>
                </a:lnTo>
                <a:lnTo>
                  <a:pt x="83881" y="287543"/>
                </a:lnTo>
                <a:lnTo>
                  <a:pt x="43443" y="320322"/>
                </a:lnTo>
                <a:lnTo>
                  <a:pt x="12401" y="353947"/>
                </a:lnTo>
                <a:lnTo>
                  <a:pt x="0" y="388747"/>
                </a:lnTo>
                <a:lnTo>
                  <a:pt x="6655" y="424835"/>
                </a:lnTo>
                <a:lnTo>
                  <a:pt x="25057" y="461978"/>
                </a:lnTo>
                <a:lnTo>
                  <a:pt x="52854" y="499983"/>
                </a:lnTo>
                <a:lnTo>
                  <a:pt x="87697" y="538654"/>
                </a:lnTo>
                <a:lnTo>
                  <a:pt x="127238" y="577797"/>
                </a:lnTo>
                <a:lnTo>
                  <a:pt x="169125" y="617219"/>
                </a:lnTo>
              </a:path>
            </a:pathLst>
          </a:custGeom>
          <a:ln w="25400">
            <a:solidFill>
              <a:srgbClr val="000000"/>
            </a:solidFill>
          </a:ln>
        </p:spPr>
        <p:txBody>
          <a:bodyPr wrap="square" lIns="0" tIns="0" rIns="0" bIns="0" rtlCol="0"/>
          <a:lstStyle/>
          <a:p>
            <a:endParaRPr/>
          </a:p>
        </p:txBody>
      </p:sp>
      <p:sp>
        <p:nvSpPr>
          <p:cNvPr id="90" name="object 11">
            <a:extLst>
              <a:ext uri="{FF2B5EF4-FFF2-40B4-BE49-F238E27FC236}">
                <a16:creationId xmlns:a16="http://schemas.microsoft.com/office/drawing/2014/main" id="{9FB78767-84F9-4786-B72B-48524C32ADCE}"/>
              </a:ext>
            </a:extLst>
          </p:cNvPr>
          <p:cNvSpPr/>
          <p:nvPr/>
        </p:nvSpPr>
        <p:spPr>
          <a:xfrm>
            <a:off x="6835379" y="3731515"/>
            <a:ext cx="172720" cy="617220"/>
          </a:xfrm>
          <a:custGeom>
            <a:avLst/>
            <a:gdLst/>
            <a:ahLst/>
            <a:cxnLst/>
            <a:rect l="l" t="t" r="r" b="b"/>
            <a:pathLst>
              <a:path w="172719" h="617220">
                <a:moveTo>
                  <a:pt x="11112" y="0"/>
                </a:moveTo>
                <a:lnTo>
                  <a:pt x="59320" y="37872"/>
                </a:lnTo>
                <a:lnTo>
                  <a:pt x="103529" y="75811"/>
                </a:lnTo>
                <a:lnTo>
                  <a:pt x="139741" y="113915"/>
                </a:lnTo>
                <a:lnTo>
                  <a:pt x="163955" y="152282"/>
                </a:lnTo>
                <a:lnTo>
                  <a:pt x="172173" y="191007"/>
                </a:lnTo>
                <a:lnTo>
                  <a:pt x="158780" y="223214"/>
                </a:lnTo>
                <a:lnTo>
                  <a:pt x="126717" y="255284"/>
                </a:lnTo>
                <a:lnTo>
                  <a:pt x="85396" y="287543"/>
                </a:lnTo>
                <a:lnTo>
                  <a:pt x="44228" y="320322"/>
                </a:lnTo>
                <a:lnTo>
                  <a:pt x="12625" y="353947"/>
                </a:lnTo>
                <a:lnTo>
                  <a:pt x="0" y="388747"/>
                </a:lnTo>
                <a:lnTo>
                  <a:pt x="6775" y="424835"/>
                </a:lnTo>
                <a:lnTo>
                  <a:pt x="25508" y="461978"/>
                </a:lnTo>
                <a:lnTo>
                  <a:pt x="53806" y="499983"/>
                </a:lnTo>
                <a:lnTo>
                  <a:pt x="89278" y="538654"/>
                </a:lnTo>
                <a:lnTo>
                  <a:pt x="129531" y="577797"/>
                </a:lnTo>
                <a:lnTo>
                  <a:pt x="172173" y="617219"/>
                </a:lnTo>
              </a:path>
            </a:pathLst>
          </a:custGeom>
          <a:ln w="25400">
            <a:solidFill>
              <a:srgbClr val="000000"/>
            </a:solidFill>
          </a:ln>
        </p:spPr>
        <p:txBody>
          <a:bodyPr wrap="square" lIns="0" tIns="0" rIns="0" bIns="0" rtlCol="0"/>
          <a:lstStyle/>
          <a:p>
            <a:endParaRPr/>
          </a:p>
        </p:txBody>
      </p:sp>
      <p:sp>
        <p:nvSpPr>
          <p:cNvPr id="91" name="object 12">
            <a:extLst>
              <a:ext uri="{FF2B5EF4-FFF2-40B4-BE49-F238E27FC236}">
                <a16:creationId xmlns:a16="http://schemas.microsoft.com/office/drawing/2014/main" id="{664571AD-A53C-4EE4-A490-B0D6C54647A0}"/>
              </a:ext>
            </a:extLst>
          </p:cNvPr>
          <p:cNvSpPr/>
          <p:nvPr/>
        </p:nvSpPr>
        <p:spPr>
          <a:xfrm>
            <a:off x="6939012" y="3731515"/>
            <a:ext cx="169545" cy="617220"/>
          </a:xfrm>
          <a:custGeom>
            <a:avLst/>
            <a:gdLst/>
            <a:ahLst/>
            <a:cxnLst/>
            <a:rect l="l" t="t" r="r" b="b"/>
            <a:pathLst>
              <a:path w="169544" h="617220">
                <a:moveTo>
                  <a:pt x="10909" y="0"/>
                </a:moveTo>
                <a:lnTo>
                  <a:pt x="58267" y="37872"/>
                </a:lnTo>
                <a:lnTo>
                  <a:pt x="101696" y="75811"/>
                </a:lnTo>
                <a:lnTo>
                  <a:pt x="137272" y="113915"/>
                </a:lnTo>
                <a:lnTo>
                  <a:pt x="161070" y="152282"/>
                </a:lnTo>
                <a:lnTo>
                  <a:pt x="169163" y="191007"/>
                </a:lnTo>
                <a:lnTo>
                  <a:pt x="155971" y="223214"/>
                </a:lnTo>
                <a:lnTo>
                  <a:pt x="124459" y="255284"/>
                </a:lnTo>
                <a:lnTo>
                  <a:pt x="83867" y="287543"/>
                </a:lnTo>
                <a:lnTo>
                  <a:pt x="43433" y="320322"/>
                </a:lnTo>
                <a:lnTo>
                  <a:pt x="12398" y="353947"/>
                </a:lnTo>
                <a:lnTo>
                  <a:pt x="0" y="388747"/>
                </a:lnTo>
                <a:lnTo>
                  <a:pt x="6656" y="424835"/>
                </a:lnTo>
                <a:lnTo>
                  <a:pt x="25061" y="461978"/>
                </a:lnTo>
                <a:lnTo>
                  <a:pt x="52863" y="499983"/>
                </a:lnTo>
                <a:lnTo>
                  <a:pt x="87714" y="538654"/>
                </a:lnTo>
                <a:lnTo>
                  <a:pt x="127264" y="577797"/>
                </a:lnTo>
                <a:lnTo>
                  <a:pt x="169163" y="617219"/>
                </a:lnTo>
              </a:path>
            </a:pathLst>
          </a:custGeom>
          <a:ln w="25400">
            <a:solidFill>
              <a:srgbClr val="000000"/>
            </a:solidFill>
          </a:ln>
        </p:spPr>
        <p:txBody>
          <a:bodyPr wrap="square" lIns="0" tIns="0" rIns="0" bIns="0" rtlCol="0"/>
          <a:lstStyle/>
          <a:p>
            <a:endParaRPr/>
          </a:p>
        </p:txBody>
      </p:sp>
      <p:sp>
        <p:nvSpPr>
          <p:cNvPr id="92" name="object 13">
            <a:extLst>
              <a:ext uri="{FF2B5EF4-FFF2-40B4-BE49-F238E27FC236}">
                <a16:creationId xmlns:a16="http://schemas.microsoft.com/office/drawing/2014/main" id="{2E738F79-7977-4314-ABD6-1DBBDF89B31E}"/>
              </a:ext>
            </a:extLst>
          </p:cNvPr>
          <p:cNvSpPr/>
          <p:nvPr/>
        </p:nvSpPr>
        <p:spPr>
          <a:xfrm>
            <a:off x="7039595" y="3731515"/>
            <a:ext cx="172720" cy="617220"/>
          </a:xfrm>
          <a:custGeom>
            <a:avLst/>
            <a:gdLst/>
            <a:ahLst/>
            <a:cxnLst/>
            <a:rect l="l" t="t" r="r" b="b"/>
            <a:pathLst>
              <a:path w="172719" h="617220">
                <a:moveTo>
                  <a:pt x="11049" y="0"/>
                </a:moveTo>
                <a:lnTo>
                  <a:pt x="59289" y="37872"/>
                </a:lnTo>
                <a:lnTo>
                  <a:pt x="103513" y="75811"/>
                </a:lnTo>
                <a:lnTo>
                  <a:pt x="139732" y="113915"/>
                </a:lnTo>
                <a:lnTo>
                  <a:pt x="163961" y="152282"/>
                </a:lnTo>
                <a:lnTo>
                  <a:pt x="172212" y="191007"/>
                </a:lnTo>
                <a:lnTo>
                  <a:pt x="158794" y="223214"/>
                </a:lnTo>
                <a:lnTo>
                  <a:pt x="126717" y="255284"/>
                </a:lnTo>
                <a:lnTo>
                  <a:pt x="85391" y="287543"/>
                </a:lnTo>
                <a:lnTo>
                  <a:pt x="44224" y="320322"/>
                </a:lnTo>
                <a:lnTo>
                  <a:pt x="12624" y="353947"/>
                </a:lnTo>
                <a:lnTo>
                  <a:pt x="0" y="388747"/>
                </a:lnTo>
                <a:lnTo>
                  <a:pt x="6776" y="424835"/>
                </a:lnTo>
                <a:lnTo>
                  <a:pt x="25512" y="461978"/>
                </a:lnTo>
                <a:lnTo>
                  <a:pt x="53816" y="499983"/>
                </a:lnTo>
                <a:lnTo>
                  <a:pt x="89295" y="538654"/>
                </a:lnTo>
                <a:lnTo>
                  <a:pt x="129557" y="577797"/>
                </a:lnTo>
                <a:lnTo>
                  <a:pt x="172212" y="617219"/>
                </a:lnTo>
              </a:path>
            </a:pathLst>
          </a:custGeom>
          <a:ln w="25400">
            <a:solidFill>
              <a:srgbClr val="000000"/>
            </a:solidFill>
          </a:ln>
        </p:spPr>
        <p:txBody>
          <a:bodyPr wrap="square" lIns="0" tIns="0" rIns="0" bIns="0" rtlCol="0"/>
          <a:lstStyle/>
          <a:p>
            <a:endParaRPr/>
          </a:p>
        </p:txBody>
      </p:sp>
      <p:sp>
        <p:nvSpPr>
          <p:cNvPr id="93" name="object 14">
            <a:extLst>
              <a:ext uri="{FF2B5EF4-FFF2-40B4-BE49-F238E27FC236}">
                <a16:creationId xmlns:a16="http://schemas.microsoft.com/office/drawing/2014/main" id="{C7C4E663-1A32-4E1F-8723-29AFD5E1A7CE}"/>
              </a:ext>
            </a:extLst>
          </p:cNvPr>
          <p:cNvSpPr/>
          <p:nvPr/>
        </p:nvSpPr>
        <p:spPr>
          <a:xfrm>
            <a:off x="7143228" y="3731515"/>
            <a:ext cx="170815" cy="617220"/>
          </a:xfrm>
          <a:custGeom>
            <a:avLst/>
            <a:gdLst/>
            <a:ahLst/>
            <a:cxnLst/>
            <a:rect l="l" t="t" r="r" b="b"/>
            <a:pathLst>
              <a:path w="170815" h="617220">
                <a:moveTo>
                  <a:pt x="11048" y="0"/>
                </a:moveTo>
                <a:lnTo>
                  <a:pt x="58789" y="37872"/>
                </a:lnTo>
                <a:lnTo>
                  <a:pt x="102592" y="75811"/>
                </a:lnTo>
                <a:lnTo>
                  <a:pt x="138488" y="113915"/>
                </a:lnTo>
                <a:lnTo>
                  <a:pt x="162510" y="152282"/>
                </a:lnTo>
                <a:lnTo>
                  <a:pt x="170687" y="191007"/>
                </a:lnTo>
                <a:lnTo>
                  <a:pt x="157382" y="223214"/>
                </a:lnTo>
                <a:lnTo>
                  <a:pt x="125588" y="255284"/>
                </a:lnTo>
                <a:lnTo>
                  <a:pt x="84629" y="287543"/>
                </a:lnTo>
                <a:lnTo>
                  <a:pt x="43829" y="320322"/>
                </a:lnTo>
                <a:lnTo>
                  <a:pt x="12511" y="353947"/>
                </a:lnTo>
                <a:lnTo>
                  <a:pt x="0" y="388747"/>
                </a:lnTo>
                <a:lnTo>
                  <a:pt x="6716" y="424835"/>
                </a:lnTo>
                <a:lnTo>
                  <a:pt x="25287" y="461978"/>
                </a:lnTo>
                <a:lnTo>
                  <a:pt x="53340" y="499983"/>
                </a:lnTo>
                <a:lnTo>
                  <a:pt x="88504" y="538654"/>
                </a:lnTo>
                <a:lnTo>
                  <a:pt x="128411" y="577797"/>
                </a:lnTo>
                <a:lnTo>
                  <a:pt x="170687" y="617219"/>
                </a:lnTo>
              </a:path>
            </a:pathLst>
          </a:custGeom>
          <a:ln w="25400">
            <a:solidFill>
              <a:srgbClr val="000000"/>
            </a:solidFill>
          </a:ln>
        </p:spPr>
        <p:txBody>
          <a:bodyPr wrap="square" lIns="0" tIns="0" rIns="0" bIns="0" rtlCol="0"/>
          <a:lstStyle/>
          <a:p>
            <a:endParaRPr/>
          </a:p>
        </p:txBody>
      </p:sp>
      <p:sp>
        <p:nvSpPr>
          <p:cNvPr id="94" name="object 15">
            <a:extLst>
              <a:ext uri="{FF2B5EF4-FFF2-40B4-BE49-F238E27FC236}">
                <a16:creationId xmlns:a16="http://schemas.microsoft.com/office/drawing/2014/main" id="{95A5B926-B53B-4517-A70B-A01417400BAC}"/>
              </a:ext>
            </a:extLst>
          </p:cNvPr>
          <p:cNvSpPr/>
          <p:nvPr/>
        </p:nvSpPr>
        <p:spPr>
          <a:xfrm>
            <a:off x="7245336" y="3731515"/>
            <a:ext cx="169545" cy="617220"/>
          </a:xfrm>
          <a:custGeom>
            <a:avLst/>
            <a:gdLst/>
            <a:ahLst/>
            <a:cxnLst/>
            <a:rect l="l" t="t" r="r" b="b"/>
            <a:pathLst>
              <a:path w="169544" h="617220">
                <a:moveTo>
                  <a:pt x="10921" y="0"/>
                </a:moveTo>
                <a:lnTo>
                  <a:pt x="58273" y="37872"/>
                </a:lnTo>
                <a:lnTo>
                  <a:pt x="101699" y="75811"/>
                </a:lnTo>
                <a:lnTo>
                  <a:pt x="137273" y="113915"/>
                </a:lnTo>
                <a:lnTo>
                  <a:pt x="161070" y="152282"/>
                </a:lnTo>
                <a:lnTo>
                  <a:pt x="169163" y="191007"/>
                </a:lnTo>
                <a:lnTo>
                  <a:pt x="155971" y="223214"/>
                </a:lnTo>
                <a:lnTo>
                  <a:pt x="124459" y="255284"/>
                </a:lnTo>
                <a:lnTo>
                  <a:pt x="83867" y="287543"/>
                </a:lnTo>
                <a:lnTo>
                  <a:pt x="43433" y="320322"/>
                </a:lnTo>
                <a:lnTo>
                  <a:pt x="12398" y="353947"/>
                </a:lnTo>
                <a:lnTo>
                  <a:pt x="0" y="388747"/>
                </a:lnTo>
                <a:lnTo>
                  <a:pt x="6656" y="424835"/>
                </a:lnTo>
                <a:lnTo>
                  <a:pt x="25061" y="461978"/>
                </a:lnTo>
                <a:lnTo>
                  <a:pt x="52863" y="499983"/>
                </a:lnTo>
                <a:lnTo>
                  <a:pt x="87714" y="538654"/>
                </a:lnTo>
                <a:lnTo>
                  <a:pt x="127264" y="577797"/>
                </a:lnTo>
                <a:lnTo>
                  <a:pt x="169163" y="617219"/>
                </a:lnTo>
              </a:path>
            </a:pathLst>
          </a:custGeom>
          <a:ln w="25400">
            <a:solidFill>
              <a:srgbClr val="000000"/>
            </a:solidFill>
          </a:ln>
        </p:spPr>
        <p:txBody>
          <a:bodyPr wrap="square" lIns="0" tIns="0" rIns="0" bIns="0" rtlCol="0"/>
          <a:lstStyle/>
          <a:p>
            <a:endParaRPr/>
          </a:p>
        </p:txBody>
      </p:sp>
      <p:sp>
        <p:nvSpPr>
          <p:cNvPr id="95" name="object 16">
            <a:extLst>
              <a:ext uri="{FF2B5EF4-FFF2-40B4-BE49-F238E27FC236}">
                <a16:creationId xmlns:a16="http://schemas.microsoft.com/office/drawing/2014/main" id="{EAE23307-FADC-4E50-98AD-DDA22AED4E16}"/>
              </a:ext>
            </a:extLst>
          </p:cNvPr>
          <p:cNvSpPr/>
          <p:nvPr/>
        </p:nvSpPr>
        <p:spPr>
          <a:xfrm>
            <a:off x="7345920" y="3731515"/>
            <a:ext cx="172720" cy="617220"/>
          </a:xfrm>
          <a:custGeom>
            <a:avLst/>
            <a:gdLst/>
            <a:ahLst/>
            <a:cxnLst/>
            <a:rect l="l" t="t" r="r" b="b"/>
            <a:pathLst>
              <a:path w="172719" h="617220">
                <a:moveTo>
                  <a:pt x="11049" y="0"/>
                </a:moveTo>
                <a:lnTo>
                  <a:pt x="59289" y="37872"/>
                </a:lnTo>
                <a:lnTo>
                  <a:pt x="103513" y="75811"/>
                </a:lnTo>
                <a:lnTo>
                  <a:pt x="139732" y="113915"/>
                </a:lnTo>
                <a:lnTo>
                  <a:pt x="163961" y="152282"/>
                </a:lnTo>
                <a:lnTo>
                  <a:pt x="172211" y="191007"/>
                </a:lnTo>
                <a:lnTo>
                  <a:pt x="158794" y="223214"/>
                </a:lnTo>
                <a:lnTo>
                  <a:pt x="126717" y="255284"/>
                </a:lnTo>
                <a:lnTo>
                  <a:pt x="85391" y="287543"/>
                </a:lnTo>
                <a:lnTo>
                  <a:pt x="44224" y="320322"/>
                </a:lnTo>
                <a:lnTo>
                  <a:pt x="12624" y="353947"/>
                </a:lnTo>
                <a:lnTo>
                  <a:pt x="0" y="388747"/>
                </a:lnTo>
                <a:lnTo>
                  <a:pt x="6776" y="424835"/>
                </a:lnTo>
                <a:lnTo>
                  <a:pt x="25512" y="461978"/>
                </a:lnTo>
                <a:lnTo>
                  <a:pt x="53816" y="499983"/>
                </a:lnTo>
                <a:lnTo>
                  <a:pt x="89295" y="538654"/>
                </a:lnTo>
                <a:lnTo>
                  <a:pt x="129557" y="577797"/>
                </a:lnTo>
                <a:lnTo>
                  <a:pt x="172211" y="617219"/>
                </a:lnTo>
              </a:path>
            </a:pathLst>
          </a:custGeom>
          <a:ln w="25400">
            <a:solidFill>
              <a:srgbClr val="000000"/>
            </a:solidFill>
          </a:ln>
        </p:spPr>
        <p:txBody>
          <a:bodyPr wrap="square" lIns="0" tIns="0" rIns="0" bIns="0" rtlCol="0"/>
          <a:lstStyle/>
          <a:p>
            <a:endParaRPr/>
          </a:p>
        </p:txBody>
      </p:sp>
      <p:sp>
        <p:nvSpPr>
          <p:cNvPr id="96" name="object 17">
            <a:extLst>
              <a:ext uri="{FF2B5EF4-FFF2-40B4-BE49-F238E27FC236}">
                <a16:creationId xmlns:a16="http://schemas.microsoft.com/office/drawing/2014/main" id="{73D9E5AD-220A-42D2-9599-C90379C1D08C}"/>
              </a:ext>
            </a:extLst>
          </p:cNvPr>
          <p:cNvSpPr/>
          <p:nvPr/>
        </p:nvSpPr>
        <p:spPr>
          <a:xfrm>
            <a:off x="7449552" y="3731515"/>
            <a:ext cx="170815" cy="617220"/>
          </a:xfrm>
          <a:custGeom>
            <a:avLst/>
            <a:gdLst/>
            <a:ahLst/>
            <a:cxnLst/>
            <a:rect l="l" t="t" r="r" b="b"/>
            <a:pathLst>
              <a:path w="170814" h="617220">
                <a:moveTo>
                  <a:pt x="11049" y="0"/>
                </a:moveTo>
                <a:lnTo>
                  <a:pt x="58789" y="37872"/>
                </a:lnTo>
                <a:lnTo>
                  <a:pt x="102592" y="75811"/>
                </a:lnTo>
                <a:lnTo>
                  <a:pt x="138488" y="113915"/>
                </a:lnTo>
                <a:lnTo>
                  <a:pt x="162510" y="152282"/>
                </a:lnTo>
                <a:lnTo>
                  <a:pt x="170687" y="191007"/>
                </a:lnTo>
                <a:lnTo>
                  <a:pt x="157382" y="223214"/>
                </a:lnTo>
                <a:lnTo>
                  <a:pt x="125588" y="255284"/>
                </a:lnTo>
                <a:lnTo>
                  <a:pt x="84629" y="287543"/>
                </a:lnTo>
                <a:lnTo>
                  <a:pt x="43829" y="320322"/>
                </a:lnTo>
                <a:lnTo>
                  <a:pt x="12511" y="353947"/>
                </a:lnTo>
                <a:lnTo>
                  <a:pt x="0" y="388747"/>
                </a:lnTo>
                <a:lnTo>
                  <a:pt x="6716" y="424835"/>
                </a:lnTo>
                <a:lnTo>
                  <a:pt x="25287" y="461978"/>
                </a:lnTo>
                <a:lnTo>
                  <a:pt x="53339" y="499983"/>
                </a:lnTo>
                <a:lnTo>
                  <a:pt x="88504" y="538654"/>
                </a:lnTo>
                <a:lnTo>
                  <a:pt x="128411" y="577797"/>
                </a:lnTo>
                <a:lnTo>
                  <a:pt x="170687" y="617219"/>
                </a:lnTo>
              </a:path>
            </a:pathLst>
          </a:custGeom>
          <a:ln w="25400">
            <a:solidFill>
              <a:srgbClr val="000000"/>
            </a:solidFill>
          </a:ln>
        </p:spPr>
        <p:txBody>
          <a:bodyPr wrap="square" lIns="0" tIns="0" rIns="0" bIns="0" rtlCol="0"/>
          <a:lstStyle/>
          <a:p>
            <a:endParaRPr/>
          </a:p>
        </p:txBody>
      </p:sp>
      <p:sp>
        <p:nvSpPr>
          <p:cNvPr id="97" name="object 74">
            <a:extLst>
              <a:ext uri="{FF2B5EF4-FFF2-40B4-BE49-F238E27FC236}">
                <a16:creationId xmlns:a16="http://schemas.microsoft.com/office/drawing/2014/main" id="{FE5FBA55-3E5E-4933-A3A6-CA63F1EEC904}"/>
              </a:ext>
            </a:extLst>
          </p:cNvPr>
          <p:cNvSpPr/>
          <p:nvPr/>
        </p:nvSpPr>
        <p:spPr>
          <a:xfrm>
            <a:off x="6095844" y="2242229"/>
            <a:ext cx="2118360" cy="721360"/>
          </a:xfrm>
          <a:custGeom>
            <a:avLst/>
            <a:gdLst/>
            <a:ahLst/>
            <a:cxnLst/>
            <a:rect l="l" t="t" r="r" b="b"/>
            <a:pathLst>
              <a:path w="2118360" h="721360">
                <a:moveTo>
                  <a:pt x="0" y="720852"/>
                </a:moveTo>
                <a:lnTo>
                  <a:pt x="2118360" y="720852"/>
                </a:lnTo>
                <a:lnTo>
                  <a:pt x="2118360" y="0"/>
                </a:lnTo>
                <a:lnTo>
                  <a:pt x="0" y="0"/>
                </a:lnTo>
                <a:lnTo>
                  <a:pt x="0" y="720852"/>
                </a:lnTo>
                <a:close/>
              </a:path>
            </a:pathLst>
          </a:custGeom>
          <a:solidFill>
            <a:srgbClr val="66FF66"/>
          </a:solidFill>
        </p:spPr>
        <p:txBody>
          <a:bodyPr wrap="square" lIns="0" tIns="0" rIns="0" bIns="0" rtlCol="0"/>
          <a:lstStyle/>
          <a:p>
            <a:endParaRPr/>
          </a:p>
        </p:txBody>
      </p:sp>
      <p:sp>
        <p:nvSpPr>
          <p:cNvPr id="98" name="object 75">
            <a:extLst>
              <a:ext uri="{FF2B5EF4-FFF2-40B4-BE49-F238E27FC236}">
                <a16:creationId xmlns:a16="http://schemas.microsoft.com/office/drawing/2014/main" id="{2E8C56B1-C96C-4386-85E6-AED04CFB69EC}"/>
              </a:ext>
            </a:extLst>
          </p:cNvPr>
          <p:cNvSpPr/>
          <p:nvPr/>
        </p:nvSpPr>
        <p:spPr>
          <a:xfrm>
            <a:off x="6193380"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solidFill>
            <a:srgbClr val="FFCC66"/>
          </a:solidFill>
        </p:spPr>
        <p:txBody>
          <a:bodyPr wrap="square" lIns="0" tIns="0" rIns="0" bIns="0" rtlCol="0"/>
          <a:lstStyle/>
          <a:p>
            <a:endParaRPr/>
          </a:p>
        </p:txBody>
      </p:sp>
      <p:sp>
        <p:nvSpPr>
          <p:cNvPr id="99" name="object 76">
            <a:extLst>
              <a:ext uri="{FF2B5EF4-FFF2-40B4-BE49-F238E27FC236}">
                <a16:creationId xmlns:a16="http://schemas.microsoft.com/office/drawing/2014/main" id="{90089610-5C8A-43D5-9B89-99E0DE6F1EA4}"/>
              </a:ext>
            </a:extLst>
          </p:cNvPr>
          <p:cNvSpPr/>
          <p:nvPr/>
        </p:nvSpPr>
        <p:spPr>
          <a:xfrm>
            <a:off x="6193380"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ln w="12700">
            <a:solidFill>
              <a:srgbClr val="000000"/>
            </a:solidFill>
          </a:ln>
        </p:spPr>
        <p:txBody>
          <a:bodyPr wrap="square" lIns="0" tIns="0" rIns="0" bIns="0" rtlCol="0"/>
          <a:lstStyle/>
          <a:p>
            <a:endParaRPr/>
          </a:p>
        </p:txBody>
      </p:sp>
      <p:sp>
        <p:nvSpPr>
          <p:cNvPr id="100" name="object 77">
            <a:extLst>
              <a:ext uri="{FF2B5EF4-FFF2-40B4-BE49-F238E27FC236}">
                <a16:creationId xmlns:a16="http://schemas.microsoft.com/office/drawing/2014/main" id="{81D87B03-1E68-4C55-A2F1-CAB5333543C3}"/>
              </a:ext>
            </a:extLst>
          </p:cNvPr>
          <p:cNvSpPr/>
          <p:nvPr/>
        </p:nvSpPr>
        <p:spPr>
          <a:xfrm>
            <a:off x="6239862"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1" name="object 78">
            <a:extLst>
              <a:ext uri="{FF2B5EF4-FFF2-40B4-BE49-F238E27FC236}">
                <a16:creationId xmlns:a16="http://schemas.microsoft.com/office/drawing/2014/main" id="{71D0050C-9D55-4BE4-807E-0DE74109CC6B}"/>
              </a:ext>
            </a:extLst>
          </p:cNvPr>
          <p:cNvSpPr/>
          <p:nvPr/>
        </p:nvSpPr>
        <p:spPr>
          <a:xfrm>
            <a:off x="6308442"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2" name="object 79">
            <a:extLst>
              <a:ext uri="{FF2B5EF4-FFF2-40B4-BE49-F238E27FC236}">
                <a16:creationId xmlns:a16="http://schemas.microsoft.com/office/drawing/2014/main" id="{EB4F54C7-17B0-4CB1-A0C3-9357C302C4CE}"/>
              </a:ext>
            </a:extLst>
          </p:cNvPr>
          <p:cNvSpPr/>
          <p:nvPr/>
        </p:nvSpPr>
        <p:spPr>
          <a:xfrm>
            <a:off x="6377021"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3" name="object 80">
            <a:extLst>
              <a:ext uri="{FF2B5EF4-FFF2-40B4-BE49-F238E27FC236}">
                <a16:creationId xmlns:a16="http://schemas.microsoft.com/office/drawing/2014/main" id="{6EA6922E-1CA1-420A-8342-525DC028185F}"/>
              </a:ext>
            </a:extLst>
          </p:cNvPr>
          <p:cNvSpPr/>
          <p:nvPr/>
        </p:nvSpPr>
        <p:spPr>
          <a:xfrm>
            <a:off x="6445602"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4" name="object 81">
            <a:extLst>
              <a:ext uri="{FF2B5EF4-FFF2-40B4-BE49-F238E27FC236}">
                <a16:creationId xmlns:a16="http://schemas.microsoft.com/office/drawing/2014/main" id="{6BF9F0C7-64F6-4ADD-9A4B-7D2AE62F0AF6}"/>
              </a:ext>
            </a:extLst>
          </p:cNvPr>
          <p:cNvSpPr/>
          <p:nvPr/>
        </p:nvSpPr>
        <p:spPr>
          <a:xfrm>
            <a:off x="6514181"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5" name="object 82">
            <a:extLst>
              <a:ext uri="{FF2B5EF4-FFF2-40B4-BE49-F238E27FC236}">
                <a16:creationId xmlns:a16="http://schemas.microsoft.com/office/drawing/2014/main" id="{C13D7524-94EF-4102-A884-E29D159FD1E0}"/>
              </a:ext>
            </a:extLst>
          </p:cNvPr>
          <p:cNvSpPr/>
          <p:nvPr/>
        </p:nvSpPr>
        <p:spPr>
          <a:xfrm>
            <a:off x="6757260" y="2304714"/>
            <a:ext cx="487680" cy="607060"/>
          </a:xfrm>
          <a:custGeom>
            <a:avLst/>
            <a:gdLst/>
            <a:ahLst/>
            <a:cxnLst/>
            <a:rect l="l" t="t" r="r" b="b"/>
            <a:pathLst>
              <a:path w="487680" h="607060">
                <a:moveTo>
                  <a:pt x="0" y="606551"/>
                </a:moveTo>
                <a:lnTo>
                  <a:pt x="487679" y="606551"/>
                </a:lnTo>
                <a:lnTo>
                  <a:pt x="487679" y="0"/>
                </a:lnTo>
                <a:lnTo>
                  <a:pt x="0" y="0"/>
                </a:lnTo>
                <a:lnTo>
                  <a:pt x="0" y="606551"/>
                </a:lnTo>
                <a:close/>
              </a:path>
            </a:pathLst>
          </a:custGeom>
          <a:solidFill>
            <a:srgbClr val="FFCC66"/>
          </a:solidFill>
        </p:spPr>
        <p:txBody>
          <a:bodyPr wrap="square" lIns="0" tIns="0" rIns="0" bIns="0" rtlCol="0"/>
          <a:lstStyle/>
          <a:p>
            <a:endParaRPr/>
          </a:p>
        </p:txBody>
      </p:sp>
      <p:sp>
        <p:nvSpPr>
          <p:cNvPr id="106" name="object 83">
            <a:extLst>
              <a:ext uri="{FF2B5EF4-FFF2-40B4-BE49-F238E27FC236}">
                <a16:creationId xmlns:a16="http://schemas.microsoft.com/office/drawing/2014/main" id="{35487EC0-03BE-4847-957D-FA9677E47622}"/>
              </a:ext>
            </a:extLst>
          </p:cNvPr>
          <p:cNvSpPr/>
          <p:nvPr/>
        </p:nvSpPr>
        <p:spPr>
          <a:xfrm>
            <a:off x="6757260" y="2304714"/>
            <a:ext cx="487680" cy="607060"/>
          </a:xfrm>
          <a:custGeom>
            <a:avLst/>
            <a:gdLst/>
            <a:ahLst/>
            <a:cxnLst/>
            <a:rect l="l" t="t" r="r" b="b"/>
            <a:pathLst>
              <a:path w="487680" h="607060">
                <a:moveTo>
                  <a:pt x="0" y="606551"/>
                </a:moveTo>
                <a:lnTo>
                  <a:pt x="487679" y="606551"/>
                </a:lnTo>
                <a:lnTo>
                  <a:pt x="487679" y="0"/>
                </a:lnTo>
                <a:lnTo>
                  <a:pt x="0" y="0"/>
                </a:lnTo>
                <a:lnTo>
                  <a:pt x="0" y="606551"/>
                </a:lnTo>
                <a:close/>
              </a:path>
            </a:pathLst>
          </a:custGeom>
          <a:ln w="12700">
            <a:solidFill>
              <a:srgbClr val="000000"/>
            </a:solidFill>
          </a:ln>
        </p:spPr>
        <p:txBody>
          <a:bodyPr wrap="square" lIns="0" tIns="0" rIns="0" bIns="0" rtlCol="0"/>
          <a:lstStyle/>
          <a:p>
            <a:endParaRPr/>
          </a:p>
        </p:txBody>
      </p:sp>
      <p:sp>
        <p:nvSpPr>
          <p:cNvPr id="107" name="object 84">
            <a:extLst>
              <a:ext uri="{FF2B5EF4-FFF2-40B4-BE49-F238E27FC236}">
                <a16:creationId xmlns:a16="http://schemas.microsoft.com/office/drawing/2014/main" id="{A9EB796A-3AF4-4E07-AF10-8FFB9BC90748}"/>
              </a:ext>
            </a:extLst>
          </p:cNvPr>
          <p:cNvSpPr/>
          <p:nvPr/>
        </p:nvSpPr>
        <p:spPr>
          <a:xfrm>
            <a:off x="6803741"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8" name="object 85">
            <a:extLst>
              <a:ext uri="{FF2B5EF4-FFF2-40B4-BE49-F238E27FC236}">
                <a16:creationId xmlns:a16="http://schemas.microsoft.com/office/drawing/2014/main" id="{A4E95497-3AD5-4F66-91A5-F9D15DAF9539}"/>
              </a:ext>
            </a:extLst>
          </p:cNvPr>
          <p:cNvSpPr/>
          <p:nvPr/>
        </p:nvSpPr>
        <p:spPr>
          <a:xfrm>
            <a:off x="6872321" y="2363388"/>
            <a:ext cx="114300" cy="481965"/>
          </a:xfrm>
          <a:custGeom>
            <a:avLst/>
            <a:gdLst/>
            <a:ahLst/>
            <a:cxnLst/>
            <a:rect l="l" t="t" r="r" b="b"/>
            <a:pathLst>
              <a:path w="114300" h="481964">
                <a:moveTo>
                  <a:pt x="7378" y="0"/>
                </a:moveTo>
                <a:lnTo>
                  <a:pt x="47071" y="36937"/>
                </a:lnTo>
                <a:lnTo>
                  <a:pt x="81589" y="73998"/>
                </a:lnTo>
                <a:lnTo>
                  <a:pt x="105732" y="111308"/>
                </a:lnTo>
                <a:lnTo>
                  <a:pt x="114300" y="148996"/>
                </a:lnTo>
                <a:lnTo>
                  <a:pt x="101925" y="179133"/>
                </a:lnTo>
                <a:lnTo>
                  <a:pt x="73517" y="209186"/>
                </a:lnTo>
                <a:lnTo>
                  <a:pt x="39867" y="239603"/>
                </a:lnTo>
                <a:lnTo>
                  <a:pt x="11765" y="270830"/>
                </a:lnTo>
                <a:lnTo>
                  <a:pt x="0" y="303314"/>
                </a:lnTo>
                <a:lnTo>
                  <a:pt x="9820" y="345892"/>
                </a:lnTo>
                <a:lnTo>
                  <a:pt x="35713" y="390124"/>
                </a:lnTo>
                <a:lnTo>
                  <a:pt x="72325" y="435519"/>
                </a:lnTo>
                <a:lnTo>
                  <a:pt x="114300" y="481583"/>
                </a:lnTo>
              </a:path>
            </a:pathLst>
          </a:custGeom>
          <a:ln w="25400">
            <a:solidFill>
              <a:srgbClr val="000000"/>
            </a:solidFill>
          </a:ln>
        </p:spPr>
        <p:txBody>
          <a:bodyPr wrap="square" lIns="0" tIns="0" rIns="0" bIns="0" rtlCol="0"/>
          <a:lstStyle/>
          <a:p>
            <a:endParaRPr/>
          </a:p>
        </p:txBody>
      </p:sp>
      <p:sp>
        <p:nvSpPr>
          <p:cNvPr id="109" name="object 86">
            <a:extLst>
              <a:ext uri="{FF2B5EF4-FFF2-40B4-BE49-F238E27FC236}">
                <a16:creationId xmlns:a16="http://schemas.microsoft.com/office/drawing/2014/main" id="{97A90E70-CAD9-47A1-A43C-9E4BEAD6C801}"/>
              </a:ext>
            </a:extLst>
          </p:cNvPr>
          <p:cNvSpPr/>
          <p:nvPr/>
        </p:nvSpPr>
        <p:spPr>
          <a:xfrm>
            <a:off x="6940902" y="2363388"/>
            <a:ext cx="114300" cy="481965"/>
          </a:xfrm>
          <a:custGeom>
            <a:avLst/>
            <a:gdLst/>
            <a:ahLst/>
            <a:cxnLst/>
            <a:rect l="l" t="t" r="r" b="b"/>
            <a:pathLst>
              <a:path w="114300" h="481964">
                <a:moveTo>
                  <a:pt x="7378" y="0"/>
                </a:moveTo>
                <a:lnTo>
                  <a:pt x="47082" y="36937"/>
                </a:lnTo>
                <a:lnTo>
                  <a:pt x="81599"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0" name="object 87">
            <a:extLst>
              <a:ext uri="{FF2B5EF4-FFF2-40B4-BE49-F238E27FC236}">
                <a16:creationId xmlns:a16="http://schemas.microsoft.com/office/drawing/2014/main" id="{1E18E7FF-770C-4868-8A78-F52FEFE68DEC}"/>
              </a:ext>
            </a:extLst>
          </p:cNvPr>
          <p:cNvSpPr/>
          <p:nvPr/>
        </p:nvSpPr>
        <p:spPr>
          <a:xfrm>
            <a:off x="7009482"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1" name="object 88">
            <a:extLst>
              <a:ext uri="{FF2B5EF4-FFF2-40B4-BE49-F238E27FC236}">
                <a16:creationId xmlns:a16="http://schemas.microsoft.com/office/drawing/2014/main" id="{B4D40DD6-471A-4627-9E08-134BDB51D0C4}"/>
              </a:ext>
            </a:extLst>
          </p:cNvPr>
          <p:cNvSpPr/>
          <p:nvPr/>
        </p:nvSpPr>
        <p:spPr>
          <a:xfrm>
            <a:off x="7078061"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2" name="object 89">
            <a:extLst>
              <a:ext uri="{FF2B5EF4-FFF2-40B4-BE49-F238E27FC236}">
                <a16:creationId xmlns:a16="http://schemas.microsoft.com/office/drawing/2014/main" id="{0237FD73-2A70-4BF9-B6D2-232E6A6F1C0E}"/>
              </a:ext>
            </a:extLst>
          </p:cNvPr>
          <p:cNvSpPr/>
          <p:nvPr/>
        </p:nvSpPr>
        <p:spPr>
          <a:xfrm>
            <a:off x="7625939"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solidFill>
            <a:srgbClr val="FFCC66"/>
          </a:solidFill>
        </p:spPr>
        <p:txBody>
          <a:bodyPr wrap="square" lIns="0" tIns="0" rIns="0" bIns="0" rtlCol="0"/>
          <a:lstStyle/>
          <a:p>
            <a:endParaRPr/>
          </a:p>
        </p:txBody>
      </p:sp>
      <p:sp>
        <p:nvSpPr>
          <p:cNvPr id="113" name="object 90">
            <a:extLst>
              <a:ext uri="{FF2B5EF4-FFF2-40B4-BE49-F238E27FC236}">
                <a16:creationId xmlns:a16="http://schemas.microsoft.com/office/drawing/2014/main" id="{8DECB86F-5811-422C-A0B9-1140C7497A28}"/>
              </a:ext>
            </a:extLst>
          </p:cNvPr>
          <p:cNvSpPr/>
          <p:nvPr/>
        </p:nvSpPr>
        <p:spPr>
          <a:xfrm>
            <a:off x="7625939"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ln w="12700">
            <a:solidFill>
              <a:srgbClr val="000000"/>
            </a:solidFill>
          </a:ln>
        </p:spPr>
        <p:txBody>
          <a:bodyPr wrap="square" lIns="0" tIns="0" rIns="0" bIns="0" rtlCol="0"/>
          <a:lstStyle/>
          <a:p>
            <a:endParaRPr/>
          </a:p>
        </p:txBody>
      </p:sp>
      <p:sp>
        <p:nvSpPr>
          <p:cNvPr id="114" name="object 91">
            <a:extLst>
              <a:ext uri="{FF2B5EF4-FFF2-40B4-BE49-F238E27FC236}">
                <a16:creationId xmlns:a16="http://schemas.microsoft.com/office/drawing/2014/main" id="{D6FD7891-2AE7-4C24-B153-FBBD8C4DED74}"/>
              </a:ext>
            </a:extLst>
          </p:cNvPr>
          <p:cNvSpPr/>
          <p:nvPr/>
        </p:nvSpPr>
        <p:spPr>
          <a:xfrm>
            <a:off x="7672421" y="2363388"/>
            <a:ext cx="114300" cy="481965"/>
          </a:xfrm>
          <a:custGeom>
            <a:avLst/>
            <a:gdLst/>
            <a:ahLst/>
            <a:cxnLst/>
            <a:rect l="l" t="t" r="r" b="b"/>
            <a:pathLst>
              <a:path w="114300" h="481964">
                <a:moveTo>
                  <a:pt x="7366"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5" name="object 92">
            <a:extLst>
              <a:ext uri="{FF2B5EF4-FFF2-40B4-BE49-F238E27FC236}">
                <a16:creationId xmlns:a16="http://schemas.microsoft.com/office/drawing/2014/main" id="{6D443629-6372-4402-B3C7-9CDF69AC8491}"/>
              </a:ext>
            </a:extLst>
          </p:cNvPr>
          <p:cNvSpPr/>
          <p:nvPr/>
        </p:nvSpPr>
        <p:spPr>
          <a:xfrm>
            <a:off x="7741001" y="2363388"/>
            <a:ext cx="114300" cy="481965"/>
          </a:xfrm>
          <a:custGeom>
            <a:avLst/>
            <a:gdLst/>
            <a:ahLst/>
            <a:cxnLst/>
            <a:rect l="l" t="t" r="r" b="b"/>
            <a:pathLst>
              <a:path w="114300" h="481964">
                <a:moveTo>
                  <a:pt x="7366"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6" name="object 93">
            <a:extLst>
              <a:ext uri="{FF2B5EF4-FFF2-40B4-BE49-F238E27FC236}">
                <a16:creationId xmlns:a16="http://schemas.microsoft.com/office/drawing/2014/main" id="{D589666D-8222-4778-9693-86D2A2FE137D}"/>
              </a:ext>
            </a:extLst>
          </p:cNvPr>
          <p:cNvSpPr/>
          <p:nvPr/>
        </p:nvSpPr>
        <p:spPr>
          <a:xfrm>
            <a:off x="7809582" y="2363388"/>
            <a:ext cx="114300" cy="481965"/>
          </a:xfrm>
          <a:custGeom>
            <a:avLst/>
            <a:gdLst/>
            <a:ahLst/>
            <a:cxnLst/>
            <a:rect l="l" t="t" r="r" b="b"/>
            <a:pathLst>
              <a:path w="114300" h="481964">
                <a:moveTo>
                  <a:pt x="7366"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7" name="object 94">
            <a:extLst>
              <a:ext uri="{FF2B5EF4-FFF2-40B4-BE49-F238E27FC236}">
                <a16:creationId xmlns:a16="http://schemas.microsoft.com/office/drawing/2014/main" id="{1D3AA40A-585C-4D8A-8483-EE563CC76A91}"/>
              </a:ext>
            </a:extLst>
          </p:cNvPr>
          <p:cNvSpPr/>
          <p:nvPr/>
        </p:nvSpPr>
        <p:spPr>
          <a:xfrm>
            <a:off x="7878161"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8" name="object 95">
            <a:extLst>
              <a:ext uri="{FF2B5EF4-FFF2-40B4-BE49-F238E27FC236}">
                <a16:creationId xmlns:a16="http://schemas.microsoft.com/office/drawing/2014/main" id="{7BF62EF6-5400-48CA-95E9-F7A2680D4C2E}"/>
              </a:ext>
            </a:extLst>
          </p:cNvPr>
          <p:cNvSpPr/>
          <p:nvPr/>
        </p:nvSpPr>
        <p:spPr>
          <a:xfrm>
            <a:off x="7946742"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9" name="object 96">
            <a:extLst>
              <a:ext uri="{FF2B5EF4-FFF2-40B4-BE49-F238E27FC236}">
                <a16:creationId xmlns:a16="http://schemas.microsoft.com/office/drawing/2014/main" id="{C494DB74-2E16-460D-916E-57A914C67146}"/>
              </a:ext>
            </a:extLst>
          </p:cNvPr>
          <p:cNvSpPr txBox="1"/>
          <p:nvPr/>
        </p:nvSpPr>
        <p:spPr>
          <a:xfrm>
            <a:off x="6239862" y="2408142"/>
            <a:ext cx="1974342" cy="299720"/>
          </a:xfrm>
          <a:prstGeom prst="rect">
            <a:avLst/>
          </a:prstGeom>
        </p:spPr>
        <p:txBody>
          <a:bodyPr vert="horz" wrap="square" lIns="0" tIns="12700" rIns="0" bIns="0" rtlCol="0">
            <a:spAutoFit/>
          </a:bodyPr>
          <a:lstStyle/>
          <a:p>
            <a:pPr marL="378460" algn="ctr">
              <a:lnSpc>
                <a:spcPct val="100000"/>
              </a:lnSpc>
              <a:spcBef>
                <a:spcPts val="100"/>
              </a:spcBef>
            </a:pPr>
            <a:r>
              <a:rPr sz="1800" b="1" dirty="0">
                <a:latin typeface="Arial" panose="020B0604020202020204"/>
                <a:cs typeface="Arial" panose="020B0604020202020204"/>
              </a:rPr>
              <a:t>...</a:t>
            </a:r>
            <a:endParaRPr sz="1800" dirty="0">
              <a:latin typeface="Arial" panose="020B0604020202020204"/>
              <a:cs typeface="Arial" panose="020B0604020202020204"/>
            </a:endParaRPr>
          </a:p>
        </p:txBody>
      </p:sp>
      <p:cxnSp>
        <p:nvCxnSpPr>
          <p:cNvPr id="8" name="直接连接符 7">
            <a:extLst>
              <a:ext uri="{FF2B5EF4-FFF2-40B4-BE49-F238E27FC236}">
                <a16:creationId xmlns:a16="http://schemas.microsoft.com/office/drawing/2014/main" id="{E972E9B5-841E-4DDE-95F5-F4F7BDFB5EE7}"/>
              </a:ext>
            </a:extLst>
          </p:cNvPr>
          <p:cNvCxnSpPr>
            <a:cxnSpLocks/>
          </p:cNvCxnSpPr>
          <p:nvPr/>
        </p:nvCxnSpPr>
        <p:spPr bwMode="auto">
          <a:xfrm>
            <a:off x="4241390" y="871097"/>
            <a:ext cx="41410" cy="5605903"/>
          </a:xfrm>
          <a:prstGeom prst="line">
            <a:avLst/>
          </a:prstGeom>
          <a:solidFill>
            <a:srgbClr val="C0C0C0"/>
          </a:solidFill>
          <a:ln w="9525" cap="flat" cmpd="sng" algn="ctr">
            <a:solidFill>
              <a:schemeClr val="tx1"/>
            </a:solidFill>
            <a:prstDash val="sysDash"/>
            <a:round/>
            <a:headEnd type="none" w="med" len="med"/>
            <a:tailEnd type="none" w="med" len="med"/>
          </a:ln>
          <a:effectLst/>
        </p:spPr>
      </p:cxnSp>
    </p:spTree>
    <p:extLst>
      <p:ext uri="{BB962C8B-B14F-4D97-AF65-F5344CB8AC3E}">
        <p14:creationId xmlns:p14="http://schemas.microsoft.com/office/powerpoint/2010/main" val="2532558367"/>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CUDA: Memory Hierarchy</a:t>
            </a:r>
          </a:p>
        </p:txBody>
      </p:sp>
      <p:pic>
        <p:nvPicPr>
          <p:cNvPr id="6" name="Imagen 5" descr="CUDA_progmodel.eps"/>
          <p:cNvPicPr>
            <a:picLocks noChangeAspect="1"/>
          </p:cNvPicPr>
          <p:nvPr/>
        </p:nvPicPr>
        <p:blipFill>
          <a:blip r:embed="rId2"/>
          <a:stretch>
            <a:fillRect/>
          </a:stretch>
        </p:blipFill>
        <p:spPr>
          <a:xfrm>
            <a:off x="1224518" y="1341288"/>
            <a:ext cx="6694965" cy="4680000"/>
          </a:xfrm>
          <a:prstGeom prst="rect">
            <a:avLst/>
          </a:prstGeom>
        </p:spPr>
      </p:pic>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51</a:t>
            </a:fld>
            <a:endParaRPr lang="en-US" altLang="en-US"/>
          </a:p>
        </p:txBody>
      </p:sp>
    </p:spTree>
    <p:extLst>
      <p:ext uri="{BB962C8B-B14F-4D97-AF65-F5344CB8AC3E}">
        <p14:creationId xmlns:p14="http://schemas.microsoft.com/office/powerpoint/2010/main" val="3448630270"/>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30" name="Rectangle 6"/>
          <p:cNvSpPr>
            <a:spLocks noGrp="1" noChangeArrowheads="1"/>
          </p:cNvSpPr>
          <p:nvPr>
            <p:ph type="body" idx="1"/>
          </p:nvPr>
        </p:nvSpPr>
        <p:spPr>
          <a:xfrm>
            <a:off x="251520" y="908720"/>
            <a:ext cx="8521824" cy="5472608"/>
          </a:xfrm>
        </p:spPr>
        <p:txBody>
          <a:bodyPr>
            <a:normAutofit lnSpcReduction="10000"/>
          </a:bodyPr>
          <a:lstStyle/>
          <a:p>
            <a:pPr>
              <a:lnSpc>
                <a:spcPct val="120000"/>
              </a:lnSpc>
            </a:pPr>
            <a:r>
              <a:rPr lang="en-US" sz="2000" dirty="0"/>
              <a:t>Function prototypes</a:t>
            </a:r>
          </a:p>
          <a:p>
            <a:pPr marL="0" lvl="1" indent="0" algn="just">
              <a:lnSpc>
                <a:spcPct val="120000"/>
              </a:lnSpc>
              <a:buSzPct val="100000"/>
              <a:buNone/>
            </a:pPr>
            <a:r>
              <a:rPr lang="en-US" sz="1600" dirty="0">
                <a:latin typeface="Courier"/>
                <a:cs typeface="Courier"/>
              </a:rPr>
              <a:t>   float </a:t>
            </a:r>
            <a:r>
              <a:rPr lang="en-US" sz="1600" dirty="0" err="1">
                <a:latin typeface="Courier"/>
                <a:cs typeface="Courier"/>
              </a:rPr>
              <a:t>serialFunction</a:t>
            </a:r>
            <a:r>
              <a:rPr lang="en-US" sz="1600" dirty="0">
                <a:latin typeface="Courier"/>
                <a:cs typeface="Courier"/>
              </a:rPr>
              <a:t>(…);</a:t>
            </a:r>
          </a:p>
          <a:p>
            <a:pPr marL="0" lvl="1" indent="0" algn="just">
              <a:lnSpc>
                <a:spcPct val="120000"/>
              </a:lnSpc>
              <a:buSzPct val="100000"/>
              <a:buNone/>
            </a:pPr>
            <a:r>
              <a:rPr lang="en-US" sz="1600" dirty="0">
                <a:latin typeface="Courier"/>
                <a:cs typeface="Courier"/>
              </a:rPr>
              <a:t>   __global__ void kernel(…);</a:t>
            </a:r>
          </a:p>
          <a:p>
            <a:pPr>
              <a:lnSpc>
                <a:spcPct val="120000"/>
              </a:lnSpc>
            </a:pPr>
            <a:endParaRPr lang="en-US" sz="2000" dirty="0">
              <a:latin typeface="Courier"/>
              <a:cs typeface="Courier"/>
            </a:endParaRPr>
          </a:p>
          <a:p>
            <a:pPr>
              <a:lnSpc>
                <a:spcPct val="120000"/>
              </a:lnSpc>
            </a:pPr>
            <a:r>
              <a:rPr lang="en-US" sz="2000" dirty="0">
                <a:latin typeface="Courier"/>
                <a:cs typeface="Courier"/>
              </a:rPr>
              <a:t>main()</a:t>
            </a:r>
          </a:p>
          <a:p>
            <a:pPr lvl="1">
              <a:lnSpc>
                <a:spcPct val="120000"/>
              </a:lnSpc>
            </a:pPr>
            <a:r>
              <a:rPr lang="en-US" sz="1600" dirty="0"/>
              <a:t>1) </a:t>
            </a:r>
            <a:r>
              <a:rPr lang="en-US" sz="1600" dirty="0">
                <a:solidFill>
                  <a:srgbClr val="0000FF"/>
                </a:solidFill>
              </a:rPr>
              <a:t>Allocate memory</a:t>
            </a:r>
            <a:r>
              <a:rPr lang="en-US" sz="1600" dirty="0"/>
              <a:t> space on the device – </a:t>
            </a:r>
            <a:r>
              <a:rPr lang="en-US" sz="1600" dirty="0" err="1">
                <a:latin typeface="Courier"/>
                <a:cs typeface="Courier"/>
              </a:rPr>
              <a:t>cudaMalloc</a:t>
            </a:r>
            <a:r>
              <a:rPr lang="en-US" sz="1600" dirty="0">
                <a:latin typeface="Courier"/>
                <a:cs typeface="Courier"/>
              </a:rPr>
              <a:t>(&amp;</a:t>
            </a:r>
            <a:r>
              <a:rPr lang="en-US" sz="1600" dirty="0" err="1">
                <a:latin typeface="Courier"/>
                <a:cs typeface="Courier"/>
              </a:rPr>
              <a:t>d_in</a:t>
            </a:r>
            <a:r>
              <a:rPr lang="en-US" sz="1600" dirty="0">
                <a:latin typeface="Courier"/>
                <a:cs typeface="Courier"/>
              </a:rPr>
              <a:t>, bytes);</a:t>
            </a:r>
          </a:p>
          <a:p>
            <a:pPr lvl="1">
              <a:lnSpc>
                <a:spcPct val="120000"/>
              </a:lnSpc>
            </a:pPr>
            <a:r>
              <a:rPr lang="en-US" sz="1600" dirty="0"/>
              <a:t>2) Transfer data from </a:t>
            </a:r>
            <a:r>
              <a:rPr lang="en-US" sz="1600" dirty="0">
                <a:solidFill>
                  <a:srgbClr val="0000FF"/>
                </a:solidFill>
              </a:rPr>
              <a:t>host to device</a:t>
            </a:r>
            <a:r>
              <a:rPr lang="en-US" sz="1600" dirty="0"/>
              <a:t> – </a:t>
            </a:r>
            <a:r>
              <a:rPr lang="en-US" sz="1600" dirty="0" err="1">
                <a:latin typeface="Courier"/>
                <a:cs typeface="Courier"/>
              </a:rPr>
              <a:t>cudaMemCpy</a:t>
            </a:r>
            <a:r>
              <a:rPr lang="en-US" sz="1600" dirty="0">
                <a:latin typeface="Courier"/>
                <a:cs typeface="Courier"/>
              </a:rPr>
              <a:t>(</a:t>
            </a:r>
            <a:r>
              <a:rPr lang="en-US" sz="1600" dirty="0" err="1">
                <a:latin typeface="Courier"/>
                <a:cs typeface="Courier"/>
              </a:rPr>
              <a:t>d_in</a:t>
            </a:r>
            <a:r>
              <a:rPr lang="en-US" sz="1600" dirty="0">
                <a:latin typeface="Courier"/>
                <a:cs typeface="Courier"/>
              </a:rPr>
              <a:t>, </a:t>
            </a:r>
            <a:r>
              <a:rPr lang="en-US" sz="1600" dirty="0" err="1">
                <a:latin typeface="Courier"/>
                <a:cs typeface="Courier"/>
              </a:rPr>
              <a:t>h_in</a:t>
            </a:r>
            <a:r>
              <a:rPr lang="en-US" sz="1600" dirty="0">
                <a:latin typeface="Courier"/>
                <a:cs typeface="Courier"/>
              </a:rPr>
              <a:t>, </a:t>
            </a:r>
            <a:r>
              <a:rPr lang="is-IS" sz="1600" dirty="0">
                <a:latin typeface="Courier"/>
                <a:cs typeface="Courier"/>
              </a:rPr>
              <a:t>…</a:t>
            </a:r>
            <a:r>
              <a:rPr lang="en-US" sz="1600" dirty="0">
                <a:latin typeface="Courier"/>
                <a:cs typeface="Courier"/>
              </a:rPr>
              <a:t>);</a:t>
            </a:r>
          </a:p>
          <a:p>
            <a:pPr lvl="1">
              <a:lnSpc>
                <a:spcPct val="120000"/>
              </a:lnSpc>
            </a:pPr>
            <a:r>
              <a:rPr lang="en-US" sz="1600" dirty="0"/>
              <a:t>3) Execution configuration setup: #blocks and #threads</a:t>
            </a:r>
          </a:p>
          <a:p>
            <a:pPr lvl="1">
              <a:lnSpc>
                <a:spcPct val="120000"/>
              </a:lnSpc>
            </a:pPr>
            <a:r>
              <a:rPr lang="en-US" sz="1600" dirty="0"/>
              <a:t>4) </a:t>
            </a:r>
            <a:r>
              <a:rPr lang="en-US" sz="1600" dirty="0">
                <a:solidFill>
                  <a:srgbClr val="0000FF"/>
                </a:solidFill>
              </a:rPr>
              <a:t>Kernel call</a:t>
            </a:r>
            <a:r>
              <a:rPr lang="en-US" sz="1600" dirty="0"/>
              <a:t> – </a:t>
            </a:r>
            <a:r>
              <a:rPr lang="en-US" sz="1600" dirty="0">
                <a:latin typeface="Courier"/>
                <a:cs typeface="Courier"/>
              </a:rPr>
              <a:t>kernel&lt;&lt;&lt;execution configuration&gt;&gt;&gt;(</a:t>
            </a:r>
            <a:r>
              <a:rPr lang="en-US" sz="1600" dirty="0" err="1">
                <a:latin typeface="Courier"/>
                <a:cs typeface="Courier"/>
              </a:rPr>
              <a:t>args</a:t>
            </a:r>
            <a:r>
              <a:rPr lang="en-US" sz="1600" dirty="0">
                <a:latin typeface="Courier"/>
                <a:cs typeface="Courier"/>
              </a:rPr>
              <a:t>…);</a:t>
            </a:r>
          </a:p>
          <a:p>
            <a:pPr lvl="1">
              <a:lnSpc>
                <a:spcPct val="120000"/>
              </a:lnSpc>
            </a:pPr>
            <a:r>
              <a:rPr lang="en-US" sz="1600" dirty="0"/>
              <a:t>5) Transfer results from </a:t>
            </a:r>
            <a:r>
              <a:rPr lang="en-US" sz="1600" dirty="0">
                <a:solidFill>
                  <a:srgbClr val="0000FF"/>
                </a:solidFill>
              </a:rPr>
              <a:t>device to host</a:t>
            </a:r>
            <a:r>
              <a:rPr lang="en-US" sz="1600" dirty="0"/>
              <a:t> – </a:t>
            </a:r>
            <a:r>
              <a:rPr lang="en-US" sz="1600" dirty="0" err="1">
                <a:latin typeface="Courier"/>
                <a:cs typeface="Courier"/>
              </a:rPr>
              <a:t>cudaMemCpy</a:t>
            </a:r>
            <a:r>
              <a:rPr lang="en-US" sz="1600" dirty="0">
                <a:latin typeface="Courier"/>
                <a:cs typeface="Courier"/>
              </a:rPr>
              <a:t>(</a:t>
            </a:r>
            <a:r>
              <a:rPr lang="en-US" sz="1600" dirty="0" err="1">
                <a:latin typeface="Courier"/>
                <a:cs typeface="Courier"/>
              </a:rPr>
              <a:t>h_out</a:t>
            </a:r>
            <a:r>
              <a:rPr lang="en-US" sz="1600" dirty="0">
                <a:latin typeface="Courier"/>
                <a:cs typeface="Courier"/>
              </a:rPr>
              <a:t>, </a:t>
            </a:r>
            <a:r>
              <a:rPr lang="en-US" sz="1600" dirty="0" err="1">
                <a:latin typeface="Courier"/>
                <a:cs typeface="Courier"/>
              </a:rPr>
              <a:t>d_out</a:t>
            </a:r>
            <a:r>
              <a:rPr lang="en-US" sz="1600" dirty="0">
                <a:latin typeface="Courier"/>
                <a:cs typeface="Courier"/>
              </a:rPr>
              <a:t>, …);</a:t>
            </a:r>
            <a:endParaRPr lang="en-US" sz="1600" dirty="0"/>
          </a:p>
          <a:p>
            <a:pPr>
              <a:lnSpc>
                <a:spcPct val="120000"/>
              </a:lnSpc>
            </a:pPr>
            <a:endParaRPr lang="en-US" sz="2000" dirty="0"/>
          </a:p>
          <a:p>
            <a:pPr>
              <a:lnSpc>
                <a:spcPct val="120000"/>
              </a:lnSpc>
            </a:pPr>
            <a:r>
              <a:rPr lang="en-US" sz="2000" dirty="0"/>
              <a:t>Kernel – </a:t>
            </a:r>
            <a:r>
              <a:rPr lang="en-US" sz="2000" dirty="0">
                <a:latin typeface="Courier"/>
                <a:cs typeface="Courier"/>
              </a:rPr>
              <a:t>__global__ void kernel(type </a:t>
            </a:r>
            <a:r>
              <a:rPr lang="en-US" sz="2000" dirty="0" err="1">
                <a:latin typeface="Courier"/>
                <a:cs typeface="Courier"/>
              </a:rPr>
              <a:t>args</a:t>
            </a:r>
            <a:r>
              <a:rPr lang="en-US" sz="2000" dirty="0">
                <a:latin typeface="Courier"/>
                <a:cs typeface="Courier"/>
              </a:rPr>
              <a:t>,…)</a:t>
            </a:r>
          </a:p>
          <a:p>
            <a:pPr marL="800100" lvl="3" indent="-342900">
              <a:lnSpc>
                <a:spcPct val="120000"/>
              </a:lnSpc>
            </a:pPr>
            <a:r>
              <a:rPr lang="en-US" sz="1600" dirty="0"/>
              <a:t>Automatic variables transparently assigned to </a:t>
            </a:r>
            <a:r>
              <a:rPr lang="en-US" sz="1600" dirty="0">
                <a:solidFill>
                  <a:srgbClr val="00B050"/>
                </a:solidFill>
              </a:rPr>
              <a:t>registers</a:t>
            </a:r>
          </a:p>
          <a:p>
            <a:pPr marL="800100" lvl="3" indent="-342900">
              <a:lnSpc>
                <a:spcPct val="120000"/>
              </a:lnSpc>
            </a:pPr>
            <a:r>
              <a:rPr lang="en-US" sz="1600" dirty="0">
                <a:solidFill>
                  <a:srgbClr val="00B050"/>
                </a:solidFill>
              </a:rPr>
              <a:t>Shared memory</a:t>
            </a:r>
            <a:r>
              <a:rPr lang="en-US" sz="1600" dirty="0"/>
              <a:t>:  </a:t>
            </a:r>
            <a:r>
              <a:rPr lang="en-US" sz="1600" dirty="0">
                <a:latin typeface="Courier"/>
                <a:cs typeface="Courier"/>
              </a:rPr>
              <a:t>__shared__</a:t>
            </a:r>
            <a:endParaRPr lang="en-US" sz="1600" dirty="0">
              <a:cs typeface="Courier"/>
            </a:endParaRPr>
          </a:p>
          <a:p>
            <a:pPr marL="800100" lvl="3" indent="-342900">
              <a:lnSpc>
                <a:spcPct val="120000"/>
              </a:lnSpc>
            </a:pPr>
            <a:r>
              <a:rPr lang="en-US" sz="1600" dirty="0"/>
              <a:t>Intra-block </a:t>
            </a:r>
            <a:r>
              <a:rPr lang="en-US" sz="1600" dirty="0">
                <a:solidFill>
                  <a:srgbClr val="00B050"/>
                </a:solidFill>
              </a:rPr>
              <a:t>synchronization</a:t>
            </a:r>
            <a:r>
              <a:rPr lang="en-US" sz="1600" dirty="0"/>
              <a:t>: </a:t>
            </a:r>
            <a:r>
              <a:rPr lang="en-US" sz="1600" dirty="0">
                <a:latin typeface="Courier"/>
                <a:cs typeface="Courier"/>
              </a:rPr>
              <a:t>__</a:t>
            </a:r>
            <a:r>
              <a:rPr lang="en-US" sz="1600" dirty="0" err="1">
                <a:latin typeface="Courier"/>
                <a:cs typeface="Courier"/>
              </a:rPr>
              <a:t>syncthreads</a:t>
            </a:r>
            <a:r>
              <a:rPr lang="en-US" sz="1600" dirty="0">
                <a:latin typeface="Courier"/>
                <a:cs typeface="Courier"/>
              </a:rPr>
              <a:t>();</a:t>
            </a:r>
          </a:p>
        </p:txBody>
      </p:sp>
      <p:sp>
        <p:nvSpPr>
          <p:cNvPr id="282632" name="AutoShape 8"/>
          <p:cNvSpPr>
            <a:spLocks noChangeArrowheads="1"/>
          </p:cNvSpPr>
          <p:nvPr/>
        </p:nvSpPr>
        <p:spPr bwMode="auto">
          <a:xfrm rot="15914182">
            <a:off x="7665367" y="3544989"/>
            <a:ext cx="1222055" cy="289848"/>
          </a:xfrm>
          <a:prstGeom prst="curvedUpArrow">
            <a:avLst>
              <a:gd name="adj1" fmla="val 46417"/>
              <a:gd name="adj2" fmla="val 92834"/>
              <a:gd name="adj3" fmla="val 34601"/>
            </a:avLst>
          </a:prstGeom>
          <a:solidFill>
            <a:schemeClr val="accent1"/>
          </a:solidFill>
          <a:ln w="9525">
            <a:solidFill>
              <a:schemeClr val="tx1"/>
            </a:solidFill>
            <a:miter lim="800000"/>
            <a:headEnd/>
            <a:tailEnd/>
          </a:ln>
          <a:effectLst/>
        </p:spPr>
        <p:txBody>
          <a:bodyPr wrap="none" anchor="ctr">
            <a:prstTxWarp prst="textNoShape">
              <a:avLst/>
            </a:prstTxWarp>
          </a:bodyPr>
          <a:lstStyle/>
          <a:p>
            <a:endParaRPr lang="es-ES_tradnl"/>
          </a:p>
        </p:txBody>
      </p:sp>
      <p:sp>
        <p:nvSpPr>
          <p:cNvPr id="282633" name="Text Box 9"/>
          <p:cNvSpPr txBox="1">
            <a:spLocks noChangeArrowheads="1"/>
          </p:cNvSpPr>
          <p:nvPr/>
        </p:nvSpPr>
        <p:spPr bwMode="auto">
          <a:xfrm rot="16200000">
            <a:off x="7580805" y="3461890"/>
            <a:ext cx="2083296" cy="307777"/>
          </a:xfrm>
          <a:prstGeom prst="rect">
            <a:avLst/>
          </a:prstGeom>
          <a:noFill/>
          <a:ln w="9525">
            <a:noFill/>
            <a:miter lim="800000"/>
            <a:headEnd/>
            <a:tailEnd/>
          </a:ln>
          <a:effectLst/>
        </p:spPr>
        <p:txBody>
          <a:bodyPr wrap="square">
            <a:prstTxWarp prst="textNoShape">
              <a:avLst/>
            </a:prstTxWarp>
            <a:spAutoFit/>
          </a:bodyPr>
          <a:lstStyle/>
          <a:p>
            <a:r>
              <a:rPr lang="en-US" sz="1400" b="1" dirty="0">
                <a:latin typeface="Verdana"/>
                <a:cs typeface="Verdana"/>
              </a:rPr>
              <a:t>Repeat</a:t>
            </a:r>
            <a:r>
              <a:rPr lang="zh-CN" altLang="en-US" sz="1400" b="1" dirty="0">
                <a:latin typeface="Verdana"/>
                <a:cs typeface="Verdana"/>
              </a:rPr>
              <a:t> </a:t>
            </a:r>
            <a:r>
              <a:rPr lang="en-US" sz="1400" b="1" dirty="0">
                <a:latin typeface="Verdana"/>
                <a:cs typeface="Verdana"/>
              </a:rPr>
              <a:t>as needed</a:t>
            </a:r>
          </a:p>
        </p:txBody>
      </p:sp>
      <p:sp>
        <p:nvSpPr>
          <p:cNvPr id="4" name="Título 3"/>
          <p:cNvSpPr>
            <a:spLocks noGrp="1"/>
          </p:cNvSpPr>
          <p:nvPr>
            <p:ph type="title"/>
          </p:nvPr>
        </p:nvSpPr>
        <p:spPr/>
        <p:txBody>
          <a:bodyPr/>
          <a:lstStyle/>
          <a:p>
            <a:r>
              <a:rPr lang="en-US" dirty="0"/>
              <a:t>Traditional Program Structure in CUDA</a:t>
            </a:r>
          </a:p>
        </p:txBody>
      </p:sp>
      <p:sp>
        <p:nvSpPr>
          <p:cNvPr id="2" name="Marcador de número de diapositiva 1"/>
          <p:cNvSpPr>
            <a:spLocks noGrp="1"/>
          </p:cNvSpPr>
          <p:nvPr>
            <p:ph type="sldNum" sz="quarter" idx="11"/>
          </p:nvPr>
        </p:nvSpPr>
        <p:spPr/>
        <p:txBody>
          <a:bodyPr/>
          <a:lstStyle/>
          <a:p>
            <a:fld id="{323594FA-E141-4234-AE05-360401972BE7}" type="slidenum">
              <a:rPr lang="en-US" altLang="en-US" smtClean="0"/>
              <a:pPr/>
              <a:t>52</a:t>
            </a:fld>
            <a:endParaRPr lang="en-US" altLang="en-US"/>
          </a:p>
        </p:txBody>
      </p:sp>
      <p:sp>
        <p:nvSpPr>
          <p:cNvPr id="7" name="CuadroTexto 6"/>
          <p:cNvSpPr txBox="1"/>
          <p:nvPr/>
        </p:nvSpPr>
        <p:spPr>
          <a:xfrm>
            <a:off x="7545764" y="6165304"/>
            <a:ext cx="1274708" cy="215444"/>
          </a:xfrm>
          <a:prstGeom prst="rect">
            <a:avLst/>
          </a:prstGeom>
          <a:noFill/>
        </p:spPr>
        <p:txBody>
          <a:bodyPr wrap="none" rtlCol="0">
            <a:spAutoFit/>
          </a:bodyPr>
          <a:lstStyle/>
          <a:p>
            <a:r>
              <a:rPr lang="en-US" sz="800" dirty="0"/>
              <a:t>Slide credit: </a:t>
            </a:r>
            <a:r>
              <a:rPr lang="en-US" sz="800" dirty="0" err="1"/>
              <a:t>Hwu</a:t>
            </a:r>
            <a:r>
              <a:rPr lang="en-US" sz="800" dirty="0"/>
              <a:t> &amp; Kirk</a:t>
            </a:r>
          </a:p>
        </p:txBody>
      </p:sp>
    </p:spTree>
    <p:extLst>
      <p:ext uri="{BB962C8B-B14F-4D97-AF65-F5344CB8AC3E}">
        <p14:creationId xmlns:p14="http://schemas.microsoft.com/office/powerpoint/2010/main" val="39676541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263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263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2630">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2630">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2630">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2630">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2630">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2630">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2630">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26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263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82630">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2630">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2630">
                                            <p:txEl>
                                              <p:pRg st="13" end="1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82630">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32" grpId="0" animBg="1"/>
      <p:bldP spid="282633" grpId="0"/>
      <p:bldP spid="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CUDA Programming Language</a:t>
            </a:r>
          </a:p>
        </p:txBody>
      </p:sp>
      <p:sp>
        <p:nvSpPr>
          <p:cNvPr id="3" name="Marcador de contenido 2"/>
          <p:cNvSpPr>
            <a:spLocks noGrp="1"/>
          </p:cNvSpPr>
          <p:nvPr>
            <p:ph idx="1"/>
          </p:nvPr>
        </p:nvSpPr>
        <p:spPr>
          <a:xfrm>
            <a:off x="251521" y="908720"/>
            <a:ext cx="8568952" cy="5472534"/>
          </a:xfrm>
        </p:spPr>
        <p:txBody>
          <a:bodyPr>
            <a:normAutofit/>
          </a:bodyPr>
          <a:lstStyle/>
          <a:p>
            <a:pPr>
              <a:lnSpc>
                <a:spcPct val="110000"/>
              </a:lnSpc>
            </a:pPr>
            <a:r>
              <a:rPr lang="en-US" sz="2000" dirty="0">
                <a:solidFill>
                  <a:srgbClr val="0000FF"/>
                </a:solidFill>
              </a:rPr>
              <a:t>Memory allocation</a:t>
            </a:r>
          </a:p>
          <a:p>
            <a:pPr marL="457200" lvl="1" indent="0">
              <a:lnSpc>
                <a:spcPct val="110000"/>
              </a:lnSpc>
              <a:buNone/>
            </a:pPr>
            <a:r>
              <a:rPr lang="en-US" sz="1800" dirty="0" err="1">
                <a:latin typeface="Courier"/>
                <a:cs typeface="Courier"/>
              </a:rPr>
              <a:t>cudaMalloc</a:t>
            </a:r>
            <a:r>
              <a:rPr lang="en-US" sz="1800" dirty="0">
                <a:latin typeface="Courier"/>
                <a:cs typeface="Courier"/>
              </a:rPr>
              <a:t>((void**)&amp;</a:t>
            </a:r>
            <a:r>
              <a:rPr lang="en-US" sz="1800" dirty="0" err="1">
                <a:latin typeface="Courier"/>
                <a:cs typeface="Courier"/>
              </a:rPr>
              <a:t>d_in</a:t>
            </a:r>
            <a:r>
              <a:rPr lang="en-US" sz="1800" dirty="0">
                <a:latin typeface="Courier"/>
                <a:cs typeface="Courier"/>
              </a:rPr>
              <a:t>, #bytes);</a:t>
            </a:r>
          </a:p>
          <a:p>
            <a:pPr>
              <a:lnSpc>
                <a:spcPct val="110000"/>
              </a:lnSpc>
            </a:pPr>
            <a:endParaRPr lang="en-US" sz="2000" dirty="0">
              <a:solidFill>
                <a:srgbClr val="0000FF"/>
              </a:solidFill>
            </a:endParaRPr>
          </a:p>
          <a:p>
            <a:pPr>
              <a:lnSpc>
                <a:spcPct val="110000"/>
              </a:lnSpc>
            </a:pPr>
            <a:r>
              <a:rPr lang="en-US" sz="2000" dirty="0">
                <a:solidFill>
                  <a:srgbClr val="0000FF"/>
                </a:solidFill>
              </a:rPr>
              <a:t>Memory copy</a:t>
            </a:r>
          </a:p>
          <a:p>
            <a:pPr marL="457200" lvl="1" indent="0">
              <a:lnSpc>
                <a:spcPct val="110000"/>
              </a:lnSpc>
              <a:buNone/>
            </a:pPr>
            <a:r>
              <a:rPr lang="en-US" sz="1800" dirty="0" err="1">
                <a:latin typeface="Courier"/>
                <a:cs typeface="Courier"/>
              </a:rPr>
              <a:t>cudaMemcpy</a:t>
            </a:r>
            <a:r>
              <a:rPr lang="en-US" sz="1800" dirty="0">
                <a:latin typeface="Courier"/>
                <a:cs typeface="Courier"/>
              </a:rPr>
              <a:t>(</a:t>
            </a:r>
            <a:r>
              <a:rPr lang="en-US" sz="1800" dirty="0" err="1">
                <a:latin typeface="Courier"/>
                <a:cs typeface="Courier"/>
              </a:rPr>
              <a:t>d_in</a:t>
            </a:r>
            <a:r>
              <a:rPr lang="en-US" sz="1800" dirty="0">
                <a:latin typeface="Courier"/>
                <a:cs typeface="Courier"/>
              </a:rPr>
              <a:t>, </a:t>
            </a:r>
            <a:r>
              <a:rPr lang="en-US" sz="1800" dirty="0" err="1">
                <a:latin typeface="Courier"/>
                <a:cs typeface="Courier"/>
              </a:rPr>
              <a:t>h_in</a:t>
            </a:r>
            <a:r>
              <a:rPr lang="en-US" sz="1800" dirty="0">
                <a:latin typeface="Courier"/>
                <a:cs typeface="Courier"/>
              </a:rPr>
              <a:t>, #bytes, </a:t>
            </a:r>
            <a:r>
              <a:rPr lang="en-US" sz="1800" dirty="0" err="1">
                <a:latin typeface="Courier"/>
                <a:cs typeface="Courier"/>
              </a:rPr>
              <a:t>cudaMemcpyHostToDevice</a:t>
            </a:r>
            <a:r>
              <a:rPr lang="en-US" sz="1800" dirty="0">
                <a:latin typeface="Courier"/>
                <a:cs typeface="Courier"/>
              </a:rPr>
              <a:t>);</a:t>
            </a:r>
          </a:p>
          <a:p>
            <a:pPr>
              <a:lnSpc>
                <a:spcPct val="110000"/>
              </a:lnSpc>
            </a:pPr>
            <a:endParaRPr lang="en-US" sz="2000" dirty="0">
              <a:solidFill>
                <a:srgbClr val="0000FF"/>
              </a:solidFill>
            </a:endParaRPr>
          </a:p>
          <a:p>
            <a:pPr>
              <a:lnSpc>
                <a:spcPct val="110000"/>
              </a:lnSpc>
            </a:pPr>
            <a:r>
              <a:rPr lang="en-US" sz="2000" dirty="0">
                <a:solidFill>
                  <a:srgbClr val="0000FF"/>
                </a:solidFill>
              </a:rPr>
              <a:t>Kernel launch</a:t>
            </a:r>
          </a:p>
          <a:p>
            <a:pPr marL="457200" lvl="1" indent="0">
              <a:lnSpc>
                <a:spcPct val="110000"/>
              </a:lnSpc>
              <a:buNone/>
            </a:pPr>
            <a:r>
              <a:rPr lang="en-US" sz="1800" dirty="0">
                <a:latin typeface="Courier"/>
                <a:cs typeface="Courier"/>
              </a:rPr>
              <a:t>kernel&lt;&lt;&lt; #blocks, #threads &gt;&gt;&gt;(</a:t>
            </a:r>
            <a:r>
              <a:rPr lang="en-US" sz="1800" dirty="0" err="1">
                <a:latin typeface="Courier"/>
                <a:cs typeface="Courier"/>
              </a:rPr>
              <a:t>args</a:t>
            </a:r>
            <a:r>
              <a:rPr lang="en-US" sz="1800" dirty="0">
                <a:latin typeface="Courier"/>
                <a:cs typeface="Courier"/>
              </a:rPr>
              <a:t>);</a:t>
            </a:r>
          </a:p>
          <a:p>
            <a:pPr>
              <a:lnSpc>
                <a:spcPct val="110000"/>
              </a:lnSpc>
            </a:pPr>
            <a:endParaRPr lang="en-US" sz="2000" dirty="0">
              <a:solidFill>
                <a:srgbClr val="0000FF"/>
              </a:solidFill>
            </a:endParaRPr>
          </a:p>
          <a:p>
            <a:pPr>
              <a:lnSpc>
                <a:spcPct val="110000"/>
              </a:lnSpc>
            </a:pPr>
            <a:r>
              <a:rPr lang="en-US" sz="2000" dirty="0">
                <a:solidFill>
                  <a:srgbClr val="0000FF"/>
                </a:solidFill>
              </a:rPr>
              <a:t>Memory deallocation</a:t>
            </a:r>
          </a:p>
          <a:p>
            <a:pPr marL="457200" lvl="1" indent="0">
              <a:lnSpc>
                <a:spcPct val="110000"/>
              </a:lnSpc>
              <a:buNone/>
            </a:pPr>
            <a:r>
              <a:rPr lang="en-US" sz="1800" dirty="0" err="1">
                <a:latin typeface="Courier"/>
                <a:cs typeface="Courier"/>
              </a:rPr>
              <a:t>cudaFree</a:t>
            </a:r>
            <a:r>
              <a:rPr lang="en-US" sz="1800" dirty="0">
                <a:latin typeface="Courier"/>
                <a:cs typeface="Courier"/>
              </a:rPr>
              <a:t>(</a:t>
            </a:r>
            <a:r>
              <a:rPr lang="en-US" sz="1800" dirty="0" err="1">
                <a:latin typeface="Courier"/>
                <a:cs typeface="Courier"/>
              </a:rPr>
              <a:t>d_in</a:t>
            </a:r>
            <a:r>
              <a:rPr lang="en-US" sz="1800" dirty="0">
                <a:latin typeface="Courier"/>
                <a:cs typeface="Courier"/>
              </a:rPr>
              <a:t>);</a:t>
            </a:r>
          </a:p>
          <a:p>
            <a:pPr>
              <a:lnSpc>
                <a:spcPct val="110000"/>
              </a:lnSpc>
            </a:pPr>
            <a:endParaRPr lang="en-US" sz="2000" dirty="0">
              <a:solidFill>
                <a:srgbClr val="0000FF"/>
              </a:solidFill>
            </a:endParaRPr>
          </a:p>
          <a:p>
            <a:pPr>
              <a:lnSpc>
                <a:spcPct val="110000"/>
              </a:lnSpc>
            </a:pPr>
            <a:r>
              <a:rPr lang="en-US" sz="2000" dirty="0">
                <a:solidFill>
                  <a:srgbClr val="0000FF"/>
                </a:solidFill>
              </a:rPr>
              <a:t>Explicit synchronization</a:t>
            </a:r>
          </a:p>
          <a:p>
            <a:pPr marL="457200" lvl="1" indent="0">
              <a:lnSpc>
                <a:spcPct val="110000"/>
              </a:lnSpc>
              <a:buNone/>
            </a:pPr>
            <a:r>
              <a:rPr lang="en-US" sz="1800" dirty="0" err="1">
                <a:latin typeface="Courier"/>
                <a:cs typeface="Courier"/>
              </a:rPr>
              <a:t>cudaDeviceSynchronize</a:t>
            </a:r>
            <a:r>
              <a:rPr lang="en-US" sz="1800" dirty="0">
                <a:latin typeface="Courier"/>
                <a:cs typeface="Courier"/>
              </a:rPr>
              <a:t>();</a:t>
            </a: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53</a:t>
            </a:fld>
            <a:endParaRPr lang="en-US" altLang="en-US"/>
          </a:p>
        </p:txBody>
      </p:sp>
    </p:spTree>
    <p:extLst>
      <p:ext uri="{BB962C8B-B14F-4D97-AF65-F5344CB8AC3E}">
        <p14:creationId xmlns:p14="http://schemas.microsoft.com/office/powerpoint/2010/main" val="33971324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7B4DC-E43F-0644-A985-6D068B1B2315}"/>
              </a:ext>
            </a:extLst>
          </p:cNvPr>
          <p:cNvSpPr>
            <a:spLocks noGrp="1"/>
          </p:cNvSpPr>
          <p:nvPr>
            <p:ph type="title"/>
          </p:nvPr>
        </p:nvSpPr>
        <p:spPr/>
        <p:txBody>
          <a:bodyPr>
            <a:normAutofit/>
          </a:bodyPr>
          <a:lstStyle/>
          <a:p>
            <a:r>
              <a:rPr lang="en-US" dirty="0"/>
              <a:t>First GPU Example: Vector Addition (I)</a:t>
            </a:r>
          </a:p>
        </p:txBody>
      </p:sp>
      <p:sp>
        <p:nvSpPr>
          <p:cNvPr id="3" name="Content Placeholder 2">
            <a:extLst>
              <a:ext uri="{FF2B5EF4-FFF2-40B4-BE49-F238E27FC236}">
                <a16:creationId xmlns:a16="http://schemas.microsoft.com/office/drawing/2014/main" id="{A1E6F9D2-F549-0F40-837D-B42114E20B2F}"/>
              </a:ext>
            </a:extLst>
          </p:cNvPr>
          <p:cNvSpPr>
            <a:spLocks noGrp="1"/>
          </p:cNvSpPr>
          <p:nvPr>
            <p:ph idx="1"/>
          </p:nvPr>
        </p:nvSpPr>
        <p:spPr>
          <a:xfrm>
            <a:off x="221330" y="1219200"/>
            <a:ext cx="8610600" cy="5193723"/>
          </a:xfrm>
        </p:spPr>
        <p:txBody>
          <a:bodyPr/>
          <a:lstStyle/>
          <a:p>
            <a:r>
              <a:rPr lang="en-US" b="1" dirty="0"/>
              <a:t>Key Idea</a:t>
            </a:r>
            <a:r>
              <a:rPr lang="en-US" dirty="0"/>
              <a:t>: </a:t>
            </a:r>
            <a:r>
              <a:rPr lang="en-US" dirty="0">
                <a:solidFill>
                  <a:srgbClr val="0000FF"/>
                </a:solidFill>
              </a:rPr>
              <a:t>one GPU thread to each element-wise addition</a:t>
            </a:r>
          </a:p>
        </p:txBody>
      </p:sp>
      <p:pic>
        <p:nvPicPr>
          <p:cNvPr id="4" name="Picture 3">
            <a:extLst>
              <a:ext uri="{FF2B5EF4-FFF2-40B4-BE49-F238E27FC236}">
                <a16:creationId xmlns:a16="http://schemas.microsoft.com/office/drawing/2014/main" id="{0A72EFEB-7804-EE40-8134-9A3997B8C6A8}"/>
              </a:ext>
            </a:extLst>
          </p:cNvPr>
          <p:cNvPicPr>
            <a:picLocks noChangeAspect="1"/>
          </p:cNvPicPr>
          <p:nvPr/>
        </p:nvPicPr>
        <p:blipFill>
          <a:blip r:embed="rId2"/>
          <a:stretch>
            <a:fillRect/>
          </a:stretch>
        </p:blipFill>
        <p:spPr>
          <a:xfrm>
            <a:off x="612000" y="3100826"/>
            <a:ext cx="7920000" cy="1360490"/>
          </a:xfrm>
          <a:prstGeom prst="rect">
            <a:avLst/>
          </a:prstGeom>
        </p:spPr>
      </p:pic>
      <p:pic>
        <p:nvPicPr>
          <p:cNvPr id="5" name="Picture 4">
            <a:extLst>
              <a:ext uri="{FF2B5EF4-FFF2-40B4-BE49-F238E27FC236}">
                <a16:creationId xmlns:a16="http://schemas.microsoft.com/office/drawing/2014/main" id="{D9942C94-4BDB-C14D-9F8C-17B98264E70E}"/>
              </a:ext>
            </a:extLst>
          </p:cNvPr>
          <p:cNvPicPr>
            <a:picLocks noChangeAspect="1"/>
          </p:cNvPicPr>
          <p:nvPr/>
        </p:nvPicPr>
        <p:blipFill>
          <a:blip r:embed="rId3"/>
          <a:stretch>
            <a:fillRect/>
          </a:stretch>
        </p:blipFill>
        <p:spPr>
          <a:xfrm>
            <a:off x="612000" y="3564714"/>
            <a:ext cx="7920000" cy="2226994"/>
          </a:xfrm>
          <a:prstGeom prst="rect">
            <a:avLst/>
          </a:prstGeom>
        </p:spPr>
      </p:pic>
      <p:sp>
        <p:nvSpPr>
          <p:cNvPr id="22" name="Freeform 124">
            <a:extLst>
              <a:ext uri="{FF2B5EF4-FFF2-40B4-BE49-F238E27FC236}">
                <a16:creationId xmlns:a16="http://schemas.microsoft.com/office/drawing/2014/main" id="{23BE8AD8-8D03-EF48-AB09-D97768DAA50C}"/>
              </a:ext>
            </a:extLst>
          </p:cNvPr>
          <p:cNvSpPr>
            <a:spLocks/>
          </p:cNvSpPr>
          <p:nvPr/>
        </p:nvSpPr>
        <p:spPr bwMode="auto">
          <a:xfrm>
            <a:off x="827584" y="218734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3" name="Freeform 124">
            <a:extLst>
              <a:ext uri="{FF2B5EF4-FFF2-40B4-BE49-F238E27FC236}">
                <a16:creationId xmlns:a16="http://schemas.microsoft.com/office/drawing/2014/main" id="{0777DE30-CE49-8044-BFC8-56630164F53E}"/>
              </a:ext>
            </a:extLst>
          </p:cNvPr>
          <p:cNvSpPr>
            <a:spLocks/>
          </p:cNvSpPr>
          <p:nvPr/>
        </p:nvSpPr>
        <p:spPr bwMode="auto">
          <a:xfrm>
            <a:off x="1330623" y="218734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4" name="Freeform 124">
            <a:extLst>
              <a:ext uri="{FF2B5EF4-FFF2-40B4-BE49-F238E27FC236}">
                <a16:creationId xmlns:a16="http://schemas.microsoft.com/office/drawing/2014/main" id="{6F682B52-574A-4244-AF0E-B7A62C48EF77}"/>
              </a:ext>
            </a:extLst>
          </p:cNvPr>
          <p:cNvSpPr>
            <a:spLocks/>
          </p:cNvSpPr>
          <p:nvPr/>
        </p:nvSpPr>
        <p:spPr bwMode="auto">
          <a:xfrm>
            <a:off x="1815740" y="218891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5" name="Freeform 124">
            <a:extLst>
              <a:ext uri="{FF2B5EF4-FFF2-40B4-BE49-F238E27FC236}">
                <a16:creationId xmlns:a16="http://schemas.microsoft.com/office/drawing/2014/main" id="{0EBFD615-6279-E34C-A3E4-A18FA553D69A}"/>
              </a:ext>
            </a:extLst>
          </p:cNvPr>
          <p:cNvSpPr>
            <a:spLocks/>
          </p:cNvSpPr>
          <p:nvPr/>
        </p:nvSpPr>
        <p:spPr bwMode="auto">
          <a:xfrm>
            <a:off x="2318779" y="218891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6" name="Freeform 124">
            <a:extLst>
              <a:ext uri="{FF2B5EF4-FFF2-40B4-BE49-F238E27FC236}">
                <a16:creationId xmlns:a16="http://schemas.microsoft.com/office/drawing/2014/main" id="{A280B413-2B1B-334A-9CDD-685E702CF79A}"/>
              </a:ext>
            </a:extLst>
          </p:cNvPr>
          <p:cNvSpPr>
            <a:spLocks/>
          </p:cNvSpPr>
          <p:nvPr/>
        </p:nvSpPr>
        <p:spPr bwMode="auto">
          <a:xfrm>
            <a:off x="2808893" y="218503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7" name="Freeform 124">
            <a:extLst>
              <a:ext uri="{FF2B5EF4-FFF2-40B4-BE49-F238E27FC236}">
                <a16:creationId xmlns:a16="http://schemas.microsoft.com/office/drawing/2014/main" id="{11A6274C-0324-F54C-ABA4-3EB9193FB3E7}"/>
              </a:ext>
            </a:extLst>
          </p:cNvPr>
          <p:cNvSpPr>
            <a:spLocks/>
          </p:cNvSpPr>
          <p:nvPr/>
        </p:nvSpPr>
        <p:spPr bwMode="auto">
          <a:xfrm>
            <a:off x="3311932" y="218503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8" name="Freeform 124">
            <a:extLst>
              <a:ext uri="{FF2B5EF4-FFF2-40B4-BE49-F238E27FC236}">
                <a16:creationId xmlns:a16="http://schemas.microsoft.com/office/drawing/2014/main" id="{C84B8771-4D42-EA41-B205-3E074542EEAE}"/>
              </a:ext>
            </a:extLst>
          </p:cNvPr>
          <p:cNvSpPr>
            <a:spLocks/>
          </p:cNvSpPr>
          <p:nvPr/>
        </p:nvSpPr>
        <p:spPr bwMode="auto">
          <a:xfrm>
            <a:off x="3797049" y="218660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9" name="Freeform 124">
            <a:extLst>
              <a:ext uri="{FF2B5EF4-FFF2-40B4-BE49-F238E27FC236}">
                <a16:creationId xmlns:a16="http://schemas.microsoft.com/office/drawing/2014/main" id="{29C82C69-5F30-C84C-9041-2D26F6197FC9}"/>
              </a:ext>
            </a:extLst>
          </p:cNvPr>
          <p:cNvSpPr>
            <a:spLocks/>
          </p:cNvSpPr>
          <p:nvPr/>
        </p:nvSpPr>
        <p:spPr bwMode="auto">
          <a:xfrm>
            <a:off x="4300088" y="218660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0" name="Freeform 124">
            <a:extLst>
              <a:ext uri="{FF2B5EF4-FFF2-40B4-BE49-F238E27FC236}">
                <a16:creationId xmlns:a16="http://schemas.microsoft.com/office/drawing/2014/main" id="{1F94D436-4713-CB45-BD50-F0964C9B98D4}"/>
              </a:ext>
            </a:extLst>
          </p:cNvPr>
          <p:cNvSpPr>
            <a:spLocks/>
          </p:cNvSpPr>
          <p:nvPr/>
        </p:nvSpPr>
        <p:spPr bwMode="auto">
          <a:xfrm>
            <a:off x="4763080" y="218577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1" name="Freeform 124">
            <a:extLst>
              <a:ext uri="{FF2B5EF4-FFF2-40B4-BE49-F238E27FC236}">
                <a16:creationId xmlns:a16="http://schemas.microsoft.com/office/drawing/2014/main" id="{F48EF5A3-DB7A-1140-BF5F-FC2C176E14D3}"/>
              </a:ext>
            </a:extLst>
          </p:cNvPr>
          <p:cNvSpPr>
            <a:spLocks/>
          </p:cNvSpPr>
          <p:nvPr/>
        </p:nvSpPr>
        <p:spPr bwMode="auto">
          <a:xfrm>
            <a:off x="5266119" y="218577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2" name="Freeform 124">
            <a:extLst>
              <a:ext uri="{FF2B5EF4-FFF2-40B4-BE49-F238E27FC236}">
                <a16:creationId xmlns:a16="http://schemas.microsoft.com/office/drawing/2014/main" id="{91676985-B15E-B741-B92D-E192169B906C}"/>
              </a:ext>
            </a:extLst>
          </p:cNvPr>
          <p:cNvSpPr>
            <a:spLocks/>
          </p:cNvSpPr>
          <p:nvPr/>
        </p:nvSpPr>
        <p:spPr bwMode="auto">
          <a:xfrm>
            <a:off x="5751236" y="218734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3" name="Freeform 124">
            <a:extLst>
              <a:ext uri="{FF2B5EF4-FFF2-40B4-BE49-F238E27FC236}">
                <a16:creationId xmlns:a16="http://schemas.microsoft.com/office/drawing/2014/main" id="{6569940D-5328-CE47-9578-42C71A231A87}"/>
              </a:ext>
            </a:extLst>
          </p:cNvPr>
          <p:cNvSpPr>
            <a:spLocks/>
          </p:cNvSpPr>
          <p:nvPr/>
        </p:nvSpPr>
        <p:spPr bwMode="auto">
          <a:xfrm>
            <a:off x="6254275" y="218734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4" name="Freeform 124">
            <a:extLst>
              <a:ext uri="{FF2B5EF4-FFF2-40B4-BE49-F238E27FC236}">
                <a16:creationId xmlns:a16="http://schemas.microsoft.com/office/drawing/2014/main" id="{DC5EB301-CE32-654E-B0AC-2DF2BC3FA8E9}"/>
              </a:ext>
            </a:extLst>
          </p:cNvPr>
          <p:cNvSpPr>
            <a:spLocks/>
          </p:cNvSpPr>
          <p:nvPr/>
        </p:nvSpPr>
        <p:spPr bwMode="auto">
          <a:xfrm>
            <a:off x="6744389" y="218346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5" name="Freeform 124">
            <a:extLst>
              <a:ext uri="{FF2B5EF4-FFF2-40B4-BE49-F238E27FC236}">
                <a16:creationId xmlns:a16="http://schemas.microsoft.com/office/drawing/2014/main" id="{1B420444-96EB-4044-BD05-A2E73E265951}"/>
              </a:ext>
            </a:extLst>
          </p:cNvPr>
          <p:cNvSpPr>
            <a:spLocks/>
          </p:cNvSpPr>
          <p:nvPr/>
        </p:nvSpPr>
        <p:spPr bwMode="auto">
          <a:xfrm>
            <a:off x="7247428" y="218346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6" name="Freeform 124">
            <a:extLst>
              <a:ext uri="{FF2B5EF4-FFF2-40B4-BE49-F238E27FC236}">
                <a16:creationId xmlns:a16="http://schemas.microsoft.com/office/drawing/2014/main" id="{ED4D4719-7E6C-FA41-9225-D990A86390BF}"/>
              </a:ext>
            </a:extLst>
          </p:cNvPr>
          <p:cNvSpPr>
            <a:spLocks/>
          </p:cNvSpPr>
          <p:nvPr/>
        </p:nvSpPr>
        <p:spPr bwMode="auto">
          <a:xfrm>
            <a:off x="7732545" y="218503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7" name="Freeform 124">
            <a:extLst>
              <a:ext uri="{FF2B5EF4-FFF2-40B4-BE49-F238E27FC236}">
                <a16:creationId xmlns:a16="http://schemas.microsoft.com/office/drawing/2014/main" id="{81C260D5-5EE0-4248-BECC-37DC6ADBC64F}"/>
              </a:ext>
            </a:extLst>
          </p:cNvPr>
          <p:cNvSpPr>
            <a:spLocks/>
          </p:cNvSpPr>
          <p:nvPr/>
        </p:nvSpPr>
        <p:spPr bwMode="auto">
          <a:xfrm>
            <a:off x="8235584" y="218503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9" name="Rectangle 38">
            <a:extLst>
              <a:ext uri="{FF2B5EF4-FFF2-40B4-BE49-F238E27FC236}">
                <a16:creationId xmlns:a16="http://schemas.microsoft.com/office/drawing/2014/main" id="{DE14B2EA-9084-BE42-B26F-F0C6D094AE56}"/>
              </a:ext>
            </a:extLst>
          </p:cNvPr>
          <p:cNvSpPr/>
          <p:nvPr/>
        </p:nvSpPr>
        <p:spPr>
          <a:xfrm>
            <a:off x="648096" y="3083090"/>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55" name="Rectangle 54">
            <a:extLst>
              <a:ext uri="{FF2B5EF4-FFF2-40B4-BE49-F238E27FC236}">
                <a16:creationId xmlns:a16="http://schemas.microsoft.com/office/drawing/2014/main" id="{57E06BB3-84CC-684E-967F-D9C8C239BCBE}"/>
              </a:ext>
            </a:extLst>
          </p:cNvPr>
          <p:cNvSpPr/>
          <p:nvPr/>
        </p:nvSpPr>
        <p:spPr>
          <a:xfrm>
            <a:off x="1151135" y="3067963"/>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56" name="Rectangle 55">
            <a:extLst>
              <a:ext uri="{FF2B5EF4-FFF2-40B4-BE49-F238E27FC236}">
                <a16:creationId xmlns:a16="http://schemas.microsoft.com/office/drawing/2014/main" id="{CE13716F-3B0A-8C41-B363-E2CFBCB2BF78}"/>
              </a:ext>
            </a:extLst>
          </p:cNvPr>
          <p:cNvSpPr/>
          <p:nvPr/>
        </p:nvSpPr>
        <p:spPr>
          <a:xfrm>
            <a:off x="1619672" y="3084087"/>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57" name="Rectangle 56">
            <a:extLst>
              <a:ext uri="{FF2B5EF4-FFF2-40B4-BE49-F238E27FC236}">
                <a16:creationId xmlns:a16="http://schemas.microsoft.com/office/drawing/2014/main" id="{4220D019-5125-C144-A7A4-78423C577D45}"/>
              </a:ext>
            </a:extLst>
          </p:cNvPr>
          <p:cNvSpPr/>
          <p:nvPr/>
        </p:nvSpPr>
        <p:spPr>
          <a:xfrm>
            <a:off x="2122711" y="3068960"/>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58" name="Rectangle 57">
            <a:extLst>
              <a:ext uri="{FF2B5EF4-FFF2-40B4-BE49-F238E27FC236}">
                <a16:creationId xmlns:a16="http://schemas.microsoft.com/office/drawing/2014/main" id="{7157E701-81DA-F142-BB5C-FD535FA67745}"/>
              </a:ext>
            </a:extLst>
          </p:cNvPr>
          <p:cNvSpPr/>
          <p:nvPr/>
        </p:nvSpPr>
        <p:spPr>
          <a:xfrm>
            <a:off x="2620015" y="3070217"/>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59" name="Rectangle 58">
            <a:extLst>
              <a:ext uri="{FF2B5EF4-FFF2-40B4-BE49-F238E27FC236}">
                <a16:creationId xmlns:a16="http://schemas.microsoft.com/office/drawing/2014/main" id="{0CB24B2D-AEAB-EF4B-93A3-908CFED1EF0C}"/>
              </a:ext>
            </a:extLst>
          </p:cNvPr>
          <p:cNvSpPr/>
          <p:nvPr/>
        </p:nvSpPr>
        <p:spPr>
          <a:xfrm>
            <a:off x="3123054" y="3055090"/>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0" name="Rectangle 59">
            <a:extLst>
              <a:ext uri="{FF2B5EF4-FFF2-40B4-BE49-F238E27FC236}">
                <a16:creationId xmlns:a16="http://schemas.microsoft.com/office/drawing/2014/main" id="{442E821F-C725-F649-BC5A-997ECF6D122D}"/>
              </a:ext>
            </a:extLst>
          </p:cNvPr>
          <p:cNvSpPr/>
          <p:nvPr/>
        </p:nvSpPr>
        <p:spPr>
          <a:xfrm>
            <a:off x="3591591" y="3071214"/>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1" name="Rectangle 60">
            <a:extLst>
              <a:ext uri="{FF2B5EF4-FFF2-40B4-BE49-F238E27FC236}">
                <a16:creationId xmlns:a16="http://schemas.microsoft.com/office/drawing/2014/main" id="{9C051570-FF39-7B4C-91E5-0A37B53F8DF0}"/>
              </a:ext>
            </a:extLst>
          </p:cNvPr>
          <p:cNvSpPr/>
          <p:nvPr/>
        </p:nvSpPr>
        <p:spPr>
          <a:xfrm>
            <a:off x="4094630" y="3056087"/>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2" name="Rectangle 61">
            <a:extLst>
              <a:ext uri="{FF2B5EF4-FFF2-40B4-BE49-F238E27FC236}">
                <a16:creationId xmlns:a16="http://schemas.microsoft.com/office/drawing/2014/main" id="{2548A04A-64E6-7E49-BDB6-48AD1FD784DA}"/>
              </a:ext>
            </a:extLst>
          </p:cNvPr>
          <p:cNvSpPr/>
          <p:nvPr/>
        </p:nvSpPr>
        <p:spPr>
          <a:xfrm>
            <a:off x="4610941" y="3064048"/>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3" name="Rectangle 62">
            <a:extLst>
              <a:ext uri="{FF2B5EF4-FFF2-40B4-BE49-F238E27FC236}">
                <a16:creationId xmlns:a16="http://schemas.microsoft.com/office/drawing/2014/main" id="{9E537D57-2C92-9D4A-BF0F-AE5EC29A8E13}"/>
              </a:ext>
            </a:extLst>
          </p:cNvPr>
          <p:cNvSpPr/>
          <p:nvPr/>
        </p:nvSpPr>
        <p:spPr>
          <a:xfrm>
            <a:off x="5113980" y="3048921"/>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4" name="Rectangle 63">
            <a:extLst>
              <a:ext uri="{FF2B5EF4-FFF2-40B4-BE49-F238E27FC236}">
                <a16:creationId xmlns:a16="http://schemas.microsoft.com/office/drawing/2014/main" id="{0AA6717B-0494-4C47-8091-3849973EA227}"/>
              </a:ext>
            </a:extLst>
          </p:cNvPr>
          <p:cNvSpPr/>
          <p:nvPr/>
        </p:nvSpPr>
        <p:spPr>
          <a:xfrm>
            <a:off x="5582517" y="3065045"/>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5" name="Rectangle 64">
            <a:extLst>
              <a:ext uri="{FF2B5EF4-FFF2-40B4-BE49-F238E27FC236}">
                <a16:creationId xmlns:a16="http://schemas.microsoft.com/office/drawing/2014/main" id="{1CE5717B-5AB2-1845-A4FF-C43F4C53327C}"/>
              </a:ext>
            </a:extLst>
          </p:cNvPr>
          <p:cNvSpPr/>
          <p:nvPr/>
        </p:nvSpPr>
        <p:spPr>
          <a:xfrm>
            <a:off x="6085556" y="3049918"/>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6" name="Rectangle 65">
            <a:extLst>
              <a:ext uri="{FF2B5EF4-FFF2-40B4-BE49-F238E27FC236}">
                <a16:creationId xmlns:a16="http://schemas.microsoft.com/office/drawing/2014/main" id="{5C8DBEF9-A997-624C-8F2B-4B58CACE302C}"/>
              </a:ext>
            </a:extLst>
          </p:cNvPr>
          <p:cNvSpPr/>
          <p:nvPr/>
        </p:nvSpPr>
        <p:spPr>
          <a:xfrm>
            <a:off x="6582860" y="3051175"/>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7" name="Rectangle 66">
            <a:extLst>
              <a:ext uri="{FF2B5EF4-FFF2-40B4-BE49-F238E27FC236}">
                <a16:creationId xmlns:a16="http://schemas.microsoft.com/office/drawing/2014/main" id="{4AB8C0CB-3759-AB45-AD84-53A3C788F939}"/>
              </a:ext>
            </a:extLst>
          </p:cNvPr>
          <p:cNvSpPr/>
          <p:nvPr/>
        </p:nvSpPr>
        <p:spPr>
          <a:xfrm>
            <a:off x="7085899" y="3036048"/>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8" name="Rectangle 67">
            <a:extLst>
              <a:ext uri="{FF2B5EF4-FFF2-40B4-BE49-F238E27FC236}">
                <a16:creationId xmlns:a16="http://schemas.microsoft.com/office/drawing/2014/main" id="{D92CAEC2-B39D-A046-9373-4C838E746A1D}"/>
              </a:ext>
            </a:extLst>
          </p:cNvPr>
          <p:cNvSpPr/>
          <p:nvPr/>
        </p:nvSpPr>
        <p:spPr>
          <a:xfrm>
            <a:off x="7554436" y="3052172"/>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9" name="Rectangle 68">
            <a:extLst>
              <a:ext uri="{FF2B5EF4-FFF2-40B4-BE49-F238E27FC236}">
                <a16:creationId xmlns:a16="http://schemas.microsoft.com/office/drawing/2014/main" id="{925B4719-B442-8340-9D55-C7F4306BBBE9}"/>
              </a:ext>
            </a:extLst>
          </p:cNvPr>
          <p:cNvSpPr/>
          <p:nvPr/>
        </p:nvSpPr>
        <p:spPr>
          <a:xfrm>
            <a:off x="8057475" y="3037045"/>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70" name="Marcador de número de diapositiva 3">
            <a:extLst>
              <a:ext uri="{FF2B5EF4-FFF2-40B4-BE49-F238E27FC236}">
                <a16:creationId xmlns:a16="http://schemas.microsoft.com/office/drawing/2014/main" id="{1B022BBD-FC68-E54E-9C44-98FD7C0AF54C}"/>
              </a:ext>
            </a:extLst>
          </p:cNvPr>
          <p:cNvSpPr>
            <a:spLocks noGrp="1"/>
          </p:cNvSpPr>
          <p:nvPr>
            <p:ph type="sldNum" sz="quarter" idx="11"/>
          </p:nvPr>
        </p:nvSpPr>
        <p:spPr>
          <a:xfrm>
            <a:off x="6553200" y="6243638"/>
            <a:ext cx="2133600" cy="457200"/>
          </a:xfrm>
        </p:spPr>
        <p:txBody>
          <a:bodyPr/>
          <a:lstStyle/>
          <a:p>
            <a:fld id="{323594FA-E141-4234-AE05-360401972BE7}" type="slidenum">
              <a:rPr lang="en-US" altLang="en-US" smtClean="0"/>
              <a:pPr/>
              <a:t>54</a:t>
            </a:fld>
            <a:endParaRPr lang="en-US" altLang="en-US" dirty="0"/>
          </a:p>
        </p:txBody>
      </p:sp>
    </p:spTree>
    <p:extLst>
      <p:ext uri="{BB962C8B-B14F-4D97-AF65-F5344CB8AC3E}">
        <p14:creationId xmlns:p14="http://schemas.microsoft.com/office/powerpoint/2010/main" val="7402945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9"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7B4DC-E43F-0644-A985-6D068B1B2315}"/>
              </a:ext>
            </a:extLst>
          </p:cNvPr>
          <p:cNvSpPr>
            <a:spLocks noGrp="1"/>
          </p:cNvSpPr>
          <p:nvPr>
            <p:ph type="title"/>
          </p:nvPr>
        </p:nvSpPr>
        <p:spPr/>
        <p:txBody>
          <a:bodyPr>
            <a:normAutofit/>
          </a:bodyPr>
          <a:lstStyle/>
          <a:p>
            <a:r>
              <a:rPr lang="en-US" altLang="zh-CN" dirty="0"/>
              <a:t>First GPU Example: </a:t>
            </a:r>
            <a:r>
              <a:rPr lang="en-US" dirty="0"/>
              <a:t>Vector Addition (II)</a:t>
            </a:r>
          </a:p>
        </p:txBody>
      </p:sp>
      <p:sp>
        <p:nvSpPr>
          <p:cNvPr id="3" name="Content Placeholder 2">
            <a:extLst>
              <a:ext uri="{FF2B5EF4-FFF2-40B4-BE49-F238E27FC236}">
                <a16:creationId xmlns:a16="http://schemas.microsoft.com/office/drawing/2014/main" id="{A1E6F9D2-F549-0F40-837D-B42114E20B2F}"/>
              </a:ext>
            </a:extLst>
          </p:cNvPr>
          <p:cNvSpPr>
            <a:spLocks noGrp="1"/>
          </p:cNvSpPr>
          <p:nvPr>
            <p:ph idx="1"/>
          </p:nvPr>
        </p:nvSpPr>
        <p:spPr/>
        <p:txBody>
          <a:bodyPr/>
          <a:lstStyle/>
          <a:p>
            <a:r>
              <a:rPr lang="en-US" altLang="zh-CN" dirty="0"/>
              <a:t>A </a:t>
            </a:r>
            <a:r>
              <a:rPr lang="en-US" altLang="zh-CN" dirty="0">
                <a:solidFill>
                  <a:srgbClr val="00B050"/>
                </a:solidFill>
              </a:rPr>
              <a:t>grid</a:t>
            </a:r>
            <a:r>
              <a:rPr lang="en-US" altLang="zh-CN" dirty="0"/>
              <a:t>: t</a:t>
            </a:r>
            <a:r>
              <a:rPr lang="en-US" dirty="0"/>
              <a:t>he whole set of threads </a:t>
            </a:r>
          </a:p>
          <a:p>
            <a:r>
              <a:rPr lang="en-US" dirty="0"/>
              <a:t>We need a way to assign threads to GPU cores</a:t>
            </a:r>
          </a:p>
        </p:txBody>
      </p:sp>
      <p:pic>
        <p:nvPicPr>
          <p:cNvPr id="4" name="Picture 3">
            <a:extLst>
              <a:ext uri="{FF2B5EF4-FFF2-40B4-BE49-F238E27FC236}">
                <a16:creationId xmlns:a16="http://schemas.microsoft.com/office/drawing/2014/main" id="{0A72EFEB-7804-EE40-8134-9A3997B8C6A8}"/>
              </a:ext>
            </a:extLst>
          </p:cNvPr>
          <p:cNvPicPr>
            <a:picLocks noChangeAspect="1"/>
          </p:cNvPicPr>
          <p:nvPr/>
        </p:nvPicPr>
        <p:blipFill>
          <a:blip r:embed="rId2"/>
          <a:stretch>
            <a:fillRect/>
          </a:stretch>
        </p:blipFill>
        <p:spPr>
          <a:xfrm>
            <a:off x="612000" y="3100826"/>
            <a:ext cx="7920000" cy="1360490"/>
          </a:xfrm>
          <a:prstGeom prst="rect">
            <a:avLst/>
          </a:prstGeom>
        </p:spPr>
      </p:pic>
      <p:pic>
        <p:nvPicPr>
          <p:cNvPr id="5" name="Picture 4">
            <a:extLst>
              <a:ext uri="{FF2B5EF4-FFF2-40B4-BE49-F238E27FC236}">
                <a16:creationId xmlns:a16="http://schemas.microsoft.com/office/drawing/2014/main" id="{D9942C94-4BDB-C14D-9F8C-17B98264E70E}"/>
              </a:ext>
            </a:extLst>
          </p:cNvPr>
          <p:cNvPicPr>
            <a:picLocks noChangeAspect="1"/>
          </p:cNvPicPr>
          <p:nvPr/>
        </p:nvPicPr>
        <p:blipFill>
          <a:blip r:embed="rId3"/>
          <a:stretch>
            <a:fillRect/>
          </a:stretch>
        </p:blipFill>
        <p:spPr>
          <a:xfrm>
            <a:off x="612000" y="3564714"/>
            <a:ext cx="7920000" cy="2226994"/>
          </a:xfrm>
          <a:prstGeom prst="rect">
            <a:avLst/>
          </a:prstGeom>
        </p:spPr>
      </p:pic>
      <p:sp>
        <p:nvSpPr>
          <p:cNvPr id="22" name="Freeform 124">
            <a:extLst>
              <a:ext uri="{FF2B5EF4-FFF2-40B4-BE49-F238E27FC236}">
                <a16:creationId xmlns:a16="http://schemas.microsoft.com/office/drawing/2014/main" id="{23BE8AD8-8D03-EF48-AB09-D97768DAA50C}"/>
              </a:ext>
            </a:extLst>
          </p:cNvPr>
          <p:cNvSpPr>
            <a:spLocks/>
          </p:cNvSpPr>
          <p:nvPr/>
        </p:nvSpPr>
        <p:spPr bwMode="auto">
          <a:xfrm>
            <a:off x="827584" y="218734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3" name="Freeform 124">
            <a:extLst>
              <a:ext uri="{FF2B5EF4-FFF2-40B4-BE49-F238E27FC236}">
                <a16:creationId xmlns:a16="http://schemas.microsoft.com/office/drawing/2014/main" id="{0777DE30-CE49-8044-BFC8-56630164F53E}"/>
              </a:ext>
            </a:extLst>
          </p:cNvPr>
          <p:cNvSpPr>
            <a:spLocks/>
          </p:cNvSpPr>
          <p:nvPr/>
        </p:nvSpPr>
        <p:spPr bwMode="auto">
          <a:xfrm>
            <a:off x="1330623" y="218734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4" name="Freeform 124">
            <a:extLst>
              <a:ext uri="{FF2B5EF4-FFF2-40B4-BE49-F238E27FC236}">
                <a16:creationId xmlns:a16="http://schemas.microsoft.com/office/drawing/2014/main" id="{6F682B52-574A-4244-AF0E-B7A62C48EF77}"/>
              </a:ext>
            </a:extLst>
          </p:cNvPr>
          <p:cNvSpPr>
            <a:spLocks/>
          </p:cNvSpPr>
          <p:nvPr/>
        </p:nvSpPr>
        <p:spPr bwMode="auto">
          <a:xfrm>
            <a:off x="1815740" y="218891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5" name="Freeform 124">
            <a:extLst>
              <a:ext uri="{FF2B5EF4-FFF2-40B4-BE49-F238E27FC236}">
                <a16:creationId xmlns:a16="http://schemas.microsoft.com/office/drawing/2014/main" id="{0EBFD615-6279-E34C-A3E4-A18FA553D69A}"/>
              </a:ext>
            </a:extLst>
          </p:cNvPr>
          <p:cNvSpPr>
            <a:spLocks/>
          </p:cNvSpPr>
          <p:nvPr/>
        </p:nvSpPr>
        <p:spPr bwMode="auto">
          <a:xfrm>
            <a:off x="2318779" y="218891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6" name="Freeform 124">
            <a:extLst>
              <a:ext uri="{FF2B5EF4-FFF2-40B4-BE49-F238E27FC236}">
                <a16:creationId xmlns:a16="http://schemas.microsoft.com/office/drawing/2014/main" id="{A280B413-2B1B-334A-9CDD-685E702CF79A}"/>
              </a:ext>
            </a:extLst>
          </p:cNvPr>
          <p:cNvSpPr>
            <a:spLocks/>
          </p:cNvSpPr>
          <p:nvPr/>
        </p:nvSpPr>
        <p:spPr bwMode="auto">
          <a:xfrm>
            <a:off x="2808893" y="218503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7" name="Freeform 124">
            <a:extLst>
              <a:ext uri="{FF2B5EF4-FFF2-40B4-BE49-F238E27FC236}">
                <a16:creationId xmlns:a16="http://schemas.microsoft.com/office/drawing/2014/main" id="{11A6274C-0324-F54C-ABA4-3EB9193FB3E7}"/>
              </a:ext>
            </a:extLst>
          </p:cNvPr>
          <p:cNvSpPr>
            <a:spLocks/>
          </p:cNvSpPr>
          <p:nvPr/>
        </p:nvSpPr>
        <p:spPr bwMode="auto">
          <a:xfrm>
            <a:off x="3311932" y="218503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8" name="Freeform 124">
            <a:extLst>
              <a:ext uri="{FF2B5EF4-FFF2-40B4-BE49-F238E27FC236}">
                <a16:creationId xmlns:a16="http://schemas.microsoft.com/office/drawing/2014/main" id="{C84B8771-4D42-EA41-B205-3E074542EEAE}"/>
              </a:ext>
            </a:extLst>
          </p:cNvPr>
          <p:cNvSpPr>
            <a:spLocks/>
          </p:cNvSpPr>
          <p:nvPr/>
        </p:nvSpPr>
        <p:spPr bwMode="auto">
          <a:xfrm>
            <a:off x="3797049" y="218660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9" name="Freeform 124">
            <a:extLst>
              <a:ext uri="{FF2B5EF4-FFF2-40B4-BE49-F238E27FC236}">
                <a16:creationId xmlns:a16="http://schemas.microsoft.com/office/drawing/2014/main" id="{29C82C69-5F30-C84C-9041-2D26F6197FC9}"/>
              </a:ext>
            </a:extLst>
          </p:cNvPr>
          <p:cNvSpPr>
            <a:spLocks/>
          </p:cNvSpPr>
          <p:nvPr/>
        </p:nvSpPr>
        <p:spPr bwMode="auto">
          <a:xfrm>
            <a:off x="4300088" y="218660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0" name="Freeform 124">
            <a:extLst>
              <a:ext uri="{FF2B5EF4-FFF2-40B4-BE49-F238E27FC236}">
                <a16:creationId xmlns:a16="http://schemas.microsoft.com/office/drawing/2014/main" id="{1F94D436-4713-CB45-BD50-F0964C9B98D4}"/>
              </a:ext>
            </a:extLst>
          </p:cNvPr>
          <p:cNvSpPr>
            <a:spLocks/>
          </p:cNvSpPr>
          <p:nvPr/>
        </p:nvSpPr>
        <p:spPr bwMode="auto">
          <a:xfrm>
            <a:off x="4763080" y="218577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1" name="Freeform 124">
            <a:extLst>
              <a:ext uri="{FF2B5EF4-FFF2-40B4-BE49-F238E27FC236}">
                <a16:creationId xmlns:a16="http://schemas.microsoft.com/office/drawing/2014/main" id="{F48EF5A3-DB7A-1140-BF5F-FC2C176E14D3}"/>
              </a:ext>
            </a:extLst>
          </p:cNvPr>
          <p:cNvSpPr>
            <a:spLocks/>
          </p:cNvSpPr>
          <p:nvPr/>
        </p:nvSpPr>
        <p:spPr bwMode="auto">
          <a:xfrm>
            <a:off x="5266119" y="218577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2" name="Freeform 124">
            <a:extLst>
              <a:ext uri="{FF2B5EF4-FFF2-40B4-BE49-F238E27FC236}">
                <a16:creationId xmlns:a16="http://schemas.microsoft.com/office/drawing/2014/main" id="{91676985-B15E-B741-B92D-E192169B906C}"/>
              </a:ext>
            </a:extLst>
          </p:cNvPr>
          <p:cNvSpPr>
            <a:spLocks/>
          </p:cNvSpPr>
          <p:nvPr/>
        </p:nvSpPr>
        <p:spPr bwMode="auto">
          <a:xfrm>
            <a:off x="5751236" y="218734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3" name="Freeform 124">
            <a:extLst>
              <a:ext uri="{FF2B5EF4-FFF2-40B4-BE49-F238E27FC236}">
                <a16:creationId xmlns:a16="http://schemas.microsoft.com/office/drawing/2014/main" id="{6569940D-5328-CE47-9578-42C71A231A87}"/>
              </a:ext>
            </a:extLst>
          </p:cNvPr>
          <p:cNvSpPr>
            <a:spLocks/>
          </p:cNvSpPr>
          <p:nvPr/>
        </p:nvSpPr>
        <p:spPr bwMode="auto">
          <a:xfrm>
            <a:off x="6254275" y="218734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4" name="Freeform 124">
            <a:extLst>
              <a:ext uri="{FF2B5EF4-FFF2-40B4-BE49-F238E27FC236}">
                <a16:creationId xmlns:a16="http://schemas.microsoft.com/office/drawing/2014/main" id="{DC5EB301-CE32-654E-B0AC-2DF2BC3FA8E9}"/>
              </a:ext>
            </a:extLst>
          </p:cNvPr>
          <p:cNvSpPr>
            <a:spLocks/>
          </p:cNvSpPr>
          <p:nvPr/>
        </p:nvSpPr>
        <p:spPr bwMode="auto">
          <a:xfrm>
            <a:off x="6744389" y="218346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5" name="Freeform 124">
            <a:extLst>
              <a:ext uri="{FF2B5EF4-FFF2-40B4-BE49-F238E27FC236}">
                <a16:creationId xmlns:a16="http://schemas.microsoft.com/office/drawing/2014/main" id="{1B420444-96EB-4044-BD05-A2E73E265951}"/>
              </a:ext>
            </a:extLst>
          </p:cNvPr>
          <p:cNvSpPr>
            <a:spLocks/>
          </p:cNvSpPr>
          <p:nvPr/>
        </p:nvSpPr>
        <p:spPr bwMode="auto">
          <a:xfrm>
            <a:off x="7247428" y="218346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6" name="Freeform 124">
            <a:extLst>
              <a:ext uri="{FF2B5EF4-FFF2-40B4-BE49-F238E27FC236}">
                <a16:creationId xmlns:a16="http://schemas.microsoft.com/office/drawing/2014/main" id="{ED4D4719-7E6C-FA41-9225-D990A86390BF}"/>
              </a:ext>
            </a:extLst>
          </p:cNvPr>
          <p:cNvSpPr>
            <a:spLocks/>
          </p:cNvSpPr>
          <p:nvPr/>
        </p:nvSpPr>
        <p:spPr bwMode="auto">
          <a:xfrm>
            <a:off x="7732545" y="218503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7" name="Freeform 124">
            <a:extLst>
              <a:ext uri="{FF2B5EF4-FFF2-40B4-BE49-F238E27FC236}">
                <a16:creationId xmlns:a16="http://schemas.microsoft.com/office/drawing/2014/main" id="{81C260D5-5EE0-4248-BECC-37DC6ADBC64F}"/>
              </a:ext>
            </a:extLst>
          </p:cNvPr>
          <p:cNvSpPr>
            <a:spLocks/>
          </p:cNvSpPr>
          <p:nvPr/>
        </p:nvSpPr>
        <p:spPr bwMode="auto">
          <a:xfrm>
            <a:off x="8235584" y="218503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9" name="Rectangle 38">
            <a:extLst>
              <a:ext uri="{FF2B5EF4-FFF2-40B4-BE49-F238E27FC236}">
                <a16:creationId xmlns:a16="http://schemas.microsoft.com/office/drawing/2014/main" id="{DE14B2EA-9084-BE42-B26F-F0C6D094AE56}"/>
              </a:ext>
            </a:extLst>
          </p:cNvPr>
          <p:cNvSpPr/>
          <p:nvPr/>
        </p:nvSpPr>
        <p:spPr>
          <a:xfrm>
            <a:off x="648096" y="3083090"/>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55" name="Rectangle 54">
            <a:extLst>
              <a:ext uri="{FF2B5EF4-FFF2-40B4-BE49-F238E27FC236}">
                <a16:creationId xmlns:a16="http://schemas.microsoft.com/office/drawing/2014/main" id="{57E06BB3-84CC-684E-967F-D9C8C239BCBE}"/>
              </a:ext>
            </a:extLst>
          </p:cNvPr>
          <p:cNvSpPr/>
          <p:nvPr/>
        </p:nvSpPr>
        <p:spPr>
          <a:xfrm>
            <a:off x="1151135" y="3067963"/>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56" name="Rectangle 55">
            <a:extLst>
              <a:ext uri="{FF2B5EF4-FFF2-40B4-BE49-F238E27FC236}">
                <a16:creationId xmlns:a16="http://schemas.microsoft.com/office/drawing/2014/main" id="{CE13716F-3B0A-8C41-B363-E2CFBCB2BF78}"/>
              </a:ext>
            </a:extLst>
          </p:cNvPr>
          <p:cNvSpPr/>
          <p:nvPr/>
        </p:nvSpPr>
        <p:spPr>
          <a:xfrm>
            <a:off x="1619672" y="3084087"/>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57" name="Rectangle 56">
            <a:extLst>
              <a:ext uri="{FF2B5EF4-FFF2-40B4-BE49-F238E27FC236}">
                <a16:creationId xmlns:a16="http://schemas.microsoft.com/office/drawing/2014/main" id="{4220D019-5125-C144-A7A4-78423C577D45}"/>
              </a:ext>
            </a:extLst>
          </p:cNvPr>
          <p:cNvSpPr/>
          <p:nvPr/>
        </p:nvSpPr>
        <p:spPr>
          <a:xfrm>
            <a:off x="2122711" y="3068960"/>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58" name="Rectangle 57">
            <a:extLst>
              <a:ext uri="{FF2B5EF4-FFF2-40B4-BE49-F238E27FC236}">
                <a16:creationId xmlns:a16="http://schemas.microsoft.com/office/drawing/2014/main" id="{7157E701-81DA-F142-BB5C-FD535FA67745}"/>
              </a:ext>
            </a:extLst>
          </p:cNvPr>
          <p:cNvSpPr/>
          <p:nvPr/>
        </p:nvSpPr>
        <p:spPr>
          <a:xfrm>
            <a:off x="2620015" y="3070217"/>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59" name="Rectangle 58">
            <a:extLst>
              <a:ext uri="{FF2B5EF4-FFF2-40B4-BE49-F238E27FC236}">
                <a16:creationId xmlns:a16="http://schemas.microsoft.com/office/drawing/2014/main" id="{0CB24B2D-AEAB-EF4B-93A3-908CFED1EF0C}"/>
              </a:ext>
            </a:extLst>
          </p:cNvPr>
          <p:cNvSpPr/>
          <p:nvPr/>
        </p:nvSpPr>
        <p:spPr>
          <a:xfrm>
            <a:off x="3123054" y="3055090"/>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0" name="Rectangle 59">
            <a:extLst>
              <a:ext uri="{FF2B5EF4-FFF2-40B4-BE49-F238E27FC236}">
                <a16:creationId xmlns:a16="http://schemas.microsoft.com/office/drawing/2014/main" id="{442E821F-C725-F649-BC5A-997ECF6D122D}"/>
              </a:ext>
            </a:extLst>
          </p:cNvPr>
          <p:cNvSpPr/>
          <p:nvPr/>
        </p:nvSpPr>
        <p:spPr>
          <a:xfrm>
            <a:off x="3591591" y="3071214"/>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1" name="Rectangle 60">
            <a:extLst>
              <a:ext uri="{FF2B5EF4-FFF2-40B4-BE49-F238E27FC236}">
                <a16:creationId xmlns:a16="http://schemas.microsoft.com/office/drawing/2014/main" id="{9C051570-FF39-7B4C-91E5-0A37B53F8DF0}"/>
              </a:ext>
            </a:extLst>
          </p:cNvPr>
          <p:cNvSpPr/>
          <p:nvPr/>
        </p:nvSpPr>
        <p:spPr>
          <a:xfrm>
            <a:off x="4094630" y="3056087"/>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2" name="Rectangle 61">
            <a:extLst>
              <a:ext uri="{FF2B5EF4-FFF2-40B4-BE49-F238E27FC236}">
                <a16:creationId xmlns:a16="http://schemas.microsoft.com/office/drawing/2014/main" id="{2548A04A-64E6-7E49-BDB6-48AD1FD784DA}"/>
              </a:ext>
            </a:extLst>
          </p:cNvPr>
          <p:cNvSpPr/>
          <p:nvPr/>
        </p:nvSpPr>
        <p:spPr>
          <a:xfrm>
            <a:off x="4610941" y="3064048"/>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3" name="Rectangle 62">
            <a:extLst>
              <a:ext uri="{FF2B5EF4-FFF2-40B4-BE49-F238E27FC236}">
                <a16:creationId xmlns:a16="http://schemas.microsoft.com/office/drawing/2014/main" id="{9E537D57-2C92-9D4A-BF0F-AE5EC29A8E13}"/>
              </a:ext>
            </a:extLst>
          </p:cNvPr>
          <p:cNvSpPr/>
          <p:nvPr/>
        </p:nvSpPr>
        <p:spPr>
          <a:xfrm>
            <a:off x="5113980" y="3048921"/>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4" name="Rectangle 63">
            <a:extLst>
              <a:ext uri="{FF2B5EF4-FFF2-40B4-BE49-F238E27FC236}">
                <a16:creationId xmlns:a16="http://schemas.microsoft.com/office/drawing/2014/main" id="{0AA6717B-0494-4C47-8091-3849973EA227}"/>
              </a:ext>
            </a:extLst>
          </p:cNvPr>
          <p:cNvSpPr/>
          <p:nvPr/>
        </p:nvSpPr>
        <p:spPr>
          <a:xfrm>
            <a:off x="5582517" y="3065045"/>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5" name="Rectangle 64">
            <a:extLst>
              <a:ext uri="{FF2B5EF4-FFF2-40B4-BE49-F238E27FC236}">
                <a16:creationId xmlns:a16="http://schemas.microsoft.com/office/drawing/2014/main" id="{1CE5717B-5AB2-1845-A4FF-C43F4C53327C}"/>
              </a:ext>
            </a:extLst>
          </p:cNvPr>
          <p:cNvSpPr/>
          <p:nvPr/>
        </p:nvSpPr>
        <p:spPr>
          <a:xfrm>
            <a:off x="6085556" y="3049918"/>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6" name="Rectangle 65">
            <a:extLst>
              <a:ext uri="{FF2B5EF4-FFF2-40B4-BE49-F238E27FC236}">
                <a16:creationId xmlns:a16="http://schemas.microsoft.com/office/drawing/2014/main" id="{5C8DBEF9-A997-624C-8F2B-4B58CACE302C}"/>
              </a:ext>
            </a:extLst>
          </p:cNvPr>
          <p:cNvSpPr/>
          <p:nvPr/>
        </p:nvSpPr>
        <p:spPr>
          <a:xfrm>
            <a:off x="6582860" y="3051175"/>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7" name="Rectangle 66">
            <a:extLst>
              <a:ext uri="{FF2B5EF4-FFF2-40B4-BE49-F238E27FC236}">
                <a16:creationId xmlns:a16="http://schemas.microsoft.com/office/drawing/2014/main" id="{4AB8C0CB-3759-AB45-AD84-53A3C788F939}"/>
              </a:ext>
            </a:extLst>
          </p:cNvPr>
          <p:cNvSpPr/>
          <p:nvPr/>
        </p:nvSpPr>
        <p:spPr>
          <a:xfrm>
            <a:off x="7085899" y="3036048"/>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8" name="Rectangle 67">
            <a:extLst>
              <a:ext uri="{FF2B5EF4-FFF2-40B4-BE49-F238E27FC236}">
                <a16:creationId xmlns:a16="http://schemas.microsoft.com/office/drawing/2014/main" id="{D92CAEC2-B39D-A046-9373-4C838E746A1D}"/>
              </a:ext>
            </a:extLst>
          </p:cNvPr>
          <p:cNvSpPr/>
          <p:nvPr/>
        </p:nvSpPr>
        <p:spPr>
          <a:xfrm>
            <a:off x="7554436" y="3052172"/>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9" name="Rectangle 68">
            <a:extLst>
              <a:ext uri="{FF2B5EF4-FFF2-40B4-BE49-F238E27FC236}">
                <a16:creationId xmlns:a16="http://schemas.microsoft.com/office/drawing/2014/main" id="{925B4719-B442-8340-9D55-C7F4306BBBE9}"/>
              </a:ext>
            </a:extLst>
          </p:cNvPr>
          <p:cNvSpPr/>
          <p:nvPr/>
        </p:nvSpPr>
        <p:spPr>
          <a:xfrm>
            <a:off x="8057475" y="3037045"/>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38" name="Marcador de número de diapositiva 3">
            <a:extLst>
              <a:ext uri="{FF2B5EF4-FFF2-40B4-BE49-F238E27FC236}">
                <a16:creationId xmlns:a16="http://schemas.microsoft.com/office/drawing/2014/main" id="{2CF9CF7B-ACC2-854A-8FCD-7853E39FDF9D}"/>
              </a:ext>
            </a:extLst>
          </p:cNvPr>
          <p:cNvSpPr>
            <a:spLocks noGrp="1"/>
          </p:cNvSpPr>
          <p:nvPr>
            <p:ph type="sldNum" sz="quarter" idx="11"/>
          </p:nvPr>
        </p:nvSpPr>
        <p:spPr>
          <a:xfrm>
            <a:off x="6553200" y="6243638"/>
            <a:ext cx="2133600" cy="457200"/>
          </a:xfrm>
        </p:spPr>
        <p:txBody>
          <a:bodyPr/>
          <a:lstStyle/>
          <a:p>
            <a:fld id="{323594FA-E141-4234-AE05-360401972BE7}" type="slidenum">
              <a:rPr lang="en-US" altLang="en-US" smtClean="0"/>
              <a:pPr/>
              <a:t>55</a:t>
            </a:fld>
            <a:endParaRPr lang="en-US" altLang="en-US" dirty="0"/>
          </a:p>
        </p:txBody>
      </p:sp>
    </p:spTree>
    <p:extLst>
      <p:ext uri="{BB962C8B-B14F-4D97-AF65-F5344CB8AC3E}">
        <p14:creationId xmlns:p14="http://schemas.microsoft.com/office/powerpoint/2010/main" val="38031065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7B4DC-E43F-0644-A985-6D068B1B2315}"/>
              </a:ext>
            </a:extLst>
          </p:cNvPr>
          <p:cNvSpPr>
            <a:spLocks noGrp="1"/>
          </p:cNvSpPr>
          <p:nvPr>
            <p:ph type="title"/>
          </p:nvPr>
        </p:nvSpPr>
        <p:spPr/>
        <p:txBody>
          <a:bodyPr>
            <a:normAutofit/>
          </a:bodyPr>
          <a:lstStyle/>
          <a:p>
            <a:r>
              <a:rPr lang="en-US" altLang="zh-CN" dirty="0"/>
              <a:t>First GPU Example: </a:t>
            </a:r>
            <a:r>
              <a:rPr lang="en-US" dirty="0"/>
              <a:t>Vector Addition (III)</a:t>
            </a:r>
          </a:p>
        </p:txBody>
      </p:sp>
      <p:sp>
        <p:nvSpPr>
          <p:cNvPr id="3" name="Content Placeholder 2">
            <a:extLst>
              <a:ext uri="{FF2B5EF4-FFF2-40B4-BE49-F238E27FC236}">
                <a16:creationId xmlns:a16="http://schemas.microsoft.com/office/drawing/2014/main" id="{A1E6F9D2-F549-0F40-837D-B42114E20B2F}"/>
              </a:ext>
            </a:extLst>
          </p:cNvPr>
          <p:cNvSpPr>
            <a:spLocks noGrp="1"/>
          </p:cNvSpPr>
          <p:nvPr>
            <p:ph idx="1"/>
          </p:nvPr>
        </p:nvSpPr>
        <p:spPr/>
        <p:txBody>
          <a:bodyPr/>
          <a:lstStyle/>
          <a:p>
            <a:r>
              <a:rPr lang="en-US" dirty="0"/>
              <a:t>We group threads into </a:t>
            </a:r>
            <a:r>
              <a:rPr lang="en-US" dirty="0">
                <a:solidFill>
                  <a:srgbClr val="00B050"/>
                </a:solidFill>
              </a:rPr>
              <a:t>blocks</a:t>
            </a:r>
          </a:p>
        </p:txBody>
      </p:sp>
      <p:pic>
        <p:nvPicPr>
          <p:cNvPr id="4" name="Picture 3">
            <a:extLst>
              <a:ext uri="{FF2B5EF4-FFF2-40B4-BE49-F238E27FC236}">
                <a16:creationId xmlns:a16="http://schemas.microsoft.com/office/drawing/2014/main" id="{0A72EFEB-7804-EE40-8134-9A3997B8C6A8}"/>
              </a:ext>
            </a:extLst>
          </p:cNvPr>
          <p:cNvPicPr>
            <a:picLocks noChangeAspect="1"/>
          </p:cNvPicPr>
          <p:nvPr/>
        </p:nvPicPr>
        <p:blipFill>
          <a:blip r:embed="rId3"/>
          <a:stretch>
            <a:fillRect/>
          </a:stretch>
        </p:blipFill>
        <p:spPr>
          <a:xfrm>
            <a:off x="612000" y="3100826"/>
            <a:ext cx="7920000" cy="1360490"/>
          </a:xfrm>
          <a:prstGeom prst="rect">
            <a:avLst/>
          </a:prstGeom>
        </p:spPr>
      </p:pic>
      <p:pic>
        <p:nvPicPr>
          <p:cNvPr id="5" name="Picture 4">
            <a:extLst>
              <a:ext uri="{FF2B5EF4-FFF2-40B4-BE49-F238E27FC236}">
                <a16:creationId xmlns:a16="http://schemas.microsoft.com/office/drawing/2014/main" id="{D9942C94-4BDB-C14D-9F8C-17B98264E70E}"/>
              </a:ext>
            </a:extLst>
          </p:cNvPr>
          <p:cNvPicPr>
            <a:picLocks noChangeAspect="1"/>
          </p:cNvPicPr>
          <p:nvPr/>
        </p:nvPicPr>
        <p:blipFill>
          <a:blip r:embed="rId4"/>
          <a:stretch>
            <a:fillRect/>
          </a:stretch>
        </p:blipFill>
        <p:spPr>
          <a:xfrm>
            <a:off x="612000" y="3564714"/>
            <a:ext cx="7920000" cy="2226994"/>
          </a:xfrm>
          <a:prstGeom prst="rect">
            <a:avLst/>
          </a:prstGeom>
        </p:spPr>
      </p:pic>
      <p:sp>
        <p:nvSpPr>
          <p:cNvPr id="22" name="Freeform 124">
            <a:extLst>
              <a:ext uri="{FF2B5EF4-FFF2-40B4-BE49-F238E27FC236}">
                <a16:creationId xmlns:a16="http://schemas.microsoft.com/office/drawing/2014/main" id="{23BE8AD8-8D03-EF48-AB09-D97768DAA50C}"/>
              </a:ext>
            </a:extLst>
          </p:cNvPr>
          <p:cNvSpPr>
            <a:spLocks/>
          </p:cNvSpPr>
          <p:nvPr/>
        </p:nvSpPr>
        <p:spPr bwMode="auto">
          <a:xfrm>
            <a:off x="827584" y="218734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3" name="Freeform 124">
            <a:extLst>
              <a:ext uri="{FF2B5EF4-FFF2-40B4-BE49-F238E27FC236}">
                <a16:creationId xmlns:a16="http://schemas.microsoft.com/office/drawing/2014/main" id="{0777DE30-CE49-8044-BFC8-56630164F53E}"/>
              </a:ext>
            </a:extLst>
          </p:cNvPr>
          <p:cNvSpPr>
            <a:spLocks/>
          </p:cNvSpPr>
          <p:nvPr/>
        </p:nvSpPr>
        <p:spPr bwMode="auto">
          <a:xfrm>
            <a:off x="1330623" y="218734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4" name="Freeform 124">
            <a:extLst>
              <a:ext uri="{FF2B5EF4-FFF2-40B4-BE49-F238E27FC236}">
                <a16:creationId xmlns:a16="http://schemas.microsoft.com/office/drawing/2014/main" id="{6F682B52-574A-4244-AF0E-B7A62C48EF77}"/>
              </a:ext>
            </a:extLst>
          </p:cNvPr>
          <p:cNvSpPr>
            <a:spLocks/>
          </p:cNvSpPr>
          <p:nvPr/>
        </p:nvSpPr>
        <p:spPr bwMode="auto">
          <a:xfrm>
            <a:off x="1815740" y="218891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5" name="Freeform 124">
            <a:extLst>
              <a:ext uri="{FF2B5EF4-FFF2-40B4-BE49-F238E27FC236}">
                <a16:creationId xmlns:a16="http://schemas.microsoft.com/office/drawing/2014/main" id="{0EBFD615-6279-E34C-A3E4-A18FA553D69A}"/>
              </a:ext>
            </a:extLst>
          </p:cNvPr>
          <p:cNvSpPr>
            <a:spLocks/>
          </p:cNvSpPr>
          <p:nvPr/>
        </p:nvSpPr>
        <p:spPr bwMode="auto">
          <a:xfrm>
            <a:off x="2318779" y="218891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6" name="Freeform 124">
            <a:extLst>
              <a:ext uri="{FF2B5EF4-FFF2-40B4-BE49-F238E27FC236}">
                <a16:creationId xmlns:a16="http://schemas.microsoft.com/office/drawing/2014/main" id="{A280B413-2B1B-334A-9CDD-685E702CF79A}"/>
              </a:ext>
            </a:extLst>
          </p:cNvPr>
          <p:cNvSpPr>
            <a:spLocks/>
          </p:cNvSpPr>
          <p:nvPr/>
        </p:nvSpPr>
        <p:spPr bwMode="auto">
          <a:xfrm>
            <a:off x="2808893" y="218503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7" name="Freeform 124">
            <a:extLst>
              <a:ext uri="{FF2B5EF4-FFF2-40B4-BE49-F238E27FC236}">
                <a16:creationId xmlns:a16="http://schemas.microsoft.com/office/drawing/2014/main" id="{11A6274C-0324-F54C-ABA4-3EB9193FB3E7}"/>
              </a:ext>
            </a:extLst>
          </p:cNvPr>
          <p:cNvSpPr>
            <a:spLocks/>
          </p:cNvSpPr>
          <p:nvPr/>
        </p:nvSpPr>
        <p:spPr bwMode="auto">
          <a:xfrm>
            <a:off x="3311932" y="218503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8" name="Freeform 124">
            <a:extLst>
              <a:ext uri="{FF2B5EF4-FFF2-40B4-BE49-F238E27FC236}">
                <a16:creationId xmlns:a16="http://schemas.microsoft.com/office/drawing/2014/main" id="{C84B8771-4D42-EA41-B205-3E074542EEAE}"/>
              </a:ext>
            </a:extLst>
          </p:cNvPr>
          <p:cNvSpPr>
            <a:spLocks/>
          </p:cNvSpPr>
          <p:nvPr/>
        </p:nvSpPr>
        <p:spPr bwMode="auto">
          <a:xfrm>
            <a:off x="3797049" y="218660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9" name="Freeform 124">
            <a:extLst>
              <a:ext uri="{FF2B5EF4-FFF2-40B4-BE49-F238E27FC236}">
                <a16:creationId xmlns:a16="http://schemas.microsoft.com/office/drawing/2014/main" id="{29C82C69-5F30-C84C-9041-2D26F6197FC9}"/>
              </a:ext>
            </a:extLst>
          </p:cNvPr>
          <p:cNvSpPr>
            <a:spLocks/>
          </p:cNvSpPr>
          <p:nvPr/>
        </p:nvSpPr>
        <p:spPr bwMode="auto">
          <a:xfrm>
            <a:off x="4300088" y="218660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0" name="Freeform 124">
            <a:extLst>
              <a:ext uri="{FF2B5EF4-FFF2-40B4-BE49-F238E27FC236}">
                <a16:creationId xmlns:a16="http://schemas.microsoft.com/office/drawing/2014/main" id="{1F94D436-4713-CB45-BD50-F0964C9B98D4}"/>
              </a:ext>
            </a:extLst>
          </p:cNvPr>
          <p:cNvSpPr>
            <a:spLocks/>
          </p:cNvSpPr>
          <p:nvPr/>
        </p:nvSpPr>
        <p:spPr bwMode="auto">
          <a:xfrm>
            <a:off x="4763080" y="218577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1" name="Freeform 124">
            <a:extLst>
              <a:ext uri="{FF2B5EF4-FFF2-40B4-BE49-F238E27FC236}">
                <a16:creationId xmlns:a16="http://schemas.microsoft.com/office/drawing/2014/main" id="{F48EF5A3-DB7A-1140-BF5F-FC2C176E14D3}"/>
              </a:ext>
            </a:extLst>
          </p:cNvPr>
          <p:cNvSpPr>
            <a:spLocks/>
          </p:cNvSpPr>
          <p:nvPr/>
        </p:nvSpPr>
        <p:spPr bwMode="auto">
          <a:xfrm>
            <a:off x="5266119" y="218577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2" name="Freeform 124">
            <a:extLst>
              <a:ext uri="{FF2B5EF4-FFF2-40B4-BE49-F238E27FC236}">
                <a16:creationId xmlns:a16="http://schemas.microsoft.com/office/drawing/2014/main" id="{91676985-B15E-B741-B92D-E192169B906C}"/>
              </a:ext>
            </a:extLst>
          </p:cNvPr>
          <p:cNvSpPr>
            <a:spLocks/>
          </p:cNvSpPr>
          <p:nvPr/>
        </p:nvSpPr>
        <p:spPr bwMode="auto">
          <a:xfrm>
            <a:off x="5751236" y="218734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3" name="Freeform 124">
            <a:extLst>
              <a:ext uri="{FF2B5EF4-FFF2-40B4-BE49-F238E27FC236}">
                <a16:creationId xmlns:a16="http://schemas.microsoft.com/office/drawing/2014/main" id="{6569940D-5328-CE47-9578-42C71A231A87}"/>
              </a:ext>
            </a:extLst>
          </p:cNvPr>
          <p:cNvSpPr>
            <a:spLocks/>
          </p:cNvSpPr>
          <p:nvPr/>
        </p:nvSpPr>
        <p:spPr bwMode="auto">
          <a:xfrm>
            <a:off x="6254275" y="2187344"/>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4" name="Freeform 124">
            <a:extLst>
              <a:ext uri="{FF2B5EF4-FFF2-40B4-BE49-F238E27FC236}">
                <a16:creationId xmlns:a16="http://schemas.microsoft.com/office/drawing/2014/main" id="{DC5EB301-CE32-654E-B0AC-2DF2BC3FA8E9}"/>
              </a:ext>
            </a:extLst>
          </p:cNvPr>
          <p:cNvSpPr>
            <a:spLocks/>
          </p:cNvSpPr>
          <p:nvPr/>
        </p:nvSpPr>
        <p:spPr bwMode="auto">
          <a:xfrm>
            <a:off x="6744389" y="218346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5" name="Freeform 124">
            <a:extLst>
              <a:ext uri="{FF2B5EF4-FFF2-40B4-BE49-F238E27FC236}">
                <a16:creationId xmlns:a16="http://schemas.microsoft.com/office/drawing/2014/main" id="{1B420444-96EB-4044-BD05-A2E73E265951}"/>
              </a:ext>
            </a:extLst>
          </p:cNvPr>
          <p:cNvSpPr>
            <a:spLocks/>
          </p:cNvSpPr>
          <p:nvPr/>
        </p:nvSpPr>
        <p:spPr bwMode="auto">
          <a:xfrm>
            <a:off x="7247428" y="218346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6" name="Freeform 124">
            <a:extLst>
              <a:ext uri="{FF2B5EF4-FFF2-40B4-BE49-F238E27FC236}">
                <a16:creationId xmlns:a16="http://schemas.microsoft.com/office/drawing/2014/main" id="{ED4D4719-7E6C-FA41-9225-D990A86390BF}"/>
              </a:ext>
            </a:extLst>
          </p:cNvPr>
          <p:cNvSpPr>
            <a:spLocks/>
          </p:cNvSpPr>
          <p:nvPr/>
        </p:nvSpPr>
        <p:spPr bwMode="auto">
          <a:xfrm>
            <a:off x="7732545" y="218503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7" name="Freeform 124">
            <a:extLst>
              <a:ext uri="{FF2B5EF4-FFF2-40B4-BE49-F238E27FC236}">
                <a16:creationId xmlns:a16="http://schemas.microsoft.com/office/drawing/2014/main" id="{81C260D5-5EE0-4248-BECC-37DC6ADBC64F}"/>
              </a:ext>
            </a:extLst>
          </p:cNvPr>
          <p:cNvSpPr>
            <a:spLocks/>
          </p:cNvSpPr>
          <p:nvPr/>
        </p:nvSpPr>
        <p:spPr bwMode="auto">
          <a:xfrm>
            <a:off x="8235584" y="2185037"/>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B05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9" name="Rectangle 38">
            <a:extLst>
              <a:ext uri="{FF2B5EF4-FFF2-40B4-BE49-F238E27FC236}">
                <a16:creationId xmlns:a16="http://schemas.microsoft.com/office/drawing/2014/main" id="{DE14B2EA-9084-BE42-B26F-F0C6D094AE56}"/>
              </a:ext>
            </a:extLst>
          </p:cNvPr>
          <p:cNvSpPr/>
          <p:nvPr/>
        </p:nvSpPr>
        <p:spPr>
          <a:xfrm>
            <a:off x="648096" y="3083090"/>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55" name="Rectangle 54">
            <a:extLst>
              <a:ext uri="{FF2B5EF4-FFF2-40B4-BE49-F238E27FC236}">
                <a16:creationId xmlns:a16="http://schemas.microsoft.com/office/drawing/2014/main" id="{57E06BB3-84CC-684E-967F-D9C8C239BCBE}"/>
              </a:ext>
            </a:extLst>
          </p:cNvPr>
          <p:cNvSpPr/>
          <p:nvPr/>
        </p:nvSpPr>
        <p:spPr>
          <a:xfrm>
            <a:off x="1151135" y="3067963"/>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56" name="Rectangle 55">
            <a:extLst>
              <a:ext uri="{FF2B5EF4-FFF2-40B4-BE49-F238E27FC236}">
                <a16:creationId xmlns:a16="http://schemas.microsoft.com/office/drawing/2014/main" id="{CE13716F-3B0A-8C41-B363-E2CFBCB2BF78}"/>
              </a:ext>
            </a:extLst>
          </p:cNvPr>
          <p:cNvSpPr/>
          <p:nvPr/>
        </p:nvSpPr>
        <p:spPr>
          <a:xfrm>
            <a:off x="1619672" y="3084087"/>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57" name="Rectangle 56">
            <a:extLst>
              <a:ext uri="{FF2B5EF4-FFF2-40B4-BE49-F238E27FC236}">
                <a16:creationId xmlns:a16="http://schemas.microsoft.com/office/drawing/2014/main" id="{4220D019-5125-C144-A7A4-78423C577D45}"/>
              </a:ext>
            </a:extLst>
          </p:cNvPr>
          <p:cNvSpPr/>
          <p:nvPr/>
        </p:nvSpPr>
        <p:spPr>
          <a:xfrm>
            <a:off x="2122711" y="3068960"/>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58" name="Rectangle 57">
            <a:extLst>
              <a:ext uri="{FF2B5EF4-FFF2-40B4-BE49-F238E27FC236}">
                <a16:creationId xmlns:a16="http://schemas.microsoft.com/office/drawing/2014/main" id="{7157E701-81DA-F142-BB5C-FD535FA67745}"/>
              </a:ext>
            </a:extLst>
          </p:cNvPr>
          <p:cNvSpPr/>
          <p:nvPr/>
        </p:nvSpPr>
        <p:spPr>
          <a:xfrm>
            <a:off x="2620015" y="3070217"/>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59" name="Rectangle 58">
            <a:extLst>
              <a:ext uri="{FF2B5EF4-FFF2-40B4-BE49-F238E27FC236}">
                <a16:creationId xmlns:a16="http://schemas.microsoft.com/office/drawing/2014/main" id="{0CB24B2D-AEAB-EF4B-93A3-908CFED1EF0C}"/>
              </a:ext>
            </a:extLst>
          </p:cNvPr>
          <p:cNvSpPr/>
          <p:nvPr/>
        </p:nvSpPr>
        <p:spPr>
          <a:xfrm>
            <a:off x="3123054" y="3055090"/>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0" name="Rectangle 59">
            <a:extLst>
              <a:ext uri="{FF2B5EF4-FFF2-40B4-BE49-F238E27FC236}">
                <a16:creationId xmlns:a16="http://schemas.microsoft.com/office/drawing/2014/main" id="{442E821F-C725-F649-BC5A-997ECF6D122D}"/>
              </a:ext>
            </a:extLst>
          </p:cNvPr>
          <p:cNvSpPr/>
          <p:nvPr/>
        </p:nvSpPr>
        <p:spPr>
          <a:xfrm>
            <a:off x="3591591" y="3071214"/>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1" name="Rectangle 60">
            <a:extLst>
              <a:ext uri="{FF2B5EF4-FFF2-40B4-BE49-F238E27FC236}">
                <a16:creationId xmlns:a16="http://schemas.microsoft.com/office/drawing/2014/main" id="{9C051570-FF39-7B4C-91E5-0A37B53F8DF0}"/>
              </a:ext>
            </a:extLst>
          </p:cNvPr>
          <p:cNvSpPr/>
          <p:nvPr/>
        </p:nvSpPr>
        <p:spPr>
          <a:xfrm>
            <a:off x="4094630" y="3056087"/>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2" name="Rectangle 61">
            <a:extLst>
              <a:ext uri="{FF2B5EF4-FFF2-40B4-BE49-F238E27FC236}">
                <a16:creationId xmlns:a16="http://schemas.microsoft.com/office/drawing/2014/main" id="{2548A04A-64E6-7E49-BDB6-48AD1FD784DA}"/>
              </a:ext>
            </a:extLst>
          </p:cNvPr>
          <p:cNvSpPr/>
          <p:nvPr/>
        </p:nvSpPr>
        <p:spPr>
          <a:xfrm>
            <a:off x="4610941" y="3064048"/>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3" name="Rectangle 62">
            <a:extLst>
              <a:ext uri="{FF2B5EF4-FFF2-40B4-BE49-F238E27FC236}">
                <a16:creationId xmlns:a16="http://schemas.microsoft.com/office/drawing/2014/main" id="{9E537D57-2C92-9D4A-BF0F-AE5EC29A8E13}"/>
              </a:ext>
            </a:extLst>
          </p:cNvPr>
          <p:cNvSpPr/>
          <p:nvPr/>
        </p:nvSpPr>
        <p:spPr>
          <a:xfrm>
            <a:off x="5113980" y="3048921"/>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4" name="Rectangle 63">
            <a:extLst>
              <a:ext uri="{FF2B5EF4-FFF2-40B4-BE49-F238E27FC236}">
                <a16:creationId xmlns:a16="http://schemas.microsoft.com/office/drawing/2014/main" id="{0AA6717B-0494-4C47-8091-3849973EA227}"/>
              </a:ext>
            </a:extLst>
          </p:cNvPr>
          <p:cNvSpPr/>
          <p:nvPr/>
        </p:nvSpPr>
        <p:spPr>
          <a:xfrm>
            <a:off x="5582517" y="3065045"/>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5" name="Rectangle 64">
            <a:extLst>
              <a:ext uri="{FF2B5EF4-FFF2-40B4-BE49-F238E27FC236}">
                <a16:creationId xmlns:a16="http://schemas.microsoft.com/office/drawing/2014/main" id="{1CE5717B-5AB2-1845-A4FF-C43F4C53327C}"/>
              </a:ext>
            </a:extLst>
          </p:cNvPr>
          <p:cNvSpPr/>
          <p:nvPr/>
        </p:nvSpPr>
        <p:spPr>
          <a:xfrm>
            <a:off x="6085556" y="3049918"/>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6" name="Rectangle 65">
            <a:extLst>
              <a:ext uri="{FF2B5EF4-FFF2-40B4-BE49-F238E27FC236}">
                <a16:creationId xmlns:a16="http://schemas.microsoft.com/office/drawing/2014/main" id="{5C8DBEF9-A997-624C-8F2B-4B58CACE302C}"/>
              </a:ext>
            </a:extLst>
          </p:cNvPr>
          <p:cNvSpPr/>
          <p:nvPr/>
        </p:nvSpPr>
        <p:spPr>
          <a:xfrm>
            <a:off x="6582860" y="3051175"/>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7" name="Rectangle 66">
            <a:extLst>
              <a:ext uri="{FF2B5EF4-FFF2-40B4-BE49-F238E27FC236}">
                <a16:creationId xmlns:a16="http://schemas.microsoft.com/office/drawing/2014/main" id="{4AB8C0CB-3759-AB45-AD84-53A3C788F939}"/>
              </a:ext>
            </a:extLst>
          </p:cNvPr>
          <p:cNvSpPr/>
          <p:nvPr/>
        </p:nvSpPr>
        <p:spPr>
          <a:xfrm>
            <a:off x="7085899" y="3036048"/>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8" name="Rectangle 67">
            <a:extLst>
              <a:ext uri="{FF2B5EF4-FFF2-40B4-BE49-F238E27FC236}">
                <a16:creationId xmlns:a16="http://schemas.microsoft.com/office/drawing/2014/main" id="{D92CAEC2-B39D-A046-9373-4C838E746A1D}"/>
              </a:ext>
            </a:extLst>
          </p:cNvPr>
          <p:cNvSpPr/>
          <p:nvPr/>
        </p:nvSpPr>
        <p:spPr>
          <a:xfrm>
            <a:off x="7554436" y="3052172"/>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69" name="Rectangle 68">
            <a:extLst>
              <a:ext uri="{FF2B5EF4-FFF2-40B4-BE49-F238E27FC236}">
                <a16:creationId xmlns:a16="http://schemas.microsoft.com/office/drawing/2014/main" id="{925B4719-B442-8340-9D55-C7F4306BBBE9}"/>
              </a:ext>
            </a:extLst>
          </p:cNvPr>
          <p:cNvSpPr/>
          <p:nvPr/>
        </p:nvSpPr>
        <p:spPr>
          <a:xfrm>
            <a:off x="8057475" y="3037045"/>
            <a:ext cx="432000" cy="2756452"/>
          </a:xfrm>
          <a:prstGeom prst="rect">
            <a:avLst/>
          </a:prstGeom>
          <a:solidFill>
            <a:srgbClr val="00B050">
              <a:alpha val="25098"/>
            </a:srgbClr>
          </a:solid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tx1"/>
              </a:solidFill>
            </a:endParaRPr>
          </a:p>
        </p:txBody>
      </p:sp>
      <p:sp>
        <p:nvSpPr>
          <p:cNvPr id="38" name="Rectangle 37">
            <a:extLst>
              <a:ext uri="{FF2B5EF4-FFF2-40B4-BE49-F238E27FC236}">
                <a16:creationId xmlns:a16="http://schemas.microsoft.com/office/drawing/2014/main" id="{D226F384-1BD0-2843-93E9-EB89A109BD20}"/>
              </a:ext>
            </a:extLst>
          </p:cNvPr>
          <p:cNvSpPr/>
          <p:nvPr/>
        </p:nvSpPr>
        <p:spPr>
          <a:xfrm>
            <a:off x="612000" y="2932043"/>
            <a:ext cx="2001991" cy="3021496"/>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2FDFE59-51E9-344C-8E29-CC15D0DE615B}"/>
              </a:ext>
            </a:extLst>
          </p:cNvPr>
          <p:cNvSpPr/>
          <p:nvPr/>
        </p:nvSpPr>
        <p:spPr>
          <a:xfrm>
            <a:off x="2584174" y="2932043"/>
            <a:ext cx="2001991" cy="3021496"/>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E06CD55E-5BE6-6F4F-BF86-EE3F5DB83190}"/>
              </a:ext>
            </a:extLst>
          </p:cNvPr>
          <p:cNvSpPr/>
          <p:nvPr/>
        </p:nvSpPr>
        <p:spPr>
          <a:xfrm>
            <a:off x="4566287" y="2932043"/>
            <a:ext cx="2001991" cy="3021496"/>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0878244E-4128-254D-B437-2AB3CFA35A74}"/>
              </a:ext>
            </a:extLst>
          </p:cNvPr>
          <p:cNvSpPr/>
          <p:nvPr/>
        </p:nvSpPr>
        <p:spPr>
          <a:xfrm>
            <a:off x="6552011" y="2932043"/>
            <a:ext cx="2001991" cy="3021496"/>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5ED87167-6FCE-394F-8DA6-FCFFF22BB5DC}"/>
              </a:ext>
            </a:extLst>
          </p:cNvPr>
          <p:cNvSpPr/>
          <p:nvPr/>
        </p:nvSpPr>
        <p:spPr>
          <a:xfrm>
            <a:off x="737471" y="2107364"/>
            <a:ext cx="1728318" cy="939768"/>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rPr>
              <a:t>Block 0</a:t>
            </a:r>
          </a:p>
        </p:txBody>
      </p:sp>
      <p:sp>
        <p:nvSpPr>
          <p:cNvPr id="44" name="Rectangle 43">
            <a:extLst>
              <a:ext uri="{FF2B5EF4-FFF2-40B4-BE49-F238E27FC236}">
                <a16:creationId xmlns:a16="http://schemas.microsoft.com/office/drawing/2014/main" id="{10357F0C-C890-EA42-B7BA-1434BBEB9810}"/>
              </a:ext>
            </a:extLst>
          </p:cNvPr>
          <p:cNvSpPr/>
          <p:nvPr/>
        </p:nvSpPr>
        <p:spPr>
          <a:xfrm>
            <a:off x="2707151" y="2103602"/>
            <a:ext cx="1728318" cy="939768"/>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rPr>
              <a:t>Block 1</a:t>
            </a:r>
          </a:p>
        </p:txBody>
      </p:sp>
      <p:sp>
        <p:nvSpPr>
          <p:cNvPr id="45" name="Rectangle 44">
            <a:extLst>
              <a:ext uri="{FF2B5EF4-FFF2-40B4-BE49-F238E27FC236}">
                <a16:creationId xmlns:a16="http://schemas.microsoft.com/office/drawing/2014/main" id="{E5EAC28B-2D59-1B49-B9E9-BDC052B53D4D}"/>
              </a:ext>
            </a:extLst>
          </p:cNvPr>
          <p:cNvSpPr/>
          <p:nvPr/>
        </p:nvSpPr>
        <p:spPr>
          <a:xfrm>
            <a:off x="4681821" y="2103602"/>
            <a:ext cx="1728318" cy="939768"/>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rPr>
              <a:t>Block 2</a:t>
            </a:r>
          </a:p>
        </p:txBody>
      </p:sp>
      <p:sp>
        <p:nvSpPr>
          <p:cNvPr id="46" name="Rectangle 45">
            <a:extLst>
              <a:ext uri="{FF2B5EF4-FFF2-40B4-BE49-F238E27FC236}">
                <a16:creationId xmlns:a16="http://schemas.microsoft.com/office/drawing/2014/main" id="{86EFD57F-B91E-9549-8FA5-621A0F9D8105}"/>
              </a:ext>
            </a:extLst>
          </p:cNvPr>
          <p:cNvSpPr/>
          <p:nvPr/>
        </p:nvSpPr>
        <p:spPr>
          <a:xfrm>
            <a:off x="6651501" y="2099840"/>
            <a:ext cx="1728318" cy="939768"/>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tx1"/>
                </a:solidFill>
              </a:rPr>
              <a:t>Block 3</a:t>
            </a:r>
          </a:p>
        </p:txBody>
      </p:sp>
      <p:sp>
        <p:nvSpPr>
          <p:cNvPr id="47" name="Marcador de número de diapositiva 3">
            <a:extLst>
              <a:ext uri="{FF2B5EF4-FFF2-40B4-BE49-F238E27FC236}">
                <a16:creationId xmlns:a16="http://schemas.microsoft.com/office/drawing/2014/main" id="{B9A88BBC-CA2A-994E-88AE-750FD7DAF58B}"/>
              </a:ext>
            </a:extLst>
          </p:cNvPr>
          <p:cNvSpPr>
            <a:spLocks noGrp="1"/>
          </p:cNvSpPr>
          <p:nvPr>
            <p:ph type="sldNum" sz="quarter" idx="11"/>
          </p:nvPr>
        </p:nvSpPr>
        <p:spPr>
          <a:xfrm>
            <a:off x="6553200" y="6243638"/>
            <a:ext cx="2133600" cy="457200"/>
          </a:xfrm>
        </p:spPr>
        <p:txBody>
          <a:bodyPr/>
          <a:lstStyle/>
          <a:p>
            <a:fld id="{323594FA-E141-4234-AE05-360401972BE7}" type="slidenum">
              <a:rPr lang="en-US" altLang="en-US" smtClean="0"/>
              <a:pPr/>
              <a:t>56</a:t>
            </a:fld>
            <a:endParaRPr lang="en-US" altLang="en-US" dirty="0"/>
          </a:p>
        </p:txBody>
      </p:sp>
      <p:sp>
        <p:nvSpPr>
          <p:cNvPr id="6" name="矩形 5">
            <a:extLst>
              <a:ext uri="{FF2B5EF4-FFF2-40B4-BE49-F238E27FC236}">
                <a16:creationId xmlns:a16="http://schemas.microsoft.com/office/drawing/2014/main" id="{39D746A4-B748-4A93-AB08-7E8AB2E8500C}"/>
              </a:ext>
            </a:extLst>
          </p:cNvPr>
          <p:cNvSpPr/>
          <p:nvPr/>
        </p:nvSpPr>
        <p:spPr>
          <a:xfrm>
            <a:off x="864096" y="1607881"/>
            <a:ext cx="1422184" cy="369332"/>
          </a:xfrm>
          <a:prstGeom prst="rect">
            <a:avLst/>
          </a:prstGeom>
        </p:spPr>
        <p:txBody>
          <a:bodyPr wrap="none">
            <a:spAutoFit/>
          </a:bodyPr>
          <a:lstStyle/>
          <a:p>
            <a:r>
              <a:rPr lang="en-US" altLang="zh-CN" dirty="0" err="1">
                <a:solidFill>
                  <a:srgbClr val="0432FF"/>
                </a:solidFill>
              </a:rPr>
              <a:t>blockIdx</a:t>
            </a:r>
            <a:r>
              <a:rPr lang="en-US" altLang="zh-CN" dirty="0">
                <a:solidFill>
                  <a:srgbClr val="0432FF"/>
                </a:solidFill>
              </a:rPr>
              <a:t> = 0</a:t>
            </a:r>
            <a:endParaRPr lang="zh-CN" altLang="en-US" dirty="0">
              <a:solidFill>
                <a:srgbClr val="0432FF"/>
              </a:solidFill>
            </a:endParaRPr>
          </a:p>
        </p:txBody>
      </p:sp>
      <p:sp>
        <p:nvSpPr>
          <p:cNvPr id="48" name="矩形 47">
            <a:extLst>
              <a:ext uri="{FF2B5EF4-FFF2-40B4-BE49-F238E27FC236}">
                <a16:creationId xmlns:a16="http://schemas.microsoft.com/office/drawing/2014/main" id="{0F6AE276-B723-4928-8F92-D55FD00EB1C0}"/>
              </a:ext>
            </a:extLst>
          </p:cNvPr>
          <p:cNvSpPr/>
          <p:nvPr/>
        </p:nvSpPr>
        <p:spPr>
          <a:xfrm>
            <a:off x="2852863" y="1589537"/>
            <a:ext cx="1422184" cy="369332"/>
          </a:xfrm>
          <a:prstGeom prst="rect">
            <a:avLst/>
          </a:prstGeom>
        </p:spPr>
        <p:txBody>
          <a:bodyPr wrap="none">
            <a:spAutoFit/>
          </a:bodyPr>
          <a:lstStyle/>
          <a:p>
            <a:r>
              <a:rPr lang="en-US" altLang="zh-CN" dirty="0" err="1">
                <a:solidFill>
                  <a:srgbClr val="0432FF"/>
                </a:solidFill>
              </a:rPr>
              <a:t>blockIdx</a:t>
            </a:r>
            <a:r>
              <a:rPr lang="en-US" altLang="zh-CN" dirty="0">
                <a:solidFill>
                  <a:srgbClr val="0432FF"/>
                </a:solidFill>
              </a:rPr>
              <a:t> = 1</a:t>
            </a:r>
            <a:endParaRPr lang="zh-CN" altLang="en-US" dirty="0">
              <a:solidFill>
                <a:srgbClr val="0432FF"/>
              </a:solidFill>
            </a:endParaRPr>
          </a:p>
        </p:txBody>
      </p:sp>
      <p:sp>
        <p:nvSpPr>
          <p:cNvPr id="49" name="矩形 48">
            <a:extLst>
              <a:ext uri="{FF2B5EF4-FFF2-40B4-BE49-F238E27FC236}">
                <a16:creationId xmlns:a16="http://schemas.microsoft.com/office/drawing/2014/main" id="{868C8C81-E52F-44AE-9E77-FA8BA9B45125}"/>
              </a:ext>
            </a:extLst>
          </p:cNvPr>
          <p:cNvSpPr/>
          <p:nvPr/>
        </p:nvSpPr>
        <p:spPr>
          <a:xfrm>
            <a:off x="4819049" y="1572439"/>
            <a:ext cx="1422184" cy="369332"/>
          </a:xfrm>
          <a:prstGeom prst="rect">
            <a:avLst/>
          </a:prstGeom>
        </p:spPr>
        <p:txBody>
          <a:bodyPr wrap="none">
            <a:spAutoFit/>
          </a:bodyPr>
          <a:lstStyle/>
          <a:p>
            <a:r>
              <a:rPr lang="en-US" altLang="zh-CN" dirty="0" err="1">
                <a:solidFill>
                  <a:srgbClr val="0432FF"/>
                </a:solidFill>
              </a:rPr>
              <a:t>blockIdx</a:t>
            </a:r>
            <a:r>
              <a:rPr lang="en-US" altLang="zh-CN" dirty="0">
                <a:solidFill>
                  <a:srgbClr val="0432FF"/>
                </a:solidFill>
              </a:rPr>
              <a:t> = 2</a:t>
            </a:r>
            <a:endParaRPr lang="zh-CN" altLang="en-US" dirty="0">
              <a:solidFill>
                <a:srgbClr val="0432FF"/>
              </a:solidFill>
            </a:endParaRPr>
          </a:p>
        </p:txBody>
      </p:sp>
      <p:sp>
        <p:nvSpPr>
          <p:cNvPr id="50" name="矩形 49">
            <a:extLst>
              <a:ext uri="{FF2B5EF4-FFF2-40B4-BE49-F238E27FC236}">
                <a16:creationId xmlns:a16="http://schemas.microsoft.com/office/drawing/2014/main" id="{FA787FA6-F256-4313-851A-7AF8F6D154C2}"/>
              </a:ext>
            </a:extLst>
          </p:cNvPr>
          <p:cNvSpPr/>
          <p:nvPr/>
        </p:nvSpPr>
        <p:spPr>
          <a:xfrm>
            <a:off x="6829124" y="1564311"/>
            <a:ext cx="1422184" cy="369332"/>
          </a:xfrm>
          <a:prstGeom prst="rect">
            <a:avLst/>
          </a:prstGeom>
        </p:spPr>
        <p:txBody>
          <a:bodyPr wrap="none">
            <a:spAutoFit/>
          </a:bodyPr>
          <a:lstStyle/>
          <a:p>
            <a:r>
              <a:rPr lang="en-US" altLang="zh-CN" dirty="0" err="1">
                <a:solidFill>
                  <a:srgbClr val="0432FF"/>
                </a:solidFill>
              </a:rPr>
              <a:t>blockIdx</a:t>
            </a:r>
            <a:r>
              <a:rPr lang="en-US" altLang="zh-CN" dirty="0">
                <a:solidFill>
                  <a:srgbClr val="0432FF"/>
                </a:solidFill>
              </a:rPr>
              <a:t> = 3</a:t>
            </a:r>
            <a:endParaRPr lang="zh-CN" altLang="en-US" dirty="0">
              <a:solidFill>
                <a:srgbClr val="0432FF"/>
              </a:solidFill>
            </a:endParaRPr>
          </a:p>
        </p:txBody>
      </p:sp>
      <p:grpSp>
        <p:nvGrpSpPr>
          <p:cNvPr id="10" name="组合 9">
            <a:extLst>
              <a:ext uri="{FF2B5EF4-FFF2-40B4-BE49-F238E27FC236}">
                <a16:creationId xmlns:a16="http://schemas.microsoft.com/office/drawing/2014/main" id="{C82F6FD8-1216-462D-9607-72F2C5749DA0}"/>
              </a:ext>
            </a:extLst>
          </p:cNvPr>
          <p:cNvGrpSpPr/>
          <p:nvPr/>
        </p:nvGrpSpPr>
        <p:grpSpPr>
          <a:xfrm>
            <a:off x="228600" y="5839542"/>
            <a:ext cx="1537600" cy="634376"/>
            <a:chOff x="228600" y="5839542"/>
            <a:chExt cx="1537600" cy="634376"/>
          </a:xfrm>
        </p:grpSpPr>
        <p:sp>
          <p:nvSpPr>
            <p:cNvPr id="7" name="矩形 6">
              <a:extLst>
                <a:ext uri="{FF2B5EF4-FFF2-40B4-BE49-F238E27FC236}">
                  <a16:creationId xmlns:a16="http://schemas.microsoft.com/office/drawing/2014/main" id="{9A6B9A57-C855-460A-88CD-63B1F3EC328E}"/>
                </a:ext>
              </a:extLst>
            </p:cNvPr>
            <p:cNvSpPr/>
            <p:nvPr/>
          </p:nvSpPr>
          <p:spPr>
            <a:xfrm>
              <a:off x="228600" y="6104586"/>
              <a:ext cx="1537600" cy="369332"/>
            </a:xfrm>
            <a:prstGeom prst="rect">
              <a:avLst/>
            </a:prstGeom>
          </p:spPr>
          <p:txBody>
            <a:bodyPr wrap="none">
              <a:spAutoFit/>
            </a:bodyPr>
            <a:lstStyle/>
            <a:p>
              <a:r>
                <a:rPr lang="en-US" altLang="zh-CN" dirty="0" err="1">
                  <a:solidFill>
                    <a:srgbClr val="0432FF"/>
                  </a:solidFill>
                </a:rPr>
                <a:t>threadIdx</a:t>
              </a:r>
              <a:r>
                <a:rPr lang="en-US" altLang="zh-CN" dirty="0">
                  <a:solidFill>
                    <a:srgbClr val="0432FF"/>
                  </a:solidFill>
                </a:rPr>
                <a:t> = 0</a:t>
              </a:r>
              <a:endParaRPr lang="zh-CN" altLang="en-US" dirty="0">
                <a:solidFill>
                  <a:srgbClr val="0432FF"/>
                </a:solidFill>
              </a:endParaRPr>
            </a:p>
          </p:txBody>
        </p:sp>
        <p:cxnSp>
          <p:nvCxnSpPr>
            <p:cNvPr id="9" name="直接箭头连接符 8">
              <a:extLst>
                <a:ext uri="{FF2B5EF4-FFF2-40B4-BE49-F238E27FC236}">
                  <a16:creationId xmlns:a16="http://schemas.microsoft.com/office/drawing/2014/main" id="{AE7540E4-CCD4-4C05-919B-527D6FBA6B6B}"/>
                </a:ext>
              </a:extLst>
            </p:cNvPr>
            <p:cNvCxnSpPr>
              <a:endCxn id="39" idx="2"/>
            </p:cNvCxnSpPr>
            <p:nvPr/>
          </p:nvCxnSpPr>
          <p:spPr bwMode="auto">
            <a:xfrm flipV="1">
              <a:off x="648096" y="5839542"/>
              <a:ext cx="216000" cy="351708"/>
            </a:xfrm>
            <a:prstGeom prst="straightConnector1">
              <a:avLst/>
            </a:prstGeom>
            <a:solidFill>
              <a:srgbClr val="C0C0C0"/>
            </a:solidFill>
            <a:ln w="19050" cap="flat" cmpd="sng" algn="ctr">
              <a:solidFill>
                <a:srgbClr val="0432FF"/>
              </a:solidFill>
              <a:prstDash val="solid"/>
              <a:round/>
              <a:headEnd type="none" w="med" len="med"/>
              <a:tailEnd type="triangle"/>
            </a:ln>
            <a:effectLst/>
          </p:spPr>
        </p:cxnSp>
      </p:grpSp>
      <p:grpSp>
        <p:nvGrpSpPr>
          <p:cNvPr id="70" name="组合 69">
            <a:extLst>
              <a:ext uri="{FF2B5EF4-FFF2-40B4-BE49-F238E27FC236}">
                <a16:creationId xmlns:a16="http://schemas.microsoft.com/office/drawing/2014/main" id="{3284F00A-AEDF-4D36-93A6-5FE111609D9D}"/>
              </a:ext>
            </a:extLst>
          </p:cNvPr>
          <p:cNvGrpSpPr/>
          <p:nvPr/>
        </p:nvGrpSpPr>
        <p:grpSpPr>
          <a:xfrm>
            <a:off x="2720138" y="5805134"/>
            <a:ext cx="1537600" cy="634376"/>
            <a:chOff x="228600" y="5839542"/>
            <a:chExt cx="1537600" cy="634376"/>
          </a:xfrm>
        </p:grpSpPr>
        <p:sp>
          <p:nvSpPr>
            <p:cNvPr id="71" name="矩形 70">
              <a:extLst>
                <a:ext uri="{FF2B5EF4-FFF2-40B4-BE49-F238E27FC236}">
                  <a16:creationId xmlns:a16="http://schemas.microsoft.com/office/drawing/2014/main" id="{9D8F3527-A9E1-4F92-9655-C2569E2C1F03}"/>
                </a:ext>
              </a:extLst>
            </p:cNvPr>
            <p:cNvSpPr/>
            <p:nvPr/>
          </p:nvSpPr>
          <p:spPr>
            <a:xfrm>
              <a:off x="228600" y="6104586"/>
              <a:ext cx="1537600" cy="369332"/>
            </a:xfrm>
            <a:prstGeom prst="rect">
              <a:avLst/>
            </a:prstGeom>
          </p:spPr>
          <p:txBody>
            <a:bodyPr wrap="none">
              <a:spAutoFit/>
            </a:bodyPr>
            <a:lstStyle/>
            <a:p>
              <a:r>
                <a:rPr lang="en-US" altLang="zh-CN" dirty="0" err="1">
                  <a:solidFill>
                    <a:srgbClr val="0432FF"/>
                  </a:solidFill>
                </a:rPr>
                <a:t>threadIdx</a:t>
              </a:r>
              <a:r>
                <a:rPr lang="en-US" altLang="zh-CN" dirty="0">
                  <a:solidFill>
                    <a:srgbClr val="0432FF"/>
                  </a:solidFill>
                </a:rPr>
                <a:t> = 1</a:t>
              </a:r>
              <a:endParaRPr lang="zh-CN" altLang="en-US" dirty="0">
                <a:solidFill>
                  <a:srgbClr val="0432FF"/>
                </a:solidFill>
              </a:endParaRPr>
            </a:p>
          </p:txBody>
        </p:sp>
        <p:cxnSp>
          <p:nvCxnSpPr>
            <p:cNvPr id="72" name="直接箭头连接符 71">
              <a:extLst>
                <a:ext uri="{FF2B5EF4-FFF2-40B4-BE49-F238E27FC236}">
                  <a16:creationId xmlns:a16="http://schemas.microsoft.com/office/drawing/2014/main" id="{57AB352F-01AB-486B-BEBD-89108FB3BE01}"/>
                </a:ext>
              </a:extLst>
            </p:cNvPr>
            <p:cNvCxnSpPr/>
            <p:nvPr/>
          </p:nvCxnSpPr>
          <p:spPr bwMode="auto">
            <a:xfrm flipV="1">
              <a:off x="648096" y="5839542"/>
              <a:ext cx="216000" cy="351708"/>
            </a:xfrm>
            <a:prstGeom prst="straightConnector1">
              <a:avLst/>
            </a:prstGeom>
            <a:solidFill>
              <a:srgbClr val="C0C0C0"/>
            </a:solidFill>
            <a:ln w="19050" cap="flat" cmpd="sng" algn="ctr">
              <a:solidFill>
                <a:srgbClr val="0432FF"/>
              </a:solidFill>
              <a:prstDash val="solid"/>
              <a:round/>
              <a:headEnd type="none" w="med" len="med"/>
              <a:tailEnd type="triangle"/>
            </a:ln>
            <a:effectLst/>
          </p:spPr>
        </p:cxnSp>
      </p:grpSp>
      <p:grpSp>
        <p:nvGrpSpPr>
          <p:cNvPr id="73" name="组合 72">
            <a:extLst>
              <a:ext uri="{FF2B5EF4-FFF2-40B4-BE49-F238E27FC236}">
                <a16:creationId xmlns:a16="http://schemas.microsoft.com/office/drawing/2014/main" id="{F4AE19DC-4CEC-49EB-98E8-8A30BB7DE273}"/>
              </a:ext>
            </a:extLst>
          </p:cNvPr>
          <p:cNvGrpSpPr/>
          <p:nvPr/>
        </p:nvGrpSpPr>
        <p:grpSpPr>
          <a:xfrm>
            <a:off x="5126893" y="5817937"/>
            <a:ext cx="1537600" cy="634376"/>
            <a:chOff x="228600" y="5839542"/>
            <a:chExt cx="1537600" cy="634376"/>
          </a:xfrm>
        </p:grpSpPr>
        <p:sp>
          <p:nvSpPr>
            <p:cNvPr id="74" name="矩形 73">
              <a:extLst>
                <a:ext uri="{FF2B5EF4-FFF2-40B4-BE49-F238E27FC236}">
                  <a16:creationId xmlns:a16="http://schemas.microsoft.com/office/drawing/2014/main" id="{0A1E1D7C-97DD-4C85-A216-EB8CCBFCED60}"/>
                </a:ext>
              </a:extLst>
            </p:cNvPr>
            <p:cNvSpPr/>
            <p:nvPr/>
          </p:nvSpPr>
          <p:spPr>
            <a:xfrm>
              <a:off x="228600" y="6104586"/>
              <a:ext cx="1537600" cy="369332"/>
            </a:xfrm>
            <a:prstGeom prst="rect">
              <a:avLst/>
            </a:prstGeom>
          </p:spPr>
          <p:txBody>
            <a:bodyPr wrap="none">
              <a:spAutoFit/>
            </a:bodyPr>
            <a:lstStyle/>
            <a:p>
              <a:r>
                <a:rPr lang="en-US" altLang="zh-CN" dirty="0" err="1">
                  <a:solidFill>
                    <a:srgbClr val="0432FF"/>
                  </a:solidFill>
                </a:rPr>
                <a:t>threadIdx</a:t>
              </a:r>
              <a:r>
                <a:rPr lang="en-US" altLang="zh-CN" dirty="0">
                  <a:solidFill>
                    <a:srgbClr val="0432FF"/>
                  </a:solidFill>
                </a:rPr>
                <a:t> = 2</a:t>
              </a:r>
              <a:endParaRPr lang="zh-CN" altLang="en-US" dirty="0">
                <a:solidFill>
                  <a:srgbClr val="0432FF"/>
                </a:solidFill>
              </a:endParaRPr>
            </a:p>
          </p:txBody>
        </p:sp>
        <p:cxnSp>
          <p:nvCxnSpPr>
            <p:cNvPr id="75" name="直接箭头连接符 74">
              <a:extLst>
                <a:ext uri="{FF2B5EF4-FFF2-40B4-BE49-F238E27FC236}">
                  <a16:creationId xmlns:a16="http://schemas.microsoft.com/office/drawing/2014/main" id="{945114AD-304A-44FD-B283-FCEE111E6221}"/>
                </a:ext>
              </a:extLst>
            </p:cNvPr>
            <p:cNvCxnSpPr/>
            <p:nvPr/>
          </p:nvCxnSpPr>
          <p:spPr bwMode="auto">
            <a:xfrm flipV="1">
              <a:off x="648096" y="5839542"/>
              <a:ext cx="216000" cy="351708"/>
            </a:xfrm>
            <a:prstGeom prst="straightConnector1">
              <a:avLst/>
            </a:prstGeom>
            <a:solidFill>
              <a:srgbClr val="C0C0C0"/>
            </a:solidFill>
            <a:ln w="19050" cap="flat" cmpd="sng" algn="ctr">
              <a:solidFill>
                <a:srgbClr val="0432FF"/>
              </a:solidFill>
              <a:prstDash val="solid"/>
              <a:round/>
              <a:headEnd type="none" w="med" len="med"/>
              <a:tailEnd type="triangle"/>
            </a:ln>
            <a:effectLst/>
          </p:spPr>
        </p:cxnSp>
      </p:grpSp>
      <p:grpSp>
        <p:nvGrpSpPr>
          <p:cNvPr id="76" name="组合 75">
            <a:extLst>
              <a:ext uri="{FF2B5EF4-FFF2-40B4-BE49-F238E27FC236}">
                <a16:creationId xmlns:a16="http://schemas.microsoft.com/office/drawing/2014/main" id="{3DCDE90F-7E0E-4E89-9CD3-1C9C9965C2B7}"/>
              </a:ext>
            </a:extLst>
          </p:cNvPr>
          <p:cNvGrpSpPr/>
          <p:nvPr/>
        </p:nvGrpSpPr>
        <p:grpSpPr>
          <a:xfrm>
            <a:off x="7138127" y="5817937"/>
            <a:ext cx="1537600" cy="634376"/>
            <a:chOff x="228600" y="5839542"/>
            <a:chExt cx="1537600" cy="634376"/>
          </a:xfrm>
        </p:grpSpPr>
        <p:sp>
          <p:nvSpPr>
            <p:cNvPr id="77" name="矩形 76">
              <a:extLst>
                <a:ext uri="{FF2B5EF4-FFF2-40B4-BE49-F238E27FC236}">
                  <a16:creationId xmlns:a16="http://schemas.microsoft.com/office/drawing/2014/main" id="{C6A134E4-653C-4A30-8721-8C8D2CBD7668}"/>
                </a:ext>
              </a:extLst>
            </p:cNvPr>
            <p:cNvSpPr/>
            <p:nvPr/>
          </p:nvSpPr>
          <p:spPr>
            <a:xfrm>
              <a:off x="228600" y="6104586"/>
              <a:ext cx="1537600" cy="369332"/>
            </a:xfrm>
            <a:prstGeom prst="rect">
              <a:avLst/>
            </a:prstGeom>
          </p:spPr>
          <p:txBody>
            <a:bodyPr wrap="none">
              <a:spAutoFit/>
            </a:bodyPr>
            <a:lstStyle/>
            <a:p>
              <a:r>
                <a:rPr lang="en-US" altLang="zh-CN" dirty="0" err="1">
                  <a:solidFill>
                    <a:srgbClr val="0432FF"/>
                  </a:solidFill>
                </a:rPr>
                <a:t>threadIdx</a:t>
              </a:r>
              <a:r>
                <a:rPr lang="en-US" altLang="zh-CN" dirty="0">
                  <a:solidFill>
                    <a:srgbClr val="0432FF"/>
                  </a:solidFill>
                </a:rPr>
                <a:t> = 2</a:t>
              </a:r>
              <a:endParaRPr lang="zh-CN" altLang="en-US" dirty="0">
                <a:solidFill>
                  <a:srgbClr val="0432FF"/>
                </a:solidFill>
              </a:endParaRPr>
            </a:p>
          </p:txBody>
        </p:sp>
        <p:cxnSp>
          <p:nvCxnSpPr>
            <p:cNvPr id="78" name="直接箭头连接符 77">
              <a:extLst>
                <a:ext uri="{FF2B5EF4-FFF2-40B4-BE49-F238E27FC236}">
                  <a16:creationId xmlns:a16="http://schemas.microsoft.com/office/drawing/2014/main" id="{262CDE28-49B7-4CB6-998E-7773CA198B2D}"/>
                </a:ext>
              </a:extLst>
            </p:cNvPr>
            <p:cNvCxnSpPr/>
            <p:nvPr/>
          </p:nvCxnSpPr>
          <p:spPr bwMode="auto">
            <a:xfrm flipV="1">
              <a:off x="648096" y="5839542"/>
              <a:ext cx="216000" cy="351708"/>
            </a:xfrm>
            <a:prstGeom prst="straightConnector1">
              <a:avLst/>
            </a:prstGeom>
            <a:solidFill>
              <a:srgbClr val="C0C0C0"/>
            </a:solidFill>
            <a:ln w="19050" cap="flat" cmpd="sng" algn="ctr">
              <a:solidFill>
                <a:srgbClr val="0432FF"/>
              </a:solidFill>
              <a:prstDash val="solid"/>
              <a:round/>
              <a:headEnd type="none" w="med" len="med"/>
              <a:tailEnd type="triangle"/>
            </a:ln>
            <a:effectLst/>
          </p:spPr>
        </p:cxnSp>
      </p:grpSp>
      <p:sp>
        <p:nvSpPr>
          <p:cNvPr id="79" name="矩形 78">
            <a:extLst>
              <a:ext uri="{FF2B5EF4-FFF2-40B4-BE49-F238E27FC236}">
                <a16:creationId xmlns:a16="http://schemas.microsoft.com/office/drawing/2014/main" id="{AEA0D965-7F05-48B7-AC60-2AE371DACB36}"/>
              </a:ext>
            </a:extLst>
          </p:cNvPr>
          <p:cNvSpPr/>
          <p:nvPr/>
        </p:nvSpPr>
        <p:spPr>
          <a:xfrm>
            <a:off x="6048614" y="1063262"/>
            <a:ext cx="1524776" cy="369332"/>
          </a:xfrm>
          <a:prstGeom prst="rect">
            <a:avLst/>
          </a:prstGeom>
        </p:spPr>
        <p:txBody>
          <a:bodyPr wrap="none">
            <a:spAutoFit/>
          </a:bodyPr>
          <a:lstStyle/>
          <a:p>
            <a:r>
              <a:rPr lang="en-US" altLang="zh-CN" dirty="0" err="1">
                <a:solidFill>
                  <a:srgbClr val="0432FF"/>
                </a:solidFill>
              </a:rPr>
              <a:t>blockDim</a:t>
            </a:r>
            <a:r>
              <a:rPr lang="en-US" altLang="zh-CN" dirty="0">
                <a:solidFill>
                  <a:srgbClr val="0432FF"/>
                </a:solidFill>
              </a:rPr>
              <a:t> = 4</a:t>
            </a:r>
            <a:endParaRPr lang="zh-CN" altLang="en-US" dirty="0">
              <a:solidFill>
                <a:srgbClr val="0432FF"/>
              </a:solidFill>
            </a:endParaRPr>
          </a:p>
        </p:txBody>
      </p:sp>
    </p:spTree>
    <p:extLst>
      <p:ext uri="{BB962C8B-B14F-4D97-AF65-F5344CB8AC3E}">
        <p14:creationId xmlns:p14="http://schemas.microsoft.com/office/powerpoint/2010/main" val="20258450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7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7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0" grpId="0" animBg="1"/>
      <p:bldP spid="41" grpId="0" animBg="1"/>
      <p:bldP spid="42" grpId="0" animBg="1"/>
      <p:bldP spid="43" grpId="0" animBg="1"/>
      <p:bldP spid="44" grpId="0" animBg="1"/>
      <p:bldP spid="45" grpId="0" animBg="1"/>
      <p:bldP spid="46" grpId="0" animBg="1"/>
      <p:bldP spid="6" grpId="0"/>
      <p:bldP spid="48" grpId="0"/>
      <p:bldP spid="49" grpId="0"/>
      <p:bldP spid="50" grpId="0"/>
      <p:bldP spid="7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BBD9C82C-F0B5-4A4B-BCA7-11F88EDA05B4}"/>
              </a:ext>
            </a:extLst>
          </p:cNvPr>
          <p:cNvSpPr>
            <a:spLocks noGrp="1"/>
          </p:cNvSpPr>
          <p:nvPr>
            <p:ph type="title"/>
          </p:nvPr>
        </p:nvSpPr>
        <p:spPr>
          <a:xfrm>
            <a:off x="432615" y="271408"/>
            <a:ext cx="9016467" cy="1066800"/>
          </a:xfrm>
        </p:spPr>
        <p:txBody>
          <a:bodyPr/>
          <a:lstStyle/>
          <a:p>
            <a:r>
              <a:rPr lang="en-US" altLang="en-US" sz="2800" dirty="0">
                <a:ea typeface="ＭＳ Ｐゴシック" panose="020B0600070205080204" pitchFamily="34" charset="-128"/>
              </a:rPr>
              <a:t>GPU: Programming Model vs. Hardware Execution Model</a:t>
            </a:r>
          </a:p>
        </p:txBody>
      </p:sp>
      <p:sp>
        <p:nvSpPr>
          <p:cNvPr id="48131" name="Slide Number Placeholder 3">
            <a:extLst>
              <a:ext uri="{FF2B5EF4-FFF2-40B4-BE49-F238E27FC236}">
                <a16:creationId xmlns:a16="http://schemas.microsoft.com/office/drawing/2014/main" id="{87C60E1E-8D42-434B-A93F-E05A2BC4EDF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CC74429-DF7E-2044-ADB1-24FE678BCABB}"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2" name="矩形 1">
            <a:extLst>
              <a:ext uri="{FF2B5EF4-FFF2-40B4-BE49-F238E27FC236}">
                <a16:creationId xmlns:a16="http://schemas.microsoft.com/office/drawing/2014/main" id="{8CEEACD0-A3BD-4B0B-A7F0-EB2BA96BA811}"/>
              </a:ext>
            </a:extLst>
          </p:cNvPr>
          <p:cNvSpPr/>
          <p:nvPr/>
        </p:nvSpPr>
        <p:spPr>
          <a:xfrm>
            <a:off x="533400" y="1252904"/>
            <a:ext cx="3461204" cy="400110"/>
          </a:xfrm>
          <a:prstGeom prst="rect">
            <a:avLst/>
          </a:prstGeom>
        </p:spPr>
        <p:txBody>
          <a:bodyPr wrap="none">
            <a:spAutoFit/>
          </a:bodyPr>
          <a:lstStyle/>
          <a:p>
            <a:r>
              <a:rPr lang="en-US" altLang="en-US" sz="2000" b="1" dirty="0">
                <a:solidFill>
                  <a:srgbClr val="0432FF"/>
                </a:solidFill>
              </a:rPr>
              <a:t>Hardware Execution Model</a:t>
            </a:r>
            <a:endParaRPr lang="zh-CN" altLang="en-US" sz="2000" b="1" dirty="0"/>
          </a:p>
        </p:txBody>
      </p:sp>
      <p:sp>
        <p:nvSpPr>
          <p:cNvPr id="4" name="矩形 3">
            <a:extLst>
              <a:ext uri="{FF2B5EF4-FFF2-40B4-BE49-F238E27FC236}">
                <a16:creationId xmlns:a16="http://schemas.microsoft.com/office/drawing/2014/main" id="{CFD28EF4-7A89-41B6-B14B-E7A6958D19AB}"/>
              </a:ext>
            </a:extLst>
          </p:cNvPr>
          <p:cNvSpPr/>
          <p:nvPr/>
        </p:nvSpPr>
        <p:spPr>
          <a:xfrm>
            <a:off x="5231131" y="1247350"/>
            <a:ext cx="3467744" cy="400110"/>
          </a:xfrm>
          <a:prstGeom prst="rect">
            <a:avLst/>
          </a:prstGeom>
        </p:spPr>
        <p:txBody>
          <a:bodyPr wrap="none">
            <a:spAutoFit/>
          </a:bodyPr>
          <a:lstStyle/>
          <a:p>
            <a:r>
              <a:rPr lang="en-US" altLang="en-US" sz="2000" b="1" dirty="0">
                <a:solidFill>
                  <a:srgbClr val="DA9100"/>
                </a:solidFill>
              </a:rPr>
              <a:t>CUDA Programming Model</a:t>
            </a:r>
            <a:endParaRPr lang="zh-CN" altLang="en-US" sz="2000" b="1" dirty="0">
              <a:solidFill>
                <a:srgbClr val="DA9100"/>
              </a:solidFill>
            </a:endParaRPr>
          </a:p>
        </p:txBody>
      </p:sp>
      <p:sp>
        <p:nvSpPr>
          <p:cNvPr id="6" name="矩形 5">
            <a:extLst>
              <a:ext uri="{FF2B5EF4-FFF2-40B4-BE49-F238E27FC236}">
                <a16:creationId xmlns:a16="http://schemas.microsoft.com/office/drawing/2014/main" id="{3B5FEB58-1294-4986-8FF5-01E6545A2605}"/>
              </a:ext>
            </a:extLst>
          </p:cNvPr>
          <p:cNvSpPr/>
          <p:nvPr/>
        </p:nvSpPr>
        <p:spPr>
          <a:xfrm>
            <a:off x="-76200" y="3715403"/>
            <a:ext cx="1676400" cy="646331"/>
          </a:xfrm>
          <a:prstGeom prst="rect">
            <a:avLst/>
          </a:prstGeom>
        </p:spPr>
        <p:txBody>
          <a:bodyPr wrap="square">
            <a:spAutoFit/>
          </a:bodyPr>
          <a:lstStyle/>
          <a:p>
            <a:pPr algn="ctr"/>
            <a:r>
              <a:rPr lang="en-US" altLang="zh-CN" b="1" dirty="0">
                <a:solidFill>
                  <a:srgbClr val="0432FF"/>
                </a:solidFill>
                <a:latin typeface="Arial Narrow" panose="020B0606020202030204" pitchFamily="34" charset="0"/>
              </a:rPr>
              <a:t>Streaming</a:t>
            </a:r>
          </a:p>
          <a:p>
            <a:pPr algn="ctr"/>
            <a:r>
              <a:rPr lang="en-US" altLang="zh-CN" b="1" dirty="0">
                <a:solidFill>
                  <a:srgbClr val="0432FF"/>
                </a:solidFill>
                <a:latin typeface="Arial Narrow" panose="020B0606020202030204" pitchFamily="34" charset="0"/>
              </a:rPr>
              <a:t> Multi-processor</a:t>
            </a:r>
            <a:endParaRPr lang="zh-CN" altLang="en-US" b="1" dirty="0">
              <a:solidFill>
                <a:srgbClr val="0432FF"/>
              </a:solidFill>
              <a:latin typeface="Arial Narrow" panose="020B0606020202030204" pitchFamily="34" charset="0"/>
            </a:endParaRPr>
          </a:p>
        </p:txBody>
      </p:sp>
      <p:sp>
        <p:nvSpPr>
          <p:cNvPr id="7" name="矩形 6">
            <a:extLst>
              <a:ext uri="{FF2B5EF4-FFF2-40B4-BE49-F238E27FC236}">
                <a16:creationId xmlns:a16="http://schemas.microsoft.com/office/drawing/2014/main" id="{2F3F56EF-2141-4640-BCA7-87075AB4EDE8}"/>
              </a:ext>
            </a:extLst>
          </p:cNvPr>
          <p:cNvSpPr/>
          <p:nvPr/>
        </p:nvSpPr>
        <p:spPr>
          <a:xfrm>
            <a:off x="235882" y="2356341"/>
            <a:ext cx="595035" cy="369332"/>
          </a:xfrm>
          <a:prstGeom prst="rect">
            <a:avLst/>
          </a:prstGeom>
        </p:spPr>
        <p:txBody>
          <a:bodyPr wrap="none">
            <a:spAutoFit/>
          </a:bodyPr>
          <a:lstStyle/>
          <a:p>
            <a:r>
              <a:rPr lang="en-US" altLang="zh-CN" b="1" dirty="0">
                <a:solidFill>
                  <a:srgbClr val="0432FF"/>
                </a:solidFill>
                <a:latin typeface="Arial Narrow" panose="020B0606020202030204" pitchFamily="34" charset="0"/>
              </a:rPr>
              <a:t>GPU</a:t>
            </a:r>
            <a:endParaRPr lang="zh-CN" altLang="en-US" b="1" dirty="0"/>
          </a:p>
        </p:txBody>
      </p:sp>
      <p:sp>
        <p:nvSpPr>
          <p:cNvPr id="26" name="矩形 25">
            <a:extLst>
              <a:ext uri="{FF2B5EF4-FFF2-40B4-BE49-F238E27FC236}">
                <a16:creationId xmlns:a16="http://schemas.microsoft.com/office/drawing/2014/main" id="{6B7B3CA0-4903-4E20-B2D6-DB01A9A3B095}"/>
              </a:ext>
            </a:extLst>
          </p:cNvPr>
          <p:cNvSpPr/>
          <p:nvPr/>
        </p:nvSpPr>
        <p:spPr>
          <a:xfrm>
            <a:off x="-76200" y="5304573"/>
            <a:ext cx="1676400" cy="369332"/>
          </a:xfrm>
          <a:prstGeom prst="rect">
            <a:avLst/>
          </a:prstGeom>
        </p:spPr>
        <p:txBody>
          <a:bodyPr wrap="square">
            <a:spAutoFit/>
          </a:bodyPr>
          <a:lstStyle/>
          <a:p>
            <a:pPr algn="ctr"/>
            <a:r>
              <a:rPr lang="en-US" altLang="zh-CN" b="1" dirty="0">
                <a:solidFill>
                  <a:srgbClr val="0432FF"/>
                </a:solidFill>
                <a:latin typeface="Arial Narrow" panose="020B0606020202030204" pitchFamily="34" charset="0"/>
              </a:rPr>
              <a:t>CUDA core</a:t>
            </a:r>
            <a:endParaRPr lang="zh-CN" altLang="en-US" b="1" dirty="0">
              <a:solidFill>
                <a:srgbClr val="0432FF"/>
              </a:solidFill>
              <a:latin typeface="Arial Narrow" panose="020B0606020202030204" pitchFamily="34" charset="0"/>
            </a:endParaRPr>
          </a:p>
        </p:txBody>
      </p:sp>
      <p:sp>
        <p:nvSpPr>
          <p:cNvPr id="29" name="矩形 28">
            <a:extLst>
              <a:ext uri="{FF2B5EF4-FFF2-40B4-BE49-F238E27FC236}">
                <a16:creationId xmlns:a16="http://schemas.microsoft.com/office/drawing/2014/main" id="{8457C965-2183-4857-BF96-A7811CAC1E02}"/>
              </a:ext>
            </a:extLst>
          </p:cNvPr>
          <p:cNvSpPr/>
          <p:nvPr/>
        </p:nvSpPr>
        <p:spPr>
          <a:xfrm>
            <a:off x="5103095" y="5324236"/>
            <a:ext cx="1040670" cy="400110"/>
          </a:xfrm>
          <a:prstGeom prst="rect">
            <a:avLst/>
          </a:prstGeom>
        </p:spPr>
        <p:txBody>
          <a:bodyPr wrap="none">
            <a:spAutoFit/>
          </a:bodyPr>
          <a:lstStyle/>
          <a:p>
            <a:r>
              <a:rPr lang="en-US" altLang="zh-CN" sz="2000" b="1" dirty="0">
                <a:solidFill>
                  <a:srgbClr val="DA9100"/>
                </a:solidFill>
              </a:rPr>
              <a:t>Thread</a:t>
            </a:r>
            <a:endParaRPr lang="zh-CN" altLang="en-US" sz="2000" b="1" dirty="0">
              <a:solidFill>
                <a:srgbClr val="DA9100"/>
              </a:solidFill>
            </a:endParaRPr>
          </a:p>
        </p:txBody>
      </p:sp>
      <p:sp>
        <p:nvSpPr>
          <p:cNvPr id="30" name="矩形 29">
            <a:extLst>
              <a:ext uri="{FF2B5EF4-FFF2-40B4-BE49-F238E27FC236}">
                <a16:creationId xmlns:a16="http://schemas.microsoft.com/office/drawing/2014/main" id="{4524620D-D2D5-49E6-A374-33D59F769410}"/>
              </a:ext>
            </a:extLst>
          </p:cNvPr>
          <p:cNvSpPr/>
          <p:nvPr/>
        </p:nvSpPr>
        <p:spPr>
          <a:xfrm>
            <a:off x="4541243" y="3874149"/>
            <a:ext cx="1781257" cy="400110"/>
          </a:xfrm>
          <a:prstGeom prst="rect">
            <a:avLst/>
          </a:prstGeom>
        </p:spPr>
        <p:txBody>
          <a:bodyPr wrap="none">
            <a:spAutoFit/>
          </a:bodyPr>
          <a:lstStyle/>
          <a:p>
            <a:r>
              <a:rPr lang="en-US" altLang="zh-CN" sz="2000" b="1" dirty="0">
                <a:solidFill>
                  <a:srgbClr val="DA9100"/>
                </a:solidFill>
              </a:rPr>
              <a:t>Thread block</a:t>
            </a:r>
            <a:endParaRPr lang="zh-CN" altLang="en-US" sz="2000" b="1" dirty="0">
              <a:solidFill>
                <a:srgbClr val="DA9100"/>
              </a:solidFill>
            </a:endParaRPr>
          </a:p>
        </p:txBody>
      </p:sp>
      <p:sp>
        <p:nvSpPr>
          <p:cNvPr id="34" name="矩形 33">
            <a:extLst>
              <a:ext uri="{FF2B5EF4-FFF2-40B4-BE49-F238E27FC236}">
                <a16:creationId xmlns:a16="http://schemas.microsoft.com/office/drawing/2014/main" id="{EF462E8C-B162-4637-87C7-FC355D4627E5}"/>
              </a:ext>
            </a:extLst>
          </p:cNvPr>
          <p:cNvSpPr/>
          <p:nvPr/>
        </p:nvSpPr>
        <p:spPr>
          <a:xfrm>
            <a:off x="5069444" y="2385681"/>
            <a:ext cx="710451" cy="400110"/>
          </a:xfrm>
          <a:prstGeom prst="rect">
            <a:avLst/>
          </a:prstGeom>
        </p:spPr>
        <p:txBody>
          <a:bodyPr wrap="none">
            <a:spAutoFit/>
          </a:bodyPr>
          <a:lstStyle/>
          <a:p>
            <a:r>
              <a:rPr lang="en-US" altLang="zh-CN" sz="2000" b="1" dirty="0">
                <a:solidFill>
                  <a:srgbClr val="DA9100"/>
                </a:solidFill>
              </a:rPr>
              <a:t>Grid</a:t>
            </a:r>
            <a:endParaRPr lang="zh-CN" altLang="en-US" sz="2000" b="1" dirty="0">
              <a:solidFill>
                <a:srgbClr val="DA9100"/>
              </a:solidFill>
            </a:endParaRPr>
          </a:p>
        </p:txBody>
      </p:sp>
      <p:sp>
        <p:nvSpPr>
          <p:cNvPr id="28" name="object 3">
            <a:extLst>
              <a:ext uri="{FF2B5EF4-FFF2-40B4-BE49-F238E27FC236}">
                <a16:creationId xmlns:a16="http://schemas.microsoft.com/office/drawing/2014/main" id="{9DBE948D-F8A9-4325-B41C-0C319648D331}"/>
              </a:ext>
            </a:extLst>
          </p:cNvPr>
          <p:cNvSpPr/>
          <p:nvPr/>
        </p:nvSpPr>
        <p:spPr>
          <a:xfrm>
            <a:off x="2141664" y="5467202"/>
            <a:ext cx="315595" cy="169545"/>
          </a:xfrm>
          <a:custGeom>
            <a:avLst/>
            <a:gdLst/>
            <a:ahLst/>
            <a:cxnLst/>
            <a:rect l="l" t="t" r="r" b="b"/>
            <a:pathLst>
              <a:path w="315595" h="169544">
                <a:moveTo>
                  <a:pt x="0" y="169163"/>
                </a:moveTo>
                <a:lnTo>
                  <a:pt x="315467" y="169163"/>
                </a:lnTo>
                <a:lnTo>
                  <a:pt x="315467" y="0"/>
                </a:lnTo>
                <a:lnTo>
                  <a:pt x="0" y="0"/>
                </a:lnTo>
                <a:lnTo>
                  <a:pt x="0" y="169163"/>
                </a:lnTo>
                <a:close/>
              </a:path>
            </a:pathLst>
          </a:custGeom>
          <a:solidFill>
            <a:srgbClr val="FD7E00"/>
          </a:solidFill>
        </p:spPr>
        <p:txBody>
          <a:bodyPr wrap="square" lIns="0" tIns="0" rIns="0" bIns="0" rtlCol="0"/>
          <a:lstStyle/>
          <a:p>
            <a:endParaRPr/>
          </a:p>
        </p:txBody>
      </p:sp>
      <p:sp>
        <p:nvSpPr>
          <p:cNvPr id="31" name="object 18">
            <a:extLst>
              <a:ext uri="{FF2B5EF4-FFF2-40B4-BE49-F238E27FC236}">
                <a16:creationId xmlns:a16="http://schemas.microsoft.com/office/drawing/2014/main" id="{8661DBCB-485C-429F-B659-BBE27F9AE3B3}"/>
              </a:ext>
            </a:extLst>
          </p:cNvPr>
          <p:cNvSpPr/>
          <p:nvPr/>
        </p:nvSpPr>
        <p:spPr>
          <a:xfrm>
            <a:off x="2023901" y="3562552"/>
            <a:ext cx="609600" cy="1085215"/>
          </a:xfrm>
          <a:custGeom>
            <a:avLst/>
            <a:gdLst/>
            <a:ahLst/>
            <a:cxnLst/>
            <a:rect l="l" t="t" r="r" b="b"/>
            <a:pathLst>
              <a:path w="609600" h="1085214">
                <a:moveTo>
                  <a:pt x="0" y="1085088"/>
                </a:moveTo>
                <a:lnTo>
                  <a:pt x="609600" y="1085088"/>
                </a:lnTo>
                <a:lnTo>
                  <a:pt x="609600" y="0"/>
                </a:lnTo>
                <a:lnTo>
                  <a:pt x="0" y="0"/>
                </a:lnTo>
                <a:lnTo>
                  <a:pt x="0" y="1085088"/>
                </a:lnTo>
                <a:close/>
              </a:path>
            </a:pathLst>
          </a:custGeom>
          <a:solidFill>
            <a:srgbClr val="C0C0C0"/>
          </a:solidFill>
        </p:spPr>
        <p:txBody>
          <a:bodyPr wrap="square" lIns="0" tIns="0" rIns="0" bIns="0" rtlCol="0"/>
          <a:lstStyle/>
          <a:p>
            <a:endParaRPr/>
          </a:p>
        </p:txBody>
      </p:sp>
      <p:sp>
        <p:nvSpPr>
          <p:cNvPr id="32" name="object 19">
            <a:extLst>
              <a:ext uri="{FF2B5EF4-FFF2-40B4-BE49-F238E27FC236}">
                <a16:creationId xmlns:a16="http://schemas.microsoft.com/office/drawing/2014/main" id="{5BB3D1F9-521E-4E46-A355-0A55103D98D8}"/>
              </a:ext>
            </a:extLst>
          </p:cNvPr>
          <p:cNvSpPr/>
          <p:nvPr/>
        </p:nvSpPr>
        <p:spPr>
          <a:xfrm>
            <a:off x="2023901" y="3562552"/>
            <a:ext cx="609600" cy="1085215"/>
          </a:xfrm>
          <a:custGeom>
            <a:avLst/>
            <a:gdLst/>
            <a:ahLst/>
            <a:cxnLst/>
            <a:rect l="l" t="t" r="r" b="b"/>
            <a:pathLst>
              <a:path w="609600" h="1085214">
                <a:moveTo>
                  <a:pt x="0" y="1085088"/>
                </a:moveTo>
                <a:lnTo>
                  <a:pt x="609600" y="1085088"/>
                </a:lnTo>
                <a:lnTo>
                  <a:pt x="609600" y="0"/>
                </a:lnTo>
                <a:lnTo>
                  <a:pt x="0" y="0"/>
                </a:lnTo>
                <a:lnTo>
                  <a:pt x="0" y="1085088"/>
                </a:lnTo>
                <a:close/>
              </a:path>
            </a:pathLst>
          </a:custGeom>
          <a:ln w="12700">
            <a:solidFill>
              <a:srgbClr val="000000"/>
            </a:solidFill>
          </a:ln>
        </p:spPr>
        <p:txBody>
          <a:bodyPr wrap="square" lIns="0" tIns="0" rIns="0" bIns="0" rtlCol="0"/>
          <a:lstStyle/>
          <a:p>
            <a:endParaRPr/>
          </a:p>
        </p:txBody>
      </p:sp>
      <p:sp>
        <p:nvSpPr>
          <p:cNvPr id="35" name="object 20">
            <a:extLst>
              <a:ext uri="{FF2B5EF4-FFF2-40B4-BE49-F238E27FC236}">
                <a16:creationId xmlns:a16="http://schemas.microsoft.com/office/drawing/2014/main" id="{411B5995-D6E8-4A38-AF86-C109A84992EA}"/>
              </a:ext>
            </a:extLst>
          </p:cNvPr>
          <p:cNvSpPr/>
          <p:nvPr/>
        </p:nvSpPr>
        <p:spPr>
          <a:xfrm>
            <a:off x="2093751" y="3598874"/>
            <a:ext cx="206248" cy="498855"/>
          </a:xfrm>
          <a:prstGeom prst="rect">
            <a:avLst/>
          </a:prstGeom>
          <a:blipFill>
            <a:blip r:embed="rId3" cstate="print"/>
            <a:stretch>
              <a:fillRect/>
            </a:stretch>
          </a:blipFill>
        </p:spPr>
        <p:txBody>
          <a:bodyPr wrap="square" lIns="0" tIns="0" rIns="0" bIns="0" rtlCol="0"/>
          <a:lstStyle/>
          <a:p>
            <a:endParaRPr/>
          </a:p>
        </p:txBody>
      </p:sp>
      <p:sp>
        <p:nvSpPr>
          <p:cNvPr id="36" name="object 21">
            <a:extLst>
              <a:ext uri="{FF2B5EF4-FFF2-40B4-BE49-F238E27FC236}">
                <a16:creationId xmlns:a16="http://schemas.microsoft.com/office/drawing/2014/main" id="{6B59889B-9CBA-4DDF-9BBF-1067279A0817}"/>
              </a:ext>
            </a:extLst>
          </p:cNvPr>
          <p:cNvSpPr/>
          <p:nvPr/>
        </p:nvSpPr>
        <p:spPr>
          <a:xfrm>
            <a:off x="2342163" y="3598874"/>
            <a:ext cx="206248" cy="498855"/>
          </a:xfrm>
          <a:prstGeom prst="rect">
            <a:avLst/>
          </a:prstGeom>
          <a:blipFill>
            <a:blip r:embed="rId3" cstate="print"/>
            <a:stretch>
              <a:fillRect/>
            </a:stretch>
          </a:blipFill>
        </p:spPr>
        <p:txBody>
          <a:bodyPr wrap="square" lIns="0" tIns="0" rIns="0" bIns="0" rtlCol="0"/>
          <a:lstStyle/>
          <a:p>
            <a:endParaRPr/>
          </a:p>
        </p:txBody>
      </p:sp>
      <p:sp>
        <p:nvSpPr>
          <p:cNvPr id="37" name="object 22">
            <a:extLst>
              <a:ext uri="{FF2B5EF4-FFF2-40B4-BE49-F238E27FC236}">
                <a16:creationId xmlns:a16="http://schemas.microsoft.com/office/drawing/2014/main" id="{9F7E869E-F569-4273-941E-41E3DD3666A5}"/>
              </a:ext>
            </a:extLst>
          </p:cNvPr>
          <p:cNvSpPr/>
          <p:nvPr/>
        </p:nvSpPr>
        <p:spPr>
          <a:xfrm>
            <a:off x="2100101" y="4147768"/>
            <a:ext cx="441959" cy="100965"/>
          </a:xfrm>
          <a:custGeom>
            <a:avLst/>
            <a:gdLst/>
            <a:ahLst/>
            <a:cxnLst/>
            <a:rect l="l" t="t" r="r" b="b"/>
            <a:pathLst>
              <a:path w="441960" h="100964">
                <a:moveTo>
                  <a:pt x="0" y="100583"/>
                </a:moveTo>
                <a:lnTo>
                  <a:pt x="441960" y="100583"/>
                </a:lnTo>
                <a:lnTo>
                  <a:pt x="441960" y="0"/>
                </a:lnTo>
                <a:lnTo>
                  <a:pt x="0" y="0"/>
                </a:lnTo>
                <a:lnTo>
                  <a:pt x="0" y="100583"/>
                </a:lnTo>
                <a:close/>
              </a:path>
            </a:pathLst>
          </a:custGeom>
          <a:solidFill>
            <a:srgbClr val="008080"/>
          </a:solidFill>
        </p:spPr>
        <p:txBody>
          <a:bodyPr wrap="square" lIns="0" tIns="0" rIns="0" bIns="0" rtlCol="0"/>
          <a:lstStyle/>
          <a:p>
            <a:endParaRPr/>
          </a:p>
        </p:txBody>
      </p:sp>
      <p:sp>
        <p:nvSpPr>
          <p:cNvPr id="38" name="object 23">
            <a:extLst>
              <a:ext uri="{FF2B5EF4-FFF2-40B4-BE49-F238E27FC236}">
                <a16:creationId xmlns:a16="http://schemas.microsoft.com/office/drawing/2014/main" id="{3B6E0AE9-1708-4840-995C-8B7556716EDA}"/>
              </a:ext>
            </a:extLst>
          </p:cNvPr>
          <p:cNvSpPr/>
          <p:nvPr/>
        </p:nvSpPr>
        <p:spPr>
          <a:xfrm>
            <a:off x="2100101" y="4147768"/>
            <a:ext cx="441959" cy="100965"/>
          </a:xfrm>
          <a:custGeom>
            <a:avLst/>
            <a:gdLst/>
            <a:ahLst/>
            <a:cxnLst/>
            <a:rect l="l" t="t" r="r" b="b"/>
            <a:pathLst>
              <a:path w="441960" h="100964">
                <a:moveTo>
                  <a:pt x="0" y="100583"/>
                </a:moveTo>
                <a:lnTo>
                  <a:pt x="441960" y="100583"/>
                </a:lnTo>
                <a:lnTo>
                  <a:pt x="441960" y="0"/>
                </a:lnTo>
                <a:lnTo>
                  <a:pt x="0" y="0"/>
                </a:lnTo>
                <a:lnTo>
                  <a:pt x="0" y="100583"/>
                </a:lnTo>
                <a:close/>
              </a:path>
            </a:pathLst>
          </a:custGeom>
          <a:ln w="12700">
            <a:solidFill>
              <a:srgbClr val="000000"/>
            </a:solidFill>
          </a:ln>
        </p:spPr>
        <p:txBody>
          <a:bodyPr wrap="square" lIns="0" tIns="0" rIns="0" bIns="0" rtlCol="0"/>
          <a:lstStyle/>
          <a:p>
            <a:endParaRPr/>
          </a:p>
        </p:txBody>
      </p:sp>
      <p:sp>
        <p:nvSpPr>
          <p:cNvPr id="39" name="object 24">
            <a:extLst>
              <a:ext uri="{FF2B5EF4-FFF2-40B4-BE49-F238E27FC236}">
                <a16:creationId xmlns:a16="http://schemas.microsoft.com/office/drawing/2014/main" id="{D29EB12E-337C-4528-9335-1BAF82546182}"/>
              </a:ext>
            </a:extLst>
          </p:cNvPr>
          <p:cNvSpPr/>
          <p:nvPr/>
        </p:nvSpPr>
        <p:spPr>
          <a:xfrm>
            <a:off x="2106196" y="4312359"/>
            <a:ext cx="443865" cy="271780"/>
          </a:xfrm>
          <a:custGeom>
            <a:avLst/>
            <a:gdLst/>
            <a:ahLst/>
            <a:cxnLst/>
            <a:rect l="l" t="t" r="r" b="b"/>
            <a:pathLst>
              <a:path w="443864" h="271779">
                <a:moveTo>
                  <a:pt x="0" y="271271"/>
                </a:moveTo>
                <a:lnTo>
                  <a:pt x="443484" y="271271"/>
                </a:lnTo>
                <a:lnTo>
                  <a:pt x="443484" y="0"/>
                </a:lnTo>
                <a:lnTo>
                  <a:pt x="0" y="0"/>
                </a:lnTo>
                <a:lnTo>
                  <a:pt x="0" y="271271"/>
                </a:lnTo>
                <a:close/>
              </a:path>
            </a:pathLst>
          </a:custGeom>
          <a:solidFill>
            <a:srgbClr val="99CC00"/>
          </a:solidFill>
        </p:spPr>
        <p:txBody>
          <a:bodyPr wrap="square" lIns="0" tIns="0" rIns="0" bIns="0" rtlCol="0"/>
          <a:lstStyle/>
          <a:p>
            <a:endParaRPr/>
          </a:p>
        </p:txBody>
      </p:sp>
      <p:sp>
        <p:nvSpPr>
          <p:cNvPr id="40" name="object 25">
            <a:extLst>
              <a:ext uri="{FF2B5EF4-FFF2-40B4-BE49-F238E27FC236}">
                <a16:creationId xmlns:a16="http://schemas.microsoft.com/office/drawing/2014/main" id="{580CA4CD-5D34-4305-8B88-0762803F6184}"/>
              </a:ext>
            </a:extLst>
          </p:cNvPr>
          <p:cNvSpPr/>
          <p:nvPr/>
        </p:nvSpPr>
        <p:spPr>
          <a:xfrm>
            <a:off x="2106196" y="4312359"/>
            <a:ext cx="443865" cy="271780"/>
          </a:xfrm>
          <a:custGeom>
            <a:avLst/>
            <a:gdLst/>
            <a:ahLst/>
            <a:cxnLst/>
            <a:rect l="l" t="t" r="r" b="b"/>
            <a:pathLst>
              <a:path w="443864" h="271779">
                <a:moveTo>
                  <a:pt x="0" y="271271"/>
                </a:moveTo>
                <a:lnTo>
                  <a:pt x="443484" y="271271"/>
                </a:lnTo>
                <a:lnTo>
                  <a:pt x="443484" y="0"/>
                </a:lnTo>
                <a:lnTo>
                  <a:pt x="0" y="0"/>
                </a:lnTo>
                <a:lnTo>
                  <a:pt x="0" y="271271"/>
                </a:lnTo>
                <a:close/>
              </a:path>
            </a:pathLst>
          </a:custGeom>
          <a:ln w="12700">
            <a:solidFill>
              <a:srgbClr val="000000"/>
            </a:solidFill>
          </a:ln>
        </p:spPr>
        <p:txBody>
          <a:bodyPr wrap="square" lIns="0" tIns="0" rIns="0" bIns="0" rtlCol="0"/>
          <a:lstStyle/>
          <a:p>
            <a:endParaRPr/>
          </a:p>
        </p:txBody>
      </p:sp>
      <p:sp>
        <p:nvSpPr>
          <p:cNvPr id="41" name="object 30">
            <a:extLst>
              <a:ext uri="{FF2B5EF4-FFF2-40B4-BE49-F238E27FC236}">
                <a16:creationId xmlns:a16="http://schemas.microsoft.com/office/drawing/2014/main" id="{B1BC3403-1854-4704-8BB5-98E00BAAF0C0}"/>
              </a:ext>
            </a:extLst>
          </p:cNvPr>
          <p:cNvSpPr/>
          <p:nvPr/>
        </p:nvSpPr>
        <p:spPr>
          <a:xfrm>
            <a:off x="1321464" y="2199014"/>
            <a:ext cx="978535" cy="822960"/>
          </a:xfrm>
          <a:custGeom>
            <a:avLst/>
            <a:gdLst/>
            <a:ahLst/>
            <a:cxnLst/>
            <a:rect l="l" t="t" r="r" b="b"/>
            <a:pathLst>
              <a:path w="978535" h="822960">
                <a:moveTo>
                  <a:pt x="0" y="822960"/>
                </a:moveTo>
                <a:lnTo>
                  <a:pt x="978408" y="822960"/>
                </a:lnTo>
                <a:lnTo>
                  <a:pt x="978408" y="0"/>
                </a:lnTo>
                <a:lnTo>
                  <a:pt x="0" y="0"/>
                </a:lnTo>
                <a:lnTo>
                  <a:pt x="0" y="822960"/>
                </a:lnTo>
                <a:close/>
              </a:path>
            </a:pathLst>
          </a:custGeom>
          <a:solidFill>
            <a:srgbClr val="808080"/>
          </a:solidFill>
        </p:spPr>
        <p:txBody>
          <a:bodyPr wrap="square" lIns="0" tIns="0" rIns="0" bIns="0" rtlCol="0"/>
          <a:lstStyle/>
          <a:p>
            <a:endParaRPr/>
          </a:p>
        </p:txBody>
      </p:sp>
      <p:sp>
        <p:nvSpPr>
          <p:cNvPr id="42" name="object 31">
            <a:extLst>
              <a:ext uri="{FF2B5EF4-FFF2-40B4-BE49-F238E27FC236}">
                <a16:creationId xmlns:a16="http://schemas.microsoft.com/office/drawing/2014/main" id="{2A79FC49-D5B9-4D5C-9B99-528823FC42D5}"/>
              </a:ext>
            </a:extLst>
          </p:cNvPr>
          <p:cNvSpPr/>
          <p:nvPr/>
        </p:nvSpPr>
        <p:spPr>
          <a:xfrm>
            <a:off x="1351944" y="2333126"/>
            <a:ext cx="280670" cy="658495"/>
          </a:xfrm>
          <a:custGeom>
            <a:avLst/>
            <a:gdLst/>
            <a:ahLst/>
            <a:cxnLst/>
            <a:rect l="l" t="t" r="r" b="b"/>
            <a:pathLst>
              <a:path w="280670" h="658495">
                <a:moveTo>
                  <a:pt x="0" y="658368"/>
                </a:moveTo>
                <a:lnTo>
                  <a:pt x="280416" y="658368"/>
                </a:lnTo>
                <a:lnTo>
                  <a:pt x="280416" y="0"/>
                </a:lnTo>
                <a:lnTo>
                  <a:pt x="0" y="0"/>
                </a:lnTo>
                <a:lnTo>
                  <a:pt x="0" y="658368"/>
                </a:lnTo>
                <a:close/>
              </a:path>
            </a:pathLst>
          </a:custGeom>
          <a:solidFill>
            <a:srgbClr val="C0C0C0"/>
          </a:solidFill>
        </p:spPr>
        <p:txBody>
          <a:bodyPr wrap="square" lIns="0" tIns="0" rIns="0" bIns="0" rtlCol="0"/>
          <a:lstStyle/>
          <a:p>
            <a:endParaRPr/>
          </a:p>
        </p:txBody>
      </p:sp>
      <p:sp>
        <p:nvSpPr>
          <p:cNvPr id="43" name="object 32">
            <a:extLst>
              <a:ext uri="{FF2B5EF4-FFF2-40B4-BE49-F238E27FC236}">
                <a16:creationId xmlns:a16="http://schemas.microsoft.com/office/drawing/2014/main" id="{DDC125F8-55ED-4EA8-B19F-2703B3D2D75B}"/>
              </a:ext>
            </a:extLst>
          </p:cNvPr>
          <p:cNvSpPr/>
          <p:nvPr/>
        </p:nvSpPr>
        <p:spPr>
          <a:xfrm>
            <a:off x="1351944" y="2333126"/>
            <a:ext cx="280670" cy="658495"/>
          </a:xfrm>
          <a:custGeom>
            <a:avLst/>
            <a:gdLst/>
            <a:ahLst/>
            <a:cxnLst/>
            <a:rect l="l" t="t" r="r" b="b"/>
            <a:pathLst>
              <a:path w="280670" h="658495">
                <a:moveTo>
                  <a:pt x="0" y="658368"/>
                </a:moveTo>
                <a:lnTo>
                  <a:pt x="280416" y="658368"/>
                </a:lnTo>
                <a:lnTo>
                  <a:pt x="280416" y="0"/>
                </a:lnTo>
                <a:lnTo>
                  <a:pt x="0" y="0"/>
                </a:lnTo>
                <a:lnTo>
                  <a:pt x="0" y="658368"/>
                </a:lnTo>
                <a:close/>
              </a:path>
            </a:pathLst>
          </a:custGeom>
          <a:ln w="12699">
            <a:solidFill>
              <a:srgbClr val="000000"/>
            </a:solidFill>
          </a:ln>
        </p:spPr>
        <p:txBody>
          <a:bodyPr wrap="square" lIns="0" tIns="0" rIns="0" bIns="0" rtlCol="0"/>
          <a:lstStyle/>
          <a:p>
            <a:endParaRPr/>
          </a:p>
        </p:txBody>
      </p:sp>
      <p:sp>
        <p:nvSpPr>
          <p:cNvPr id="44" name="object 33">
            <a:extLst>
              <a:ext uri="{FF2B5EF4-FFF2-40B4-BE49-F238E27FC236}">
                <a16:creationId xmlns:a16="http://schemas.microsoft.com/office/drawing/2014/main" id="{340CC6C5-DB86-4200-8C4F-541B19A5BA5D}"/>
              </a:ext>
            </a:extLst>
          </p:cNvPr>
          <p:cNvSpPr/>
          <p:nvPr/>
        </p:nvSpPr>
        <p:spPr>
          <a:xfrm>
            <a:off x="1382170" y="2352683"/>
            <a:ext cx="215392" cy="306831"/>
          </a:xfrm>
          <a:prstGeom prst="rect">
            <a:avLst/>
          </a:prstGeom>
          <a:blipFill>
            <a:blip r:embed="rId4" cstate="print"/>
            <a:stretch>
              <a:fillRect/>
            </a:stretch>
          </a:blipFill>
        </p:spPr>
        <p:txBody>
          <a:bodyPr wrap="square" lIns="0" tIns="0" rIns="0" bIns="0" rtlCol="0"/>
          <a:lstStyle/>
          <a:p>
            <a:endParaRPr/>
          </a:p>
        </p:txBody>
      </p:sp>
      <p:sp>
        <p:nvSpPr>
          <p:cNvPr id="45" name="object 34">
            <a:extLst>
              <a:ext uri="{FF2B5EF4-FFF2-40B4-BE49-F238E27FC236}">
                <a16:creationId xmlns:a16="http://schemas.microsoft.com/office/drawing/2014/main" id="{6506BF91-B353-41CD-95ED-EABD1B9DDEC0}"/>
              </a:ext>
            </a:extLst>
          </p:cNvPr>
          <p:cNvSpPr/>
          <p:nvPr/>
        </p:nvSpPr>
        <p:spPr>
          <a:xfrm>
            <a:off x="1388520" y="2718697"/>
            <a:ext cx="203200" cy="0"/>
          </a:xfrm>
          <a:custGeom>
            <a:avLst/>
            <a:gdLst/>
            <a:ahLst/>
            <a:cxnLst/>
            <a:rect l="l" t="t" r="r" b="b"/>
            <a:pathLst>
              <a:path w="203200">
                <a:moveTo>
                  <a:pt x="0" y="0"/>
                </a:moveTo>
                <a:lnTo>
                  <a:pt x="202692" y="0"/>
                </a:lnTo>
              </a:path>
            </a:pathLst>
          </a:custGeom>
          <a:ln w="60959">
            <a:solidFill>
              <a:srgbClr val="008080"/>
            </a:solidFill>
          </a:ln>
        </p:spPr>
        <p:txBody>
          <a:bodyPr wrap="square" lIns="0" tIns="0" rIns="0" bIns="0" rtlCol="0"/>
          <a:lstStyle/>
          <a:p>
            <a:endParaRPr/>
          </a:p>
        </p:txBody>
      </p:sp>
      <p:sp>
        <p:nvSpPr>
          <p:cNvPr id="46" name="object 35">
            <a:extLst>
              <a:ext uri="{FF2B5EF4-FFF2-40B4-BE49-F238E27FC236}">
                <a16:creationId xmlns:a16="http://schemas.microsoft.com/office/drawing/2014/main" id="{0030A1B3-3469-47E6-A486-49BFE726E378}"/>
              </a:ext>
            </a:extLst>
          </p:cNvPr>
          <p:cNvSpPr/>
          <p:nvPr/>
        </p:nvSpPr>
        <p:spPr>
          <a:xfrm>
            <a:off x="1388520" y="2688218"/>
            <a:ext cx="203200" cy="60960"/>
          </a:xfrm>
          <a:custGeom>
            <a:avLst/>
            <a:gdLst/>
            <a:ahLst/>
            <a:cxnLst/>
            <a:rect l="l" t="t" r="r" b="b"/>
            <a:pathLst>
              <a:path w="203200" h="60960">
                <a:moveTo>
                  <a:pt x="0" y="60959"/>
                </a:moveTo>
                <a:lnTo>
                  <a:pt x="202692" y="60959"/>
                </a:lnTo>
                <a:lnTo>
                  <a:pt x="202692" y="0"/>
                </a:lnTo>
                <a:lnTo>
                  <a:pt x="0" y="0"/>
                </a:lnTo>
                <a:lnTo>
                  <a:pt x="0" y="60959"/>
                </a:lnTo>
                <a:close/>
              </a:path>
            </a:pathLst>
          </a:custGeom>
          <a:ln w="12700">
            <a:solidFill>
              <a:srgbClr val="000000"/>
            </a:solidFill>
          </a:ln>
        </p:spPr>
        <p:txBody>
          <a:bodyPr wrap="square" lIns="0" tIns="0" rIns="0" bIns="0" rtlCol="0"/>
          <a:lstStyle/>
          <a:p>
            <a:endParaRPr/>
          </a:p>
        </p:txBody>
      </p:sp>
      <p:sp>
        <p:nvSpPr>
          <p:cNvPr id="47" name="object 36">
            <a:extLst>
              <a:ext uri="{FF2B5EF4-FFF2-40B4-BE49-F238E27FC236}">
                <a16:creationId xmlns:a16="http://schemas.microsoft.com/office/drawing/2014/main" id="{1AEBB4AD-0657-4A43-821E-D2336EFBEEAB}"/>
              </a:ext>
            </a:extLst>
          </p:cNvPr>
          <p:cNvSpPr/>
          <p:nvPr/>
        </p:nvSpPr>
        <p:spPr>
          <a:xfrm>
            <a:off x="1390044" y="2788802"/>
            <a:ext cx="205740" cy="165100"/>
          </a:xfrm>
          <a:custGeom>
            <a:avLst/>
            <a:gdLst/>
            <a:ahLst/>
            <a:cxnLst/>
            <a:rect l="l" t="t" r="r" b="b"/>
            <a:pathLst>
              <a:path w="205739" h="165100">
                <a:moveTo>
                  <a:pt x="0" y="164592"/>
                </a:moveTo>
                <a:lnTo>
                  <a:pt x="205740" y="164592"/>
                </a:lnTo>
                <a:lnTo>
                  <a:pt x="205740" y="0"/>
                </a:lnTo>
                <a:lnTo>
                  <a:pt x="0" y="0"/>
                </a:lnTo>
                <a:lnTo>
                  <a:pt x="0" y="164592"/>
                </a:lnTo>
                <a:close/>
              </a:path>
            </a:pathLst>
          </a:custGeom>
          <a:solidFill>
            <a:srgbClr val="99CC00"/>
          </a:solidFill>
        </p:spPr>
        <p:txBody>
          <a:bodyPr wrap="square" lIns="0" tIns="0" rIns="0" bIns="0" rtlCol="0"/>
          <a:lstStyle/>
          <a:p>
            <a:endParaRPr/>
          </a:p>
        </p:txBody>
      </p:sp>
      <p:sp>
        <p:nvSpPr>
          <p:cNvPr id="48" name="object 37">
            <a:extLst>
              <a:ext uri="{FF2B5EF4-FFF2-40B4-BE49-F238E27FC236}">
                <a16:creationId xmlns:a16="http://schemas.microsoft.com/office/drawing/2014/main" id="{81C03E1E-77D3-4C1E-98B2-5A33064C9B58}"/>
              </a:ext>
            </a:extLst>
          </p:cNvPr>
          <p:cNvSpPr/>
          <p:nvPr/>
        </p:nvSpPr>
        <p:spPr>
          <a:xfrm>
            <a:off x="1390044" y="2788802"/>
            <a:ext cx="205740" cy="165100"/>
          </a:xfrm>
          <a:custGeom>
            <a:avLst/>
            <a:gdLst/>
            <a:ahLst/>
            <a:cxnLst/>
            <a:rect l="l" t="t" r="r" b="b"/>
            <a:pathLst>
              <a:path w="205739" h="165100">
                <a:moveTo>
                  <a:pt x="0" y="164592"/>
                </a:moveTo>
                <a:lnTo>
                  <a:pt x="205740" y="164592"/>
                </a:lnTo>
                <a:lnTo>
                  <a:pt x="205740" y="0"/>
                </a:lnTo>
                <a:lnTo>
                  <a:pt x="0" y="0"/>
                </a:lnTo>
                <a:lnTo>
                  <a:pt x="0" y="164592"/>
                </a:lnTo>
                <a:close/>
              </a:path>
            </a:pathLst>
          </a:custGeom>
          <a:ln w="12700">
            <a:solidFill>
              <a:srgbClr val="000000"/>
            </a:solidFill>
          </a:ln>
        </p:spPr>
        <p:txBody>
          <a:bodyPr wrap="square" lIns="0" tIns="0" rIns="0" bIns="0" rtlCol="0"/>
          <a:lstStyle/>
          <a:p>
            <a:endParaRPr/>
          </a:p>
        </p:txBody>
      </p:sp>
      <p:sp>
        <p:nvSpPr>
          <p:cNvPr id="49" name="object 38">
            <a:extLst>
              <a:ext uri="{FF2B5EF4-FFF2-40B4-BE49-F238E27FC236}">
                <a16:creationId xmlns:a16="http://schemas.microsoft.com/office/drawing/2014/main" id="{7392AF96-BC5D-4219-A245-C7DAE6A9ACB9}"/>
              </a:ext>
            </a:extLst>
          </p:cNvPr>
          <p:cNvSpPr/>
          <p:nvPr/>
        </p:nvSpPr>
        <p:spPr>
          <a:xfrm>
            <a:off x="1670459"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50" name="object 39">
            <a:extLst>
              <a:ext uri="{FF2B5EF4-FFF2-40B4-BE49-F238E27FC236}">
                <a16:creationId xmlns:a16="http://schemas.microsoft.com/office/drawing/2014/main" id="{2DB0C2E5-A8C9-48DC-B6C9-E15CDCDD9274}"/>
              </a:ext>
            </a:extLst>
          </p:cNvPr>
          <p:cNvSpPr/>
          <p:nvPr/>
        </p:nvSpPr>
        <p:spPr>
          <a:xfrm>
            <a:off x="1670459"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51" name="object 40">
            <a:extLst>
              <a:ext uri="{FF2B5EF4-FFF2-40B4-BE49-F238E27FC236}">
                <a16:creationId xmlns:a16="http://schemas.microsoft.com/office/drawing/2014/main" id="{8E0BADFE-D0F4-4387-81D5-CA96702B4057}"/>
              </a:ext>
            </a:extLst>
          </p:cNvPr>
          <p:cNvSpPr/>
          <p:nvPr/>
        </p:nvSpPr>
        <p:spPr>
          <a:xfrm>
            <a:off x="1699161" y="2352683"/>
            <a:ext cx="215391" cy="306831"/>
          </a:xfrm>
          <a:prstGeom prst="rect">
            <a:avLst/>
          </a:prstGeom>
          <a:blipFill>
            <a:blip r:embed="rId5" cstate="print"/>
            <a:stretch>
              <a:fillRect/>
            </a:stretch>
          </a:blipFill>
        </p:spPr>
        <p:txBody>
          <a:bodyPr wrap="square" lIns="0" tIns="0" rIns="0" bIns="0" rtlCol="0"/>
          <a:lstStyle/>
          <a:p>
            <a:endParaRPr/>
          </a:p>
        </p:txBody>
      </p:sp>
      <p:sp>
        <p:nvSpPr>
          <p:cNvPr id="52" name="object 41">
            <a:extLst>
              <a:ext uri="{FF2B5EF4-FFF2-40B4-BE49-F238E27FC236}">
                <a16:creationId xmlns:a16="http://schemas.microsoft.com/office/drawing/2014/main" id="{2C4E8090-4BC5-4B4E-89F0-D6FC71BAC396}"/>
              </a:ext>
            </a:extLst>
          </p:cNvPr>
          <p:cNvSpPr/>
          <p:nvPr/>
        </p:nvSpPr>
        <p:spPr>
          <a:xfrm>
            <a:off x="1705511" y="2718697"/>
            <a:ext cx="203200" cy="0"/>
          </a:xfrm>
          <a:custGeom>
            <a:avLst/>
            <a:gdLst/>
            <a:ahLst/>
            <a:cxnLst/>
            <a:rect l="l" t="t" r="r" b="b"/>
            <a:pathLst>
              <a:path w="203200">
                <a:moveTo>
                  <a:pt x="0" y="0"/>
                </a:moveTo>
                <a:lnTo>
                  <a:pt x="202691" y="0"/>
                </a:lnTo>
              </a:path>
            </a:pathLst>
          </a:custGeom>
          <a:ln w="60959">
            <a:solidFill>
              <a:srgbClr val="008080"/>
            </a:solidFill>
          </a:ln>
        </p:spPr>
        <p:txBody>
          <a:bodyPr wrap="square" lIns="0" tIns="0" rIns="0" bIns="0" rtlCol="0"/>
          <a:lstStyle/>
          <a:p>
            <a:endParaRPr/>
          </a:p>
        </p:txBody>
      </p:sp>
      <p:sp>
        <p:nvSpPr>
          <p:cNvPr id="53" name="object 42">
            <a:extLst>
              <a:ext uri="{FF2B5EF4-FFF2-40B4-BE49-F238E27FC236}">
                <a16:creationId xmlns:a16="http://schemas.microsoft.com/office/drawing/2014/main" id="{EF7911FE-59DF-4C84-8E5C-A58BC6F33559}"/>
              </a:ext>
            </a:extLst>
          </p:cNvPr>
          <p:cNvSpPr/>
          <p:nvPr/>
        </p:nvSpPr>
        <p:spPr>
          <a:xfrm>
            <a:off x="1705511" y="2688218"/>
            <a:ext cx="203200" cy="60960"/>
          </a:xfrm>
          <a:custGeom>
            <a:avLst/>
            <a:gdLst/>
            <a:ahLst/>
            <a:cxnLst/>
            <a:rect l="l" t="t" r="r" b="b"/>
            <a:pathLst>
              <a:path w="203200" h="60960">
                <a:moveTo>
                  <a:pt x="0" y="60959"/>
                </a:moveTo>
                <a:lnTo>
                  <a:pt x="202691" y="60959"/>
                </a:lnTo>
                <a:lnTo>
                  <a:pt x="202691" y="0"/>
                </a:lnTo>
                <a:lnTo>
                  <a:pt x="0" y="0"/>
                </a:lnTo>
                <a:lnTo>
                  <a:pt x="0" y="60959"/>
                </a:lnTo>
                <a:close/>
              </a:path>
            </a:pathLst>
          </a:custGeom>
          <a:ln w="12700">
            <a:solidFill>
              <a:srgbClr val="000000"/>
            </a:solidFill>
          </a:ln>
        </p:spPr>
        <p:txBody>
          <a:bodyPr wrap="square" lIns="0" tIns="0" rIns="0" bIns="0" rtlCol="0"/>
          <a:lstStyle/>
          <a:p>
            <a:endParaRPr/>
          </a:p>
        </p:txBody>
      </p:sp>
      <p:sp>
        <p:nvSpPr>
          <p:cNvPr id="54" name="object 43">
            <a:extLst>
              <a:ext uri="{FF2B5EF4-FFF2-40B4-BE49-F238E27FC236}">
                <a16:creationId xmlns:a16="http://schemas.microsoft.com/office/drawing/2014/main" id="{E9ACD4BC-1671-4A8B-95FE-2276DA69D2B1}"/>
              </a:ext>
            </a:extLst>
          </p:cNvPr>
          <p:cNvSpPr/>
          <p:nvPr/>
        </p:nvSpPr>
        <p:spPr>
          <a:xfrm>
            <a:off x="1707035" y="2788802"/>
            <a:ext cx="205740" cy="163195"/>
          </a:xfrm>
          <a:custGeom>
            <a:avLst/>
            <a:gdLst/>
            <a:ahLst/>
            <a:cxnLst/>
            <a:rect l="l" t="t" r="r" b="b"/>
            <a:pathLst>
              <a:path w="205739" h="163195">
                <a:moveTo>
                  <a:pt x="0" y="163068"/>
                </a:moveTo>
                <a:lnTo>
                  <a:pt x="205739" y="163068"/>
                </a:lnTo>
                <a:lnTo>
                  <a:pt x="205739" y="0"/>
                </a:lnTo>
                <a:lnTo>
                  <a:pt x="0" y="0"/>
                </a:lnTo>
                <a:lnTo>
                  <a:pt x="0" y="163068"/>
                </a:lnTo>
                <a:close/>
              </a:path>
            </a:pathLst>
          </a:custGeom>
          <a:solidFill>
            <a:srgbClr val="99CC00"/>
          </a:solidFill>
        </p:spPr>
        <p:txBody>
          <a:bodyPr wrap="square" lIns="0" tIns="0" rIns="0" bIns="0" rtlCol="0"/>
          <a:lstStyle/>
          <a:p>
            <a:endParaRPr/>
          </a:p>
        </p:txBody>
      </p:sp>
      <p:sp>
        <p:nvSpPr>
          <p:cNvPr id="55" name="object 44">
            <a:extLst>
              <a:ext uri="{FF2B5EF4-FFF2-40B4-BE49-F238E27FC236}">
                <a16:creationId xmlns:a16="http://schemas.microsoft.com/office/drawing/2014/main" id="{27311ACB-22A2-4EB7-8A6F-2079753D537B}"/>
              </a:ext>
            </a:extLst>
          </p:cNvPr>
          <p:cNvSpPr/>
          <p:nvPr/>
        </p:nvSpPr>
        <p:spPr>
          <a:xfrm>
            <a:off x="1707035" y="2788802"/>
            <a:ext cx="205740" cy="163195"/>
          </a:xfrm>
          <a:custGeom>
            <a:avLst/>
            <a:gdLst/>
            <a:ahLst/>
            <a:cxnLst/>
            <a:rect l="l" t="t" r="r" b="b"/>
            <a:pathLst>
              <a:path w="205739" h="163195">
                <a:moveTo>
                  <a:pt x="0" y="163068"/>
                </a:moveTo>
                <a:lnTo>
                  <a:pt x="205739" y="163068"/>
                </a:lnTo>
                <a:lnTo>
                  <a:pt x="205739" y="0"/>
                </a:lnTo>
                <a:lnTo>
                  <a:pt x="0" y="0"/>
                </a:lnTo>
                <a:lnTo>
                  <a:pt x="0" y="163068"/>
                </a:lnTo>
                <a:close/>
              </a:path>
            </a:pathLst>
          </a:custGeom>
          <a:ln w="12699">
            <a:solidFill>
              <a:srgbClr val="000000"/>
            </a:solidFill>
          </a:ln>
        </p:spPr>
        <p:txBody>
          <a:bodyPr wrap="square" lIns="0" tIns="0" rIns="0" bIns="0" rtlCol="0"/>
          <a:lstStyle/>
          <a:p>
            <a:endParaRPr/>
          </a:p>
        </p:txBody>
      </p:sp>
      <p:sp>
        <p:nvSpPr>
          <p:cNvPr id="56" name="object 45">
            <a:extLst>
              <a:ext uri="{FF2B5EF4-FFF2-40B4-BE49-F238E27FC236}">
                <a16:creationId xmlns:a16="http://schemas.microsoft.com/office/drawing/2014/main" id="{D530E734-791E-46B1-BC43-760E18DB4F8C}"/>
              </a:ext>
            </a:extLst>
          </p:cNvPr>
          <p:cNvSpPr/>
          <p:nvPr/>
        </p:nvSpPr>
        <p:spPr>
          <a:xfrm>
            <a:off x="1988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57" name="object 46">
            <a:extLst>
              <a:ext uri="{FF2B5EF4-FFF2-40B4-BE49-F238E27FC236}">
                <a16:creationId xmlns:a16="http://schemas.microsoft.com/office/drawing/2014/main" id="{BD61124D-A762-4F19-89A0-23759B597B88}"/>
              </a:ext>
            </a:extLst>
          </p:cNvPr>
          <p:cNvSpPr/>
          <p:nvPr/>
        </p:nvSpPr>
        <p:spPr>
          <a:xfrm>
            <a:off x="1988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58" name="object 47">
            <a:extLst>
              <a:ext uri="{FF2B5EF4-FFF2-40B4-BE49-F238E27FC236}">
                <a16:creationId xmlns:a16="http://schemas.microsoft.com/office/drawing/2014/main" id="{83747953-5D3D-4E9A-A6BD-0F82E33A5289}"/>
              </a:ext>
            </a:extLst>
          </p:cNvPr>
          <p:cNvSpPr/>
          <p:nvPr/>
        </p:nvSpPr>
        <p:spPr>
          <a:xfrm>
            <a:off x="2016153" y="2352683"/>
            <a:ext cx="216915" cy="306831"/>
          </a:xfrm>
          <a:prstGeom prst="rect">
            <a:avLst/>
          </a:prstGeom>
          <a:blipFill>
            <a:blip r:embed="rId6" cstate="print"/>
            <a:stretch>
              <a:fillRect/>
            </a:stretch>
          </a:blipFill>
        </p:spPr>
        <p:txBody>
          <a:bodyPr wrap="square" lIns="0" tIns="0" rIns="0" bIns="0" rtlCol="0"/>
          <a:lstStyle/>
          <a:p>
            <a:endParaRPr/>
          </a:p>
        </p:txBody>
      </p:sp>
      <p:sp>
        <p:nvSpPr>
          <p:cNvPr id="59" name="object 48">
            <a:extLst>
              <a:ext uri="{FF2B5EF4-FFF2-40B4-BE49-F238E27FC236}">
                <a16:creationId xmlns:a16="http://schemas.microsoft.com/office/drawing/2014/main" id="{D60C8DC6-8F7D-468E-BCA5-7875E163DEA1}"/>
              </a:ext>
            </a:extLst>
          </p:cNvPr>
          <p:cNvSpPr/>
          <p:nvPr/>
        </p:nvSpPr>
        <p:spPr>
          <a:xfrm>
            <a:off x="2022503" y="2718697"/>
            <a:ext cx="204470" cy="0"/>
          </a:xfrm>
          <a:custGeom>
            <a:avLst/>
            <a:gdLst/>
            <a:ahLst/>
            <a:cxnLst/>
            <a:rect l="l" t="t" r="r" b="b"/>
            <a:pathLst>
              <a:path w="204470">
                <a:moveTo>
                  <a:pt x="0" y="0"/>
                </a:moveTo>
                <a:lnTo>
                  <a:pt x="204215" y="0"/>
                </a:lnTo>
              </a:path>
            </a:pathLst>
          </a:custGeom>
          <a:ln w="60959">
            <a:solidFill>
              <a:srgbClr val="008080"/>
            </a:solidFill>
          </a:ln>
        </p:spPr>
        <p:txBody>
          <a:bodyPr wrap="square" lIns="0" tIns="0" rIns="0" bIns="0" rtlCol="0"/>
          <a:lstStyle/>
          <a:p>
            <a:endParaRPr/>
          </a:p>
        </p:txBody>
      </p:sp>
      <p:sp>
        <p:nvSpPr>
          <p:cNvPr id="60" name="object 49">
            <a:extLst>
              <a:ext uri="{FF2B5EF4-FFF2-40B4-BE49-F238E27FC236}">
                <a16:creationId xmlns:a16="http://schemas.microsoft.com/office/drawing/2014/main" id="{BDECA0A1-EC8E-47EA-A9EC-44D72E087271}"/>
              </a:ext>
            </a:extLst>
          </p:cNvPr>
          <p:cNvSpPr/>
          <p:nvPr/>
        </p:nvSpPr>
        <p:spPr>
          <a:xfrm>
            <a:off x="2022503" y="2688218"/>
            <a:ext cx="204470" cy="60960"/>
          </a:xfrm>
          <a:custGeom>
            <a:avLst/>
            <a:gdLst/>
            <a:ahLst/>
            <a:cxnLst/>
            <a:rect l="l" t="t" r="r" b="b"/>
            <a:pathLst>
              <a:path w="204470" h="60960">
                <a:moveTo>
                  <a:pt x="0" y="60959"/>
                </a:moveTo>
                <a:lnTo>
                  <a:pt x="204215" y="60959"/>
                </a:lnTo>
                <a:lnTo>
                  <a:pt x="204215" y="0"/>
                </a:lnTo>
                <a:lnTo>
                  <a:pt x="0" y="0"/>
                </a:lnTo>
                <a:lnTo>
                  <a:pt x="0" y="60959"/>
                </a:lnTo>
                <a:close/>
              </a:path>
            </a:pathLst>
          </a:custGeom>
          <a:ln w="12700">
            <a:solidFill>
              <a:srgbClr val="000000"/>
            </a:solidFill>
          </a:ln>
        </p:spPr>
        <p:txBody>
          <a:bodyPr wrap="square" lIns="0" tIns="0" rIns="0" bIns="0" rtlCol="0"/>
          <a:lstStyle/>
          <a:p>
            <a:endParaRPr/>
          </a:p>
        </p:txBody>
      </p:sp>
      <p:sp>
        <p:nvSpPr>
          <p:cNvPr id="61" name="object 50">
            <a:extLst>
              <a:ext uri="{FF2B5EF4-FFF2-40B4-BE49-F238E27FC236}">
                <a16:creationId xmlns:a16="http://schemas.microsoft.com/office/drawing/2014/main" id="{C741714A-21A5-4896-9554-0BA48856018F}"/>
              </a:ext>
            </a:extLst>
          </p:cNvPr>
          <p:cNvSpPr/>
          <p:nvPr/>
        </p:nvSpPr>
        <p:spPr>
          <a:xfrm>
            <a:off x="2027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62" name="object 51">
            <a:extLst>
              <a:ext uri="{FF2B5EF4-FFF2-40B4-BE49-F238E27FC236}">
                <a16:creationId xmlns:a16="http://schemas.microsoft.com/office/drawing/2014/main" id="{3A77F2D0-EF43-4380-9F59-4D83146476BD}"/>
              </a:ext>
            </a:extLst>
          </p:cNvPr>
          <p:cNvSpPr/>
          <p:nvPr/>
        </p:nvSpPr>
        <p:spPr>
          <a:xfrm>
            <a:off x="2027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63" name="object 52">
            <a:extLst>
              <a:ext uri="{FF2B5EF4-FFF2-40B4-BE49-F238E27FC236}">
                <a16:creationId xmlns:a16="http://schemas.microsoft.com/office/drawing/2014/main" id="{1FC2A844-46BF-44EC-80CF-AD07B962F878}"/>
              </a:ext>
            </a:extLst>
          </p:cNvPr>
          <p:cNvSpPr/>
          <p:nvPr/>
        </p:nvSpPr>
        <p:spPr>
          <a:xfrm>
            <a:off x="2339496" y="2199014"/>
            <a:ext cx="978535" cy="822960"/>
          </a:xfrm>
          <a:custGeom>
            <a:avLst/>
            <a:gdLst/>
            <a:ahLst/>
            <a:cxnLst/>
            <a:rect l="l" t="t" r="r" b="b"/>
            <a:pathLst>
              <a:path w="978535" h="822960">
                <a:moveTo>
                  <a:pt x="0" y="822960"/>
                </a:moveTo>
                <a:lnTo>
                  <a:pt x="978408" y="822960"/>
                </a:lnTo>
                <a:lnTo>
                  <a:pt x="978408" y="0"/>
                </a:lnTo>
                <a:lnTo>
                  <a:pt x="0" y="0"/>
                </a:lnTo>
                <a:lnTo>
                  <a:pt x="0" y="822960"/>
                </a:lnTo>
                <a:close/>
              </a:path>
            </a:pathLst>
          </a:custGeom>
          <a:solidFill>
            <a:srgbClr val="808080"/>
          </a:solidFill>
        </p:spPr>
        <p:txBody>
          <a:bodyPr wrap="square" lIns="0" tIns="0" rIns="0" bIns="0" rtlCol="0"/>
          <a:lstStyle/>
          <a:p>
            <a:endParaRPr/>
          </a:p>
        </p:txBody>
      </p:sp>
      <p:sp>
        <p:nvSpPr>
          <p:cNvPr id="64" name="object 53">
            <a:extLst>
              <a:ext uri="{FF2B5EF4-FFF2-40B4-BE49-F238E27FC236}">
                <a16:creationId xmlns:a16="http://schemas.microsoft.com/office/drawing/2014/main" id="{83E65D72-E6AD-4B19-A608-0D5E0764B2FF}"/>
              </a:ext>
            </a:extLst>
          </p:cNvPr>
          <p:cNvSpPr/>
          <p:nvPr/>
        </p:nvSpPr>
        <p:spPr>
          <a:xfrm>
            <a:off x="2369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65" name="object 54">
            <a:extLst>
              <a:ext uri="{FF2B5EF4-FFF2-40B4-BE49-F238E27FC236}">
                <a16:creationId xmlns:a16="http://schemas.microsoft.com/office/drawing/2014/main" id="{9B888C14-9CF7-4C4F-8C0B-DB020E1291B0}"/>
              </a:ext>
            </a:extLst>
          </p:cNvPr>
          <p:cNvSpPr/>
          <p:nvPr/>
        </p:nvSpPr>
        <p:spPr>
          <a:xfrm>
            <a:off x="2369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66" name="object 55">
            <a:extLst>
              <a:ext uri="{FF2B5EF4-FFF2-40B4-BE49-F238E27FC236}">
                <a16:creationId xmlns:a16="http://schemas.microsoft.com/office/drawing/2014/main" id="{9663AE60-4929-4FE2-A7C6-93E92A3DAE11}"/>
              </a:ext>
            </a:extLst>
          </p:cNvPr>
          <p:cNvSpPr/>
          <p:nvPr/>
        </p:nvSpPr>
        <p:spPr>
          <a:xfrm>
            <a:off x="2400202" y="2352683"/>
            <a:ext cx="213867" cy="306831"/>
          </a:xfrm>
          <a:prstGeom prst="rect">
            <a:avLst/>
          </a:prstGeom>
          <a:blipFill>
            <a:blip r:embed="rId7" cstate="print"/>
            <a:stretch>
              <a:fillRect/>
            </a:stretch>
          </a:blipFill>
        </p:spPr>
        <p:txBody>
          <a:bodyPr wrap="square" lIns="0" tIns="0" rIns="0" bIns="0" rtlCol="0"/>
          <a:lstStyle/>
          <a:p>
            <a:endParaRPr/>
          </a:p>
        </p:txBody>
      </p:sp>
      <p:sp>
        <p:nvSpPr>
          <p:cNvPr id="67" name="object 56">
            <a:extLst>
              <a:ext uri="{FF2B5EF4-FFF2-40B4-BE49-F238E27FC236}">
                <a16:creationId xmlns:a16="http://schemas.microsoft.com/office/drawing/2014/main" id="{9A81110C-A665-4210-9A43-1F6D3CD4C5CC}"/>
              </a:ext>
            </a:extLst>
          </p:cNvPr>
          <p:cNvSpPr/>
          <p:nvPr/>
        </p:nvSpPr>
        <p:spPr>
          <a:xfrm>
            <a:off x="2406552" y="2718697"/>
            <a:ext cx="201295" cy="0"/>
          </a:xfrm>
          <a:custGeom>
            <a:avLst/>
            <a:gdLst/>
            <a:ahLst/>
            <a:cxnLst/>
            <a:rect l="l" t="t" r="r" b="b"/>
            <a:pathLst>
              <a:path w="201295">
                <a:moveTo>
                  <a:pt x="0" y="0"/>
                </a:moveTo>
                <a:lnTo>
                  <a:pt x="201167" y="0"/>
                </a:lnTo>
              </a:path>
            </a:pathLst>
          </a:custGeom>
          <a:ln w="60959">
            <a:solidFill>
              <a:srgbClr val="008080"/>
            </a:solidFill>
          </a:ln>
        </p:spPr>
        <p:txBody>
          <a:bodyPr wrap="square" lIns="0" tIns="0" rIns="0" bIns="0" rtlCol="0"/>
          <a:lstStyle/>
          <a:p>
            <a:endParaRPr/>
          </a:p>
        </p:txBody>
      </p:sp>
      <p:sp>
        <p:nvSpPr>
          <p:cNvPr id="68" name="object 57">
            <a:extLst>
              <a:ext uri="{FF2B5EF4-FFF2-40B4-BE49-F238E27FC236}">
                <a16:creationId xmlns:a16="http://schemas.microsoft.com/office/drawing/2014/main" id="{85C10D6F-2AFE-4C4C-A38B-11E756F7DFF1}"/>
              </a:ext>
            </a:extLst>
          </p:cNvPr>
          <p:cNvSpPr/>
          <p:nvPr/>
        </p:nvSpPr>
        <p:spPr>
          <a:xfrm>
            <a:off x="2406552" y="2688218"/>
            <a:ext cx="201295" cy="60960"/>
          </a:xfrm>
          <a:custGeom>
            <a:avLst/>
            <a:gdLst/>
            <a:ahLst/>
            <a:cxnLst/>
            <a:rect l="l" t="t" r="r" b="b"/>
            <a:pathLst>
              <a:path w="201295" h="60960">
                <a:moveTo>
                  <a:pt x="0" y="60959"/>
                </a:moveTo>
                <a:lnTo>
                  <a:pt x="201167" y="60959"/>
                </a:lnTo>
                <a:lnTo>
                  <a:pt x="201167" y="0"/>
                </a:lnTo>
                <a:lnTo>
                  <a:pt x="0" y="0"/>
                </a:lnTo>
                <a:lnTo>
                  <a:pt x="0" y="60959"/>
                </a:lnTo>
                <a:close/>
              </a:path>
            </a:pathLst>
          </a:custGeom>
          <a:ln w="12700">
            <a:solidFill>
              <a:srgbClr val="000000"/>
            </a:solidFill>
          </a:ln>
        </p:spPr>
        <p:txBody>
          <a:bodyPr wrap="square" lIns="0" tIns="0" rIns="0" bIns="0" rtlCol="0"/>
          <a:lstStyle/>
          <a:p>
            <a:endParaRPr/>
          </a:p>
        </p:txBody>
      </p:sp>
      <p:sp>
        <p:nvSpPr>
          <p:cNvPr id="69" name="object 58">
            <a:extLst>
              <a:ext uri="{FF2B5EF4-FFF2-40B4-BE49-F238E27FC236}">
                <a16:creationId xmlns:a16="http://schemas.microsoft.com/office/drawing/2014/main" id="{ECF87F72-D4F4-430F-9948-C0D9D2E9F370}"/>
              </a:ext>
            </a:extLst>
          </p:cNvPr>
          <p:cNvSpPr/>
          <p:nvPr/>
        </p:nvSpPr>
        <p:spPr>
          <a:xfrm>
            <a:off x="2408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70" name="object 59">
            <a:extLst>
              <a:ext uri="{FF2B5EF4-FFF2-40B4-BE49-F238E27FC236}">
                <a16:creationId xmlns:a16="http://schemas.microsoft.com/office/drawing/2014/main" id="{6587AAF6-2928-43B6-A605-3CB11DD69B7E}"/>
              </a:ext>
            </a:extLst>
          </p:cNvPr>
          <p:cNvSpPr/>
          <p:nvPr/>
        </p:nvSpPr>
        <p:spPr>
          <a:xfrm>
            <a:off x="2408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71" name="object 60">
            <a:extLst>
              <a:ext uri="{FF2B5EF4-FFF2-40B4-BE49-F238E27FC236}">
                <a16:creationId xmlns:a16="http://schemas.microsoft.com/office/drawing/2014/main" id="{791D7212-936F-4D7A-871B-16FB6DD1540B}"/>
              </a:ext>
            </a:extLst>
          </p:cNvPr>
          <p:cNvSpPr/>
          <p:nvPr/>
        </p:nvSpPr>
        <p:spPr>
          <a:xfrm>
            <a:off x="2688491" y="2333126"/>
            <a:ext cx="279400" cy="658495"/>
          </a:xfrm>
          <a:custGeom>
            <a:avLst/>
            <a:gdLst/>
            <a:ahLst/>
            <a:cxnLst/>
            <a:rect l="l" t="t" r="r" b="b"/>
            <a:pathLst>
              <a:path w="279400" h="658495">
                <a:moveTo>
                  <a:pt x="0" y="658368"/>
                </a:moveTo>
                <a:lnTo>
                  <a:pt x="278891" y="658368"/>
                </a:lnTo>
                <a:lnTo>
                  <a:pt x="278891" y="0"/>
                </a:lnTo>
                <a:lnTo>
                  <a:pt x="0" y="0"/>
                </a:lnTo>
                <a:lnTo>
                  <a:pt x="0" y="658368"/>
                </a:lnTo>
                <a:close/>
              </a:path>
            </a:pathLst>
          </a:custGeom>
          <a:solidFill>
            <a:srgbClr val="C0C0C0"/>
          </a:solidFill>
        </p:spPr>
        <p:txBody>
          <a:bodyPr wrap="square" lIns="0" tIns="0" rIns="0" bIns="0" rtlCol="0"/>
          <a:lstStyle/>
          <a:p>
            <a:endParaRPr/>
          </a:p>
        </p:txBody>
      </p:sp>
      <p:sp>
        <p:nvSpPr>
          <p:cNvPr id="72" name="object 61">
            <a:extLst>
              <a:ext uri="{FF2B5EF4-FFF2-40B4-BE49-F238E27FC236}">
                <a16:creationId xmlns:a16="http://schemas.microsoft.com/office/drawing/2014/main" id="{169EA5B7-1867-43BD-A331-B5CF04D434E2}"/>
              </a:ext>
            </a:extLst>
          </p:cNvPr>
          <p:cNvSpPr/>
          <p:nvPr/>
        </p:nvSpPr>
        <p:spPr>
          <a:xfrm>
            <a:off x="2688491" y="2333126"/>
            <a:ext cx="279400" cy="658495"/>
          </a:xfrm>
          <a:custGeom>
            <a:avLst/>
            <a:gdLst/>
            <a:ahLst/>
            <a:cxnLst/>
            <a:rect l="l" t="t" r="r" b="b"/>
            <a:pathLst>
              <a:path w="279400" h="658495">
                <a:moveTo>
                  <a:pt x="0" y="658368"/>
                </a:moveTo>
                <a:lnTo>
                  <a:pt x="278891" y="658368"/>
                </a:lnTo>
                <a:lnTo>
                  <a:pt x="278891" y="0"/>
                </a:lnTo>
                <a:lnTo>
                  <a:pt x="0" y="0"/>
                </a:lnTo>
                <a:lnTo>
                  <a:pt x="0" y="658368"/>
                </a:lnTo>
                <a:close/>
              </a:path>
            </a:pathLst>
          </a:custGeom>
          <a:ln w="12700">
            <a:solidFill>
              <a:srgbClr val="000000"/>
            </a:solidFill>
          </a:ln>
        </p:spPr>
        <p:txBody>
          <a:bodyPr wrap="square" lIns="0" tIns="0" rIns="0" bIns="0" rtlCol="0"/>
          <a:lstStyle/>
          <a:p>
            <a:endParaRPr/>
          </a:p>
        </p:txBody>
      </p:sp>
      <p:sp>
        <p:nvSpPr>
          <p:cNvPr id="73" name="object 62">
            <a:extLst>
              <a:ext uri="{FF2B5EF4-FFF2-40B4-BE49-F238E27FC236}">
                <a16:creationId xmlns:a16="http://schemas.microsoft.com/office/drawing/2014/main" id="{FAE4F622-4B70-4848-9FA2-84CC28F2161D}"/>
              </a:ext>
            </a:extLst>
          </p:cNvPr>
          <p:cNvSpPr/>
          <p:nvPr/>
        </p:nvSpPr>
        <p:spPr>
          <a:xfrm>
            <a:off x="2715670" y="2352683"/>
            <a:ext cx="216915" cy="306831"/>
          </a:xfrm>
          <a:prstGeom prst="rect">
            <a:avLst/>
          </a:prstGeom>
          <a:blipFill>
            <a:blip r:embed="rId8" cstate="print"/>
            <a:stretch>
              <a:fillRect/>
            </a:stretch>
          </a:blipFill>
        </p:spPr>
        <p:txBody>
          <a:bodyPr wrap="square" lIns="0" tIns="0" rIns="0" bIns="0" rtlCol="0"/>
          <a:lstStyle/>
          <a:p>
            <a:endParaRPr/>
          </a:p>
        </p:txBody>
      </p:sp>
      <p:sp>
        <p:nvSpPr>
          <p:cNvPr id="74" name="object 63">
            <a:extLst>
              <a:ext uri="{FF2B5EF4-FFF2-40B4-BE49-F238E27FC236}">
                <a16:creationId xmlns:a16="http://schemas.microsoft.com/office/drawing/2014/main" id="{810092BB-FD12-4C69-BD59-77C5BB278F8D}"/>
              </a:ext>
            </a:extLst>
          </p:cNvPr>
          <p:cNvSpPr/>
          <p:nvPr/>
        </p:nvSpPr>
        <p:spPr>
          <a:xfrm>
            <a:off x="2722020" y="2718697"/>
            <a:ext cx="204470" cy="0"/>
          </a:xfrm>
          <a:custGeom>
            <a:avLst/>
            <a:gdLst/>
            <a:ahLst/>
            <a:cxnLst/>
            <a:rect l="l" t="t" r="r" b="b"/>
            <a:pathLst>
              <a:path w="204470">
                <a:moveTo>
                  <a:pt x="0" y="0"/>
                </a:moveTo>
                <a:lnTo>
                  <a:pt x="204215" y="0"/>
                </a:lnTo>
              </a:path>
            </a:pathLst>
          </a:custGeom>
          <a:ln w="60959">
            <a:solidFill>
              <a:srgbClr val="008080"/>
            </a:solidFill>
          </a:ln>
        </p:spPr>
        <p:txBody>
          <a:bodyPr wrap="square" lIns="0" tIns="0" rIns="0" bIns="0" rtlCol="0"/>
          <a:lstStyle/>
          <a:p>
            <a:endParaRPr/>
          </a:p>
        </p:txBody>
      </p:sp>
      <p:sp>
        <p:nvSpPr>
          <p:cNvPr id="75" name="object 64">
            <a:extLst>
              <a:ext uri="{FF2B5EF4-FFF2-40B4-BE49-F238E27FC236}">
                <a16:creationId xmlns:a16="http://schemas.microsoft.com/office/drawing/2014/main" id="{354BBDE4-742A-49D2-90FE-5C09E7E43F2E}"/>
              </a:ext>
            </a:extLst>
          </p:cNvPr>
          <p:cNvSpPr/>
          <p:nvPr/>
        </p:nvSpPr>
        <p:spPr>
          <a:xfrm>
            <a:off x="2722020" y="2688218"/>
            <a:ext cx="204470" cy="60960"/>
          </a:xfrm>
          <a:custGeom>
            <a:avLst/>
            <a:gdLst/>
            <a:ahLst/>
            <a:cxnLst/>
            <a:rect l="l" t="t" r="r" b="b"/>
            <a:pathLst>
              <a:path w="204470" h="60960">
                <a:moveTo>
                  <a:pt x="0" y="60959"/>
                </a:moveTo>
                <a:lnTo>
                  <a:pt x="204215" y="60959"/>
                </a:lnTo>
                <a:lnTo>
                  <a:pt x="204215" y="0"/>
                </a:lnTo>
                <a:lnTo>
                  <a:pt x="0" y="0"/>
                </a:lnTo>
                <a:lnTo>
                  <a:pt x="0" y="60959"/>
                </a:lnTo>
                <a:close/>
              </a:path>
            </a:pathLst>
          </a:custGeom>
          <a:ln w="12700">
            <a:solidFill>
              <a:srgbClr val="000000"/>
            </a:solidFill>
          </a:ln>
        </p:spPr>
        <p:txBody>
          <a:bodyPr wrap="square" lIns="0" tIns="0" rIns="0" bIns="0" rtlCol="0"/>
          <a:lstStyle/>
          <a:p>
            <a:endParaRPr/>
          </a:p>
        </p:txBody>
      </p:sp>
      <p:sp>
        <p:nvSpPr>
          <p:cNvPr id="76" name="object 65">
            <a:extLst>
              <a:ext uri="{FF2B5EF4-FFF2-40B4-BE49-F238E27FC236}">
                <a16:creationId xmlns:a16="http://schemas.microsoft.com/office/drawing/2014/main" id="{7A9A9AC6-9602-4CAD-998D-1F6E03674769}"/>
              </a:ext>
            </a:extLst>
          </p:cNvPr>
          <p:cNvSpPr/>
          <p:nvPr/>
        </p:nvSpPr>
        <p:spPr>
          <a:xfrm>
            <a:off x="2726591"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77" name="object 66">
            <a:extLst>
              <a:ext uri="{FF2B5EF4-FFF2-40B4-BE49-F238E27FC236}">
                <a16:creationId xmlns:a16="http://schemas.microsoft.com/office/drawing/2014/main" id="{B6A06949-E8FA-4DFD-A810-3D81E2E76B6D}"/>
              </a:ext>
            </a:extLst>
          </p:cNvPr>
          <p:cNvSpPr/>
          <p:nvPr/>
        </p:nvSpPr>
        <p:spPr>
          <a:xfrm>
            <a:off x="2726591"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78" name="object 67">
            <a:extLst>
              <a:ext uri="{FF2B5EF4-FFF2-40B4-BE49-F238E27FC236}">
                <a16:creationId xmlns:a16="http://schemas.microsoft.com/office/drawing/2014/main" id="{F9E907CB-D086-48E3-95D2-96F5D22EFE5F}"/>
              </a:ext>
            </a:extLst>
          </p:cNvPr>
          <p:cNvSpPr/>
          <p:nvPr/>
        </p:nvSpPr>
        <p:spPr>
          <a:xfrm>
            <a:off x="3005484"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79" name="object 68">
            <a:extLst>
              <a:ext uri="{FF2B5EF4-FFF2-40B4-BE49-F238E27FC236}">
                <a16:creationId xmlns:a16="http://schemas.microsoft.com/office/drawing/2014/main" id="{AFC460C5-6DDE-4DD5-BB55-4A78BFBF281F}"/>
              </a:ext>
            </a:extLst>
          </p:cNvPr>
          <p:cNvSpPr/>
          <p:nvPr/>
        </p:nvSpPr>
        <p:spPr>
          <a:xfrm>
            <a:off x="3005484"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80" name="object 69">
            <a:extLst>
              <a:ext uri="{FF2B5EF4-FFF2-40B4-BE49-F238E27FC236}">
                <a16:creationId xmlns:a16="http://schemas.microsoft.com/office/drawing/2014/main" id="{A4B040C3-5E1B-4824-86DB-BC1F6582A2EA}"/>
              </a:ext>
            </a:extLst>
          </p:cNvPr>
          <p:cNvSpPr/>
          <p:nvPr/>
        </p:nvSpPr>
        <p:spPr>
          <a:xfrm>
            <a:off x="3034185" y="2352683"/>
            <a:ext cx="216915" cy="306831"/>
          </a:xfrm>
          <a:prstGeom prst="rect">
            <a:avLst/>
          </a:prstGeom>
          <a:blipFill>
            <a:blip r:embed="rId6" cstate="print"/>
            <a:stretch>
              <a:fillRect/>
            </a:stretch>
          </a:blipFill>
        </p:spPr>
        <p:txBody>
          <a:bodyPr wrap="square" lIns="0" tIns="0" rIns="0" bIns="0" rtlCol="0"/>
          <a:lstStyle/>
          <a:p>
            <a:endParaRPr/>
          </a:p>
        </p:txBody>
      </p:sp>
      <p:sp>
        <p:nvSpPr>
          <p:cNvPr id="81" name="object 70">
            <a:extLst>
              <a:ext uri="{FF2B5EF4-FFF2-40B4-BE49-F238E27FC236}">
                <a16:creationId xmlns:a16="http://schemas.microsoft.com/office/drawing/2014/main" id="{FCC204A7-9972-4F7D-9072-F6ADEEBBA056}"/>
              </a:ext>
            </a:extLst>
          </p:cNvPr>
          <p:cNvSpPr/>
          <p:nvPr/>
        </p:nvSpPr>
        <p:spPr>
          <a:xfrm>
            <a:off x="3040535" y="2718697"/>
            <a:ext cx="204470" cy="0"/>
          </a:xfrm>
          <a:custGeom>
            <a:avLst/>
            <a:gdLst/>
            <a:ahLst/>
            <a:cxnLst/>
            <a:rect l="l" t="t" r="r" b="b"/>
            <a:pathLst>
              <a:path w="204470">
                <a:moveTo>
                  <a:pt x="0" y="0"/>
                </a:moveTo>
                <a:lnTo>
                  <a:pt x="204215" y="0"/>
                </a:lnTo>
              </a:path>
            </a:pathLst>
          </a:custGeom>
          <a:ln w="60959">
            <a:solidFill>
              <a:srgbClr val="008080"/>
            </a:solidFill>
          </a:ln>
        </p:spPr>
        <p:txBody>
          <a:bodyPr wrap="square" lIns="0" tIns="0" rIns="0" bIns="0" rtlCol="0"/>
          <a:lstStyle/>
          <a:p>
            <a:endParaRPr/>
          </a:p>
        </p:txBody>
      </p:sp>
      <p:sp>
        <p:nvSpPr>
          <p:cNvPr id="82" name="object 71">
            <a:extLst>
              <a:ext uri="{FF2B5EF4-FFF2-40B4-BE49-F238E27FC236}">
                <a16:creationId xmlns:a16="http://schemas.microsoft.com/office/drawing/2014/main" id="{D8CF6BC6-11CA-4882-8CAF-49244DDE8CD3}"/>
              </a:ext>
            </a:extLst>
          </p:cNvPr>
          <p:cNvSpPr/>
          <p:nvPr/>
        </p:nvSpPr>
        <p:spPr>
          <a:xfrm>
            <a:off x="3040535" y="2688218"/>
            <a:ext cx="204470" cy="60960"/>
          </a:xfrm>
          <a:custGeom>
            <a:avLst/>
            <a:gdLst/>
            <a:ahLst/>
            <a:cxnLst/>
            <a:rect l="l" t="t" r="r" b="b"/>
            <a:pathLst>
              <a:path w="204470" h="60960">
                <a:moveTo>
                  <a:pt x="0" y="60959"/>
                </a:moveTo>
                <a:lnTo>
                  <a:pt x="204215" y="60959"/>
                </a:lnTo>
                <a:lnTo>
                  <a:pt x="204215" y="0"/>
                </a:lnTo>
                <a:lnTo>
                  <a:pt x="0" y="0"/>
                </a:lnTo>
                <a:lnTo>
                  <a:pt x="0" y="60959"/>
                </a:lnTo>
                <a:close/>
              </a:path>
            </a:pathLst>
          </a:custGeom>
          <a:ln w="12700">
            <a:solidFill>
              <a:srgbClr val="000000"/>
            </a:solidFill>
          </a:ln>
        </p:spPr>
        <p:txBody>
          <a:bodyPr wrap="square" lIns="0" tIns="0" rIns="0" bIns="0" rtlCol="0"/>
          <a:lstStyle/>
          <a:p>
            <a:endParaRPr/>
          </a:p>
        </p:txBody>
      </p:sp>
      <p:sp>
        <p:nvSpPr>
          <p:cNvPr id="83" name="object 72">
            <a:extLst>
              <a:ext uri="{FF2B5EF4-FFF2-40B4-BE49-F238E27FC236}">
                <a16:creationId xmlns:a16="http://schemas.microsoft.com/office/drawing/2014/main" id="{B3BE99A4-F361-4A78-8DB5-06F8A860E276}"/>
              </a:ext>
            </a:extLst>
          </p:cNvPr>
          <p:cNvSpPr/>
          <p:nvPr/>
        </p:nvSpPr>
        <p:spPr>
          <a:xfrm>
            <a:off x="3043584"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84" name="object 73">
            <a:extLst>
              <a:ext uri="{FF2B5EF4-FFF2-40B4-BE49-F238E27FC236}">
                <a16:creationId xmlns:a16="http://schemas.microsoft.com/office/drawing/2014/main" id="{DD39CE4E-6913-4C4D-9FCF-D2E71A788440}"/>
              </a:ext>
            </a:extLst>
          </p:cNvPr>
          <p:cNvSpPr/>
          <p:nvPr/>
        </p:nvSpPr>
        <p:spPr>
          <a:xfrm>
            <a:off x="3043584"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86" name="object 6">
            <a:extLst>
              <a:ext uri="{FF2B5EF4-FFF2-40B4-BE49-F238E27FC236}">
                <a16:creationId xmlns:a16="http://schemas.microsoft.com/office/drawing/2014/main" id="{49B17885-899A-4153-A793-8E1EA5D6683C}"/>
              </a:ext>
            </a:extLst>
          </p:cNvPr>
          <p:cNvSpPr/>
          <p:nvPr/>
        </p:nvSpPr>
        <p:spPr>
          <a:xfrm>
            <a:off x="7137059" y="5159875"/>
            <a:ext cx="213360" cy="702945"/>
          </a:xfrm>
          <a:custGeom>
            <a:avLst/>
            <a:gdLst/>
            <a:ahLst/>
            <a:cxnLst/>
            <a:rect l="l" t="t" r="r" b="b"/>
            <a:pathLst>
              <a:path w="213359" h="702944">
                <a:moveTo>
                  <a:pt x="13715" y="0"/>
                </a:moveTo>
                <a:lnTo>
                  <a:pt x="63720" y="35896"/>
                </a:lnTo>
                <a:lnTo>
                  <a:pt x="110856" y="71863"/>
                </a:lnTo>
                <a:lnTo>
                  <a:pt x="152257" y="107950"/>
                </a:lnTo>
                <a:lnTo>
                  <a:pt x="185053" y="144206"/>
                </a:lnTo>
                <a:lnTo>
                  <a:pt x="206376" y="180681"/>
                </a:lnTo>
                <a:lnTo>
                  <a:pt x="213359" y="217424"/>
                </a:lnTo>
                <a:lnTo>
                  <a:pt x="200821" y="248837"/>
                </a:lnTo>
                <a:lnTo>
                  <a:pt x="170061" y="280100"/>
                </a:lnTo>
                <a:lnTo>
                  <a:pt x="128424" y="311449"/>
                </a:lnTo>
                <a:lnTo>
                  <a:pt x="83255" y="343123"/>
                </a:lnTo>
                <a:lnTo>
                  <a:pt x="41898" y="375359"/>
                </a:lnTo>
                <a:lnTo>
                  <a:pt x="11698" y="408394"/>
                </a:lnTo>
                <a:lnTo>
                  <a:pt x="0" y="442468"/>
                </a:lnTo>
                <a:lnTo>
                  <a:pt x="6220" y="477629"/>
                </a:lnTo>
                <a:lnTo>
                  <a:pt x="23637" y="513682"/>
                </a:lnTo>
                <a:lnTo>
                  <a:pt x="50385" y="550489"/>
                </a:lnTo>
                <a:lnTo>
                  <a:pt x="84597" y="587917"/>
                </a:lnTo>
                <a:lnTo>
                  <a:pt x="124408" y="625829"/>
                </a:lnTo>
                <a:lnTo>
                  <a:pt x="167951" y="664090"/>
                </a:lnTo>
                <a:lnTo>
                  <a:pt x="213359" y="702563"/>
                </a:lnTo>
              </a:path>
            </a:pathLst>
          </a:custGeom>
          <a:ln w="25400">
            <a:solidFill>
              <a:srgbClr val="4E7900"/>
            </a:solidFill>
          </a:ln>
        </p:spPr>
        <p:txBody>
          <a:bodyPr wrap="square" lIns="0" tIns="0" rIns="0" bIns="0" rtlCol="0"/>
          <a:lstStyle/>
          <a:p>
            <a:endParaRPr/>
          </a:p>
        </p:txBody>
      </p:sp>
      <p:sp>
        <p:nvSpPr>
          <p:cNvPr id="87" name="object 8">
            <a:extLst>
              <a:ext uri="{FF2B5EF4-FFF2-40B4-BE49-F238E27FC236}">
                <a16:creationId xmlns:a16="http://schemas.microsoft.com/office/drawing/2014/main" id="{D418796D-5228-45D1-AF2E-E311C22D6128}"/>
              </a:ext>
            </a:extLst>
          </p:cNvPr>
          <p:cNvSpPr/>
          <p:nvPr/>
        </p:nvSpPr>
        <p:spPr>
          <a:xfrm>
            <a:off x="6665454" y="3657600"/>
            <a:ext cx="1036319" cy="777240"/>
          </a:xfrm>
          <a:custGeom>
            <a:avLst/>
            <a:gdLst/>
            <a:ahLst/>
            <a:cxnLst/>
            <a:rect l="l" t="t" r="r" b="b"/>
            <a:pathLst>
              <a:path w="1036319" h="777239">
                <a:moveTo>
                  <a:pt x="0" y="777239"/>
                </a:moveTo>
                <a:lnTo>
                  <a:pt x="1036319" y="777239"/>
                </a:lnTo>
                <a:lnTo>
                  <a:pt x="1036319" y="0"/>
                </a:lnTo>
                <a:lnTo>
                  <a:pt x="0" y="0"/>
                </a:lnTo>
                <a:lnTo>
                  <a:pt x="0" y="777239"/>
                </a:lnTo>
                <a:close/>
              </a:path>
            </a:pathLst>
          </a:custGeom>
          <a:solidFill>
            <a:srgbClr val="FFCC66"/>
          </a:solidFill>
        </p:spPr>
        <p:txBody>
          <a:bodyPr wrap="square" lIns="0" tIns="0" rIns="0" bIns="0" rtlCol="0"/>
          <a:lstStyle/>
          <a:p>
            <a:endParaRPr/>
          </a:p>
        </p:txBody>
      </p:sp>
      <p:sp>
        <p:nvSpPr>
          <p:cNvPr id="88" name="object 9">
            <a:extLst>
              <a:ext uri="{FF2B5EF4-FFF2-40B4-BE49-F238E27FC236}">
                <a16:creationId xmlns:a16="http://schemas.microsoft.com/office/drawing/2014/main" id="{2A2FF364-89A2-4AD1-8B43-A23FB4C5DC7D}"/>
              </a:ext>
            </a:extLst>
          </p:cNvPr>
          <p:cNvSpPr/>
          <p:nvPr/>
        </p:nvSpPr>
        <p:spPr>
          <a:xfrm>
            <a:off x="6665454" y="3657600"/>
            <a:ext cx="1036319" cy="777240"/>
          </a:xfrm>
          <a:custGeom>
            <a:avLst/>
            <a:gdLst/>
            <a:ahLst/>
            <a:cxnLst/>
            <a:rect l="l" t="t" r="r" b="b"/>
            <a:pathLst>
              <a:path w="1036319" h="777239">
                <a:moveTo>
                  <a:pt x="0" y="777239"/>
                </a:moveTo>
                <a:lnTo>
                  <a:pt x="1036319" y="777239"/>
                </a:lnTo>
                <a:lnTo>
                  <a:pt x="1036319" y="0"/>
                </a:lnTo>
                <a:lnTo>
                  <a:pt x="0" y="0"/>
                </a:lnTo>
                <a:lnTo>
                  <a:pt x="0" y="777239"/>
                </a:lnTo>
                <a:close/>
              </a:path>
            </a:pathLst>
          </a:custGeom>
          <a:ln w="12700">
            <a:solidFill>
              <a:srgbClr val="FFCC66"/>
            </a:solidFill>
          </a:ln>
        </p:spPr>
        <p:txBody>
          <a:bodyPr wrap="square" lIns="0" tIns="0" rIns="0" bIns="0" rtlCol="0"/>
          <a:lstStyle/>
          <a:p>
            <a:endParaRPr/>
          </a:p>
        </p:txBody>
      </p:sp>
      <p:sp>
        <p:nvSpPr>
          <p:cNvPr id="89" name="object 10">
            <a:extLst>
              <a:ext uri="{FF2B5EF4-FFF2-40B4-BE49-F238E27FC236}">
                <a16:creationId xmlns:a16="http://schemas.microsoft.com/office/drawing/2014/main" id="{C4BEC562-A3F3-4220-BB2B-D666B690B729}"/>
              </a:ext>
            </a:extLst>
          </p:cNvPr>
          <p:cNvSpPr/>
          <p:nvPr/>
        </p:nvSpPr>
        <p:spPr>
          <a:xfrm>
            <a:off x="6734795" y="3731515"/>
            <a:ext cx="169545" cy="617220"/>
          </a:xfrm>
          <a:custGeom>
            <a:avLst/>
            <a:gdLst/>
            <a:ahLst/>
            <a:cxnLst/>
            <a:rect l="l" t="t" r="r" b="b"/>
            <a:pathLst>
              <a:path w="169544" h="617220">
                <a:moveTo>
                  <a:pt x="10909" y="0"/>
                </a:moveTo>
                <a:lnTo>
                  <a:pt x="58268" y="37872"/>
                </a:lnTo>
                <a:lnTo>
                  <a:pt x="101698" y="75811"/>
                </a:lnTo>
                <a:lnTo>
                  <a:pt x="137270" y="113915"/>
                </a:lnTo>
                <a:lnTo>
                  <a:pt x="161055" y="152282"/>
                </a:lnTo>
                <a:lnTo>
                  <a:pt x="169125" y="191007"/>
                </a:lnTo>
                <a:lnTo>
                  <a:pt x="155967" y="223214"/>
                </a:lnTo>
                <a:lnTo>
                  <a:pt x="124471" y="255284"/>
                </a:lnTo>
                <a:lnTo>
                  <a:pt x="83881" y="287543"/>
                </a:lnTo>
                <a:lnTo>
                  <a:pt x="43443" y="320322"/>
                </a:lnTo>
                <a:lnTo>
                  <a:pt x="12401" y="353947"/>
                </a:lnTo>
                <a:lnTo>
                  <a:pt x="0" y="388747"/>
                </a:lnTo>
                <a:lnTo>
                  <a:pt x="6655" y="424835"/>
                </a:lnTo>
                <a:lnTo>
                  <a:pt x="25057" y="461978"/>
                </a:lnTo>
                <a:lnTo>
                  <a:pt x="52854" y="499983"/>
                </a:lnTo>
                <a:lnTo>
                  <a:pt x="87697" y="538654"/>
                </a:lnTo>
                <a:lnTo>
                  <a:pt x="127238" y="577797"/>
                </a:lnTo>
                <a:lnTo>
                  <a:pt x="169125" y="617219"/>
                </a:lnTo>
              </a:path>
            </a:pathLst>
          </a:custGeom>
          <a:ln w="25400">
            <a:solidFill>
              <a:srgbClr val="000000"/>
            </a:solidFill>
          </a:ln>
        </p:spPr>
        <p:txBody>
          <a:bodyPr wrap="square" lIns="0" tIns="0" rIns="0" bIns="0" rtlCol="0"/>
          <a:lstStyle/>
          <a:p>
            <a:endParaRPr/>
          </a:p>
        </p:txBody>
      </p:sp>
      <p:sp>
        <p:nvSpPr>
          <p:cNvPr id="90" name="object 11">
            <a:extLst>
              <a:ext uri="{FF2B5EF4-FFF2-40B4-BE49-F238E27FC236}">
                <a16:creationId xmlns:a16="http://schemas.microsoft.com/office/drawing/2014/main" id="{9FB78767-84F9-4786-B72B-48524C32ADCE}"/>
              </a:ext>
            </a:extLst>
          </p:cNvPr>
          <p:cNvSpPr/>
          <p:nvPr/>
        </p:nvSpPr>
        <p:spPr>
          <a:xfrm>
            <a:off x="6835379" y="3731515"/>
            <a:ext cx="172720" cy="617220"/>
          </a:xfrm>
          <a:custGeom>
            <a:avLst/>
            <a:gdLst/>
            <a:ahLst/>
            <a:cxnLst/>
            <a:rect l="l" t="t" r="r" b="b"/>
            <a:pathLst>
              <a:path w="172719" h="617220">
                <a:moveTo>
                  <a:pt x="11112" y="0"/>
                </a:moveTo>
                <a:lnTo>
                  <a:pt x="59320" y="37872"/>
                </a:lnTo>
                <a:lnTo>
                  <a:pt x="103529" y="75811"/>
                </a:lnTo>
                <a:lnTo>
                  <a:pt x="139741" y="113915"/>
                </a:lnTo>
                <a:lnTo>
                  <a:pt x="163955" y="152282"/>
                </a:lnTo>
                <a:lnTo>
                  <a:pt x="172173" y="191007"/>
                </a:lnTo>
                <a:lnTo>
                  <a:pt x="158780" y="223214"/>
                </a:lnTo>
                <a:lnTo>
                  <a:pt x="126717" y="255284"/>
                </a:lnTo>
                <a:lnTo>
                  <a:pt x="85396" y="287543"/>
                </a:lnTo>
                <a:lnTo>
                  <a:pt x="44228" y="320322"/>
                </a:lnTo>
                <a:lnTo>
                  <a:pt x="12625" y="353947"/>
                </a:lnTo>
                <a:lnTo>
                  <a:pt x="0" y="388747"/>
                </a:lnTo>
                <a:lnTo>
                  <a:pt x="6775" y="424835"/>
                </a:lnTo>
                <a:lnTo>
                  <a:pt x="25508" y="461978"/>
                </a:lnTo>
                <a:lnTo>
                  <a:pt x="53806" y="499983"/>
                </a:lnTo>
                <a:lnTo>
                  <a:pt x="89278" y="538654"/>
                </a:lnTo>
                <a:lnTo>
                  <a:pt x="129531" y="577797"/>
                </a:lnTo>
                <a:lnTo>
                  <a:pt x="172173" y="617219"/>
                </a:lnTo>
              </a:path>
            </a:pathLst>
          </a:custGeom>
          <a:ln w="25400">
            <a:solidFill>
              <a:srgbClr val="000000"/>
            </a:solidFill>
          </a:ln>
        </p:spPr>
        <p:txBody>
          <a:bodyPr wrap="square" lIns="0" tIns="0" rIns="0" bIns="0" rtlCol="0"/>
          <a:lstStyle/>
          <a:p>
            <a:endParaRPr/>
          </a:p>
        </p:txBody>
      </p:sp>
      <p:sp>
        <p:nvSpPr>
          <p:cNvPr id="91" name="object 12">
            <a:extLst>
              <a:ext uri="{FF2B5EF4-FFF2-40B4-BE49-F238E27FC236}">
                <a16:creationId xmlns:a16="http://schemas.microsoft.com/office/drawing/2014/main" id="{664571AD-A53C-4EE4-A490-B0D6C54647A0}"/>
              </a:ext>
            </a:extLst>
          </p:cNvPr>
          <p:cNvSpPr/>
          <p:nvPr/>
        </p:nvSpPr>
        <p:spPr>
          <a:xfrm>
            <a:off x="6939012" y="3731515"/>
            <a:ext cx="169545" cy="617220"/>
          </a:xfrm>
          <a:custGeom>
            <a:avLst/>
            <a:gdLst/>
            <a:ahLst/>
            <a:cxnLst/>
            <a:rect l="l" t="t" r="r" b="b"/>
            <a:pathLst>
              <a:path w="169544" h="617220">
                <a:moveTo>
                  <a:pt x="10909" y="0"/>
                </a:moveTo>
                <a:lnTo>
                  <a:pt x="58267" y="37872"/>
                </a:lnTo>
                <a:lnTo>
                  <a:pt x="101696" y="75811"/>
                </a:lnTo>
                <a:lnTo>
                  <a:pt x="137272" y="113915"/>
                </a:lnTo>
                <a:lnTo>
                  <a:pt x="161070" y="152282"/>
                </a:lnTo>
                <a:lnTo>
                  <a:pt x="169163" y="191007"/>
                </a:lnTo>
                <a:lnTo>
                  <a:pt x="155971" y="223214"/>
                </a:lnTo>
                <a:lnTo>
                  <a:pt x="124459" y="255284"/>
                </a:lnTo>
                <a:lnTo>
                  <a:pt x="83867" y="287543"/>
                </a:lnTo>
                <a:lnTo>
                  <a:pt x="43433" y="320322"/>
                </a:lnTo>
                <a:lnTo>
                  <a:pt x="12398" y="353947"/>
                </a:lnTo>
                <a:lnTo>
                  <a:pt x="0" y="388747"/>
                </a:lnTo>
                <a:lnTo>
                  <a:pt x="6656" y="424835"/>
                </a:lnTo>
                <a:lnTo>
                  <a:pt x="25061" y="461978"/>
                </a:lnTo>
                <a:lnTo>
                  <a:pt x="52863" y="499983"/>
                </a:lnTo>
                <a:lnTo>
                  <a:pt x="87714" y="538654"/>
                </a:lnTo>
                <a:lnTo>
                  <a:pt x="127264" y="577797"/>
                </a:lnTo>
                <a:lnTo>
                  <a:pt x="169163" y="617219"/>
                </a:lnTo>
              </a:path>
            </a:pathLst>
          </a:custGeom>
          <a:ln w="25400">
            <a:solidFill>
              <a:srgbClr val="000000"/>
            </a:solidFill>
          </a:ln>
        </p:spPr>
        <p:txBody>
          <a:bodyPr wrap="square" lIns="0" tIns="0" rIns="0" bIns="0" rtlCol="0"/>
          <a:lstStyle/>
          <a:p>
            <a:endParaRPr/>
          </a:p>
        </p:txBody>
      </p:sp>
      <p:sp>
        <p:nvSpPr>
          <p:cNvPr id="92" name="object 13">
            <a:extLst>
              <a:ext uri="{FF2B5EF4-FFF2-40B4-BE49-F238E27FC236}">
                <a16:creationId xmlns:a16="http://schemas.microsoft.com/office/drawing/2014/main" id="{2E738F79-7977-4314-ABD6-1DBBDF89B31E}"/>
              </a:ext>
            </a:extLst>
          </p:cNvPr>
          <p:cNvSpPr/>
          <p:nvPr/>
        </p:nvSpPr>
        <p:spPr>
          <a:xfrm>
            <a:off x="7039595" y="3731515"/>
            <a:ext cx="172720" cy="617220"/>
          </a:xfrm>
          <a:custGeom>
            <a:avLst/>
            <a:gdLst/>
            <a:ahLst/>
            <a:cxnLst/>
            <a:rect l="l" t="t" r="r" b="b"/>
            <a:pathLst>
              <a:path w="172719" h="617220">
                <a:moveTo>
                  <a:pt x="11049" y="0"/>
                </a:moveTo>
                <a:lnTo>
                  <a:pt x="59289" y="37872"/>
                </a:lnTo>
                <a:lnTo>
                  <a:pt x="103513" y="75811"/>
                </a:lnTo>
                <a:lnTo>
                  <a:pt x="139732" y="113915"/>
                </a:lnTo>
                <a:lnTo>
                  <a:pt x="163961" y="152282"/>
                </a:lnTo>
                <a:lnTo>
                  <a:pt x="172212" y="191007"/>
                </a:lnTo>
                <a:lnTo>
                  <a:pt x="158794" y="223214"/>
                </a:lnTo>
                <a:lnTo>
                  <a:pt x="126717" y="255284"/>
                </a:lnTo>
                <a:lnTo>
                  <a:pt x="85391" y="287543"/>
                </a:lnTo>
                <a:lnTo>
                  <a:pt x="44224" y="320322"/>
                </a:lnTo>
                <a:lnTo>
                  <a:pt x="12624" y="353947"/>
                </a:lnTo>
                <a:lnTo>
                  <a:pt x="0" y="388747"/>
                </a:lnTo>
                <a:lnTo>
                  <a:pt x="6776" y="424835"/>
                </a:lnTo>
                <a:lnTo>
                  <a:pt x="25512" y="461978"/>
                </a:lnTo>
                <a:lnTo>
                  <a:pt x="53816" y="499983"/>
                </a:lnTo>
                <a:lnTo>
                  <a:pt x="89295" y="538654"/>
                </a:lnTo>
                <a:lnTo>
                  <a:pt x="129557" y="577797"/>
                </a:lnTo>
                <a:lnTo>
                  <a:pt x="172212" y="617219"/>
                </a:lnTo>
              </a:path>
            </a:pathLst>
          </a:custGeom>
          <a:ln w="25400">
            <a:solidFill>
              <a:srgbClr val="000000"/>
            </a:solidFill>
          </a:ln>
        </p:spPr>
        <p:txBody>
          <a:bodyPr wrap="square" lIns="0" tIns="0" rIns="0" bIns="0" rtlCol="0"/>
          <a:lstStyle/>
          <a:p>
            <a:endParaRPr/>
          </a:p>
        </p:txBody>
      </p:sp>
      <p:sp>
        <p:nvSpPr>
          <p:cNvPr id="93" name="object 14">
            <a:extLst>
              <a:ext uri="{FF2B5EF4-FFF2-40B4-BE49-F238E27FC236}">
                <a16:creationId xmlns:a16="http://schemas.microsoft.com/office/drawing/2014/main" id="{C7C4E663-1A32-4E1F-8723-29AFD5E1A7CE}"/>
              </a:ext>
            </a:extLst>
          </p:cNvPr>
          <p:cNvSpPr/>
          <p:nvPr/>
        </p:nvSpPr>
        <p:spPr>
          <a:xfrm>
            <a:off x="7143228" y="3731515"/>
            <a:ext cx="170815" cy="617220"/>
          </a:xfrm>
          <a:custGeom>
            <a:avLst/>
            <a:gdLst/>
            <a:ahLst/>
            <a:cxnLst/>
            <a:rect l="l" t="t" r="r" b="b"/>
            <a:pathLst>
              <a:path w="170815" h="617220">
                <a:moveTo>
                  <a:pt x="11048" y="0"/>
                </a:moveTo>
                <a:lnTo>
                  <a:pt x="58789" y="37872"/>
                </a:lnTo>
                <a:lnTo>
                  <a:pt x="102592" y="75811"/>
                </a:lnTo>
                <a:lnTo>
                  <a:pt x="138488" y="113915"/>
                </a:lnTo>
                <a:lnTo>
                  <a:pt x="162510" y="152282"/>
                </a:lnTo>
                <a:lnTo>
                  <a:pt x="170687" y="191007"/>
                </a:lnTo>
                <a:lnTo>
                  <a:pt x="157382" y="223214"/>
                </a:lnTo>
                <a:lnTo>
                  <a:pt x="125588" y="255284"/>
                </a:lnTo>
                <a:lnTo>
                  <a:pt x="84629" y="287543"/>
                </a:lnTo>
                <a:lnTo>
                  <a:pt x="43829" y="320322"/>
                </a:lnTo>
                <a:lnTo>
                  <a:pt x="12511" y="353947"/>
                </a:lnTo>
                <a:lnTo>
                  <a:pt x="0" y="388747"/>
                </a:lnTo>
                <a:lnTo>
                  <a:pt x="6716" y="424835"/>
                </a:lnTo>
                <a:lnTo>
                  <a:pt x="25287" y="461978"/>
                </a:lnTo>
                <a:lnTo>
                  <a:pt x="53340" y="499983"/>
                </a:lnTo>
                <a:lnTo>
                  <a:pt x="88504" y="538654"/>
                </a:lnTo>
                <a:lnTo>
                  <a:pt x="128411" y="577797"/>
                </a:lnTo>
                <a:lnTo>
                  <a:pt x="170687" y="617219"/>
                </a:lnTo>
              </a:path>
            </a:pathLst>
          </a:custGeom>
          <a:ln w="25400">
            <a:solidFill>
              <a:srgbClr val="000000"/>
            </a:solidFill>
          </a:ln>
        </p:spPr>
        <p:txBody>
          <a:bodyPr wrap="square" lIns="0" tIns="0" rIns="0" bIns="0" rtlCol="0"/>
          <a:lstStyle/>
          <a:p>
            <a:endParaRPr/>
          </a:p>
        </p:txBody>
      </p:sp>
      <p:sp>
        <p:nvSpPr>
          <p:cNvPr id="94" name="object 15">
            <a:extLst>
              <a:ext uri="{FF2B5EF4-FFF2-40B4-BE49-F238E27FC236}">
                <a16:creationId xmlns:a16="http://schemas.microsoft.com/office/drawing/2014/main" id="{95A5B926-B53B-4517-A70B-A01417400BAC}"/>
              </a:ext>
            </a:extLst>
          </p:cNvPr>
          <p:cNvSpPr/>
          <p:nvPr/>
        </p:nvSpPr>
        <p:spPr>
          <a:xfrm>
            <a:off x="7245336" y="3731515"/>
            <a:ext cx="169545" cy="617220"/>
          </a:xfrm>
          <a:custGeom>
            <a:avLst/>
            <a:gdLst/>
            <a:ahLst/>
            <a:cxnLst/>
            <a:rect l="l" t="t" r="r" b="b"/>
            <a:pathLst>
              <a:path w="169544" h="617220">
                <a:moveTo>
                  <a:pt x="10921" y="0"/>
                </a:moveTo>
                <a:lnTo>
                  <a:pt x="58273" y="37872"/>
                </a:lnTo>
                <a:lnTo>
                  <a:pt x="101699" y="75811"/>
                </a:lnTo>
                <a:lnTo>
                  <a:pt x="137273" y="113915"/>
                </a:lnTo>
                <a:lnTo>
                  <a:pt x="161070" y="152282"/>
                </a:lnTo>
                <a:lnTo>
                  <a:pt x="169163" y="191007"/>
                </a:lnTo>
                <a:lnTo>
                  <a:pt x="155971" y="223214"/>
                </a:lnTo>
                <a:lnTo>
                  <a:pt x="124459" y="255284"/>
                </a:lnTo>
                <a:lnTo>
                  <a:pt x="83867" y="287543"/>
                </a:lnTo>
                <a:lnTo>
                  <a:pt x="43433" y="320322"/>
                </a:lnTo>
                <a:lnTo>
                  <a:pt x="12398" y="353947"/>
                </a:lnTo>
                <a:lnTo>
                  <a:pt x="0" y="388747"/>
                </a:lnTo>
                <a:lnTo>
                  <a:pt x="6656" y="424835"/>
                </a:lnTo>
                <a:lnTo>
                  <a:pt x="25061" y="461978"/>
                </a:lnTo>
                <a:lnTo>
                  <a:pt x="52863" y="499983"/>
                </a:lnTo>
                <a:lnTo>
                  <a:pt x="87714" y="538654"/>
                </a:lnTo>
                <a:lnTo>
                  <a:pt x="127264" y="577797"/>
                </a:lnTo>
                <a:lnTo>
                  <a:pt x="169163" y="617219"/>
                </a:lnTo>
              </a:path>
            </a:pathLst>
          </a:custGeom>
          <a:ln w="25400">
            <a:solidFill>
              <a:srgbClr val="000000"/>
            </a:solidFill>
          </a:ln>
        </p:spPr>
        <p:txBody>
          <a:bodyPr wrap="square" lIns="0" tIns="0" rIns="0" bIns="0" rtlCol="0"/>
          <a:lstStyle/>
          <a:p>
            <a:endParaRPr/>
          </a:p>
        </p:txBody>
      </p:sp>
      <p:sp>
        <p:nvSpPr>
          <p:cNvPr id="95" name="object 16">
            <a:extLst>
              <a:ext uri="{FF2B5EF4-FFF2-40B4-BE49-F238E27FC236}">
                <a16:creationId xmlns:a16="http://schemas.microsoft.com/office/drawing/2014/main" id="{EAE23307-FADC-4E50-98AD-DDA22AED4E16}"/>
              </a:ext>
            </a:extLst>
          </p:cNvPr>
          <p:cNvSpPr/>
          <p:nvPr/>
        </p:nvSpPr>
        <p:spPr>
          <a:xfrm>
            <a:off x="7345920" y="3731515"/>
            <a:ext cx="172720" cy="617220"/>
          </a:xfrm>
          <a:custGeom>
            <a:avLst/>
            <a:gdLst/>
            <a:ahLst/>
            <a:cxnLst/>
            <a:rect l="l" t="t" r="r" b="b"/>
            <a:pathLst>
              <a:path w="172719" h="617220">
                <a:moveTo>
                  <a:pt x="11049" y="0"/>
                </a:moveTo>
                <a:lnTo>
                  <a:pt x="59289" y="37872"/>
                </a:lnTo>
                <a:lnTo>
                  <a:pt x="103513" y="75811"/>
                </a:lnTo>
                <a:lnTo>
                  <a:pt x="139732" y="113915"/>
                </a:lnTo>
                <a:lnTo>
                  <a:pt x="163961" y="152282"/>
                </a:lnTo>
                <a:lnTo>
                  <a:pt x="172211" y="191007"/>
                </a:lnTo>
                <a:lnTo>
                  <a:pt x="158794" y="223214"/>
                </a:lnTo>
                <a:lnTo>
                  <a:pt x="126717" y="255284"/>
                </a:lnTo>
                <a:lnTo>
                  <a:pt x="85391" y="287543"/>
                </a:lnTo>
                <a:lnTo>
                  <a:pt x="44224" y="320322"/>
                </a:lnTo>
                <a:lnTo>
                  <a:pt x="12624" y="353947"/>
                </a:lnTo>
                <a:lnTo>
                  <a:pt x="0" y="388747"/>
                </a:lnTo>
                <a:lnTo>
                  <a:pt x="6776" y="424835"/>
                </a:lnTo>
                <a:lnTo>
                  <a:pt x="25512" y="461978"/>
                </a:lnTo>
                <a:lnTo>
                  <a:pt x="53816" y="499983"/>
                </a:lnTo>
                <a:lnTo>
                  <a:pt x="89295" y="538654"/>
                </a:lnTo>
                <a:lnTo>
                  <a:pt x="129557" y="577797"/>
                </a:lnTo>
                <a:lnTo>
                  <a:pt x="172211" y="617219"/>
                </a:lnTo>
              </a:path>
            </a:pathLst>
          </a:custGeom>
          <a:ln w="25400">
            <a:solidFill>
              <a:srgbClr val="000000"/>
            </a:solidFill>
          </a:ln>
        </p:spPr>
        <p:txBody>
          <a:bodyPr wrap="square" lIns="0" tIns="0" rIns="0" bIns="0" rtlCol="0"/>
          <a:lstStyle/>
          <a:p>
            <a:endParaRPr/>
          </a:p>
        </p:txBody>
      </p:sp>
      <p:sp>
        <p:nvSpPr>
          <p:cNvPr id="96" name="object 17">
            <a:extLst>
              <a:ext uri="{FF2B5EF4-FFF2-40B4-BE49-F238E27FC236}">
                <a16:creationId xmlns:a16="http://schemas.microsoft.com/office/drawing/2014/main" id="{73D9E5AD-220A-42D2-9599-C90379C1D08C}"/>
              </a:ext>
            </a:extLst>
          </p:cNvPr>
          <p:cNvSpPr/>
          <p:nvPr/>
        </p:nvSpPr>
        <p:spPr>
          <a:xfrm>
            <a:off x="7449552" y="3731515"/>
            <a:ext cx="170815" cy="617220"/>
          </a:xfrm>
          <a:custGeom>
            <a:avLst/>
            <a:gdLst/>
            <a:ahLst/>
            <a:cxnLst/>
            <a:rect l="l" t="t" r="r" b="b"/>
            <a:pathLst>
              <a:path w="170814" h="617220">
                <a:moveTo>
                  <a:pt x="11049" y="0"/>
                </a:moveTo>
                <a:lnTo>
                  <a:pt x="58789" y="37872"/>
                </a:lnTo>
                <a:lnTo>
                  <a:pt x="102592" y="75811"/>
                </a:lnTo>
                <a:lnTo>
                  <a:pt x="138488" y="113915"/>
                </a:lnTo>
                <a:lnTo>
                  <a:pt x="162510" y="152282"/>
                </a:lnTo>
                <a:lnTo>
                  <a:pt x="170687" y="191007"/>
                </a:lnTo>
                <a:lnTo>
                  <a:pt x="157382" y="223214"/>
                </a:lnTo>
                <a:lnTo>
                  <a:pt x="125588" y="255284"/>
                </a:lnTo>
                <a:lnTo>
                  <a:pt x="84629" y="287543"/>
                </a:lnTo>
                <a:lnTo>
                  <a:pt x="43829" y="320322"/>
                </a:lnTo>
                <a:lnTo>
                  <a:pt x="12511" y="353947"/>
                </a:lnTo>
                <a:lnTo>
                  <a:pt x="0" y="388747"/>
                </a:lnTo>
                <a:lnTo>
                  <a:pt x="6716" y="424835"/>
                </a:lnTo>
                <a:lnTo>
                  <a:pt x="25287" y="461978"/>
                </a:lnTo>
                <a:lnTo>
                  <a:pt x="53339" y="499983"/>
                </a:lnTo>
                <a:lnTo>
                  <a:pt x="88504" y="538654"/>
                </a:lnTo>
                <a:lnTo>
                  <a:pt x="128411" y="577797"/>
                </a:lnTo>
                <a:lnTo>
                  <a:pt x="170687" y="617219"/>
                </a:lnTo>
              </a:path>
            </a:pathLst>
          </a:custGeom>
          <a:ln w="25400">
            <a:solidFill>
              <a:srgbClr val="000000"/>
            </a:solidFill>
          </a:ln>
        </p:spPr>
        <p:txBody>
          <a:bodyPr wrap="square" lIns="0" tIns="0" rIns="0" bIns="0" rtlCol="0"/>
          <a:lstStyle/>
          <a:p>
            <a:endParaRPr/>
          </a:p>
        </p:txBody>
      </p:sp>
      <p:sp>
        <p:nvSpPr>
          <p:cNvPr id="97" name="object 74">
            <a:extLst>
              <a:ext uri="{FF2B5EF4-FFF2-40B4-BE49-F238E27FC236}">
                <a16:creationId xmlns:a16="http://schemas.microsoft.com/office/drawing/2014/main" id="{FE5FBA55-3E5E-4933-A3A6-CA63F1EEC904}"/>
              </a:ext>
            </a:extLst>
          </p:cNvPr>
          <p:cNvSpPr/>
          <p:nvPr/>
        </p:nvSpPr>
        <p:spPr>
          <a:xfrm>
            <a:off x="6095844" y="2242229"/>
            <a:ext cx="2118360" cy="721360"/>
          </a:xfrm>
          <a:custGeom>
            <a:avLst/>
            <a:gdLst/>
            <a:ahLst/>
            <a:cxnLst/>
            <a:rect l="l" t="t" r="r" b="b"/>
            <a:pathLst>
              <a:path w="2118360" h="721360">
                <a:moveTo>
                  <a:pt x="0" y="720852"/>
                </a:moveTo>
                <a:lnTo>
                  <a:pt x="2118360" y="720852"/>
                </a:lnTo>
                <a:lnTo>
                  <a:pt x="2118360" y="0"/>
                </a:lnTo>
                <a:lnTo>
                  <a:pt x="0" y="0"/>
                </a:lnTo>
                <a:lnTo>
                  <a:pt x="0" y="720852"/>
                </a:lnTo>
                <a:close/>
              </a:path>
            </a:pathLst>
          </a:custGeom>
          <a:solidFill>
            <a:srgbClr val="66FF66"/>
          </a:solidFill>
        </p:spPr>
        <p:txBody>
          <a:bodyPr wrap="square" lIns="0" tIns="0" rIns="0" bIns="0" rtlCol="0"/>
          <a:lstStyle/>
          <a:p>
            <a:endParaRPr/>
          </a:p>
        </p:txBody>
      </p:sp>
      <p:sp>
        <p:nvSpPr>
          <p:cNvPr id="98" name="object 75">
            <a:extLst>
              <a:ext uri="{FF2B5EF4-FFF2-40B4-BE49-F238E27FC236}">
                <a16:creationId xmlns:a16="http://schemas.microsoft.com/office/drawing/2014/main" id="{2E8C56B1-C96C-4386-85E6-AED04CFB69EC}"/>
              </a:ext>
            </a:extLst>
          </p:cNvPr>
          <p:cNvSpPr/>
          <p:nvPr/>
        </p:nvSpPr>
        <p:spPr>
          <a:xfrm>
            <a:off x="6193380"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solidFill>
            <a:srgbClr val="FFCC66"/>
          </a:solidFill>
        </p:spPr>
        <p:txBody>
          <a:bodyPr wrap="square" lIns="0" tIns="0" rIns="0" bIns="0" rtlCol="0"/>
          <a:lstStyle/>
          <a:p>
            <a:endParaRPr/>
          </a:p>
        </p:txBody>
      </p:sp>
      <p:sp>
        <p:nvSpPr>
          <p:cNvPr id="99" name="object 76">
            <a:extLst>
              <a:ext uri="{FF2B5EF4-FFF2-40B4-BE49-F238E27FC236}">
                <a16:creationId xmlns:a16="http://schemas.microsoft.com/office/drawing/2014/main" id="{90089610-5C8A-43D5-9B89-99E0DE6F1EA4}"/>
              </a:ext>
            </a:extLst>
          </p:cNvPr>
          <p:cNvSpPr/>
          <p:nvPr/>
        </p:nvSpPr>
        <p:spPr>
          <a:xfrm>
            <a:off x="6193380"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ln w="12700">
            <a:solidFill>
              <a:srgbClr val="000000"/>
            </a:solidFill>
          </a:ln>
        </p:spPr>
        <p:txBody>
          <a:bodyPr wrap="square" lIns="0" tIns="0" rIns="0" bIns="0" rtlCol="0"/>
          <a:lstStyle/>
          <a:p>
            <a:endParaRPr/>
          </a:p>
        </p:txBody>
      </p:sp>
      <p:sp>
        <p:nvSpPr>
          <p:cNvPr id="100" name="object 77">
            <a:extLst>
              <a:ext uri="{FF2B5EF4-FFF2-40B4-BE49-F238E27FC236}">
                <a16:creationId xmlns:a16="http://schemas.microsoft.com/office/drawing/2014/main" id="{81D87B03-1E68-4C55-A2F1-CAB5333543C3}"/>
              </a:ext>
            </a:extLst>
          </p:cNvPr>
          <p:cNvSpPr/>
          <p:nvPr/>
        </p:nvSpPr>
        <p:spPr>
          <a:xfrm>
            <a:off x="6239862"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1" name="object 78">
            <a:extLst>
              <a:ext uri="{FF2B5EF4-FFF2-40B4-BE49-F238E27FC236}">
                <a16:creationId xmlns:a16="http://schemas.microsoft.com/office/drawing/2014/main" id="{71D0050C-9D55-4BE4-807E-0DE74109CC6B}"/>
              </a:ext>
            </a:extLst>
          </p:cNvPr>
          <p:cNvSpPr/>
          <p:nvPr/>
        </p:nvSpPr>
        <p:spPr>
          <a:xfrm>
            <a:off x="6308442"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2" name="object 79">
            <a:extLst>
              <a:ext uri="{FF2B5EF4-FFF2-40B4-BE49-F238E27FC236}">
                <a16:creationId xmlns:a16="http://schemas.microsoft.com/office/drawing/2014/main" id="{EB4F54C7-17B0-4CB1-A0C3-9357C302C4CE}"/>
              </a:ext>
            </a:extLst>
          </p:cNvPr>
          <p:cNvSpPr/>
          <p:nvPr/>
        </p:nvSpPr>
        <p:spPr>
          <a:xfrm>
            <a:off x="6377021"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3" name="object 80">
            <a:extLst>
              <a:ext uri="{FF2B5EF4-FFF2-40B4-BE49-F238E27FC236}">
                <a16:creationId xmlns:a16="http://schemas.microsoft.com/office/drawing/2014/main" id="{6EA6922E-1CA1-420A-8342-525DC028185F}"/>
              </a:ext>
            </a:extLst>
          </p:cNvPr>
          <p:cNvSpPr/>
          <p:nvPr/>
        </p:nvSpPr>
        <p:spPr>
          <a:xfrm>
            <a:off x="6445602"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4" name="object 81">
            <a:extLst>
              <a:ext uri="{FF2B5EF4-FFF2-40B4-BE49-F238E27FC236}">
                <a16:creationId xmlns:a16="http://schemas.microsoft.com/office/drawing/2014/main" id="{6BF9F0C7-64F6-4ADD-9A4B-7D2AE62F0AF6}"/>
              </a:ext>
            </a:extLst>
          </p:cNvPr>
          <p:cNvSpPr/>
          <p:nvPr/>
        </p:nvSpPr>
        <p:spPr>
          <a:xfrm>
            <a:off x="6514181"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5" name="object 82">
            <a:extLst>
              <a:ext uri="{FF2B5EF4-FFF2-40B4-BE49-F238E27FC236}">
                <a16:creationId xmlns:a16="http://schemas.microsoft.com/office/drawing/2014/main" id="{C13D7524-94EF-4102-A884-E29D159FD1E0}"/>
              </a:ext>
            </a:extLst>
          </p:cNvPr>
          <p:cNvSpPr/>
          <p:nvPr/>
        </p:nvSpPr>
        <p:spPr>
          <a:xfrm>
            <a:off x="6757260" y="2304714"/>
            <a:ext cx="487680" cy="607060"/>
          </a:xfrm>
          <a:custGeom>
            <a:avLst/>
            <a:gdLst/>
            <a:ahLst/>
            <a:cxnLst/>
            <a:rect l="l" t="t" r="r" b="b"/>
            <a:pathLst>
              <a:path w="487680" h="607060">
                <a:moveTo>
                  <a:pt x="0" y="606551"/>
                </a:moveTo>
                <a:lnTo>
                  <a:pt x="487679" y="606551"/>
                </a:lnTo>
                <a:lnTo>
                  <a:pt x="487679" y="0"/>
                </a:lnTo>
                <a:lnTo>
                  <a:pt x="0" y="0"/>
                </a:lnTo>
                <a:lnTo>
                  <a:pt x="0" y="606551"/>
                </a:lnTo>
                <a:close/>
              </a:path>
            </a:pathLst>
          </a:custGeom>
          <a:solidFill>
            <a:srgbClr val="FFCC66"/>
          </a:solidFill>
        </p:spPr>
        <p:txBody>
          <a:bodyPr wrap="square" lIns="0" tIns="0" rIns="0" bIns="0" rtlCol="0"/>
          <a:lstStyle/>
          <a:p>
            <a:endParaRPr/>
          </a:p>
        </p:txBody>
      </p:sp>
      <p:sp>
        <p:nvSpPr>
          <p:cNvPr id="106" name="object 83">
            <a:extLst>
              <a:ext uri="{FF2B5EF4-FFF2-40B4-BE49-F238E27FC236}">
                <a16:creationId xmlns:a16="http://schemas.microsoft.com/office/drawing/2014/main" id="{35487EC0-03BE-4847-957D-FA9677E47622}"/>
              </a:ext>
            </a:extLst>
          </p:cNvPr>
          <p:cNvSpPr/>
          <p:nvPr/>
        </p:nvSpPr>
        <p:spPr>
          <a:xfrm>
            <a:off x="6757260" y="2304714"/>
            <a:ext cx="487680" cy="607060"/>
          </a:xfrm>
          <a:custGeom>
            <a:avLst/>
            <a:gdLst/>
            <a:ahLst/>
            <a:cxnLst/>
            <a:rect l="l" t="t" r="r" b="b"/>
            <a:pathLst>
              <a:path w="487680" h="607060">
                <a:moveTo>
                  <a:pt x="0" y="606551"/>
                </a:moveTo>
                <a:lnTo>
                  <a:pt x="487679" y="606551"/>
                </a:lnTo>
                <a:lnTo>
                  <a:pt x="487679" y="0"/>
                </a:lnTo>
                <a:lnTo>
                  <a:pt x="0" y="0"/>
                </a:lnTo>
                <a:lnTo>
                  <a:pt x="0" y="606551"/>
                </a:lnTo>
                <a:close/>
              </a:path>
            </a:pathLst>
          </a:custGeom>
          <a:ln w="12700">
            <a:solidFill>
              <a:srgbClr val="000000"/>
            </a:solidFill>
          </a:ln>
        </p:spPr>
        <p:txBody>
          <a:bodyPr wrap="square" lIns="0" tIns="0" rIns="0" bIns="0" rtlCol="0"/>
          <a:lstStyle/>
          <a:p>
            <a:endParaRPr/>
          </a:p>
        </p:txBody>
      </p:sp>
      <p:sp>
        <p:nvSpPr>
          <p:cNvPr id="107" name="object 84">
            <a:extLst>
              <a:ext uri="{FF2B5EF4-FFF2-40B4-BE49-F238E27FC236}">
                <a16:creationId xmlns:a16="http://schemas.microsoft.com/office/drawing/2014/main" id="{A9EB796A-3AF4-4E07-AF10-8FFB9BC90748}"/>
              </a:ext>
            </a:extLst>
          </p:cNvPr>
          <p:cNvSpPr/>
          <p:nvPr/>
        </p:nvSpPr>
        <p:spPr>
          <a:xfrm>
            <a:off x="6803741"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8" name="object 85">
            <a:extLst>
              <a:ext uri="{FF2B5EF4-FFF2-40B4-BE49-F238E27FC236}">
                <a16:creationId xmlns:a16="http://schemas.microsoft.com/office/drawing/2014/main" id="{A4E95497-3AD5-4F66-91A5-F9D15DAF9539}"/>
              </a:ext>
            </a:extLst>
          </p:cNvPr>
          <p:cNvSpPr/>
          <p:nvPr/>
        </p:nvSpPr>
        <p:spPr>
          <a:xfrm>
            <a:off x="6872321" y="2363388"/>
            <a:ext cx="114300" cy="481965"/>
          </a:xfrm>
          <a:custGeom>
            <a:avLst/>
            <a:gdLst/>
            <a:ahLst/>
            <a:cxnLst/>
            <a:rect l="l" t="t" r="r" b="b"/>
            <a:pathLst>
              <a:path w="114300" h="481964">
                <a:moveTo>
                  <a:pt x="7378" y="0"/>
                </a:moveTo>
                <a:lnTo>
                  <a:pt x="47071" y="36937"/>
                </a:lnTo>
                <a:lnTo>
                  <a:pt x="81589" y="73998"/>
                </a:lnTo>
                <a:lnTo>
                  <a:pt x="105732" y="111308"/>
                </a:lnTo>
                <a:lnTo>
                  <a:pt x="114300" y="148996"/>
                </a:lnTo>
                <a:lnTo>
                  <a:pt x="101925" y="179133"/>
                </a:lnTo>
                <a:lnTo>
                  <a:pt x="73517" y="209186"/>
                </a:lnTo>
                <a:lnTo>
                  <a:pt x="39867" y="239603"/>
                </a:lnTo>
                <a:lnTo>
                  <a:pt x="11765" y="270830"/>
                </a:lnTo>
                <a:lnTo>
                  <a:pt x="0" y="303314"/>
                </a:lnTo>
                <a:lnTo>
                  <a:pt x="9820" y="345892"/>
                </a:lnTo>
                <a:lnTo>
                  <a:pt x="35713" y="390124"/>
                </a:lnTo>
                <a:lnTo>
                  <a:pt x="72325" y="435519"/>
                </a:lnTo>
                <a:lnTo>
                  <a:pt x="114300" y="481583"/>
                </a:lnTo>
              </a:path>
            </a:pathLst>
          </a:custGeom>
          <a:ln w="25400">
            <a:solidFill>
              <a:srgbClr val="000000"/>
            </a:solidFill>
          </a:ln>
        </p:spPr>
        <p:txBody>
          <a:bodyPr wrap="square" lIns="0" tIns="0" rIns="0" bIns="0" rtlCol="0"/>
          <a:lstStyle/>
          <a:p>
            <a:endParaRPr/>
          </a:p>
        </p:txBody>
      </p:sp>
      <p:sp>
        <p:nvSpPr>
          <p:cNvPr id="109" name="object 86">
            <a:extLst>
              <a:ext uri="{FF2B5EF4-FFF2-40B4-BE49-F238E27FC236}">
                <a16:creationId xmlns:a16="http://schemas.microsoft.com/office/drawing/2014/main" id="{97A90E70-CAD9-47A1-A43C-9E4BEAD6C801}"/>
              </a:ext>
            </a:extLst>
          </p:cNvPr>
          <p:cNvSpPr/>
          <p:nvPr/>
        </p:nvSpPr>
        <p:spPr>
          <a:xfrm>
            <a:off x="6940902" y="2363388"/>
            <a:ext cx="114300" cy="481965"/>
          </a:xfrm>
          <a:custGeom>
            <a:avLst/>
            <a:gdLst/>
            <a:ahLst/>
            <a:cxnLst/>
            <a:rect l="l" t="t" r="r" b="b"/>
            <a:pathLst>
              <a:path w="114300" h="481964">
                <a:moveTo>
                  <a:pt x="7378" y="0"/>
                </a:moveTo>
                <a:lnTo>
                  <a:pt x="47082" y="36937"/>
                </a:lnTo>
                <a:lnTo>
                  <a:pt x="81599"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0" name="object 87">
            <a:extLst>
              <a:ext uri="{FF2B5EF4-FFF2-40B4-BE49-F238E27FC236}">
                <a16:creationId xmlns:a16="http://schemas.microsoft.com/office/drawing/2014/main" id="{1E18E7FF-770C-4868-8A78-F52FEFE68DEC}"/>
              </a:ext>
            </a:extLst>
          </p:cNvPr>
          <p:cNvSpPr/>
          <p:nvPr/>
        </p:nvSpPr>
        <p:spPr>
          <a:xfrm>
            <a:off x="7009482"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1" name="object 88">
            <a:extLst>
              <a:ext uri="{FF2B5EF4-FFF2-40B4-BE49-F238E27FC236}">
                <a16:creationId xmlns:a16="http://schemas.microsoft.com/office/drawing/2014/main" id="{B4D40DD6-471A-4627-9E08-134BDB51D0C4}"/>
              </a:ext>
            </a:extLst>
          </p:cNvPr>
          <p:cNvSpPr/>
          <p:nvPr/>
        </p:nvSpPr>
        <p:spPr>
          <a:xfrm>
            <a:off x="7078061"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2" name="object 89">
            <a:extLst>
              <a:ext uri="{FF2B5EF4-FFF2-40B4-BE49-F238E27FC236}">
                <a16:creationId xmlns:a16="http://schemas.microsoft.com/office/drawing/2014/main" id="{0237FD73-2A70-4BF9-B6D2-232E6A6F1C0E}"/>
              </a:ext>
            </a:extLst>
          </p:cNvPr>
          <p:cNvSpPr/>
          <p:nvPr/>
        </p:nvSpPr>
        <p:spPr>
          <a:xfrm>
            <a:off x="7625939"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solidFill>
            <a:srgbClr val="FFCC66"/>
          </a:solidFill>
        </p:spPr>
        <p:txBody>
          <a:bodyPr wrap="square" lIns="0" tIns="0" rIns="0" bIns="0" rtlCol="0"/>
          <a:lstStyle/>
          <a:p>
            <a:endParaRPr/>
          </a:p>
        </p:txBody>
      </p:sp>
      <p:sp>
        <p:nvSpPr>
          <p:cNvPr id="113" name="object 90">
            <a:extLst>
              <a:ext uri="{FF2B5EF4-FFF2-40B4-BE49-F238E27FC236}">
                <a16:creationId xmlns:a16="http://schemas.microsoft.com/office/drawing/2014/main" id="{8DECB86F-5811-422C-A0B9-1140C7497A28}"/>
              </a:ext>
            </a:extLst>
          </p:cNvPr>
          <p:cNvSpPr/>
          <p:nvPr/>
        </p:nvSpPr>
        <p:spPr>
          <a:xfrm>
            <a:off x="7625939"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ln w="12700">
            <a:solidFill>
              <a:srgbClr val="000000"/>
            </a:solidFill>
          </a:ln>
        </p:spPr>
        <p:txBody>
          <a:bodyPr wrap="square" lIns="0" tIns="0" rIns="0" bIns="0" rtlCol="0"/>
          <a:lstStyle/>
          <a:p>
            <a:endParaRPr/>
          </a:p>
        </p:txBody>
      </p:sp>
      <p:sp>
        <p:nvSpPr>
          <p:cNvPr id="114" name="object 91">
            <a:extLst>
              <a:ext uri="{FF2B5EF4-FFF2-40B4-BE49-F238E27FC236}">
                <a16:creationId xmlns:a16="http://schemas.microsoft.com/office/drawing/2014/main" id="{D6FD7891-2AE7-4C24-B153-FBBD8C4DED74}"/>
              </a:ext>
            </a:extLst>
          </p:cNvPr>
          <p:cNvSpPr/>
          <p:nvPr/>
        </p:nvSpPr>
        <p:spPr>
          <a:xfrm>
            <a:off x="7672421" y="2363388"/>
            <a:ext cx="114300" cy="481965"/>
          </a:xfrm>
          <a:custGeom>
            <a:avLst/>
            <a:gdLst/>
            <a:ahLst/>
            <a:cxnLst/>
            <a:rect l="l" t="t" r="r" b="b"/>
            <a:pathLst>
              <a:path w="114300" h="481964">
                <a:moveTo>
                  <a:pt x="7366"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5" name="object 92">
            <a:extLst>
              <a:ext uri="{FF2B5EF4-FFF2-40B4-BE49-F238E27FC236}">
                <a16:creationId xmlns:a16="http://schemas.microsoft.com/office/drawing/2014/main" id="{6D443629-6372-4402-B3C7-9CDF69AC8491}"/>
              </a:ext>
            </a:extLst>
          </p:cNvPr>
          <p:cNvSpPr/>
          <p:nvPr/>
        </p:nvSpPr>
        <p:spPr>
          <a:xfrm>
            <a:off x="7741001" y="2363388"/>
            <a:ext cx="114300" cy="481965"/>
          </a:xfrm>
          <a:custGeom>
            <a:avLst/>
            <a:gdLst/>
            <a:ahLst/>
            <a:cxnLst/>
            <a:rect l="l" t="t" r="r" b="b"/>
            <a:pathLst>
              <a:path w="114300" h="481964">
                <a:moveTo>
                  <a:pt x="7366"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6" name="object 93">
            <a:extLst>
              <a:ext uri="{FF2B5EF4-FFF2-40B4-BE49-F238E27FC236}">
                <a16:creationId xmlns:a16="http://schemas.microsoft.com/office/drawing/2014/main" id="{D589666D-8222-4778-9693-86D2A2FE137D}"/>
              </a:ext>
            </a:extLst>
          </p:cNvPr>
          <p:cNvSpPr/>
          <p:nvPr/>
        </p:nvSpPr>
        <p:spPr>
          <a:xfrm>
            <a:off x="7809582" y="2363388"/>
            <a:ext cx="114300" cy="481965"/>
          </a:xfrm>
          <a:custGeom>
            <a:avLst/>
            <a:gdLst/>
            <a:ahLst/>
            <a:cxnLst/>
            <a:rect l="l" t="t" r="r" b="b"/>
            <a:pathLst>
              <a:path w="114300" h="481964">
                <a:moveTo>
                  <a:pt x="7366"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7" name="object 94">
            <a:extLst>
              <a:ext uri="{FF2B5EF4-FFF2-40B4-BE49-F238E27FC236}">
                <a16:creationId xmlns:a16="http://schemas.microsoft.com/office/drawing/2014/main" id="{1D3AA40A-585C-4D8A-8483-EE563CC76A91}"/>
              </a:ext>
            </a:extLst>
          </p:cNvPr>
          <p:cNvSpPr/>
          <p:nvPr/>
        </p:nvSpPr>
        <p:spPr>
          <a:xfrm>
            <a:off x="7878161"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8" name="object 95">
            <a:extLst>
              <a:ext uri="{FF2B5EF4-FFF2-40B4-BE49-F238E27FC236}">
                <a16:creationId xmlns:a16="http://schemas.microsoft.com/office/drawing/2014/main" id="{7BF62EF6-5400-48CA-95E9-F7A2680D4C2E}"/>
              </a:ext>
            </a:extLst>
          </p:cNvPr>
          <p:cNvSpPr/>
          <p:nvPr/>
        </p:nvSpPr>
        <p:spPr>
          <a:xfrm>
            <a:off x="7946742"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9" name="object 96">
            <a:extLst>
              <a:ext uri="{FF2B5EF4-FFF2-40B4-BE49-F238E27FC236}">
                <a16:creationId xmlns:a16="http://schemas.microsoft.com/office/drawing/2014/main" id="{C494DB74-2E16-460D-916E-57A914C67146}"/>
              </a:ext>
            </a:extLst>
          </p:cNvPr>
          <p:cNvSpPr txBox="1"/>
          <p:nvPr/>
        </p:nvSpPr>
        <p:spPr>
          <a:xfrm>
            <a:off x="6239862" y="2408142"/>
            <a:ext cx="1974342" cy="299720"/>
          </a:xfrm>
          <a:prstGeom prst="rect">
            <a:avLst/>
          </a:prstGeom>
        </p:spPr>
        <p:txBody>
          <a:bodyPr vert="horz" wrap="square" lIns="0" tIns="12700" rIns="0" bIns="0" rtlCol="0">
            <a:spAutoFit/>
          </a:bodyPr>
          <a:lstStyle/>
          <a:p>
            <a:pPr marL="378460" algn="ctr">
              <a:lnSpc>
                <a:spcPct val="100000"/>
              </a:lnSpc>
              <a:spcBef>
                <a:spcPts val="100"/>
              </a:spcBef>
            </a:pPr>
            <a:r>
              <a:rPr sz="1800" b="1" dirty="0">
                <a:latin typeface="Arial" panose="020B0604020202020204"/>
                <a:cs typeface="Arial" panose="020B0604020202020204"/>
              </a:rPr>
              <a:t>...</a:t>
            </a:r>
            <a:endParaRPr sz="1800" dirty="0">
              <a:latin typeface="Arial" panose="020B0604020202020204"/>
              <a:cs typeface="Arial" panose="020B0604020202020204"/>
            </a:endParaRPr>
          </a:p>
        </p:txBody>
      </p:sp>
      <p:cxnSp>
        <p:nvCxnSpPr>
          <p:cNvPr id="8" name="直接连接符 7">
            <a:extLst>
              <a:ext uri="{FF2B5EF4-FFF2-40B4-BE49-F238E27FC236}">
                <a16:creationId xmlns:a16="http://schemas.microsoft.com/office/drawing/2014/main" id="{E972E9B5-841E-4DDE-95F5-F4F7BDFB5EE7}"/>
              </a:ext>
            </a:extLst>
          </p:cNvPr>
          <p:cNvCxnSpPr>
            <a:cxnSpLocks/>
          </p:cNvCxnSpPr>
          <p:nvPr/>
        </p:nvCxnSpPr>
        <p:spPr bwMode="auto">
          <a:xfrm>
            <a:off x="4241390" y="871097"/>
            <a:ext cx="41410" cy="5605903"/>
          </a:xfrm>
          <a:prstGeom prst="line">
            <a:avLst/>
          </a:prstGeom>
          <a:solidFill>
            <a:srgbClr val="C0C0C0"/>
          </a:solidFill>
          <a:ln w="9525" cap="flat" cmpd="sng" algn="ctr">
            <a:solidFill>
              <a:schemeClr val="tx1"/>
            </a:solidFill>
            <a:prstDash val="sysDash"/>
            <a:round/>
            <a:headEnd type="none" w="med" len="med"/>
            <a:tailEnd type="none" w="med" len="med"/>
          </a:ln>
          <a:effectLst/>
        </p:spPr>
      </p:cxnSp>
    </p:spTree>
    <p:extLst>
      <p:ext uri="{BB962C8B-B14F-4D97-AF65-F5344CB8AC3E}">
        <p14:creationId xmlns:p14="http://schemas.microsoft.com/office/powerpoint/2010/main" val="3421454646"/>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Host Code Example: Vector Addition</a:t>
            </a:r>
          </a:p>
        </p:txBody>
      </p:sp>
      <p:sp>
        <p:nvSpPr>
          <p:cNvPr id="4" name="Rectangle 3"/>
          <p:cNvSpPr/>
          <p:nvPr/>
        </p:nvSpPr>
        <p:spPr>
          <a:xfrm>
            <a:off x="1023107" y="908720"/>
            <a:ext cx="7021585" cy="5693866"/>
          </a:xfrm>
          <a:prstGeom prst="rect">
            <a:avLst/>
          </a:prstGeom>
        </p:spPr>
        <p:txBody>
          <a:bodyPr wrap="square">
            <a:spAutoFit/>
          </a:bodyPr>
          <a:lstStyle/>
          <a:p>
            <a:r>
              <a:rPr lang="en-US" sz="1400" dirty="0">
                <a:solidFill>
                  <a:srgbClr val="00BF00"/>
                </a:solidFill>
                <a:latin typeface="Lucida Console" panose="020B0609040504020204" pitchFamily="49" charset="0"/>
              </a:rPr>
              <a:t>void</a:t>
            </a:r>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vecadd</a:t>
            </a:r>
            <a:r>
              <a:rPr lang="en-US" sz="1400" dirty="0">
                <a:solidFill>
                  <a:prstClr val="black"/>
                </a:solidFill>
                <a:latin typeface="Lucida Console" panose="020B0609040504020204" pitchFamily="49" charset="0"/>
              </a:rPr>
              <a:t>(</a:t>
            </a:r>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 A, </a:t>
            </a:r>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 B, </a:t>
            </a:r>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 C, </a:t>
            </a:r>
            <a:r>
              <a:rPr lang="en-US" sz="1400" dirty="0" err="1">
                <a:solidFill>
                  <a:srgbClr val="00BF00"/>
                </a:solidFill>
                <a:latin typeface="Lucida Console" panose="020B0609040504020204" pitchFamily="49" charset="0"/>
              </a:rPr>
              <a:t>int</a:t>
            </a:r>
            <a:r>
              <a:rPr lang="en-US" sz="1400" dirty="0">
                <a:solidFill>
                  <a:prstClr val="black"/>
                </a:solidFill>
                <a:latin typeface="Lucida Console" panose="020B0609040504020204" pitchFamily="49" charset="0"/>
              </a:rPr>
              <a:t> N) {</a:t>
            </a:r>
          </a:p>
          <a:p>
            <a:endParaRPr lang="en-US" sz="1400" dirty="0">
              <a:solidFill>
                <a:prstClr val="black"/>
              </a:solidFill>
              <a:latin typeface="Lucida Console" panose="020B0609040504020204" pitchFamily="49" charset="0"/>
            </a:endParaRPr>
          </a:p>
          <a:p>
            <a:r>
              <a:rPr lang="en-US" sz="1400" dirty="0">
                <a:solidFill>
                  <a:prstClr val="black"/>
                </a:solidFill>
                <a:latin typeface="Lucida Console" panose="020B0609040504020204" pitchFamily="49" charset="0"/>
              </a:rPr>
              <a:t>    </a:t>
            </a:r>
            <a:r>
              <a:rPr lang="en-US" sz="1400" dirty="0">
                <a:solidFill>
                  <a:srgbClr val="00BFBF"/>
                </a:solidFill>
                <a:latin typeface="Lucida Console" panose="020B0609040504020204" pitchFamily="49" charset="0"/>
              </a:rPr>
              <a:t>//1, Allocate GPU memory</a:t>
            </a:r>
          </a:p>
          <a:p>
            <a:r>
              <a:rPr lang="en-US" sz="1400" dirty="0">
                <a:solidFill>
                  <a:prstClr val="black"/>
                </a:solidFill>
                <a:latin typeface="Lucida Console" panose="020B0609040504020204" pitchFamily="49" charset="0"/>
              </a:rPr>
              <a:t>    </a:t>
            </a:r>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A_d</a:t>
            </a:r>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B_d</a:t>
            </a:r>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C_d</a:t>
            </a:r>
            <a:r>
              <a:rPr lang="en-US" sz="1400" dirty="0">
                <a:solidFill>
                  <a:prstClr val="black"/>
                </a:solidFill>
                <a:latin typeface="Lucida Console" panose="020B0609040504020204" pitchFamily="49" charset="0"/>
              </a:rPr>
              <a:t>;</a:t>
            </a:r>
          </a:p>
          <a:p>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cudaMalloc</a:t>
            </a:r>
            <a:r>
              <a:rPr lang="en-US" sz="1400" dirty="0">
                <a:solidFill>
                  <a:prstClr val="black"/>
                </a:solidFill>
                <a:latin typeface="Lucida Console" panose="020B0609040504020204" pitchFamily="49" charset="0"/>
              </a:rPr>
              <a:t>((</a:t>
            </a:r>
            <a:r>
              <a:rPr lang="en-US" sz="1400" dirty="0">
                <a:solidFill>
                  <a:srgbClr val="00BF00"/>
                </a:solidFill>
                <a:latin typeface="Lucida Console" panose="020B0609040504020204" pitchFamily="49" charset="0"/>
              </a:rPr>
              <a:t>void</a:t>
            </a:r>
            <a:r>
              <a:rPr lang="en-US" sz="1400" dirty="0">
                <a:solidFill>
                  <a:prstClr val="black"/>
                </a:solidFill>
                <a:latin typeface="Lucida Console" panose="020B0609040504020204" pitchFamily="49" charset="0"/>
              </a:rPr>
              <a:t>**) &amp;</a:t>
            </a:r>
            <a:r>
              <a:rPr lang="en-US" sz="1400" dirty="0" err="1">
                <a:solidFill>
                  <a:prstClr val="black"/>
                </a:solidFill>
                <a:latin typeface="Lucida Console" panose="020B0609040504020204" pitchFamily="49" charset="0"/>
              </a:rPr>
              <a:t>A_d</a:t>
            </a:r>
            <a:r>
              <a:rPr lang="en-US" sz="1400" dirty="0">
                <a:solidFill>
                  <a:prstClr val="black"/>
                </a:solidFill>
                <a:latin typeface="Lucida Console" panose="020B0609040504020204" pitchFamily="49" charset="0"/>
              </a:rPr>
              <a:t>, N*</a:t>
            </a:r>
            <a:r>
              <a:rPr lang="en-US" sz="1400" dirty="0" err="1">
                <a:solidFill>
                  <a:srgbClr val="BFBF00"/>
                </a:solidFill>
                <a:latin typeface="Lucida Console" panose="020B0609040504020204" pitchFamily="49" charset="0"/>
              </a:rPr>
              <a:t>sizeof</a:t>
            </a:r>
            <a:r>
              <a:rPr lang="en-US" sz="1400" dirty="0">
                <a:solidFill>
                  <a:prstClr val="black"/>
                </a:solidFill>
                <a:latin typeface="Lucida Console" panose="020B0609040504020204" pitchFamily="49" charset="0"/>
              </a:rPr>
              <a:t>(</a:t>
            </a:r>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a:t>
            </a:r>
          </a:p>
          <a:p>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cudaMalloc</a:t>
            </a:r>
            <a:r>
              <a:rPr lang="en-US" sz="1400" dirty="0">
                <a:solidFill>
                  <a:prstClr val="black"/>
                </a:solidFill>
                <a:latin typeface="Lucida Console" panose="020B0609040504020204" pitchFamily="49" charset="0"/>
              </a:rPr>
              <a:t>((</a:t>
            </a:r>
            <a:r>
              <a:rPr lang="en-US" sz="1400" dirty="0">
                <a:solidFill>
                  <a:srgbClr val="00BF00"/>
                </a:solidFill>
                <a:latin typeface="Lucida Console" panose="020B0609040504020204" pitchFamily="49" charset="0"/>
              </a:rPr>
              <a:t>void</a:t>
            </a:r>
            <a:r>
              <a:rPr lang="en-US" sz="1400" dirty="0">
                <a:solidFill>
                  <a:prstClr val="black"/>
                </a:solidFill>
                <a:latin typeface="Lucida Console" panose="020B0609040504020204" pitchFamily="49" charset="0"/>
              </a:rPr>
              <a:t>**) &amp;</a:t>
            </a:r>
            <a:r>
              <a:rPr lang="en-US" sz="1400" dirty="0" err="1">
                <a:solidFill>
                  <a:prstClr val="black"/>
                </a:solidFill>
                <a:latin typeface="Lucida Console" panose="020B0609040504020204" pitchFamily="49" charset="0"/>
              </a:rPr>
              <a:t>B_d</a:t>
            </a:r>
            <a:r>
              <a:rPr lang="en-US" sz="1400" dirty="0">
                <a:solidFill>
                  <a:prstClr val="black"/>
                </a:solidFill>
                <a:latin typeface="Lucida Console" panose="020B0609040504020204" pitchFamily="49" charset="0"/>
              </a:rPr>
              <a:t>, N*</a:t>
            </a:r>
            <a:r>
              <a:rPr lang="en-US" sz="1400" dirty="0" err="1">
                <a:solidFill>
                  <a:srgbClr val="BFBF00"/>
                </a:solidFill>
                <a:latin typeface="Lucida Console" panose="020B0609040504020204" pitchFamily="49" charset="0"/>
              </a:rPr>
              <a:t>sizeof</a:t>
            </a:r>
            <a:r>
              <a:rPr lang="en-US" sz="1400" dirty="0">
                <a:solidFill>
                  <a:prstClr val="black"/>
                </a:solidFill>
                <a:latin typeface="Lucida Console" panose="020B0609040504020204" pitchFamily="49" charset="0"/>
              </a:rPr>
              <a:t>(</a:t>
            </a:r>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a:t>
            </a:r>
          </a:p>
          <a:p>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cudaMalloc</a:t>
            </a:r>
            <a:r>
              <a:rPr lang="en-US" sz="1400" dirty="0">
                <a:solidFill>
                  <a:prstClr val="black"/>
                </a:solidFill>
                <a:latin typeface="Lucida Console" panose="020B0609040504020204" pitchFamily="49" charset="0"/>
              </a:rPr>
              <a:t>((</a:t>
            </a:r>
            <a:r>
              <a:rPr lang="en-US" sz="1400" dirty="0">
                <a:solidFill>
                  <a:srgbClr val="00BF00"/>
                </a:solidFill>
                <a:latin typeface="Lucida Console" panose="020B0609040504020204" pitchFamily="49" charset="0"/>
              </a:rPr>
              <a:t>void</a:t>
            </a:r>
            <a:r>
              <a:rPr lang="en-US" sz="1400" dirty="0">
                <a:solidFill>
                  <a:prstClr val="black"/>
                </a:solidFill>
                <a:latin typeface="Lucida Console" panose="020B0609040504020204" pitchFamily="49" charset="0"/>
              </a:rPr>
              <a:t>**) &amp;</a:t>
            </a:r>
            <a:r>
              <a:rPr lang="en-US" sz="1400" dirty="0" err="1">
                <a:solidFill>
                  <a:prstClr val="black"/>
                </a:solidFill>
                <a:latin typeface="Lucida Console" panose="020B0609040504020204" pitchFamily="49" charset="0"/>
              </a:rPr>
              <a:t>C_d</a:t>
            </a:r>
            <a:r>
              <a:rPr lang="en-US" sz="1400" dirty="0">
                <a:solidFill>
                  <a:prstClr val="black"/>
                </a:solidFill>
                <a:latin typeface="Lucida Console" panose="020B0609040504020204" pitchFamily="49" charset="0"/>
              </a:rPr>
              <a:t>, N*</a:t>
            </a:r>
            <a:r>
              <a:rPr lang="en-US" sz="1400" dirty="0" err="1">
                <a:solidFill>
                  <a:srgbClr val="BFBF00"/>
                </a:solidFill>
                <a:latin typeface="Lucida Console" panose="020B0609040504020204" pitchFamily="49" charset="0"/>
              </a:rPr>
              <a:t>sizeof</a:t>
            </a:r>
            <a:r>
              <a:rPr lang="en-US" sz="1400" dirty="0">
                <a:solidFill>
                  <a:prstClr val="black"/>
                </a:solidFill>
                <a:latin typeface="Lucida Console" panose="020B0609040504020204" pitchFamily="49" charset="0"/>
              </a:rPr>
              <a:t>(</a:t>
            </a:r>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a:t>
            </a:r>
          </a:p>
          <a:p>
            <a:endParaRPr lang="en-US" sz="1400" dirty="0">
              <a:solidFill>
                <a:prstClr val="black"/>
              </a:solidFill>
              <a:latin typeface="Lucida Console" panose="020B0609040504020204" pitchFamily="49" charset="0"/>
            </a:endParaRPr>
          </a:p>
          <a:p>
            <a:r>
              <a:rPr lang="en-US" sz="1400" dirty="0">
                <a:solidFill>
                  <a:prstClr val="black"/>
                </a:solidFill>
                <a:latin typeface="Lucida Console" panose="020B0609040504020204" pitchFamily="49" charset="0"/>
              </a:rPr>
              <a:t>    </a:t>
            </a:r>
            <a:r>
              <a:rPr lang="en-US" sz="1400" dirty="0">
                <a:solidFill>
                  <a:srgbClr val="00BFBF"/>
                </a:solidFill>
                <a:latin typeface="Lucida Console" panose="020B0609040504020204" pitchFamily="49" charset="0"/>
              </a:rPr>
              <a:t>//2, Copy data to GPU memory</a:t>
            </a:r>
          </a:p>
          <a:p>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cudaMemcpy</a:t>
            </a:r>
            <a:r>
              <a:rPr lang="en-US" sz="1400" dirty="0">
                <a:solidFill>
                  <a:prstClr val="black"/>
                </a:solidFill>
                <a:latin typeface="Lucida Console" panose="020B0609040504020204" pitchFamily="49" charset="0"/>
              </a:rPr>
              <a:t>(</a:t>
            </a:r>
            <a:r>
              <a:rPr lang="en-US" sz="1400" dirty="0" err="1">
                <a:solidFill>
                  <a:prstClr val="black"/>
                </a:solidFill>
                <a:latin typeface="Lucida Console" panose="020B0609040504020204" pitchFamily="49" charset="0"/>
              </a:rPr>
              <a:t>A_d</a:t>
            </a:r>
            <a:r>
              <a:rPr lang="en-US" sz="1400" dirty="0">
                <a:solidFill>
                  <a:prstClr val="black"/>
                </a:solidFill>
                <a:latin typeface="Lucida Console" panose="020B0609040504020204" pitchFamily="49" charset="0"/>
              </a:rPr>
              <a:t>, A, N*</a:t>
            </a:r>
            <a:r>
              <a:rPr lang="en-US" sz="1400" dirty="0" err="1">
                <a:solidFill>
                  <a:srgbClr val="BFBF00"/>
                </a:solidFill>
                <a:latin typeface="Lucida Console" panose="020B0609040504020204" pitchFamily="49" charset="0"/>
              </a:rPr>
              <a:t>sizeof</a:t>
            </a:r>
            <a:r>
              <a:rPr lang="en-US" sz="1400" dirty="0">
                <a:solidFill>
                  <a:prstClr val="black"/>
                </a:solidFill>
                <a:latin typeface="Lucida Console" panose="020B0609040504020204" pitchFamily="49" charset="0"/>
              </a:rPr>
              <a:t>(</a:t>
            </a:r>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 </a:t>
            </a:r>
            <a:r>
              <a:rPr lang="en-US" sz="1400" dirty="0" err="1">
                <a:solidFill>
                  <a:srgbClr val="BFBF00"/>
                </a:solidFill>
                <a:latin typeface="Lucida Console" panose="020B0609040504020204" pitchFamily="49" charset="0"/>
              </a:rPr>
              <a:t>cudaMemcpyHostToDevice</a:t>
            </a:r>
            <a:r>
              <a:rPr lang="en-US" sz="1400" dirty="0">
                <a:solidFill>
                  <a:prstClr val="black"/>
                </a:solidFill>
                <a:latin typeface="Lucida Console" panose="020B0609040504020204" pitchFamily="49" charset="0"/>
              </a:rPr>
              <a:t>);</a:t>
            </a:r>
          </a:p>
          <a:p>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cudaMemcpy</a:t>
            </a:r>
            <a:r>
              <a:rPr lang="en-US" sz="1400" dirty="0">
                <a:solidFill>
                  <a:prstClr val="black"/>
                </a:solidFill>
                <a:latin typeface="Lucida Console" panose="020B0609040504020204" pitchFamily="49" charset="0"/>
              </a:rPr>
              <a:t>(</a:t>
            </a:r>
            <a:r>
              <a:rPr lang="en-US" sz="1400" dirty="0" err="1">
                <a:solidFill>
                  <a:prstClr val="black"/>
                </a:solidFill>
                <a:latin typeface="Lucida Console" panose="020B0609040504020204" pitchFamily="49" charset="0"/>
              </a:rPr>
              <a:t>B_d</a:t>
            </a:r>
            <a:r>
              <a:rPr lang="en-US" sz="1400" dirty="0">
                <a:solidFill>
                  <a:prstClr val="black"/>
                </a:solidFill>
                <a:latin typeface="Lucida Console" panose="020B0609040504020204" pitchFamily="49" charset="0"/>
              </a:rPr>
              <a:t>, B, N*</a:t>
            </a:r>
            <a:r>
              <a:rPr lang="en-US" sz="1400" dirty="0" err="1">
                <a:solidFill>
                  <a:srgbClr val="BFBF00"/>
                </a:solidFill>
                <a:latin typeface="Lucida Console" panose="020B0609040504020204" pitchFamily="49" charset="0"/>
              </a:rPr>
              <a:t>sizeof</a:t>
            </a:r>
            <a:r>
              <a:rPr lang="en-US" sz="1400" dirty="0">
                <a:solidFill>
                  <a:prstClr val="black"/>
                </a:solidFill>
                <a:latin typeface="Lucida Console" panose="020B0609040504020204" pitchFamily="49" charset="0"/>
              </a:rPr>
              <a:t>(</a:t>
            </a:r>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 </a:t>
            </a:r>
            <a:r>
              <a:rPr lang="en-US" sz="1400" dirty="0" err="1">
                <a:solidFill>
                  <a:srgbClr val="BFBF00"/>
                </a:solidFill>
                <a:latin typeface="Lucida Console" panose="020B0609040504020204" pitchFamily="49" charset="0"/>
              </a:rPr>
              <a:t>cudaMemcpyHostToDevice</a:t>
            </a:r>
            <a:r>
              <a:rPr lang="en-US" sz="1400" dirty="0">
                <a:solidFill>
                  <a:prstClr val="black"/>
                </a:solidFill>
                <a:latin typeface="Lucida Console" panose="020B0609040504020204" pitchFamily="49" charset="0"/>
              </a:rPr>
              <a:t>);</a:t>
            </a:r>
          </a:p>
          <a:p>
            <a:endParaRPr lang="en-US" sz="1400" dirty="0">
              <a:solidFill>
                <a:prstClr val="black"/>
              </a:solidFill>
              <a:latin typeface="Lucida Console" panose="020B0609040504020204" pitchFamily="49" charset="0"/>
            </a:endParaRPr>
          </a:p>
          <a:p>
            <a:r>
              <a:rPr lang="en-US" sz="1400" dirty="0">
                <a:solidFill>
                  <a:prstClr val="black"/>
                </a:solidFill>
                <a:latin typeface="Lucida Console" panose="020B0609040504020204" pitchFamily="49" charset="0"/>
              </a:rPr>
              <a:t>    </a:t>
            </a:r>
            <a:r>
              <a:rPr lang="en-US" sz="1400" dirty="0">
                <a:solidFill>
                  <a:srgbClr val="00BFBF"/>
                </a:solidFill>
                <a:latin typeface="Lucida Console" panose="020B0609040504020204" pitchFamily="49" charset="0"/>
              </a:rPr>
              <a:t>//3, Perform computation on GPU</a:t>
            </a:r>
          </a:p>
          <a:p>
            <a:r>
              <a:rPr lang="en-US" sz="1400" dirty="0">
                <a:solidFill>
                  <a:prstClr val="black"/>
                </a:solidFill>
                <a:latin typeface="Lucida Console" panose="020B0609040504020204" pitchFamily="49" charset="0"/>
              </a:rPr>
              <a:t>    ...</a:t>
            </a:r>
          </a:p>
          <a:p>
            <a:endParaRPr lang="en-US" sz="1400" dirty="0">
              <a:solidFill>
                <a:prstClr val="black"/>
              </a:solidFill>
              <a:latin typeface="Lucida Console" panose="020B0609040504020204" pitchFamily="49" charset="0"/>
            </a:endParaRPr>
          </a:p>
          <a:p>
            <a:endParaRPr lang="en-US" sz="1400" dirty="0">
              <a:solidFill>
                <a:prstClr val="black"/>
              </a:solidFill>
              <a:latin typeface="Lucida Console" panose="020B0609040504020204" pitchFamily="49" charset="0"/>
            </a:endParaRPr>
          </a:p>
          <a:p>
            <a:endParaRPr lang="en-US" sz="1400" dirty="0">
              <a:solidFill>
                <a:prstClr val="black"/>
              </a:solidFill>
              <a:latin typeface="Lucida Console" panose="020B0609040504020204" pitchFamily="49" charset="0"/>
            </a:endParaRPr>
          </a:p>
          <a:p>
            <a:r>
              <a:rPr lang="en-US" sz="1400" dirty="0">
                <a:solidFill>
                  <a:prstClr val="black"/>
                </a:solidFill>
                <a:latin typeface="Lucida Console" panose="020B0609040504020204" pitchFamily="49" charset="0"/>
              </a:rPr>
              <a:t>    </a:t>
            </a:r>
            <a:r>
              <a:rPr lang="en-US" sz="1400" dirty="0">
                <a:solidFill>
                  <a:srgbClr val="00BFBF"/>
                </a:solidFill>
                <a:latin typeface="Lucida Console" panose="020B0609040504020204" pitchFamily="49" charset="0"/>
              </a:rPr>
              <a:t>//4, Copy data from GPU memory</a:t>
            </a:r>
          </a:p>
          <a:p>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cudaMemcpy</a:t>
            </a:r>
            <a:r>
              <a:rPr lang="en-US" sz="1400" dirty="0">
                <a:solidFill>
                  <a:prstClr val="black"/>
                </a:solidFill>
                <a:latin typeface="Lucida Console" panose="020B0609040504020204" pitchFamily="49" charset="0"/>
              </a:rPr>
              <a:t>(C, </a:t>
            </a:r>
            <a:r>
              <a:rPr lang="en-US" sz="1400" dirty="0" err="1">
                <a:solidFill>
                  <a:prstClr val="black"/>
                </a:solidFill>
                <a:latin typeface="Lucida Console" panose="020B0609040504020204" pitchFamily="49" charset="0"/>
              </a:rPr>
              <a:t>C_d</a:t>
            </a:r>
            <a:r>
              <a:rPr lang="en-US" sz="1400" dirty="0">
                <a:solidFill>
                  <a:prstClr val="black"/>
                </a:solidFill>
                <a:latin typeface="Lucida Console" panose="020B0609040504020204" pitchFamily="49" charset="0"/>
              </a:rPr>
              <a:t>, N*</a:t>
            </a:r>
            <a:r>
              <a:rPr lang="en-US" sz="1400" dirty="0" err="1">
                <a:solidFill>
                  <a:srgbClr val="BFBF00"/>
                </a:solidFill>
                <a:latin typeface="Lucida Console" panose="020B0609040504020204" pitchFamily="49" charset="0"/>
              </a:rPr>
              <a:t>sizeof</a:t>
            </a:r>
            <a:r>
              <a:rPr lang="en-US" sz="1400" dirty="0">
                <a:solidFill>
                  <a:prstClr val="black"/>
                </a:solidFill>
                <a:latin typeface="Lucida Console" panose="020B0609040504020204" pitchFamily="49" charset="0"/>
              </a:rPr>
              <a:t>(</a:t>
            </a:r>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 </a:t>
            </a:r>
            <a:r>
              <a:rPr lang="en-US" sz="1400" dirty="0" err="1">
                <a:solidFill>
                  <a:srgbClr val="BFBF00"/>
                </a:solidFill>
                <a:latin typeface="Lucida Console" panose="020B0609040504020204" pitchFamily="49" charset="0"/>
              </a:rPr>
              <a:t>cudaMemcpyDeviceToHost</a:t>
            </a:r>
            <a:r>
              <a:rPr lang="en-US" sz="1400" dirty="0">
                <a:solidFill>
                  <a:prstClr val="black"/>
                </a:solidFill>
                <a:latin typeface="Lucida Console" panose="020B0609040504020204" pitchFamily="49" charset="0"/>
              </a:rPr>
              <a:t>);</a:t>
            </a:r>
          </a:p>
          <a:p>
            <a:endParaRPr lang="en-US" sz="1400" dirty="0">
              <a:solidFill>
                <a:prstClr val="black"/>
              </a:solidFill>
              <a:latin typeface="Lucida Console" panose="020B0609040504020204" pitchFamily="49" charset="0"/>
            </a:endParaRPr>
          </a:p>
          <a:p>
            <a:r>
              <a:rPr lang="en-US" sz="1400" dirty="0">
                <a:solidFill>
                  <a:prstClr val="black"/>
                </a:solidFill>
                <a:latin typeface="Lucida Console" panose="020B0609040504020204" pitchFamily="49" charset="0"/>
              </a:rPr>
              <a:t>    </a:t>
            </a:r>
            <a:r>
              <a:rPr lang="en-US" sz="1400" dirty="0">
                <a:solidFill>
                  <a:srgbClr val="00BFBF"/>
                </a:solidFill>
                <a:latin typeface="Lucida Console" panose="020B0609040504020204" pitchFamily="49" charset="0"/>
              </a:rPr>
              <a:t>//5, Deallocate GPU memory</a:t>
            </a:r>
          </a:p>
          <a:p>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cudaFree</a:t>
            </a:r>
            <a:r>
              <a:rPr lang="en-US" sz="1400" dirty="0">
                <a:solidFill>
                  <a:prstClr val="black"/>
                </a:solidFill>
                <a:latin typeface="Lucida Console" panose="020B0609040504020204" pitchFamily="49" charset="0"/>
              </a:rPr>
              <a:t>(</a:t>
            </a:r>
            <a:r>
              <a:rPr lang="en-US" sz="1400" dirty="0" err="1">
                <a:solidFill>
                  <a:prstClr val="black"/>
                </a:solidFill>
                <a:latin typeface="Lucida Console" panose="020B0609040504020204" pitchFamily="49" charset="0"/>
              </a:rPr>
              <a:t>A_d</a:t>
            </a:r>
            <a:r>
              <a:rPr lang="en-US" sz="1400" dirty="0">
                <a:solidFill>
                  <a:prstClr val="black"/>
                </a:solidFill>
                <a:latin typeface="Lucida Console" panose="020B0609040504020204" pitchFamily="49" charset="0"/>
              </a:rPr>
              <a:t>);</a:t>
            </a:r>
          </a:p>
          <a:p>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cudaFree</a:t>
            </a:r>
            <a:r>
              <a:rPr lang="en-US" sz="1400" dirty="0">
                <a:solidFill>
                  <a:prstClr val="black"/>
                </a:solidFill>
                <a:latin typeface="Lucida Console" panose="020B0609040504020204" pitchFamily="49" charset="0"/>
              </a:rPr>
              <a:t>(</a:t>
            </a:r>
            <a:r>
              <a:rPr lang="en-US" sz="1400" dirty="0" err="1">
                <a:solidFill>
                  <a:prstClr val="black"/>
                </a:solidFill>
                <a:latin typeface="Lucida Console" panose="020B0609040504020204" pitchFamily="49" charset="0"/>
              </a:rPr>
              <a:t>B_d</a:t>
            </a:r>
            <a:r>
              <a:rPr lang="en-US" sz="1400" dirty="0">
                <a:solidFill>
                  <a:prstClr val="black"/>
                </a:solidFill>
                <a:latin typeface="Lucida Console" panose="020B0609040504020204" pitchFamily="49" charset="0"/>
              </a:rPr>
              <a:t>);</a:t>
            </a:r>
          </a:p>
          <a:p>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cudaFree</a:t>
            </a:r>
            <a:r>
              <a:rPr lang="en-US" sz="1400" dirty="0">
                <a:solidFill>
                  <a:prstClr val="black"/>
                </a:solidFill>
                <a:latin typeface="Lucida Console" panose="020B0609040504020204" pitchFamily="49" charset="0"/>
              </a:rPr>
              <a:t>(</a:t>
            </a:r>
            <a:r>
              <a:rPr lang="en-US" sz="1400" dirty="0" err="1">
                <a:solidFill>
                  <a:prstClr val="black"/>
                </a:solidFill>
                <a:latin typeface="Lucida Console" panose="020B0609040504020204" pitchFamily="49" charset="0"/>
              </a:rPr>
              <a:t>C_d</a:t>
            </a:r>
            <a:r>
              <a:rPr lang="en-US" sz="1400" dirty="0">
                <a:solidFill>
                  <a:prstClr val="black"/>
                </a:solidFill>
                <a:latin typeface="Lucida Console" panose="020B0609040504020204" pitchFamily="49" charset="0"/>
              </a:rPr>
              <a:t>);</a:t>
            </a:r>
          </a:p>
          <a:p>
            <a:r>
              <a:rPr lang="en-US" sz="1400" dirty="0">
                <a:solidFill>
                  <a:prstClr val="black"/>
                </a:solidFill>
                <a:latin typeface="Lucida Console" panose="020B0609040504020204" pitchFamily="49" charset="0"/>
              </a:rPr>
              <a:t>}</a:t>
            </a:r>
            <a:endParaRPr lang="en-US" sz="1400" dirty="0"/>
          </a:p>
        </p:txBody>
      </p:sp>
      <p:sp>
        <p:nvSpPr>
          <p:cNvPr id="5" name="Marcador de número de diapositiva 3">
            <a:extLst>
              <a:ext uri="{FF2B5EF4-FFF2-40B4-BE49-F238E27FC236}">
                <a16:creationId xmlns:a16="http://schemas.microsoft.com/office/drawing/2014/main" id="{BB372220-2095-8547-8599-CA2367057448}"/>
              </a:ext>
            </a:extLst>
          </p:cNvPr>
          <p:cNvSpPr>
            <a:spLocks noGrp="1"/>
          </p:cNvSpPr>
          <p:nvPr>
            <p:ph type="sldNum" sz="quarter" idx="11"/>
          </p:nvPr>
        </p:nvSpPr>
        <p:spPr>
          <a:xfrm>
            <a:off x="6629400" y="6330605"/>
            <a:ext cx="2133600" cy="457200"/>
          </a:xfrm>
        </p:spPr>
        <p:txBody>
          <a:bodyPr/>
          <a:lstStyle/>
          <a:p>
            <a:fld id="{323594FA-E141-4234-AE05-360401972BE7}" type="slidenum">
              <a:rPr lang="en-US" altLang="en-US" smtClean="0"/>
              <a:pPr/>
              <a:t>58</a:t>
            </a:fld>
            <a:endParaRPr lang="en-US" altLang="en-US" dirty="0"/>
          </a:p>
        </p:txBody>
      </p:sp>
      <p:sp>
        <p:nvSpPr>
          <p:cNvPr id="6" name="TextBox 610">
            <a:extLst>
              <a:ext uri="{FF2B5EF4-FFF2-40B4-BE49-F238E27FC236}">
                <a16:creationId xmlns:a16="http://schemas.microsoft.com/office/drawing/2014/main" id="{89AA34AC-1485-9B4E-876C-4E8BAFD65FB2}"/>
              </a:ext>
            </a:extLst>
          </p:cNvPr>
          <p:cNvSpPr txBox="1">
            <a:spLocks noChangeArrowheads="1"/>
          </p:cNvSpPr>
          <p:nvPr/>
        </p:nvSpPr>
        <p:spPr bwMode="auto">
          <a:xfrm>
            <a:off x="228600" y="6541584"/>
            <a:ext cx="15616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Izzat El Hajj</a:t>
            </a:r>
          </a:p>
        </p:txBody>
      </p:sp>
      <p:sp>
        <p:nvSpPr>
          <p:cNvPr id="7" name="Rectangle 6">
            <a:extLst>
              <a:ext uri="{FF2B5EF4-FFF2-40B4-BE49-F238E27FC236}">
                <a16:creationId xmlns:a16="http://schemas.microsoft.com/office/drawing/2014/main" id="{6530D8D0-26F5-1546-8E56-FCCE57AF6A80}"/>
              </a:ext>
            </a:extLst>
          </p:cNvPr>
          <p:cNvSpPr/>
          <p:nvPr/>
        </p:nvSpPr>
        <p:spPr>
          <a:xfrm>
            <a:off x="1475656" y="3730614"/>
            <a:ext cx="7363543" cy="738664"/>
          </a:xfrm>
          <a:prstGeom prst="rect">
            <a:avLst/>
          </a:prstGeom>
        </p:spPr>
        <p:txBody>
          <a:bodyPr wrap="square">
            <a:spAutoFit/>
          </a:bodyPr>
          <a:lstStyle/>
          <a:p>
            <a:r>
              <a:rPr lang="en-US" sz="1400" dirty="0" err="1">
                <a:solidFill>
                  <a:srgbClr val="00BF00"/>
                </a:solidFill>
                <a:latin typeface="Lucida Console" panose="020B0609040504020204" pitchFamily="49" charset="0"/>
              </a:rPr>
              <a:t>const</a:t>
            </a:r>
            <a:r>
              <a:rPr lang="en-US" sz="1400" dirty="0">
                <a:solidFill>
                  <a:prstClr val="black"/>
                </a:solidFill>
                <a:latin typeface="Lucida Console" panose="020B0609040504020204" pitchFamily="49" charset="0"/>
              </a:rPr>
              <a:t> </a:t>
            </a:r>
            <a:r>
              <a:rPr lang="en-US" sz="1400" dirty="0">
                <a:solidFill>
                  <a:srgbClr val="00BF00"/>
                </a:solidFill>
                <a:latin typeface="Lucida Console" panose="020B0609040504020204" pitchFamily="49" charset="0"/>
              </a:rPr>
              <a:t>unsigned</a:t>
            </a:r>
            <a:r>
              <a:rPr lang="en-US" sz="1400" dirty="0">
                <a:solidFill>
                  <a:prstClr val="black"/>
                </a:solidFill>
                <a:latin typeface="Lucida Console" panose="020B0609040504020204" pitchFamily="49" charset="0"/>
              </a:rPr>
              <a:t> </a:t>
            </a:r>
            <a:r>
              <a:rPr lang="en-US" sz="1400" dirty="0" err="1">
                <a:solidFill>
                  <a:srgbClr val="00BF00"/>
                </a:solidFill>
                <a:latin typeface="Lucida Console" panose="020B0609040504020204" pitchFamily="49" charset="0"/>
              </a:rPr>
              <a:t>int</a:t>
            </a:r>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numThreadsPerBlock</a:t>
            </a:r>
            <a:r>
              <a:rPr lang="en-US" sz="1400" dirty="0">
                <a:solidFill>
                  <a:prstClr val="black"/>
                </a:solidFill>
                <a:latin typeface="Lucida Console" panose="020B0609040504020204" pitchFamily="49" charset="0"/>
              </a:rPr>
              <a:t> = </a:t>
            </a:r>
            <a:r>
              <a:rPr lang="en-US" sz="1400" dirty="0">
                <a:solidFill>
                  <a:srgbClr val="BFBF00"/>
                </a:solidFill>
                <a:latin typeface="Lucida Console" panose="020B0609040504020204" pitchFamily="49" charset="0"/>
              </a:rPr>
              <a:t>512</a:t>
            </a:r>
            <a:r>
              <a:rPr lang="en-US" sz="1400" dirty="0">
                <a:solidFill>
                  <a:prstClr val="black"/>
                </a:solidFill>
                <a:latin typeface="Lucida Console" panose="020B0609040504020204" pitchFamily="49" charset="0"/>
              </a:rPr>
              <a:t>;</a:t>
            </a:r>
          </a:p>
          <a:p>
            <a:r>
              <a:rPr lang="en-US" sz="1400" dirty="0" err="1">
                <a:solidFill>
                  <a:srgbClr val="00BF00"/>
                </a:solidFill>
                <a:latin typeface="Lucida Console" panose="020B0609040504020204" pitchFamily="49" charset="0"/>
              </a:rPr>
              <a:t>const</a:t>
            </a:r>
            <a:r>
              <a:rPr lang="en-US" sz="1400" dirty="0">
                <a:solidFill>
                  <a:prstClr val="black"/>
                </a:solidFill>
                <a:latin typeface="Lucida Console" panose="020B0609040504020204" pitchFamily="49" charset="0"/>
              </a:rPr>
              <a:t> </a:t>
            </a:r>
            <a:r>
              <a:rPr lang="en-US" sz="1400" dirty="0">
                <a:solidFill>
                  <a:srgbClr val="00BF00"/>
                </a:solidFill>
                <a:latin typeface="Lucida Console" panose="020B0609040504020204" pitchFamily="49" charset="0"/>
              </a:rPr>
              <a:t>unsigned</a:t>
            </a:r>
            <a:r>
              <a:rPr lang="en-US" sz="1400" dirty="0">
                <a:solidFill>
                  <a:prstClr val="black"/>
                </a:solidFill>
                <a:latin typeface="Lucida Console" panose="020B0609040504020204" pitchFamily="49" charset="0"/>
              </a:rPr>
              <a:t> </a:t>
            </a:r>
            <a:r>
              <a:rPr lang="en-US" sz="1400" dirty="0" err="1">
                <a:solidFill>
                  <a:srgbClr val="00BF00"/>
                </a:solidFill>
                <a:latin typeface="Lucida Console" panose="020B0609040504020204" pitchFamily="49" charset="0"/>
              </a:rPr>
              <a:t>int</a:t>
            </a:r>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numBlocks</a:t>
            </a:r>
            <a:r>
              <a:rPr lang="en-US" sz="1400" dirty="0">
                <a:solidFill>
                  <a:prstClr val="black"/>
                </a:solidFill>
                <a:latin typeface="Lucida Console" panose="020B0609040504020204" pitchFamily="49" charset="0"/>
              </a:rPr>
              <a:t> = N/</a:t>
            </a:r>
            <a:r>
              <a:rPr lang="en-US" sz="1400" dirty="0" err="1">
                <a:solidFill>
                  <a:prstClr val="black"/>
                </a:solidFill>
                <a:latin typeface="Lucida Console" panose="020B0609040504020204" pitchFamily="49" charset="0"/>
              </a:rPr>
              <a:t>numThreadsPerBlock</a:t>
            </a:r>
            <a:r>
              <a:rPr lang="en-US" sz="1400" dirty="0">
                <a:solidFill>
                  <a:prstClr val="black"/>
                </a:solidFill>
                <a:latin typeface="Lucida Console" panose="020B0609040504020204" pitchFamily="49" charset="0"/>
              </a:rPr>
              <a:t>;</a:t>
            </a:r>
          </a:p>
          <a:p>
            <a:r>
              <a:rPr lang="en-US" sz="1400" dirty="0" err="1">
                <a:solidFill>
                  <a:prstClr val="black"/>
                </a:solidFill>
                <a:latin typeface="Lucida Console" panose="020B0609040504020204" pitchFamily="49" charset="0"/>
              </a:rPr>
              <a:t>vecadd_kernel</a:t>
            </a:r>
            <a:r>
              <a:rPr lang="en-US" sz="1400" dirty="0">
                <a:solidFill>
                  <a:prstClr val="black"/>
                </a:solidFill>
                <a:latin typeface="Lucida Console" panose="020B0609040504020204" pitchFamily="49" charset="0"/>
              </a:rPr>
              <a:t>&lt;&lt;&lt;</a:t>
            </a:r>
            <a:r>
              <a:rPr lang="en-US" sz="1400" dirty="0" err="1">
                <a:solidFill>
                  <a:prstClr val="black"/>
                </a:solidFill>
                <a:latin typeface="Lucida Console" panose="020B0609040504020204" pitchFamily="49" charset="0"/>
              </a:rPr>
              <a:t>numBlocks</a:t>
            </a:r>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numThreadsPerBlock</a:t>
            </a:r>
            <a:r>
              <a:rPr lang="en-US" sz="1400" dirty="0">
                <a:solidFill>
                  <a:prstClr val="black"/>
                </a:solidFill>
                <a:latin typeface="Lucida Console" panose="020B0609040504020204" pitchFamily="49" charset="0"/>
              </a:rPr>
              <a:t>&gt;&gt;&gt;(</a:t>
            </a:r>
            <a:r>
              <a:rPr lang="en-US" sz="1400" dirty="0" err="1">
                <a:solidFill>
                  <a:prstClr val="black"/>
                </a:solidFill>
                <a:latin typeface="Lucida Console" panose="020B0609040504020204" pitchFamily="49" charset="0"/>
              </a:rPr>
              <a:t>A_d</a:t>
            </a:r>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B_d</a:t>
            </a:r>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C_d</a:t>
            </a:r>
            <a:r>
              <a:rPr lang="en-US" sz="1400" dirty="0">
                <a:solidFill>
                  <a:prstClr val="black"/>
                </a:solidFill>
                <a:latin typeface="Lucida Console" panose="020B0609040504020204" pitchFamily="49" charset="0"/>
              </a:rPr>
              <a:t>, N);</a:t>
            </a:r>
            <a:endParaRPr lang="en-US" sz="1400" dirty="0"/>
          </a:p>
        </p:txBody>
      </p:sp>
    </p:spTree>
    <p:extLst>
      <p:ext uri="{BB962C8B-B14F-4D97-AF65-F5344CB8AC3E}">
        <p14:creationId xmlns:p14="http://schemas.microsoft.com/office/powerpoint/2010/main" val="4287384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21" end="2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22" end="2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23" end="2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Kernel Code Example: Vector Addition</a:t>
            </a:r>
          </a:p>
        </p:txBody>
      </p:sp>
      <p:sp>
        <p:nvSpPr>
          <p:cNvPr id="5" name="Marcador de número de diapositiva 3">
            <a:extLst>
              <a:ext uri="{FF2B5EF4-FFF2-40B4-BE49-F238E27FC236}">
                <a16:creationId xmlns:a16="http://schemas.microsoft.com/office/drawing/2014/main" id="{BB372220-2095-8547-8599-CA2367057448}"/>
              </a:ext>
            </a:extLst>
          </p:cNvPr>
          <p:cNvSpPr>
            <a:spLocks noGrp="1"/>
          </p:cNvSpPr>
          <p:nvPr>
            <p:ph type="sldNum" sz="quarter" idx="11"/>
          </p:nvPr>
        </p:nvSpPr>
        <p:spPr>
          <a:xfrm>
            <a:off x="6553200" y="6243638"/>
            <a:ext cx="2133600" cy="457200"/>
          </a:xfrm>
        </p:spPr>
        <p:txBody>
          <a:bodyPr/>
          <a:lstStyle/>
          <a:p>
            <a:fld id="{323594FA-E141-4234-AE05-360401972BE7}" type="slidenum">
              <a:rPr lang="en-US" altLang="en-US" smtClean="0"/>
              <a:pPr/>
              <a:t>59</a:t>
            </a:fld>
            <a:endParaRPr lang="en-US" altLang="en-US" dirty="0"/>
          </a:p>
        </p:txBody>
      </p:sp>
      <p:sp>
        <p:nvSpPr>
          <p:cNvPr id="6" name="TextBox 610">
            <a:extLst>
              <a:ext uri="{FF2B5EF4-FFF2-40B4-BE49-F238E27FC236}">
                <a16:creationId xmlns:a16="http://schemas.microsoft.com/office/drawing/2014/main" id="{89AA34AC-1485-9B4E-876C-4E8BAFD65FB2}"/>
              </a:ext>
            </a:extLst>
          </p:cNvPr>
          <p:cNvSpPr txBox="1">
            <a:spLocks noChangeArrowheads="1"/>
          </p:cNvSpPr>
          <p:nvPr/>
        </p:nvSpPr>
        <p:spPr bwMode="auto">
          <a:xfrm>
            <a:off x="228600" y="6541584"/>
            <a:ext cx="15616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Izzat El Hajj</a:t>
            </a:r>
          </a:p>
        </p:txBody>
      </p:sp>
      <p:sp>
        <p:nvSpPr>
          <p:cNvPr id="8" name="Rectangle 5">
            <a:extLst>
              <a:ext uri="{FF2B5EF4-FFF2-40B4-BE49-F238E27FC236}">
                <a16:creationId xmlns:a16="http://schemas.microsoft.com/office/drawing/2014/main" id="{04EF5DFE-21FD-42D5-8EE0-A70D8208AC27}"/>
              </a:ext>
            </a:extLst>
          </p:cNvPr>
          <p:cNvSpPr/>
          <p:nvPr/>
        </p:nvSpPr>
        <p:spPr>
          <a:xfrm>
            <a:off x="177416" y="1447800"/>
            <a:ext cx="8712967" cy="1815882"/>
          </a:xfrm>
          <a:prstGeom prst="rect">
            <a:avLst/>
          </a:prstGeom>
        </p:spPr>
        <p:txBody>
          <a:bodyPr wrap="square">
            <a:spAutoFit/>
          </a:bodyPr>
          <a:lstStyle/>
          <a:p>
            <a:r>
              <a:rPr lang="en-US" sz="1600" dirty="0">
                <a:solidFill>
                  <a:srgbClr val="00BF00"/>
                </a:solidFill>
                <a:latin typeface="Lucida Console" panose="020B0609040504020204" pitchFamily="49" charset="0"/>
              </a:rPr>
              <a:t>__global__</a:t>
            </a:r>
            <a:r>
              <a:rPr lang="en-US" sz="1600" dirty="0">
                <a:solidFill>
                  <a:prstClr val="black"/>
                </a:solidFill>
                <a:latin typeface="Lucida Console" panose="020B0609040504020204" pitchFamily="49" charset="0"/>
              </a:rPr>
              <a:t> </a:t>
            </a:r>
            <a:r>
              <a:rPr lang="en-US" sz="1600" dirty="0">
                <a:solidFill>
                  <a:srgbClr val="00BF00"/>
                </a:solidFill>
                <a:latin typeface="Lucida Console" panose="020B0609040504020204" pitchFamily="49" charset="0"/>
              </a:rPr>
              <a:t>void</a:t>
            </a:r>
            <a:r>
              <a:rPr lang="en-US" sz="1600" dirty="0">
                <a:solidFill>
                  <a:prstClr val="black"/>
                </a:solidFill>
                <a:latin typeface="Lucida Console" panose="020B0609040504020204" pitchFamily="49" charset="0"/>
              </a:rPr>
              <a:t> </a:t>
            </a:r>
            <a:r>
              <a:rPr lang="en-US" sz="1600" dirty="0" err="1">
                <a:solidFill>
                  <a:prstClr val="black"/>
                </a:solidFill>
                <a:latin typeface="Lucida Console" panose="020B0609040504020204" pitchFamily="49" charset="0"/>
              </a:rPr>
              <a:t>vecadd_kernel</a:t>
            </a:r>
            <a:r>
              <a:rPr lang="en-US" sz="1600" dirty="0">
                <a:solidFill>
                  <a:prstClr val="black"/>
                </a:solidFill>
                <a:latin typeface="Lucida Console" panose="020B0609040504020204" pitchFamily="49" charset="0"/>
              </a:rPr>
              <a:t>(</a:t>
            </a:r>
            <a:r>
              <a:rPr lang="en-US" sz="1600" dirty="0">
                <a:solidFill>
                  <a:srgbClr val="00BF00"/>
                </a:solidFill>
                <a:latin typeface="Lucida Console" panose="020B0609040504020204" pitchFamily="49" charset="0"/>
              </a:rPr>
              <a:t>float</a:t>
            </a:r>
            <a:r>
              <a:rPr lang="en-US" sz="1600" dirty="0">
                <a:solidFill>
                  <a:prstClr val="black"/>
                </a:solidFill>
                <a:latin typeface="Lucida Console" panose="020B0609040504020204" pitchFamily="49" charset="0"/>
              </a:rPr>
              <a:t>* A, </a:t>
            </a:r>
            <a:r>
              <a:rPr lang="en-US" sz="1600" dirty="0">
                <a:solidFill>
                  <a:srgbClr val="00BF00"/>
                </a:solidFill>
                <a:latin typeface="Lucida Console" panose="020B0609040504020204" pitchFamily="49" charset="0"/>
              </a:rPr>
              <a:t>float</a:t>
            </a:r>
            <a:r>
              <a:rPr lang="en-US" sz="1600" dirty="0">
                <a:solidFill>
                  <a:prstClr val="black"/>
                </a:solidFill>
                <a:latin typeface="Lucida Console" panose="020B0609040504020204" pitchFamily="49" charset="0"/>
              </a:rPr>
              <a:t>* B, </a:t>
            </a:r>
            <a:r>
              <a:rPr lang="en-US" sz="1600" dirty="0">
                <a:solidFill>
                  <a:srgbClr val="00BF00"/>
                </a:solidFill>
                <a:latin typeface="Lucida Console" panose="020B0609040504020204" pitchFamily="49" charset="0"/>
              </a:rPr>
              <a:t>float</a:t>
            </a:r>
            <a:r>
              <a:rPr lang="en-US" sz="1600" dirty="0">
                <a:solidFill>
                  <a:prstClr val="black"/>
                </a:solidFill>
                <a:latin typeface="Lucida Console" panose="020B0609040504020204" pitchFamily="49" charset="0"/>
              </a:rPr>
              <a:t>* C, </a:t>
            </a:r>
            <a:r>
              <a:rPr lang="en-US" sz="1600" dirty="0" err="1">
                <a:solidFill>
                  <a:srgbClr val="00BF00"/>
                </a:solidFill>
                <a:latin typeface="Lucida Console" panose="020B0609040504020204" pitchFamily="49" charset="0"/>
              </a:rPr>
              <a:t>int</a:t>
            </a:r>
            <a:r>
              <a:rPr lang="en-US" sz="1600" dirty="0">
                <a:solidFill>
                  <a:prstClr val="black"/>
                </a:solidFill>
                <a:latin typeface="Lucida Console" panose="020B0609040504020204" pitchFamily="49" charset="0"/>
              </a:rPr>
              <a:t> N) {</a:t>
            </a:r>
          </a:p>
          <a:p>
            <a:endParaRPr lang="en-US" sz="1600" dirty="0">
              <a:solidFill>
                <a:prstClr val="black"/>
              </a:solidFill>
              <a:latin typeface="Lucida Console" panose="020B0609040504020204" pitchFamily="49" charset="0"/>
            </a:endParaRPr>
          </a:p>
          <a:p>
            <a:r>
              <a:rPr lang="en-US" sz="1600" dirty="0">
                <a:solidFill>
                  <a:prstClr val="black"/>
                </a:solidFill>
                <a:latin typeface="Lucida Console" panose="020B0609040504020204" pitchFamily="49" charset="0"/>
              </a:rPr>
              <a:t>    </a:t>
            </a:r>
            <a:r>
              <a:rPr lang="en-US" sz="1600" dirty="0" err="1">
                <a:solidFill>
                  <a:srgbClr val="00BF00"/>
                </a:solidFill>
                <a:latin typeface="Lucida Console" panose="020B0609040504020204" pitchFamily="49" charset="0"/>
              </a:rPr>
              <a:t>int</a:t>
            </a:r>
            <a:r>
              <a:rPr lang="en-US" sz="1600" dirty="0">
                <a:solidFill>
                  <a:prstClr val="black"/>
                </a:solidFill>
                <a:latin typeface="Lucida Console" panose="020B0609040504020204" pitchFamily="49" charset="0"/>
              </a:rPr>
              <a:t> </a:t>
            </a:r>
            <a:r>
              <a:rPr lang="en-US" sz="1600" dirty="0" err="1">
                <a:solidFill>
                  <a:prstClr val="black"/>
                </a:solidFill>
                <a:latin typeface="Lucida Console" panose="020B0609040504020204" pitchFamily="49" charset="0"/>
              </a:rPr>
              <a:t>i</a:t>
            </a:r>
            <a:r>
              <a:rPr lang="en-US" sz="1600" dirty="0">
                <a:solidFill>
                  <a:prstClr val="black"/>
                </a:solidFill>
                <a:latin typeface="Lucida Console" panose="020B0609040504020204" pitchFamily="49" charset="0"/>
              </a:rPr>
              <a:t> = </a:t>
            </a:r>
            <a:r>
              <a:rPr lang="en-US" sz="1600" dirty="0" err="1">
                <a:solidFill>
                  <a:srgbClr val="00BFBF"/>
                </a:solidFill>
                <a:latin typeface="Lucida Console" panose="020B0609040504020204" pitchFamily="49" charset="0"/>
              </a:rPr>
              <a:t>blockDim</a:t>
            </a:r>
            <a:r>
              <a:rPr lang="en-US" sz="1600" dirty="0" err="1">
                <a:solidFill>
                  <a:prstClr val="black"/>
                </a:solidFill>
                <a:latin typeface="Lucida Console" panose="020B0609040504020204" pitchFamily="49" charset="0"/>
              </a:rPr>
              <a:t>.x</a:t>
            </a:r>
            <a:r>
              <a:rPr lang="en-US" sz="1600" dirty="0">
                <a:solidFill>
                  <a:prstClr val="black"/>
                </a:solidFill>
                <a:latin typeface="Lucida Console" panose="020B0609040504020204" pitchFamily="49" charset="0"/>
              </a:rPr>
              <a:t>*</a:t>
            </a:r>
            <a:r>
              <a:rPr lang="en-US" sz="1600" dirty="0" err="1">
                <a:solidFill>
                  <a:srgbClr val="00BFBF"/>
                </a:solidFill>
                <a:latin typeface="Lucida Console" panose="020B0609040504020204" pitchFamily="49" charset="0"/>
              </a:rPr>
              <a:t>blockIdx</a:t>
            </a:r>
            <a:r>
              <a:rPr lang="en-US" sz="1600" dirty="0" err="1">
                <a:solidFill>
                  <a:prstClr val="black"/>
                </a:solidFill>
                <a:latin typeface="Lucida Console" panose="020B0609040504020204" pitchFamily="49" charset="0"/>
              </a:rPr>
              <a:t>.x</a:t>
            </a:r>
            <a:r>
              <a:rPr lang="en-US" sz="1600" dirty="0">
                <a:solidFill>
                  <a:prstClr val="black"/>
                </a:solidFill>
                <a:latin typeface="Lucida Console" panose="020B0609040504020204" pitchFamily="49" charset="0"/>
              </a:rPr>
              <a:t> + </a:t>
            </a:r>
            <a:r>
              <a:rPr lang="en-US" sz="1600" dirty="0" err="1">
                <a:solidFill>
                  <a:srgbClr val="00BFBF"/>
                </a:solidFill>
                <a:latin typeface="Lucida Console" panose="020B0609040504020204" pitchFamily="49" charset="0"/>
              </a:rPr>
              <a:t>threadIdx</a:t>
            </a:r>
            <a:r>
              <a:rPr lang="en-US" sz="1600" dirty="0" err="1">
                <a:solidFill>
                  <a:prstClr val="black"/>
                </a:solidFill>
                <a:latin typeface="Lucida Console" panose="020B0609040504020204" pitchFamily="49" charset="0"/>
              </a:rPr>
              <a:t>.x</a:t>
            </a:r>
            <a:r>
              <a:rPr lang="en-US" sz="1600" dirty="0">
                <a:solidFill>
                  <a:prstClr val="black"/>
                </a:solidFill>
                <a:latin typeface="Lucida Console" panose="020B0609040504020204" pitchFamily="49" charset="0"/>
              </a:rPr>
              <a:t>;</a:t>
            </a:r>
          </a:p>
          <a:p>
            <a:endParaRPr lang="en-US" sz="1600" dirty="0">
              <a:solidFill>
                <a:prstClr val="black"/>
              </a:solidFill>
              <a:latin typeface="Lucida Console" panose="020B0609040504020204" pitchFamily="49" charset="0"/>
            </a:endParaRPr>
          </a:p>
          <a:p>
            <a:r>
              <a:rPr lang="en-US" sz="1600" dirty="0">
                <a:solidFill>
                  <a:prstClr val="black"/>
                </a:solidFill>
                <a:latin typeface="Lucida Console" panose="020B0609040504020204" pitchFamily="49" charset="0"/>
              </a:rPr>
              <a:t>    C[</a:t>
            </a:r>
            <a:r>
              <a:rPr lang="en-US" sz="1600" dirty="0" err="1">
                <a:solidFill>
                  <a:prstClr val="black"/>
                </a:solidFill>
                <a:latin typeface="Lucida Console" panose="020B0609040504020204" pitchFamily="49" charset="0"/>
              </a:rPr>
              <a:t>i</a:t>
            </a:r>
            <a:r>
              <a:rPr lang="en-US" sz="1600" dirty="0">
                <a:solidFill>
                  <a:prstClr val="black"/>
                </a:solidFill>
                <a:latin typeface="Lucida Console" panose="020B0609040504020204" pitchFamily="49" charset="0"/>
              </a:rPr>
              <a:t>] = A[</a:t>
            </a:r>
            <a:r>
              <a:rPr lang="en-US" sz="1600" dirty="0" err="1">
                <a:solidFill>
                  <a:prstClr val="black"/>
                </a:solidFill>
                <a:latin typeface="Lucida Console" panose="020B0609040504020204" pitchFamily="49" charset="0"/>
              </a:rPr>
              <a:t>i</a:t>
            </a:r>
            <a:r>
              <a:rPr lang="en-US" sz="1600" dirty="0">
                <a:solidFill>
                  <a:prstClr val="black"/>
                </a:solidFill>
                <a:latin typeface="Lucida Console" panose="020B0609040504020204" pitchFamily="49" charset="0"/>
              </a:rPr>
              <a:t>] + B[</a:t>
            </a:r>
            <a:r>
              <a:rPr lang="en-US" sz="1600" dirty="0" err="1">
                <a:solidFill>
                  <a:prstClr val="black"/>
                </a:solidFill>
                <a:latin typeface="Lucida Console" panose="020B0609040504020204" pitchFamily="49" charset="0"/>
              </a:rPr>
              <a:t>i</a:t>
            </a:r>
            <a:r>
              <a:rPr lang="en-US" sz="1600" dirty="0">
                <a:solidFill>
                  <a:prstClr val="black"/>
                </a:solidFill>
                <a:latin typeface="Lucida Console" panose="020B0609040504020204" pitchFamily="49" charset="0"/>
              </a:rPr>
              <a:t>];</a:t>
            </a:r>
          </a:p>
          <a:p>
            <a:endParaRPr lang="en-US" sz="1600" dirty="0">
              <a:solidFill>
                <a:prstClr val="black"/>
              </a:solidFill>
              <a:latin typeface="Lucida Console" panose="020B0609040504020204" pitchFamily="49" charset="0"/>
            </a:endParaRPr>
          </a:p>
          <a:p>
            <a:r>
              <a:rPr lang="en-US" sz="1600" dirty="0">
                <a:solidFill>
                  <a:prstClr val="black"/>
                </a:solidFill>
                <a:latin typeface="Lucida Console" panose="020B0609040504020204" pitchFamily="49" charset="0"/>
              </a:rPr>
              <a:t>}</a:t>
            </a:r>
          </a:p>
        </p:txBody>
      </p:sp>
      <p:sp>
        <p:nvSpPr>
          <p:cNvPr id="9" name="矩形 8">
            <a:extLst>
              <a:ext uri="{FF2B5EF4-FFF2-40B4-BE49-F238E27FC236}">
                <a16:creationId xmlns:a16="http://schemas.microsoft.com/office/drawing/2014/main" id="{F4B8A872-9407-4702-8A79-1D7A066400AB}"/>
              </a:ext>
            </a:extLst>
          </p:cNvPr>
          <p:cNvSpPr/>
          <p:nvPr/>
        </p:nvSpPr>
        <p:spPr>
          <a:xfrm>
            <a:off x="533400" y="4755370"/>
            <a:ext cx="3082895" cy="369332"/>
          </a:xfrm>
          <a:prstGeom prst="rect">
            <a:avLst/>
          </a:prstGeom>
        </p:spPr>
        <p:txBody>
          <a:bodyPr wrap="none">
            <a:spAutoFit/>
          </a:bodyPr>
          <a:lstStyle/>
          <a:p>
            <a:r>
              <a:rPr lang="en-US" altLang="zh-CN" dirty="0" err="1">
                <a:solidFill>
                  <a:srgbClr val="00BFBF"/>
                </a:solidFill>
                <a:latin typeface="Lucida Console" panose="020B0609040504020204" pitchFamily="49" charset="0"/>
              </a:rPr>
              <a:t>blockDim</a:t>
            </a:r>
            <a:r>
              <a:rPr lang="en-US" altLang="zh-CN" dirty="0"/>
              <a:t>: block dimension</a:t>
            </a:r>
            <a:endParaRPr lang="zh-CN" altLang="en-US" dirty="0"/>
          </a:p>
        </p:txBody>
      </p:sp>
      <p:sp>
        <p:nvSpPr>
          <p:cNvPr id="10" name="矩形 9">
            <a:extLst>
              <a:ext uri="{FF2B5EF4-FFF2-40B4-BE49-F238E27FC236}">
                <a16:creationId xmlns:a16="http://schemas.microsoft.com/office/drawing/2014/main" id="{FB0B78A4-E99A-482D-AD8B-C2A10F0AF947}"/>
              </a:ext>
            </a:extLst>
          </p:cNvPr>
          <p:cNvSpPr/>
          <p:nvPr/>
        </p:nvSpPr>
        <p:spPr>
          <a:xfrm>
            <a:off x="536141" y="5290072"/>
            <a:ext cx="3877985" cy="369332"/>
          </a:xfrm>
          <a:prstGeom prst="rect">
            <a:avLst/>
          </a:prstGeom>
        </p:spPr>
        <p:txBody>
          <a:bodyPr wrap="none">
            <a:spAutoFit/>
          </a:bodyPr>
          <a:lstStyle/>
          <a:p>
            <a:r>
              <a:rPr lang="en-US" altLang="zh-CN" dirty="0" err="1">
                <a:solidFill>
                  <a:srgbClr val="00BFBF"/>
                </a:solidFill>
                <a:latin typeface="Lucida Console" panose="020B0609040504020204" pitchFamily="49" charset="0"/>
              </a:rPr>
              <a:t>blockIdx</a:t>
            </a:r>
            <a:r>
              <a:rPr lang="en-US" altLang="zh-CN" dirty="0"/>
              <a:t>: block index within a grid</a:t>
            </a:r>
            <a:endParaRPr lang="zh-CN" altLang="en-US" dirty="0"/>
          </a:p>
        </p:txBody>
      </p:sp>
      <p:sp>
        <p:nvSpPr>
          <p:cNvPr id="11" name="矩形 10">
            <a:extLst>
              <a:ext uri="{FF2B5EF4-FFF2-40B4-BE49-F238E27FC236}">
                <a16:creationId xmlns:a16="http://schemas.microsoft.com/office/drawing/2014/main" id="{DDDD20DE-637A-4ADF-AD9D-6268066B0ABD}"/>
              </a:ext>
            </a:extLst>
          </p:cNvPr>
          <p:cNvSpPr/>
          <p:nvPr/>
        </p:nvSpPr>
        <p:spPr>
          <a:xfrm>
            <a:off x="552039" y="5858943"/>
            <a:ext cx="4286751" cy="369332"/>
          </a:xfrm>
          <a:prstGeom prst="rect">
            <a:avLst/>
          </a:prstGeom>
        </p:spPr>
        <p:txBody>
          <a:bodyPr wrap="none">
            <a:spAutoFit/>
          </a:bodyPr>
          <a:lstStyle/>
          <a:p>
            <a:r>
              <a:rPr lang="en-US" altLang="zh-CN" dirty="0" err="1">
                <a:solidFill>
                  <a:srgbClr val="00BFBF"/>
                </a:solidFill>
                <a:latin typeface="Lucida Console" panose="020B0609040504020204" pitchFamily="49" charset="0"/>
              </a:rPr>
              <a:t>threadIdx</a:t>
            </a:r>
            <a:r>
              <a:rPr lang="en-US" altLang="zh-CN" dirty="0"/>
              <a:t>: thread index within a block</a:t>
            </a:r>
            <a:endParaRPr lang="zh-CN" altLang="en-US" dirty="0"/>
          </a:p>
        </p:txBody>
      </p:sp>
    </p:spTree>
    <p:extLst>
      <p:ext uri="{BB962C8B-B14F-4D97-AF65-F5344CB8AC3E}">
        <p14:creationId xmlns:p14="http://schemas.microsoft.com/office/powerpoint/2010/main" val="3710672620"/>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Boundary Conditions</a:t>
            </a:r>
          </a:p>
        </p:txBody>
      </p:sp>
      <p:sp>
        <p:nvSpPr>
          <p:cNvPr id="3" name="Content Placeholder 2"/>
          <p:cNvSpPr>
            <a:spLocks noGrp="1"/>
          </p:cNvSpPr>
          <p:nvPr>
            <p:ph idx="1"/>
          </p:nvPr>
        </p:nvSpPr>
        <p:spPr>
          <a:xfrm>
            <a:off x="126479" y="992765"/>
            <a:ext cx="8610600" cy="5479473"/>
          </a:xfrm>
        </p:spPr>
        <p:txBody>
          <a:bodyPr>
            <a:noAutofit/>
          </a:bodyPr>
          <a:lstStyle/>
          <a:p>
            <a:r>
              <a:rPr lang="en-US" altLang="zh-CN" b="1" dirty="0"/>
              <a:t>Question</a:t>
            </a:r>
            <a:r>
              <a:rPr lang="en-US" altLang="zh-CN" dirty="0"/>
              <a:t>: </a:t>
            </a:r>
            <a:r>
              <a:rPr lang="en-US" dirty="0"/>
              <a:t>What if the </a:t>
            </a:r>
            <a:r>
              <a:rPr lang="en-US" dirty="0">
                <a:solidFill>
                  <a:srgbClr val="FF0000"/>
                </a:solidFill>
              </a:rPr>
              <a:t>size of the input is not a multiple of the number of threads </a:t>
            </a:r>
            <a:r>
              <a:rPr lang="en-US" dirty="0"/>
              <a:t>per block? </a:t>
            </a:r>
          </a:p>
          <a:p>
            <a:pPr lvl="1"/>
            <a:r>
              <a:rPr lang="en-US" b="1" dirty="0"/>
              <a:t>Solution</a:t>
            </a:r>
            <a:r>
              <a:rPr lang="en-US" dirty="0"/>
              <a:t>: use the ceiling to launch extra threads then omit the threads after the boundary</a:t>
            </a:r>
          </a:p>
          <a:p>
            <a:pPr lvl="1"/>
            <a:endParaRPr lang="en-US" dirty="0"/>
          </a:p>
          <a:p>
            <a:r>
              <a:rPr lang="en-US" b="1" dirty="0"/>
              <a:t>Host code</a:t>
            </a:r>
            <a:r>
              <a:rPr lang="en-US" dirty="0"/>
              <a:t>: </a:t>
            </a:r>
          </a:p>
          <a:p>
            <a:endParaRPr lang="en-US" dirty="0"/>
          </a:p>
          <a:p>
            <a:endParaRPr lang="en-US" dirty="0"/>
          </a:p>
          <a:p>
            <a:r>
              <a:rPr lang="en-US" b="1" dirty="0"/>
              <a:t>Kernel code</a:t>
            </a:r>
            <a:r>
              <a:rPr lang="en-US" dirty="0"/>
              <a:t>:</a:t>
            </a:r>
          </a:p>
        </p:txBody>
      </p:sp>
      <p:sp>
        <p:nvSpPr>
          <p:cNvPr id="5" name="Rectangle 4">
            <a:extLst>
              <a:ext uri="{FF2B5EF4-FFF2-40B4-BE49-F238E27FC236}">
                <a16:creationId xmlns:a16="http://schemas.microsoft.com/office/drawing/2014/main" id="{C3E49D8A-B3D7-834F-8696-3863C300BB24}"/>
              </a:ext>
            </a:extLst>
          </p:cNvPr>
          <p:cNvSpPr/>
          <p:nvPr/>
        </p:nvSpPr>
        <p:spPr>
          <a:xfrm>
            <a:off x="414337" y="3403600"/>
            <a:ext cx="8568952" cy="307777"/>
          </a:xfrm>
          <a:prstGeom prst="rect">
            <a:avLst/>
          </a:prstGeom>
        </p:spPr>
        <p:txBody>
          <a:bodyPr wrap="square">
            <a:spAutoFit/>
          </a:bodyPr>
          <a:lstStyle/>
          <a:p>
            <a:r>
              <a:rPr lang="en-US" sz="1400" dirty="0" err="1">
                <a:solidFill>
                  <a:srgbClr val="00BF00"/>
                </a:solidFill>
                <a:latin typeface="Lucida Console" panose="020B0609040504020204" pitchFamily="49" charset="0"/>
              </a:rPr>
              <a:t>const</a:t>
            </a:r>
            <a:r>
              <a:rPr lang="en-US" sz="1400" dirty="0">
                <a:solidFill>
                  <a:prstClr val="black"/>
                </a:solidFill>
                <a:latin typeface="Lucida Console" panose="020B0609040504020204" pitchFamily="49" charset="0"/>
              </a:rPr>
              <a:t> </a:t>
            </a:r>
            <a:r>
              <a:rPr lang="en-US" sz="1400" dirty="0">
                <a:solidFill>
                  <a:srgbClr val="00BF00"/>
                </a:solidFill>
                <a:latin typeface="Lucida Console" panose="020B0609040504020204" pitchFamily="49" charset="0"/>
              </a:rPr>
              <a:t>unsigned</a:t>
            </a:r>
            <a:r>
              <a:rPr lang="en-US" sz="1400" dirty="0">
                <a:solidFill>
                  <a:prstClr val="black"/>
                </a:solidFill>
                <a:latin typeface="Lucida Console" panose="020B0609040504020204" pitchFamily="49" charset="0"/>
              </a:rPr>
              <a:t> </a:t>
            </a:r>
            <a:r>
              <a:rPr lang="en-US" sz="1400" dirty="0" err="1">
                <a:solidFill>
                  <a:srgbClr val="00BF00"/>
                </a:solidFill>
                <a:latin typeface="Lucida Console" panose="020B0609040504020204" pitchFamily="49" charset="0"/>
              </a:rPr>
              <a:t>int</a:t>
            </a:r>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numBlocks</a:t>
            </a:r>
            <a:r>
              <a:rPr lang="en-US" sz="1400" dirty="0">
                <a:solidFill>
                  <a:prstClr val="black"/>
                </a:solidFill>
                <a:latin typeface="Lucida Console" panose="020B0609040504020204" pitchFamily="49" charset="0"/>
              </a:rPr>
              <a:t> = (N +</a:t>
            </a:r>
            <a:r>
              <a:rPr lang="en-US" sz="1400" dirty="0" err="1">
                <a:solidFill>
                  <a:prstClr val="black"/>
                </a:solidFill>
                <a:latin typeface="Lucida Console" panose="020B0609040504020204" pitchFamily="49" charset="0"/>
              </a:rPr>
              <a:t>numThreadsPerBlock</a:t>
            </a:r>
            <a:r>
              <a:rPr lang="en-US" sz="1400" dirty="0">
                <a:solidFill>
                  <a:prstClr val="black"/>
                </a:solidFill>
                <a:latin typeface="Lucida Console" panose="020B0609040504020204" pitchFamily="49" charset="0"/>
              </a:rPr>
              <a:t> – 1)/</a:t>
            </a:r>
            <a:r>
              <a:rPr lang="en-US" sz="1400" dirty="0" err="1">
                <a:solidFill>
                  <a:prstClr val="black"/>
                </a:solidFill>
                <a:latin typeface="Lucida Console" panose="020B0609040504020204" pitchFamily="49" charset="0"/>
              </a:rPr>
              <a:t>numThreadsPerBlock</a:t>
            </a:r>
            <a:r>
              <a:rPr lang="en-US" sz="1400" dirty="0">
                <a:solidFill>
                  <a:prstClr val="black"/>
                </a:solidFill>
                <a:latin typeface="Lucida Console" panose="020B0609040504020204" pitchFamily="49" charset="0"/>
              </a:rPr>
              <a:t>;</a:t>
            </a:r>
          </a:p>
        </p:txBody>
      </p:sp>
      <p:sp>
        <p:nvSpPr>
          <p:cNvPr id="6" name="Rectangle 5">
            <a:extLst>
              <a:ext uri="{FF2B5EF4-FFF2-40B4-BE49-F238E27FC236}">
                <a16:creationId xmlns:a16="http://schemas.microsoft.com/office/drawing/2014/main" id="{4DF7623C-8F36-F848-9959-46D1E71CACD5}"/>
              </a:ext>
            </a:extLst>
          </p:cNvPr>
          <p:cNvSpPr/>
          <p:nvPr/>
        </p:nvSpPr>
        <p:spPr>
          <a:xfrm>
            <a:off x="259641" y="4682550"/>
            <a:ext cx="8712967" cy="1815882"/>
          </a:xfrm>
          <a:prstGeom prst="rect">
            <a:avLst/>
          </a:prstGeom>
        </p:spPr>
        <p:txBody>
          <a:bodyPr wrap="square">
            <a:spAutoFit/>
          </a:bodyPr>
          <a:lstStyle/>
          <a:p>
            <a:r>
              <a:rPr lang="en-US" sz="1600" dirty="0">
                <a:solidFill>
                  <a:srgbClr val="00BF00"/>
                </a:solidFill>
                <a:latin typeface="Lucida Console" panose="020B0609040504020204" pitchFamily="49" charset="0"/>
              </a:rPr>
              <a:t>__global__</a:t>
            </a:r>
            <a:r>
              <a:rPr lang="en-US" sz="1600" dirty="0">
                <a:solidFill>
                  <a:prstClr val="black"/>
                </a:solidFill>
                <a:latin typeface="Lucida Console" panose="020B0609040504020204" pitchFamily="49" charset="0"/>
              </a:rPr>
              <a:t> </a:t>
            </a:r>
            <a:r>
              <a:rPr lang="en-US" sz="1600" dirty="0">
                <a:solidFill>
                  <a:srgbClr val="00BF00"/>
                </a:solidFill>
                <a:latin typeface="Lucida Console" panose="020B0609040504020204" pitchFamily="49" charset="0"/>
              </a:rPr>
              <a:t>void</a:t>
            </a:r>
            <a:r>
              <a:rPr lang="en-US" sz="1600" dirty="0">
                <a:solidFill>
                  <a:prstClr val="black"/>
                </a:solidFill>
                <a:latin typeface="Lucida Console" panose="020B0609040504020204" pitchFamily="49" charset="0"/>
              </a:rPr>
              <a:t> </a:t>
            </a:r>
            <a:r>
              <a:rPr lang="en-US" sz="1600" dirty="0" err="1">
                <a:solidFill>
                  <a:prstClr val="black"/>
                </a:solidFill>
                <a:latin typeface="Lucida Console" panose="020B0609040504020204" pitchFamily="49" charset="0"/>
              </a:rPr>
              <a:t>vecadd_kernel</a:t>
            </a:r>
            <a:r>
              <a:rPr lang="en-US" sz="1600" dirty="0">
                <a:solidFill>
                  <a:prstClr val="black"/>
                </a:solidFill>
                <a:latin typeface="Lucida Console" panose="020B0609040504020204" pitchFamily="49" charset="0"/>
              </a:rPr>
              <a:t>(</a:t>
            </a:r>
            <a:r>
              <a:rPr lang="en-US" sz="1600" dirty="0">
                <a:solidFill>
                  <a:srgbClr val="00BF00"/>
                </a:solidFill>
                <a:latin typeface="Lucida Console" panose="020B0609040504020204" pitchFamily="49" charset="0"/>
              </a:rPr>
              <a:t>float</a:t>
            </a:r>
            <a:r>
              <a:rPr lang="en-US" sz="1600" dirty="0">
                <a:solidFill>
                  <a:prstClr val="black"/>
                </a:solidFill>
                <a:latin typeface="Lucida Console" panose="020B0609040504020204" pitchFamily="49" charset="0"/>
              </a:rPr>
              <a:t>* A, </a:t>
            </a:r>
            <a:r>
              <a:rPr lang="en-US" sz="1600" dirty="0">
                <a:solidFill>
                  <a:srgbClr val="00BF00"/>
                </a:solidFill>
                <a:latin typeface="Lucida Console" panose="020B0609040504020204" pitchFamily="49" charset="0"/>
              </a:rPr>
              <a:t>float</a:t>
            </a:r>
            <a:r>
              <a:rPr lang="en-US" sz="1600" dirty="0">
                <a:solidFill>
                  <a:prstClr val="black"/>
                </a:solidFill>
                <a:latin typeface="Lucida Console" panose="020B0609040504020204" pitchFamily="49" charset="0"/>
              </a:rPr>
              <a:t>* B, </a:t>
            </a:r>
            <a:r>
              <a:rPr lang="en-US" sz="1600" dirty="0">
                <a:solidFill>
                  <a:srgbClr val="00BF00"/>
                </a:solidFill>
                <a:latin typeface="Lucida Console" panose="020B0609040504020204" pitchFamily="49" charset="0"/>
              </a:rPr>
              <a:t>float</a:t>
            </a:r>
            <a:r>
              <a:rPr lang="en-US" sz="1600" dirty="0">
                <a:solidFill>
                  <a:prstClr val="black"/>
                </a:solidFill>
                <a:latin typeface="Lucida Console" panose="020B0609040504020204" pitchFamily="49" charset="0"/>
              </a:rPr>
              <a:t>* C, </a:t>
            </a:r>
            <a:r>
              <a:rPr lang="en-US" sz="1600" dirty="0" err="1">
                <a:solidFill>
                  <a:srgbClr val="00BF00"/>
                </a:solidFill>
                <a:latin typeface="Lucida Console" panose="020B0609040504020204" pitchFamily="49" charset="0"/>
              </a:rPr>
              <a:t>int</a:t>
            </a:r>
            <a:r>
              <a:rPr lang="en-US" sz="1600" dirty="0">
                <a:solidFill>
                  <a:prstClr val="black"/>
                </a:solidFill>
                <a:latin typeface="Lucida Console" panose="020B0609040504020204" pitchFamily="49" charset="0"/>
              </a:rPr>
              <a:t> N) {</a:t>
            </a:r>
          </a:p>
          <a:p>
            <a:endParaRPr lang="en-US" sz="1600" dirty="0">
              <a:solidFill>
                <a:prstClr val="black"/>
              </a:solidFill>
              <a:latin typeface="Lucida Console" panose="020B0609040504020204" pitchFamily="49" charset="0"/>
            </a:endParaRPr>
          </a:p>
          <a:p>
            <a:r>
              <a:rPr lang="en-US" sz="1600" dirty="0">
                <a:solidFill>
                  <a:prstClr val="black"/>
                </a:solidFill>
                <a:latin typeface="Lucida Console" panose="020B0609040504020204" pitchFamily="49" charset="0"/>
              </a:rPr>
              <a:t>    </a:t>
            </a:r>
            <a:r>
              <a:rPr lang="en-US" sz="1600" dirty="0" err="1">
                <a:solidFill>
                  <a:srgbClr val="00BF00"/>
                </a:solidFill>
                <a:latin typeface="Lucida Console" panose="020B0609040504020204" pitchFamily="49" charset="0"/>
              </a:rPr>
              <a:t>int</a:t>
            </a:r>
            <a:r>
              <a:rPr lang="en-US" sz="1600" dirty="0">
                <a:solidFill>
                  <a:prstClr val="black"/>
                </a:solidFill>
                <a:latin typeface="Lucida Console" panose="020B0609040504020204" pitchFamily="49" charset="0"/>
              </a:rPr>
              <a:t> </a:t>
            </a:r>
            <a:r>
              <a:rPr lang="en-US" sz="1600" dirty="0" err="1">
                <a:solidFill>
                  <a:prstClr val="black"/>
                </a:solidFill>
                <a:latin typeface="Lucida Console" panose="020B0609040504020204" pitchFamily="49" charset="0"/>
              </a:rPr>
              <a:t>i</a:t>
            </a:r>
            <a:r>
              <a:rPr lang="en-US" sz="1600" dirty="0">
                <a:solidFill>
                  <a:prstClr val="black"/>
                </a:solidFill>
                <a:latin typeface="Lucida Console" panose="020B0609040504020204" pitchFamily="49" charset="0"/>
              </a:rPr>
              <a:t> = </a:t>
            </a:r>
            <a:r>
              <a:rPr lang="en-US" sz="1600" dirty="0" err="1">
                <a:solidFill>
                  <a:srgbClr val="00BFBF"/>
                </a:solidFill>
                <a:latin typeface="Lucida Console" panose="020B0609040504020204" pitchFamily="49" charset="0"/>
              </a:rPr>
              <a:t>blockDim</a:t>
            </a:r>
            <a:r>
              <a:rPr lang="en-US" sz="1600" dirty="0" err="1">
                <a:solidFill>
                  <a:prstClr val="black"/>
                </a:solidFill>
                <a:latin typeface="Lucida Console" panose="020B0609040504020204" pitchFamily="49" charset="0"/>
              </a:rPr>
              <a:t>.x</a:t>
            </a:r>
            <a:r>
              <a:rPr lang="en-US" sz="1600" dirty="0">
                <a:solidFill>
                  <a:prstClr val="black"/>
                </a:solidFill>
                <a:latin typeface="Lucida Console" panose="020B0609040504020204" pitchFamily="49" charset="0"/>
              </a:rPr>
              <a:t>*</a:t>
            </a:r>
            <a:r>
              <a:rPr lang="en-US" sz="1600" dirty="0" err="1">
                <a:solidFill>
                  <a:srgbClr val="00BFBF"/>
                </a:solidFill>
                <a:latin typeface="Lucida Console" panose="020B0609040504020204" pitchFamily="49" charset="0"/>
              </a:rPr>
              <a:t>blockIdx</a:t>
            </a:r>
            <a:r>
              <a:rPr lang="en-US" sz="1600" dirty="0" err="1">
                <a:solidFill>
                  <a:prstClr val="black"/>
                </a:solidFill>
                <a:latin typeface="Lucida Console" panose="020B0609040504020204" pitchFamily="49" charset="0"/>
              </a:rPr>
              <a:t>.x</a:t>
            </a:r>
            <a:r>
              <a:rPr lang="en-US" sz="1600" dirty="0">
                <a:solidFill>
                  <a:prstClr val="black"/>
                </a:solidFill>
                <a:latin typeface="Lucida Console" panose="020B0609040504020204" pitchFamily="49" charset="0"/>
              </a:rPr>
              <a:t> + </a:t>
            </a:r>
            <a:r>
              <a:rPr lang="en-US" sz="1600" dirty="0" err="1">
                <a:solidFill>
                  <a:srgbClr val="00BFBF"/>
                </a:solidFill>
                <a:latin typeface="Lucida Console" panose="020B0609040504020204" pitchFamily="49" charset="0"/>
              </a:rPr>
              <a:t>threadIdx</a:t>
            </a:r>
            <a:r>
              <a:rPr lang="en-US" sz="1600" dirty="0" err="1">
                <a:solidFill>
                  <a:prstClr val="black"/>
                </a:solidFill>
                <a:latin typeface="Lucida Console" panose="020B0609040504020204" pitchFamily="49" charset="0"/>
              </a:rPr>
              <a:t>.x</a:t>
            </a:r>
            <a:r>
              <a:rPr lang="en-US" sz="1600" dirty="0">
                <a:solidFill>
                  <a:prstClr val="black"/>
                </a:solidFill>
                <a:latin typeface="Lucida Console" panose="020B0609040504020204" pitchFamily="49" charset="0"/>
              </a:rPr>
              <a:t>;</a:t>
            </a:r>
          </a:p>
          <a:p>
            <a:endParaRPr lang="en-US" sz="1600" dirty="0">
              <a:solidFill>
                <a:prstClr val="black"/>
              </a:solidFill>
              <a:latin typeface="Lucida Console" panose="020B0609040504020204" pitchFamily="49" charset="0"/>
            </a:endParaRPr>
          </a:p>
          <a:p>
            <a:r>
              <a:rPr lang="en-US" sz="1600" dirty="0">
                <a:solidFill>
                  <a:prstClr val="black"/>
                </a:solidFill>
                <a:latin typeface="Lucida Console" panose="020B0609040504020204" pitchFamily="49" charset="0"/>
              </a:rPr>
              <a:t>    </a:t>
            </a:r>
            <a:r>
              <a:rPr lang="en-US" sz="1600" dirty="0">
                <a:solidFill>
                  <a:srgbClr val="00BF00"/>
                </a:solidFill>
                <a:latin typeface="Lucida Console" panose="020B0609040504020204" pitchFamily="49" charset="0"/>
              </a:rPr>
              <a:t>if</a:t>
            </a:r>
            <a:r>
              <a:rPr lang="en-US" sz="1600" dirty="0">
                <a:solidFill>
                  <a:prstClr val="black"/>
                </a:solidFill>
                <a:latin typeface="Lucida Console" panose="020B0609040504020204" pitchFamily="49" charset="0"/>
              </a:rPr>
              <a:t>(</a:t>
            </a:r>
            <a:r>
              <a:rPr lang="en-US" sz="1600" dirty="0" err="1">
                <a:solidFill>
                  <a:prstClr val="black"/>
                </a:solidFill>
                <a:latin typeface="Lucida Console" panose="020B0609040504020204" pitchFamily="49" charset="0"/>
              </a:rPr>
              <a:t>i</a:t>
            </a:r>
            <a:r>
              <a:rPr lang="en-US" sz="1600" dirty="0">
                <a:solidFill>
                  <a:prstClr val="black"/>
                </a:solidFill>
                <a:latin typeface="Lucida Console" panose="020B0609040504020204" pitchFamily="49" charset="0"/>
              </a:rPr>
              <a:t> &lt; N) {</a:t>
            </a:r>
          </a:p>
          <a:p>
            <a:r>
              <a:rPr lang="en-US" sz="1600" dirty="0">
                <a:solidFill>
                  <a:prstClr val="black"/>
                </a:solidFill>
                <a:latin typeface="Lucida Console" panose="020B0609040504020204" pitchFamily="49" charset="0"/>
              </a:rPr>
              <a:t>        C[</a:t>
            </a:r>
            <a:r>
              <a:rPr lang="en-US" sz="1600" dirty="0" err="1">
                <a:solidFill>
                  <a:prstClr val="black"/>
                </a:solidFill>
                <a:latin typeface="Lucida Console" panose="020B0609040504020204" pitchFamily="49" charset="0"/>
              </a:rPr>
              <a:t>i</a:t>
            </a:r>
            <a:r>
              <a:rPr lang="en-US" sz="1600" dirty="0">
                <a:solidFill>
                  <a:prstClr val="black"/>
                </a:solidFill>
                <a:latin typeface="Lucida Console" panose="020B0609040504020204" pitchFamily="49" charset="0"/>
              </a:rPr>
              <a:t>] = A[</a:t>
            </a:r>
            <a:r>
              <a:rPr lang="en-US" sz="1600" dirty="0" err="1">
                <a:solidFill>
                  <a:prstClr val="black"/>
                </a:solidFill>
                <a:latin typeface="Lucida Console" panose="020B0609040504020204" pitchFamily="49" charset="0"/>
              </a:rPr>
              <a:t>i</a:t>
            </a:r>
            <a:r>
              <a:rPr lang="en-US" sz="1600" dirty="0">
                <a:solidFill>
                  <a:prstClr val="black"/>
                </a:solidFill>
                <a:latin typeface="Lucida Console" panose="020B0609040504020204" pitchFamily="49" charset="0"/>
              </a:rPr>
              <a:t>] + B[</a:t>
            </a:r>
            <a:r>
              <a:rPr lang="en-US" sz="1600" dirty="0" err="1">
                <a:solidFill>
                  <a:prstClr val="black"/>
                </a:solidFill>
                <a:latin typeface="Lucida Console" panose="020B0609040504020204" pitchFamily="49" charset="0"/>
              </a:rPr>
              <a:t>i</a:t>
            </a:r>
            <a:r>
              <a:rPr lang="en-US" sz="1600" dirty="0">
                <a:solidFill>
                  <a:prstClr val="black"/>
                </a:solidFill>
                <a:latin typeface="Lucida Console" panose="020B0609040504020204" pitchFamily="49" charset="0"/>
              </a:rPr>
              <a:t>]; }</a:t>
            </a:r>
          </a:p>
          <a:p>
            <a:r>
              <a:rPr lang="en-US" sz="1600" dirty="0">
                <a:solidFill>
                  <a:prstClr val="black"/>
                </a:solidFill>
                <a:latin typeface="Lucida Console" panose="020B0609040504020204" pitchFamily="49" charset="0"/>
              </a:rPr>
              <a:t>}</a:t>
            </a:r>
          </a:p>
        </p:txBody>
      </p:sp>
      <p:sp>
        <p:nvSpPr>
          <p:cNvPr id="7" name="Marcador de número de diapositiva 3">
            <a:extLst>
              <a:ext uri="{FF2B5EF4-FFF2-40B4-BE49-F238E27FC236}">
                <a16:creationId xmlns:a16="http://schemas.microsoft.com/office/drawing/2014/main" id="{674CD364-D7DF-6240-870C-0518B117991E}"/>
              </a:ext>
            </a:extLst>
          </p:cNvPr>
          <p:cNvSpPr>
            <a:spLocks noGrp="1"/>
          </p:cNvSpPr>
          <p:nvPr>
            <p:ph type="sldNum" sz="quarter" idx="11"/>
          </p:nvPr>
        </p:nvSpPr>
        <p:spPr>
          <a:xfrm>
            <a:off x="6553200" y="6243638"/>
            <a:ext cx="2133600" cy="457200"/>
          </a:xfrm>
        </p:spPr>
        <p:txBody>
          <a:bodyPr/>
          <a:lstStyle/>
          <a:p>
            <a:fld id="{323594FA-E141-4234-AE05-360401972BE7}" type="slidenum">
              <a:rPr lang="en-US" altLang="en-US" smtClean="0"/>
              <a:pPr/>
              <a:t>60</a:t>
            </a:fld>
            <a:endParaRPr lang="en-US" altLang="en-US" dirty="0"/>
          </a:p>
        </p:txBody>
      </p:sp>
      <p:sp>
        <p:nvSpPr>
          <p:cNvPr id="8" name="矩形 7">
            <a:extLst>
              <a:ext uri="{FF2B5EF4-FFF2-40B4-BE49-F238E27FC236}">
                <a16:creationId xmlns:a16="http://schemas.microsoft.com/office/drawing/2014/main" id="{C6DB99A7-E581-41FB-AF4C-A472E11E698E}"/>
              </a:ext>
            </a:extLst>
          </p:cNvPr>
          <p:cNvSpPr/>
          <p:nvPr/>
        </p:nvSpPr>
        <p:spPr>
          <a:xfrm>
            <a:off x="391681" y="3763765"/>
            <a:ext cx="7696200" cy="307777"/>
          </a:xfrm>
          <a:prstGeom prst="rect">
            <a:avLst/>
          </a:prstGeom>
        </p:spPr>
        <p:txBody>
          <a:bodyPr wrap="square">
            <a:spAutoFit/>
          </a:bodyPr>
          <a:lstStyle/>
          <a:p>
            <a:pPr lvl="0"/>
            <a:r>
              <a:rPr lang="en-US" altLang="zh-CN" sz="1400" dirty="0" err="1">
                <a:solidFill>
                  <a:prstClr val="black"/>
                </a:solidFill>
                <a:latin typeface="Lucida Console" panose="020B0609040504020204" pitchFamily="49" charset="0"/>
              </a:rPr>
              <a:t>vecadd_kernel</a:t>
            </a:r>
            <a:r>
              <a:rPr lang="en-US" altLang="zh-CN" sz="1400" dirty="0">
                <a:solidFill>
                  <a:prstClr val="black"/>
                </a:solidFill>
                <a:latin typeface="Lucida Console" panose="020B0609040504020204" pitchFamily="49" charset="0"/>
              </a:rPr>
              <a:t>&lt;&lt;&lt;</a:t>
            </a:r>
            <a:r>
              <a:rPr lang="en-US" altLang="zh-CN" sz="1400" dirty="0" err="1">
                <a:solidFill>
                  <a:prstClr val="black"/>
                </a:solidFill>
                <a:latin typeface="Lucida Console" panose="020B0609040504020204" pitchFamily="49" charset="0"/>
              </a:rPr>
              <a:t>numBlocks</a:t>
            </a:r>
            <a:r>
              <a:rPr lang="en-US" altLang="zh-CN" sz="1400" dirty="0">
                <a:solidFill>
                  <a:prstClr val="black"/>
                </a:solidFill>
                <a:latin typeface="Lucida Console" panose="020B0609040504020204" pitchFamily="49" charset="0"/>
              </a:rPr>
              <a:t>, </a:t>
            </a:r>
            <a:r>
              <a:rPr lang="en-US" altLang="zh-CN" sz="1400" dirty="0" err="1">
                <a:solidFill>
                  <a:prstClr val="black"/>
                </a:solidFill>
                <a:latin typeface="Lucida Console" panose="020B0609040504020204" pitchFamily="49" charset="0"/>
              </a:rPr>
              <a:t>numThreadsPerBlock</a:t>
            </a:r>
            <a:r>
              <a:rPr lang="en-US" altLang="zh-CN" sz="1400" dirty="0">
                <a:solidFill>
                  <a:prstClr val="black"/>
                </a:solidFill>
                <a:latin typeface="Lucida Console" panose="020B0609040504020204" pitchFamily="49" charset="0"/>
              </a:rPr>
              <a:t>&gt;&gt;&gt;(</a:t>
            </a:r>
            <a:r>
              <a:rPr lang="en-US" altLang="zh-CN" sz="1400" dirty="0" err="1">
                <a:solidFill>
                  <a:prstClr val="black"/>
                </a:solidFill>
                <a:latin typeface="Lucida Console" panose="020B0609040504020204" pitchFamily="49" charset="0"/>
              </a:rPr>
              <a:t>A_d</a:t>
            </a:r>
            <a:r>
              <a:rPr lang="en-US" altLang="zh-CN" sz="1400" dirty="0">
                <a:solidFill>
                  <a:prstClr val="black"/>
                </a:solidFill>
                <a:latin typeface="Lucida Console" panose="020B0609040504020204" pitchFamily="49" charset="0"/>
              </a:rPr>
              <a:t>, </a:t>
            </a:r>
            <a:r>
              <a:rPr lang="en-US" altLang="zh-CN" sz="1400" dirty="0" err="1">
                <a:solidFill>
                  <a:prstClr val="black"/>
                </a:solidFill>
                <a:latin typeface="Lucida Console" panose="020B0609040504020204" pitchFamily="49" charset="0"/>
              </a:rPr>
              <a:t>B_d</a:t>
            </a:r>
            <a:r>
              <a:rPr lang="en-US" altLang="zh-CN" sz="1400" dirty="0">
                <a:solidFill>
                  <a:prstClr val="black"/>
                </a:solidFill>
                <a:latin typeface="Lucida Console" panose="020B0609040504020204" pitchFamily="49" charset="0"/>
              </a:rPr>
              <a:t>, </a:t>
            </a:r>
            <a:r>
              <a:rPr lang="en-US" altLang="zh-CN" sz="1400" dirty="0" err="1">
                <a:solidFill>
                  <a:prstClr val="black"/>
                </a:solidFill>
                <a:latin typeface="Lucida Console" panose="020B0609040504020204" pitchFamily="49" charset="0"/>
              </a:rPr>
              <a:t>C_d</a:t>
            </a:r>
            <a:r>
              <a:rPr lang="en-US" altLang="zh-CN" sz="1400" dirty="0">
                <a:solidFill>
                  <a:prstClr val="black"/>
                </a:solidFill>
                <a:latin typeface="Lucida Console" panose="020B0609040504020204" pitchFamily="49" charset="0"/>
              </a:rPr>
              <a:t>, N);</a:t>
            </a:r>
            <a:endParaRPr lang="en-US" altLang="zh-CN" sz="1400" dirty="0">
              <a:solidFill>
                <a:srgbClr val="000000"/>
              </a:solidFill>
            </a:endParaRPr>
          </a:p>
        </p:txBody>
      </p:sp>
    </p:spTree>
    <p:extLst>
      <p:ext uri="{BB962C8B-B14F-4D97-AF65-F5344CB8AC3E}">
        <p14:creationId xmlns:p14="http://schemas.microsoft.com/office/powerpoint/2010/main" val="6826527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6" grpId="0"/>
      <p:bldP spid="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1702699F-679C-204F-9A9A-55414891B96F}"/>
              </a:ext>
            </a:extLst>
          </p:cNvPr>
          <p:cNvSpPr>
            <a:spLocks noGrp="1"/>
          </p:cNvSpPr>
          <p:nvPr>
            <p:ph type="title"/>
          </p:nvPr>
        </p:nvSpPr>
        <p:spPr>
          <a:xfrm>
            <a:off x="0" y="152400"/>
            <a:ext cx="9067800" cy="1066800"/>
          </a:xfrm>
        </p:spPr>
        <p:txBody>
          <a:bodyPr/>
          <a:lstStyle/>
          <a:p>
            <a:r>
              <a:rPr lang="en-US" altLang="en-US" dirty="0">
                <a:ea typeface="ＭＳ Ｐゴシック" panose="020B0600070205080204" pitchFamily="34" charset="-128"/>
              </a:rPr>
              <a:t>Sample GPU Program: Matrix Multiplication</a:t>
            </a:r>
          </a:p>
        </p:txBody>
      </p:sp>
      <p:sp>
        <p:nvSpPr>
          <p:cNvPr id="70658" name="Slide Number Placeholder 3">
            <a:extLst>
              <a:ext uri="{FF2B5EF4-FFF2-40B4-BE49-F238E27FC236}">
                <a16:creationId xmlns:a16="http://schemas.microsoft.com/office/drawing/2014/main" id="{C39DC778-C26A-AF42-B0F9-80FC46A5DFA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F892883-94F3-D34C-8B1E-CFDA5FB2B749}"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61</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70659" name="Picture 5">
            <a:extLst>
              <a:ext uri="{FF2B5EF4-FFF2-40B4-BE49-F238E27FC236}">
                <a16:creationId xmlns:a16="http://schemas.microsoft.com/office/drawing/2014/main" id="{9BCF6BE2-4C8A-9F41-8684-EB66AFC5FA6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193800"/>
            <a:ext cx="9144000" cy="444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0" name="TextBox 134">
            <a:extLst>
              <a:ext uri="{FF2B5EF4-FFF2-40B4-BE49-F238E27FC236}">
                <a16:creationId xmlns:a16="http://schemas.microsoft.com/office/drawing/2014/main" id="{1ACFDB8E-1650-F643-807A-3298D6A8161B}"/>
              </a:ext>
            </a:extLst>
          </p:cNvPr>
          <p:cNvSpPr txBox="1">
            <a:spLocks noChangeArrowheads="1"/>
          </p:cNvSpPr>
          <p:nvPr/>
        </p:nvSpPr>
        <p:spPr bwMode="auto">
          <a:xfrm>
            <a:off x="152400" y="6535738"/>
            <a:ext cx="165258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Hyesoon Kim</a:t>
            </a:r>
          </a:p>
        </p:txBody>
      </p:sp>
    </p:spTree>
    <p:extLst>
      <p:ext uri="{BB962C8B-B14F-4D97-AF65-F5344CB8AC3E}">
        <p14:creationId xmlns:p14="http://schemas.microsoft.com/office/powerpoint/2010/main" val="351414167"/>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Indexing and Memory Access</a:t>
            </a:r>
          </a:p>
        </p:txBody>
      </p:sp>
      <p:sp>
        <p:nvSpPr>
          <p:cNvPr id="3" name="Marcador de contenido 2"/>
          <p:cNvSpPr>
            <a:spLocks noGrp="1"/>
          </p:cNvSpPr>
          <p:nvPr>
            <p:ph idx="1"/>
          </p:nvPr>
        </p:nvSpPr>
        <p:spPr/>
        <p:txBody>
          <a:bodyPr>
            <a:normAutofit/>
          </a:bodyPr>
          <a:lstStyle/>
          <a:p>
            <a:r>
              <a:rPr lang="en-US" dirty="0">
                <a:solidFill>
                  <a:srgbClr val="0000FF"/>
                </a:solidFill>
                <a:ea typeface="ヒラギノ角ゴ Pro W3" pitchFamily="-108" charset="-128"/>
                <a:cs typeface="ヒラギノ角ゴ Pro W3" pitchFamily="-108" charset="-128"/>
              </a:rPr>
              <a:t>Images are 2D data structures</a:t>
            </a:r>
          </a:p>
          <a:p>
            <a:pPr lvl="1"/>
            <a:r>
              <a:rPr lang="en-US" dirty="0">
                <a:ea typeface="ヒラギノ角ゴ Pro W3" pitchFamily="-108" charset="-128"/>
                <a:cs typeface="ヒラギノ角ゴ Pro W3" pitchFamily="-108" charset="-128"/>
              </a:rPr>
              <a:t>height x width</a:t>
            </a:r>
          </a:p>
          <a:p>
            <a:pPr lvl="1"/>
            <a:r>
              <a:rPr lang="en-US" dirty="0">
                <a:ea typeface="ヒラギノ角ゴ Pro W3" pitchFamily="-108" charset="-128"/>
                <a:cs typeface="ヒラギノ角ゴ Pro W3" pitchFamily="-108" charset="-128"/>
              </a:rPr>
              <a:t>Image[j][</a:t>
            </a:r>
            <a:r>
              <a:rPr lang="en-US" dirty="0" err="1">
                <a:ea typeface="ヒラギノ角ゴ Pro W3" pitchFamily="-108" charset="-128"/>
                <a:cs typeface="ヒラギノ角ゴ Pro W3" pitchFamily="-108" charset="-128"/>
              </a:rPr>
              <a:t>i</a:t>
            </a:r>
            <a:r>
              <a:rPr lang="en-US" dirty="0">
                <a:ea typeface="ヒラギノ角ゴ Pro W3" pitchFamily="-108" charset="-128"/>
                <a:cs typeface="ヒラギノ角ゴ Pro W3" pitchFamily="-108" charset="-128"/>
              </a:rPr>
              <a:t>], where 0 ≤ j &lt; height, and 0 ≤ </a:t>
            </a:r>
            <a:r>
              <a:rPr lang="en-US" dirty="0" err="1">
                <a:ea typeface="ヒラギノ角ゴ Pro W3" pitchFamily="-108" charset="-128"/>
                <a:cs typeface="ヒラギノ角ゴ Pro W3" pitchFamily="-108" charset="-128"/>
              </a:rPr>
              <a:t>i</a:t>
            </a:r>
            <a:r>
              <a:rPr lang="en-US" dirty="0">
                <a:ea typeface="ヒラギノ角ゴ Pro W3" pitchFamily="-108" charset="-128"/>
                <a:cs typeface="ヒラギノ角ゴ Pro W3" pitchFamily="-108" charset="-128"/>
              </a:rPr>
              <a:t> &lt; width</a:t>
            </a:r>
          </a:p>
        </p:txBody>
      </p:sp>
      <p:sp>
        <p:nvSpPr>
          <p:cNvPr id="9" name="CuadroTexto 8"/>
          <p:cNvSpPr txBox="1"/>
          <p:nvPr/>
        </p:nvSpPr>
        <p:spPr>
          <a:xfrm>
            <a:off x="899592" y="2348880"/>
            <a:ext cx="1278415" cy="369332"/>
          </a:xfrm>
          <a:prstGeom prst="rect">
            <a:avLst/>
          </a:prstGeom>
          <a:noFill/>
        </p:spPr>
        <p:txBody>
          <a:bodyPr wrap="none" rtlCol="0">
            <a:spAutoFit/>
          </a:bodyPr>
          <a:lstStyle/>
          <a:p>
            <a:r>
              <a:rPr lang="en-US" dirty="0"/>
              <a:t>Image[0][1]</a:t>
            </a:r>
          </a:p>
        </p:txBody>
      </p:sp>
      <p:sp>
        <p:nvSpPr>
          <p:cNvPr id="10" name="CuadroTexto 9"/>
          <p:cNvSpPr txBox="1"/>
          <p:nvPr/>
        </p:nvSpPr>
        <p:spPr>
          <a:xfrm>
            <a:off x="899592" y="3115735"/>
            <a:ext cx="1278415" cy="369332"/>
          </a:xfrm>
          <a:prstGeom prst="rect">
            <a:avLst/>
          </a:prstGeom>
          <a:noFill/>
        </p:spPr>
        <p:txBody>
          <a:bodyPr wrap="none" rtlCol="0">
            <a:spAutoFit/>
          </a:bodyPr>
          <a:lstStyle/>
          <a:p>
            <a:r>
              <a:rPr lang="en-US" dirty="0"/>
              <a:t>Image[1][2]</a:t>
            </a: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62</a:t>
            </a:fld>
            <a:endParaRPr lang="en-US" altLang="en-US"/>
          </a:p>
        </p:txBody>
      </p:sp>
      <p:grpSp>
        <p:nvGrpSpPr>
          <p:cNvPr id="6" name="Group 5"/>
          <p:cNvGrpSpPr/>
          <p:nvPr/>
        </p:nvGrpSpPr>
        <p:grpSpPr>
          <a:xfrm>
            <a:off x="2876642" y="2678723"/>
            <a:ext cx="3168558" cy="3170555"/>
            <a:chOff x="2876642" y="2678723"/>
            <a:chExt cx="3168558" cy="3170555"/>
          </a:xfrm>
        </p:grpSpPr>
        <p:pic>
          <p:nvPicPr>
            <p:cNvPr id="7" name="Imagen 6" descr="heart.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8800" y="2902878"/>
              <a:ext cx="2946400" cy="2946400"/>
            </a:xfrm>
            <a:prstGeom prst="rect">
              <a:avLst/>
            </a:prstGeom>
          </p:spPr>
        </p:pic>
        <p:sp>
          <p:nvSpPr>
            <p:cNvPr id="5" name="TextBox 4"/>
            <p:cNvSpPr txBox="1"/>
            <p:nvPr/>
          </p:nvSpPr>
          <p:spPr>
            <a:xfrm>
              <a:off x="3203848" y="2678723"/>
              <a:ext cx="255198" cy="246221"/>
            </a:xfrm>
            <a:prstGeom prst="rect">
              <a:avLst/>
            </a:prstGeom>
            <a:noFill/>
          </p:spPr>
          <p:txBody>
            <a:bodyPr wrap="none" rtlCol="0">
              <a:spAutoFit/>
            </a:bodyPr>
            <a:lstStyle/>
            <a:p>
              <a:r>
                <a:rPr lang="en-US" sz="1000" dirty="0"/>
                <a:t>0</a:t>
              </a:r>
            </a:p>
          </p:txBody>
        </p:sp>
        <p:sp>
          <p:nvSpPr>
            <p:cNvPr id="11" name="TextBox 10"/>
            <p:cNvSpPr txBox="1"/>
            <p:nvPr/>
          </p:nvSpPr>
          <p:spPr>
            <a:xfrm>
              <a:off x="3563888" y="2678723"/>
              <a:ext cx="255198" cy="246221"/>
            </a:xfrm>
            <a:prstGeom prst="rect">
              <a:avLst/>
            </a:prstGeom>
            <a:noFill/>
          </p:spPr>
          <p:txBody>
            <a:bodyPr wrap="none" rtlCol="0">
              <a:spAutoFit/>
            </a:bodyPr>
            <a:lstStyle/>
            <a:p>
              <a:r>
                <a:rPr lang="en-US" sz="1000" dirty="0"/>
                <a:t>1</a:t>
              </a:r>
            </a:p>
          </p:txBody>
        </p:sp>
        <p:sp>
          <p:nvSpPr>
            <p:cNvPr id="13" name="TextBox 12"/>
            <p:cNvSpPr txBox="1"/>
            <p:nvPr/>
          </p:nvSpPr>
          <p:spPr>
            <a:xfrm>
              <a:off x="3923928" y="2678723"/>
              <a:ext cx="255198" cy="246221"/>
            </a:xfrm>
            <a:prstGeom prst="rect">
              <a:avLst/>
            </a:prstGeom>
            <a:noFill/>
          </p:spPr>
          <p:txBody>
            <a:bodyPr wrap="none" rtlCol="0">
              <a:spAutoFit/>
            </a:bodyPr>
            <a:lstStyle/>
            <a:p>
              <a:r>
                <a:rPr lang="en-US" sz="1000" dirty="0"/>
                <a:t>2</a:t>
              </a:r>
            </a:p>
          </p:txBody>
        </p:sp>
        <p:sp>
          <p:nvSpPr>
            <p:cNvPr id="14" name="TextBox 13"/>
            <p:cNvSpPr txBox="1"/>
            <p:nvPr/>
          </p:nvSpPr>
          <p:spPr>
            <a:xfrm>
              <a:off x="4283968" y="2678723"/>
              <a:ext cx="255198" cy="246221"/>
            </a:xfrm>
            <a:prstGeom prst="rect">
              <a:avLst/>
            </a:prstGeom>
            <a:noFill/>
          </p:spPr>
          <p:txBody>
            <a:bodyPr wrap="none" rtlCol="0">
              <a:spAutoFit/>
            </a:bodyPr>
            <a:lstStyle/>
            <a:p>
              <a:r>
                <a:rPr lang="en-US" sz="1000" dirty="0"/>
                <a:t>3</a:t>
              </a:r>
            </a:p>
          </p:txBody>
        </p:sp>
        <p:sp>
          <p:nvSpPr>
            <p:cNvPr id="15" name="TextBox 14"/>
            <p:cNvSpPr txBox="1"/>
            <p:nvPr/>
          </p:nvSpPr>
          <p:spPr>
            <a:xfrm>
              <a:off x="4644008" y="2678723"/>
              <a:ext cx="255198" cy="246221"/>
            </a:xfrm>
            <a:prstGeom prst="rect">
              <a:avLst/>
            </a:prstGeom>
            <a:noFill/>
          </p:spPr>
          <p:txBody>
            <a:bodyPr wrap="none" rtlCol="0">
              <a:spAutoFit/>
            </a:bodyPr>
            <a:lstStyle/>
            <a:p>
              <a:r>
                <a:rPr lang="en-US" sz="1000" dirty="0"/>
                <a:t>4</a:t>
              </a:r>
            </a:p>
          </p:txBody>
        </p:sp>
        <p:sp>
          <p:nvSpPr>
            <p:cNvPr id="16" name="TextBox 15"/>
            <p:cNvSpPr txBox="1"/>
            <p:nvPr/>
          </p:nvSpPr>
          <p:spPr>
            <a:xfrm>
              <a:off x="5004048" y="2678723"/>
              <a:ext cx="255198" cy="246221"/>
            </a:xfrm>
            <a:prstGeom prst="rect">
              <a:avLst/>
            </a:prstGeom>
            <a:noFill/>
          </p:spPr>
          <p:txBody>
            <a:bodyPr wrap="none" rtlCol="0">
              <a:spAutoFit/>
            </a:bodyPr>
            <a:lstStyle/>
            <a:p>
              <a:r>
                <a:rPr lang="en-US" sz="1000" dirty="0"/>
                <a:t>5</a:t>
              </a:r>
            </a:p>
          </p:txBody>
        </p:sp>
        <p:sp>
          <p:nvSpPr>
            <p:cNvPr id="17" name="TextBox 16"/>
            <p:cNvSpPr txBox="1"/>
            <p:nvPr/>
          </p:nvSpPr>
          <p:spPr>
            <a:xfrm>
              <a:off x="5364088" y="2678723"/>
              <a:ext cx="255198" cy="246221"/>
            </a:xfrm>
            <a:prstGeom prst="rect">
              <a:avLst/>
            </a:prstGeom>
            <a:noFill/>
          </p:spPr>
          <p:txBody>
            <a:bodyPr wrap="none" rtlCol="0">
              <a:spAutoFit/>
            </a:bodyPr>
            <a:lstStyle/>
            <a:p>
              <a:r>
                <a:rPr lang="en-US" sz="1000" dirty="0"/>
                <a:t>6</a:t>
              </a:r>
            </a:p>
          </p:txBody>
        </p:sp>
        <p:sp>
          <p:nvSpPr>
            <p:cNvPr id="18" name="TextBox 17"/>
            <p:cNvSpPr txBox="1"/>
            <p:nvPr/>
          </p:nvSpPr>
          <p:spPr>
            <a:xfrm>
              <a:off x="5724128" y="2678723"/>
              <a:ext cx="255198" cy="246221"/>
            </a:xfrm>
            <a:prstGeom prst="rect">
              <a:avLst/>
            </a:prstGeom>
            <a:noFill/>
          </p:spPr>
          <p:txBody>
            <a:bodyPr wrap="none" rtlCol="0">
              <a:spAutoFit/>
            </a:bodyPr>
            <a:lstStyle/>
            <a:p>
              <a:r>
                <a:rPr lang="en-US" sz="1000" dirty="0"/>
                <a:t>7</a:t>
              </a:r>
            </a:p>
          </p:txBody>
        </p:sp>
        <p:sp>
          <p:nvSpPr>
            <p:cNvPr id="19" name="TextBox 18"/>
            <p:cNvSpPr txBox="1"/>
            <p:nvPr/>
          </p:nvSpPr>
          <p:spPr>
            <a:xfrm>
              <a:off x="2876642" y="2996952"/>
              <a:ext cx="255198" cy="246221"/>
            </a:xfrm>
            <a:prstGeom prst="rect">
              <a:avLst/>
            </a:prstGeom>
            <a:noFill/>
          </p:spPr>
          <p:txBody>
            <a:bodyPr wrap="none" rtlCol="0">
              <a:spAutoFit/>
            </a:bodyPr>
            <a:lstStyle/>
            <a:p>
              <a:r>
                <a:rPr lang="en-US" sz="1000"/>
                <a:t>0</a:t>
              </a:r>
            </a:p>
          </p:txBody>
        </p:sp>
        <p:sp>
          <p:nvSpPr>
            <p:cNvPr id="20" name="TextBox 19"/>
            <p:cNvSpPr txBox="1"/>
            <p:nvPr/>
          </p:nvSpPr>
          <p:spPr>
            <a:xfrm>
              <a:off x="2876642" y="3356992"/>
              <a:ext cx="255198" cy="246221"/>
            </a:xfrm>
            <a:prstGeom prst="rect">
              <a:avLst/>
            </a:prstGeom>
            <a:noFill/>
          </p:spPr>
          <p:txBody>
            <a:bodyPr wrap="none" rtlCol="0">
              <a:spAutoFit/>
            </a:bodyPr>
            <a:lstStyle/>
            <a:p>
              <a:r>
                <a:rPr lang="en-US" sz="1000" dirty="0"/>
                <a:t>1</a:t>
              </a:r>
            </a:p>
          </p:txBody>
        </p:sp>
        <p:sp>
          <p:nvSpPr>
            <p:cNvPr id="21" name="TextBox 20"/>
            <p:cNvSpPr txBox="1"/>
            <p:nvPr/>
          </p:nvSpPr>
          <p:spPr>
            <a:xfrm>
              <a:off x="2876642" y="3717032"/>
              <a:ext cx="255198" cy="246221"/>
            </a:xfrm>
            <a:prstGeom prst="rect">
              <a:avLst/>
            </a:prstGeom>
            <a:noFill/>
          </p:spPr>
          <p:txBody>
            <a:bodyPr wrap="none" rtlCol="0">
              <a:spAutoFit/>
            </a:bodyPr>
            <a:lstStyle/>
            <a:p>
              <a:r>
                <a:rPr lang="en-US" sz="1000" dirty="0"/>
                <a:t>2</a:t>
              </a:r>
            </a:p>
          </p:txBody>
        </p:sp>
        <p:sp>
          <p:nvSpPr>
            <p:cNvPr id="22" name="TextBox 21"/>
            <p:cNvSpPr txBox="1"/>
            <p:nvPr/>
          </p:nvSpPr>
          <p:spPr>
            <a:xfrm>
              <a:off x="2876642" y="4077072"/>
              <a:ext cx="255198" cy="246221"/>
            </a:xfrm>
            <a:prstGeom prst="rect">
              <a:avLst/>
            </a:prstGeom>
            <a:noFill/>
          </p:spPr>
          <p:txBody>
            <a:bodyPr wrap="none" rtlCol="0">
              <a:spAutoFit/>
            </a:bodyPr>
            <a:lstStyle/>
            <a:p>
              <a:r>
                <a:rPr lang="en-US" sz="1000" dirty="0"/>
                <a:t>3</a:t>
              </a:r>
            </a:p>
          </p:txBody>
        </p:sp>
        <p:sp>
          <p:nvSpPr>
            <p:cNvPr id="23" name="TextBox 22"/>
            <p:cNvSpPr txBox="1"/>
            <p:nvPr/>
          </p:nvSpPr>
          <p:spPr>
            <a:xfrm>
              <a:off x="2876642" y="4437112"/>
              <a:ext cx="255198" cy="246221"/>
            </a:xfrm>
            <a:prstGeom prst="rect">
              <a:avLst/>
            </a:prstGeom>
            <a:noFill/>
          </p:spPr>
          <p:txBody>
            <a:bodyPr wrap="none" rtlCol="0">
              <a:spAutoFit/>
            </a:bodyPr>
            <a:lstStyle/>
            <a:p>
              <a:r>
                <a:rPr lang="en-US" sz="1000" dirty="0"/>
                <a:t>4</a:t>
              </a:r>
            </a:p>
          </p:txBody>
        </p:sp>
        <p:sp>
          <p:nvSpPr>
            <p:cNvPr id="24" name="TextBox 23"/>
            <p:cNvSpPr txBox="1"/>
            <p:nvPr/>
          </p:nvSpPr>
          <p:spPr>
            <a:xfrm>
              <a:off x="2876642" y="4797152"/>
              <a:ext cx="255198" cy="246221"/>
            </a:xfrm>
            <a:prstGeom prst="rect">
              <a:avLst/>
            </a:prstGeom>
            <a:noFill/>
          </p:spPr>
          <p:txBody>
            <a:bodyPr wrap="none" rtlCol="0">
              <a:spAutoFit/>
            </a:bodyPr>
            <a:lstStyle/>
            <a:p>
              <a:r>
                <a:rPr lang="en-US" sz="1000" dirty="0"/>
                <a:t>5</a:t>
              </a:r>
            </a:p>
          </p:txBody>
        </p:sp>
        <p:sp>
          <p:nvSpPr>
            <p:cNvPr id="25" name="TextBox 24"/>
            <p:cNvSpPr txBox="1"/>
            <p:nvPr/>
          </p:nvSpPr>
          <p:spPr>
            <a:xfrm>
              <a:off x="2876642" y="5157192"/>
              <a:ext cx="255198" cy="246221"/>
            </a:xfrm>
            <a:prstGeom prst="rect">
              <a:avLst/>
            </a:prstGeom>
            <a:noFill/>
          </p:spPr>
          <p:txBody>
            <a:bodyPr wrap="none" rtlCol="0">
              <a:spAutoFit/>
            </a:bodyPr>
            <a:lstStyle/>
            <a:p>
              <a:r>
                <a:rPr lang="en-US" sz="1000" dirty="0"/>
                <a:t>6</a:t>
              </a:r>
            </a:p>
          </p:txBody>
        </p:sp>
        <p:sp>
          <p:nvSpPr>
            <p:cNvPr id="26" name="TextBox 25"/>
            <p:cNvSpPr txBox="1"/>
            <p:nvPr/>
          </p:nvSpPr>
          <p:spPr>
            <a:xfrm>
              <a:off x="2876642" y="5517232"/>
              <a:ext cx="255198" cy="246221"/>
            </a:xfrm>
            <a:prstGeom prst="rect">
              <a:avLst/>
            </a:prstGeom>
            <a:noFill/>
          </p:spPr>
          <p:txBody>
            <a:bodyPr wrap="none" rtlCol="0">
              <a:spAutoFit/>
            </a:bodyPr>
            <a:lstStyle/>
            <a:p>
              <a:r>
                <a:rPr lang="en-US" sz="1000" dirty="0"/>
                <a:t>7</a:t>
              </a:r>
            </a:p>
          </p:txBody>
        </p:sp>
      </p:grpSp>
      <p:cxnSp>
        <p:nvCxnSpPr>
          <p:cNvPr id="8" name="Conector recto de flecha 7"/>
          <p:cNvCxnSpPr/>
          <p:nvPr/>
        </p:nvCxnSpPr>
        <p:spPr>
          <a:xfrm>
            <a:off x="2258467" y="2558910"/>
            <a:ext cx="1414837" cy="556825"/>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2" name="Conector recto de flecha 11"/>
          <p:cNvCxnSpPr/>
          <p:nvPr/>
        </p:nvCxnSpPr>
        <p:spPr>
          <a:xfrm>
            <a:off x="2258467" y="3298665"/>
            <a:ext cx="1769877" cy="186402"/>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59629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Image Layout in Memory</a:t>
            </a:r>
          </a:p>
        </p:txBody>
      </p:sp>
      <p:sp>
        <p:nvSpPr>
          <p:cNvPr id="3" name="Marcador de contenido 2"/>
          <p:cNvSpPr>
            <a:spLocks noGrp="1"/>
          </p:cNvSpPr>
          <p:nvPr>
            <p:ph idx="1"/>
          </p:nvPr>
        </p:nvSpPr>
        <p:spPr/>
        <p:txBody>
          <a:bodyPr>
            <a:normAutofit/>
          </a:bodyPr>
          <a:lstStyle/>
          <a:p>
            <a:r>
              <a:rPr lang="en-US" dirty="0">
                <a:solidFill>
                  <a:srgbClr val="0000FF"/>
                </a:solidFill>
                <a:ea typeface="ヒラギノ角ゴ Pro W3" pitchFamily="-108" charset="-128"/>
                <a:cs typeface="ヒラギノ角ゴ Pro W3" pitchFamily="-108" charset="-128"/>
              </a:rPr>
              <a:t>Row-major layout</a:t>
            </a:r>
          </a:p>
          <a:p>
            <a:pPr lvl="1"/>
            <a:r>
              <a:rPr lang="en-US" dirty="0">
                <a:ea typeface="ヒラギノ角ゴ Pro W3" pitchFamily="-108" charset="-128"/>
                <a:cs typeface="ヒラギノ角ゴ Pro W3" pitchFamily="-108" charset="-128"/>
              </a:rPr>
              <a:t>Image[j][</a:t>
            </a:r>
            <a:r>
              <a:rPr lang="en-US" dirty="0" err="1">
                <a:ea typeface="ヒラギノ角ゴ Pro W3" pitchFamily="-108" charset="-128"/>
                <a:cs typeface="ヒラギノ角ゴ Pro W3" pitchFamily="-108" charset="-128"/>
              </a:rPr>
              <a:t>i</a:t>
            </a:r>
            <a:r>
              <a:rPr lang="en-US" dirty="0">
                <a:ea typeface="ヒラギノ角ゴ Pro W3" pitchFamily="-108" charset="-128"/>
                <a:cs typeface="ヒラギノ角ゴ Pro W3" pitchFamily="-108" charset="-128"/>
              </a:rPr>
              <a:t>] = Image[j x width + </a:t>
            </a:r>
            <a:r>
              <a:rPr lang="en-US" dirty="0" err="1">
                <a:ea typeface="ヒラギノ角ゴ Pro W3" pitchFamily="-108" charset="-128"/>
                <a:cs typeface="ヒラギノ角ゴ Pro W3" pitchFamily="-108" charset="-128"/>
              </a:rPr>
              <a:t>i</a:t>
            </a:r>
            <a:r>
              <a:rPr lang="en-US" dirty="0">
                <a:ea typeface="ヒラギノ角ゴ Pro W3" pitchFamily="-108" charset="-128"/>
                <a:cs typeface="ヒラギノ角ゴ Pro W3" pitchFamily="-108" charset="-128"/>
              </a:rPr>
              <a:t>] </a:t>
            </a:r>
          </a:p>
        </p:txBody>
      </p:sp>
      <p:sp>
        <p:nvSpPr>
          <p:cNvPr id="9" name="CuadroTexto 8"/>
          <p:cNvSpPr txBox="1"/>
          <p:nvPr/>
        </p:nvSpPr>
        <p:spPr>
          <a:xfrm>
            <a:off x="2224030" y="4538176"/>
            <a:ext cx="2990610" cy="369332"/>
          </a:xfrm>
          <a:prstGeom prst="rect">
            <a:avLst/>
          </a:prstGeom>
          <a:noFill/>
        </p:spPr>
        <p:txBody>
          <a:bodyPr wrap="none" rtlCol="0">
            <a:spAutoFit/>
          </a:bodyPr>
          <a:lstStyle/>
          <a:p>
            <a:r>
              <a:rPr lang="en-US" dirty="0"/>
              <a:t>Image[0][1] = Image[0 x 8 + 1]</a:t>
            </a:r>
          </a:p>
        </p:txBody>
      </p:sp>
      <p:sp>
        <p:nvSpPr>
          <p:cNvPr id="10" name="CuadroTexto 9"/>
          <p:cNvSpPr txBox="1"/>
          <p:nvPr/>
        </p:nvSpPr>
        <p:spPr>
          <a:xfrm>
            <a:off x="2224030" y="5073251"/>
            <a:ext cx="2990610" cy="369332"/>
          </a:xfrm>
          <a:prstGeom prst="rect">
            <a:avLst/>
          </a:prstGeom>
          <a:noFill/>
        </p:spPr>
        <p:txBody>
          <a:bodyPr wrap="none" rtlCol="0">
            <a:spAutoFit/>
          </a:bodyPr>
          <a:lstStyle/>
          <a:p>
            <a:r>
              <a:rPr lang="en-US" dirty="0"/>
              <a:t>Image[1][2] = Image[1 x 8 + 2]</a:t>
            </a:r>
          </a:p>
        </p:txBody>
      </p:sp>
      <p:pic>
        <p:nvPicPr>
          <p:cNvPr id="6" name="Imagen 5" descr="heart_layout.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51" y="2847620"/>
            <a:ext cx="8920499" cy="1436892"/>
          </a:xfrm>
          <a:prstGeom prst="rect">
            <a:avLst/>
          </a:prstGeom>
        </p:spPr>
      </p:pic>
      <p:cxnSp>
        <p:nvCxnSpPr>
          <p:cNvPr id="8" name="Conector recto de flecha 7"/>
          <p:cNvCxnSpPr>
            <a:stCxn id="9" idx="1"/>
          </p:cNvCxnSpPr>
          <p:nvPr/>
        </p:nvCxnSpPr>
        <p:spPr>
          <a:xfrm flipH="1" flipV="1">
            <a:off x="323528" y="4221088"/>
            <a:ext cx="1900502" cy="501754"/>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2" name="Conector recto de flecha 11"/>
          <p:cNvCxnSpPr>
            <a:stCxn id="10" idx="1"/>
          </p:cNvCxnSpPr>
          <p:nvPr/>
        </p:nvCxnSpPr>
        <p:spPr>
          <a:xfrm flipH="1" flipV="1">
            <a:off x="1584028" y="4221089"/>
            <a:ext cx="640002" cy="1036828"/>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63</a:t>
            </a:fld>
            <a:endParaRPr lang="en-US" altLang="en-US"/>
          </a:p>
        </p:txBody>
      </p:sp>
      <p:grpSp>
        <p:nvGrpSpPr>
          <p:cNvPr id="11" name="Group 10"/>
          <p:cNvGrpSpPr/>
          <p:nvPr/>
        </p:nvGrpSpPr>
        <p:grpSpPr>
          <a:xfrm>
            <a:off x="-36512" y="4288270"/>
            <a:ext cx="1481496" cy="868922"/>
            <a:chOff x="-36512" y="4288270"/>
            <a:chExt cx="1481496" cy="868922"/>
          </a:xfrm>
        </p:grpSpPr>
        <p:sp>
          <p:nvSpPr>
            <p:cNvPr id="5" name="Left Brace 4"/>
            <p:cNvSpPr/>
            <p:nvPr/>
          </p:nvSpPr>
          <p:spPr>
            <a:xfrm rot="16200000">
              <a:off x="435788" y="3964234"/>
              <a:ext cx="499809" cy="1147882"/>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p:cNvSpPr txBox="1"/>
            <p:nvPr/>
          </p:nvSpPr>
          <p:spPr>
            <a:xfrm>
              <a:off x="-36512" y="4818638"/>
              <a:ext cx="1481496" cy="338554"/>
            </a:xfrm>
            <a:prstGeom prst="rect">
              <a:avLst/>
            </a:prstGeom>
            <a:noFill/>
          </p:spPr>
          <p:txBody>
            <a:bodyPr wrap="none" rtlCol="0">
              <a:spAutoFit/>
            </a:bodyPr>
            <a:lstStyle/>
            <a:p>
              <a:r>
                <a:rPr lang="en-US" sz="1600" dirty="0"/>
                <a:t>Stride </a:t>
              </a:r>
              <a:r>
                <a:rPr lang="en-US" sz="1600"/>
                <a:t>= width</a:t>
              </a:r>
            </a:p>
          </p:txBody>
        </p:sp>
      </p:grpSp>
    </p:spTree>
    <p:extLst>
      <p:ext uri="{BB962C8B-B14F-4D97-AF65-F5344CB8AC3E}">
        <p14:creationId xmlns:p14="http://schemas.microsoft.com/office/powerpoint/2010/main" val="9049721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Indexing and Memory Access: 1D Grid</a:t>
            </a:r>
          </a:p>
        </p:txBody>
      </p:sp>
      <p:sp>
        <p:nvSpPr>
          <p:cNvPr id="3" name="Marcador de contenido 2"/>
          <p:cNvSpPr>
            <a:spLocks noGrp="1"/>
          </p:cNvSpPr>
          <p:nvPr>
            <p:ph idx="1"/>
          </p:nvPr>
        </p:nvSpPr>
        <p:spPr/>
        <p:txBody>
          <a:bodyPr>
            <a:normAutofit/>
          </a:bodyPr>
          <a:lstStyle/>
          <a:p>
            <a:r>
              <a:rPr lang="en-US" dirty="0">
                <a:solidFill>
                  <a:srgbClr val="0000FF"/>
                </a:solidFill>
                <a:ea typeface="ヒラギノ角ゴ Pro W3" pitchFamily="-108" charset="-128"/>
                <a:cs typeface="ヒラギノ角ゴ Pro W3" pitchFamily="-108" charset="-128"/>
              </a:rPr>
              <a:t>One GPU thread per pixel</a:t>
            </a:r>
          </a:p>
          <a:p>
            <a:r>
              <a:rPr lang="en-US" dirty="0">
                <a:solidFill>
                  <a:srgbClr val="00B050"/>
                </a:solidFill>
                <a:ea typeface="ヒラギノ角ゴ Pro W3" pitchFamily="-108" charset="-128"/>
                <a:cs typeface="ヒラギノ角ゴ Pro W3" pitchFamily="-108" charset="-128"/>
              </a:rPr>
              <a:t>Grid of Blocks of Threads</a:t>
            </a:r>
          </a:p>
          <a:p>
            <a:pPr lvl="1"/>
            <a:r>
              <a:rPr lang="en-US" sz="1800" dirty="0" err="1">
                <a:latin typeface="Courier"/>
                <a:ea typeface="ヒラギノ角ゴ Pro W3" pitchFamily="-108" charset="-128"/>
                <a:cs typeface="Courier"/>
              </a:rPr>
              <a:t>gridDim.x</a:t>
            </a:r>
            <a:r>
              <a:rPr lang="en-US" sz="1800" dirty="0">
                <a:latin typeface="Courier"/>
                <a:ea typeface="ヒラギノ角ゴ Pro W3" pitchFamily="-108" charset="-128"/>
                <a:cs typeface="Courier"/>
              </a:rPr>
              <a:t>, </a:t>
            </a:r>
            <a:r>
              <a:rPr lang="en-US" sz="1800" dirty="0" err="1">
                <a:latin typeface="Courier"/>
                <a:ea typeface="ヒラギノ角ゴ Pro W3" pitchFamily="-108" charset="-128"/>
                <a:cs typeface="Courier"/>
              </a:rPr>
              <a:t>blockDim.x</a:t>
            </a:r>
            <a:endParaRPr lang="en-US" sz="1800" dirty="0">
              <a:latin typeface="Courier"/>
              <a:ea typeface="ヒラギノ角ゴ Pro W3" pitchFamily="-108" charset="-128"/>
              <a:cs typeface="Courier"/>
            </a:endParaRPr>
          </a:p>
          <a:p>
            <a:pPr lvl="1"/>
            <a:r>
              <a:rPr lang="en-US" sz="1800" dirty="0" err="1">
                <a:latin typeface="Courier"/>
                <a:ea typeface="ヒラギノ角ゴ Pro W3" pitchFamily="-108" charset="-128"/>
                <a:cs typeface="Courier"/>
              </a:rPr>
              <a:t>blockIdx.x</a:t>
            </a:r>
            <a:r>
              <a:rPr lang="en-US" sz="1800" dirty="0">
                <a:latin typeface="Courier"/>
                <a:ea typeface="ヒラギノ角ゴ Pro W3" pitchFamily="-108" charset="-128"/>
                <a:cs typeface="Courier"/>
              </a:rPr>
              <a:t>, </a:t>
            </a:r>
            <a:r>
              <a:rPr lang="en-US" sz="1800" dirty="0" err="1">
                <a:latin typeface="Courier"/>
                <a:ea typeface="ヒラギノ角ゴ Pro W3" pitchFamily="-108" charset="-128"/>
                <a:cs typeface="Courier"/>
              </a:rPr>
              <a:t>threadIdx.x</a:t>
            </a:r>
            <a:endParaRPr lang="en-US" sz="1800" dirty="0">
              <a:latin typeface="Courier"/>
              <a:ea typeface="ヒラギノ角ゴ Pro W3" pitchFamily="-108" charset="-128"/>
              <a:cs typeface="Courier"/>
            </a:endParaRPr>
          </a:p>
        </p:txBody>
      </p:sp>
      <p:pic>
        <p:nvPicPr>
          <p:cNvPr id="6" name="Imagen 5"/>
          <p:cNvPicPr>
            <a:picLocks noChangeAspect="1"/>
          </p:cNvPicPr>
          <p:nvPr/>
        </p:nvPicPr>
        <p:blipFill>
          <a:blip r:embed="rId3"/>
          <a:stretch>
            <a:fillRect/>
          </a:stretch>
        </p:blipFill>
        <p:spPr>
          <a:xfrm>
            <a:off x="3098800" y="2870659"/>
            <a:ext cx="2946400" cy="2946400"/>
          </a:xfrm>
          <a:prstGeom prst="rect">
            <a:avLst/>
          </a:prstGeom>
        </p:spPr>
      </p:pic>
      <p:pic>
        <p:nvPicPr>
          <p:cNvPr id="11" name="Imagen 10"/>
          <p:cNvPicPr>
            <a:picLocks noChangeAspect="1"/>
          </p:cNvPicPr>
          <p:nvPr/>
        </p:nvPicPr>
        <p:blipFill>
          <a:blip r:embed="rId4"/>
          <a:stretch>
            <a:fillRect/>
          </a:stretch>
        </p:blipFill>
        <p:spPr>
          <a:xfrm>
            <a:off x="3086100" y="2871640"/>
            <a:ext cx="2959100" cy="2959100"/>
          </a:xfrm>
          <a:prstGeom prst="rect">
            <a:avLst/>
          </a:prstGeom>
        </p:spPr>
      </p:pic>
      <p:pic>
        <p:nvPicPr>
          <p:cNvPr id="13" name="Imagen 12"/>
          <p:cNvPicPr>
            <a:picLocks noChangeAspect="1"/>
          </p:cNvPicPr>
          <p:nvPr/>
        </p:nvPicPr>
        <p:blipFill>
          <a:blip r:embed="rId5"/>
          <a:stretch>
            <a:fillRect/>
          </a:stretch>
        </p:blipFill>
        <p:spPr>
          <a:xfrm>
            <a:off x="6680195" y="3429000"/>
            <a:ext cx="1511300" cy="431800"/>
          </a:xfrm>
          <a:prstGeom prst="rect">
            <a:avLst/>
          </a:prstGeom>
        </p:spPr>
      </p:pic>
      <p:pic>
        <p:nvPicPr>
          <p:cNvPr id="14" name="Imagen 13"/>
          <p:cNvPicPr>
            <a:picLocks noChangeAspect="1"/>
          </p:cNvPicPr>
          <p:nvPr/>
        </p:nvPicPr>
        <p:blipFill>
          <a:blip r:embed="rId6"/>
          <a:stretch>
            <a:fillRect/>
          </a:stretch>
        </p:blipFill>
        <p:spPr>
          <a:xfrm>
            <a:off x="6680195" y="2714361"/>
            <a:ext cx="1498600" cy="1143000"/>
          </a:xfrm>
          <a:prstGeom prst="rect">
            <a:avLst/>
          </a:prstGeom>
        </p:spPr>
      </p:pic>
      <p:sp>
        <p:nvSpPr>
          <p:cNvPr id="15" name="CuadroTexto 14"/>
          <p:cNvSpPr txBox="1"/>
          <p:nvPr/>
        </p:nvSpPr>
        <p:spPr>
          <a:xfrm>
            <a:off x="3098800" y="2501327"/>
            <a:ext cx="856650" cy="369332"/>
          </a:xfrm>
          <a:prstGeom prst="rect">
            <a:avLst/>
          </a:prstGeom>
          <a:noFill/>
        </p:spPr>
        <p:txBody>
          <a:bodyPr wrap="none" rtlCol="0">
            <a:spAutoFit/>
          </a:bodyPr>
          <a:lstStyle/>
          <a:p>
            <a:r>
              <a:rPr lang="en-US" dirty="0"/>
              <a:t>Block 0</a:t>
            </a:r>
          </a:p>
        </p:txBody>
      </p:sp>
      <p:sp>
        <p:nvSpPr>
          <p:cNvPr id="16" name="CuadroTexto 15"/>
          <p:cNvSpPr txBox="1"/>
          <p:nvPr/>
        </p:nvSpPr>
        <p:spPr>
          <a:xfrm>
            <a:off x="6680195" y="3860800"/>
            <a:ext cx="856650" cy="369332"/>
          </a:xfrm>
          <a:prstGeom prst="rect">
            <a:avLst/>
          </a:prstGeom>
          <a:noFill/>
        </p:spPr>
        <p:txBody>
          <a:bodyPr wrap="none" rtlCol="0">
            <a:spAutoFit/>
          </a:bodyPr>
          <a:lstStyle/>
          <a:p>
            <a:r>
              <a:rPr lang="en-US" dirty="0"/>
              <a:t>Block 0</a:t>
            </a:r>
          </a:p>
        </p:txBody>
      </p:sp>
      <p:sp>
        <p:nvSpPr>
          <p:cNvPr id="17" name="CuadroTexto 16"/>
          <p:cNvSpPr txBox="1"/>
          <p:nvPr/>
        </p:nvSpPr>
        <p:spPr>
          <a:xfrm rot="16200000">
            <a:off x="6310862" y="2022303"/>
            <a:ext cx="1014784" cy="369332"/>
          </a:xfrm>
          <a:prstGeom prst="rect">
            <a:avLst/>
          </a:prstGeom>
          <a:noFill/>
        </p:spPr>
        <p:txBody>
          <a:bodyPr wrap="none" rtlCol="0">
            <a:spAutoFit/>
          </a:bodyPr>
          <a:lstStyle/>
          <a:p>
            <a:r>
              <a:rPr lang="en-US" dirty="0"/>
              <a:t>Thread 0</a:t>
            </a:r>
          </a:p>
        </p:txBody>
      </p:sp>
      <p:sp>
        <p:nvSpPr>
          <p:cNvPr id="18" name="CuadroTexto 17"/>
          <p:cNvSpPr txBox="1"/>
          <p:nvPr/>
        </p:nvSpPr>
        <p:spPr>
          <a:xfrm rot="16200000">
            <a:off x="6680195" y="2022303"/>
            <a:ext cx="1014784" cy="369332"/>
          </a:xfrm>
          <a:prstGeom prst="rect">
            <a:avLst/>
          </a:prstGeom>
          <a:noFill/>
        </p:spPr>
        <p:txBody>
          <a:bodyPr wrap="none" rtlCol="0">
            <a:spAutoFit/>
          </a:bodyPr>
          <a:lstStyle/>
          <a:p>
            <a:r>
              <a:rPr lang="en-US" dirty="0"/>
              <a:t>Thread 1</a:t>
            </a:r>
          </a:p>
        </p:txBody>
      </p:sp>
      <p:sp>
        <p:nvSpPr>
          <p:cNvPr id="19" name="CuadroTexto 18"/>
          <p:cNvSpPr txBox="1"/>
          <p:nvPr/>
        </p:nvSpPr>
        <p:spPr>
          <a:xfrm rot="16200000">
            <a:off x="7049527" y="2033062"/>
            <a:ext cx="1014784" cy="369332"/>
          </a:xfrm>
          <a:prstGeom prst="rect">
            <a:avLst/>
          </a:prstGeom>
          <a:noFill/>
        </p:spPr>
        <p:txBody>
          <a:bodyPr wrap="none" rtlCol="0">
            <a:spAutoFit/>
          </a:bodyPr>
          <a:lstStyle/>
          <a:p>
            <a:r>
              <a:rPr lang="en-US" dirty="0"/>
              <a:t>Thread 2</a:t>
            </a:r>
          </a:p>
        </p:txBody>
      </p:sp>
      <p:sp>
        <p:nvSpPr>
          <p:cNvPr id="20" name="CuadroTexto 19"/>
          <p:cNvSpPr txBox="1"/>
          <p:nvPr/>
        </p:nvSpPr>
        <p:spPr>
          <a:xfrm rot="16200000">
            <a:off x="7446058" y="2046716"/>
            <a:ext cx="1014784" cy="369332"/>
          </a:xfrm>
          <a:prstGeom prst="rect">
            <a:avLst/>
          </a:prstGeom>
          <a:noFill/>
        </p:spPr>
        <p:txBody>
          <a:bodyPr wrap="none" rtlCol="0">
            <a:spAutoFit/>
          </a:bodyPr>
          <a:lstStyle/>
          <a:p>
            <a:r>
              <a:rPr lang="en-US" dirty="0"/>
              <a:t>Thread 3</a:t>
            </a:r>
          </a:p>
        </p:txBody>
      </p:sp>
      <p:sp>
        <p:nvSpPr>
          <p:cNvPr id="21" name="CuadroTexto 20"/>
          <p:cNvSpPr txBox="1"/>
          <p:nvPr/>
        </p:nvSpPr>
        <p:spPr>
          <a:xfrm>
            <a:off x="458328" y="2489240"/>
            <a:ext cx="1593332" cy="338554"/>
          </a:xfrm>
          <a:prstGeom prst="rect">
            <a:avLst/>
          </a:prstGeom>
          <a:noFill/>
        </p:spPr>
        <p:txBody>
          <a:bodyPr wrap="square" rtlCol="0">
            <a:spAutoFit/>
          </a:bodyPr>
          <a:lstStyle/>
          <a:p>
            <a:r>
              <a:rPr lang="en-US" sz="1600" dirty="0" err="1">
                <a:latin typeface="Courier"/>
                <a:cs typeface="Courier"/>
              </a:rPr>
              <a:t>blockIdx.x</a:t>
            </a:r>
            <a:endParaRPr lang="en-US" sz="1600" dirty="0">
              <a:latin typeface="Courier"/>
              <a:cs typeface="Courier"/>
            </a:endParaRPr>
          </a:p>
        </p:txBody>
      </p:sp>
      <p:sp>
        <p:nvSpPr>
          <p:cNvPr id="22" name="CuadroTexto 21"/>
          <p:cNvSpPr txBox="1"/>
          <p:nvPr/>
        </p:nvSpPr>
        <p:spPr>
          <a:xfrm>
            <a:off x="458327" y="2874422"/>
            <a:ext cx="1737409" cy="338554"/>
          </a:xfrm>
          <a:prstGeom prst="rect">
            <a:avLst/>
          </a:prstGeom>
          <a:noFill/>
        </p:spPr>
        <p:txBody>
          <a:bodyPr wrap="square" rtlCol="0">
            <a:spAutoFit/>
          </a:bodyPr>
          <a:lstStyle/>
          <a:p>
            <a:r>
              <a:rPr lang="en-US" sz="1600" dirty="0" err="1">
                <a:latin typeface="Courier"/>
                <a:cs typeface="Courier"/>
              </a:rPr>
              <a:t>threadIdx.x</a:t>
            </a:r>
            <a:endParaRPr lang="en-US" sz="1600" dirty="0">
              <a:latin typeface="Courier"/>
              <a:cs typeface="Courier"/>
            </a:endParaRPr>
          </a:p>
        </p:txBody>
      </p:sp>
      <p:sp>
        <p:nvSpPr>
          <p:cNvPr id="23" name="CuadroTexto 22"/>
          <p:cNvSpPr txBox="1"/>
          <p:nvPr/>
        </p:nvSpPr>
        <p:spPr>
          <a:xfrm>
            <a:off x="251520" y="5498068"/>
            <a:ext cx="3096344" cy="523220"/>
          </a:xfrm>
          <a:prstGeom prst="rect">
            <a:avLst/>
          </a:prstGeom>
          <a:noFill/>
        </p:spPr>
        <p:txBody>
          <a:bodyPr wrap="square" rtlCol="0">
            <a:spAutoFit/>
          </a:bodyPr>
          <a:lstStyle/>
          <a:p>
            <a:r>
              <a:rPr lang="en-US" sz="1400" dirty="0" err="1">
                <a:latin typeface="Courier"/>
                <a:cs typeface="Courier"/>
              </a:rPr>
              <a:t>blockIdx.x</a:t>
            </a:r>
            <a:r>
              <a:rPr lang="en-US" sz="1400" dirty="0">
                <a:latin typeface="Courier"/>
                <a:cs typeface="Courier"/>
              </a:rPr>
              <a:t> * </a:t>
            </a:r>
            <a:r>
              <a:rPr lang="en-US" sz="1400" dirty="0" err="1">
                <a:latin typeface="Courier"/>
                <a:cs typeface="Courier"/>
              </a:rPr>
              <a:t>blockDim.x</a:t>
            </a:r>
            <a:r>
              <a:rPr lang="en-US" sz="1400" dirty="0">
                <a:latin typeface="Courier"/>
                <a:cs typeface="Courier"/>
              </a:rPr>
              <a:t> + </a:t>
            </a:r>
            <a:r>
              <a:rPr lang="en-US" sz="1400" dirty="0" err="1">
                <a:latin typeface="Courier"/>
                <a:cs typeface="Courier"/>
              </a:rPr>
              <a:t>threadIdx.x</a:t>
            </a:r>
            <a:endParaRPr lang="en-US" sz="1400" dirty="0">
              <a:latin typeface="Courier"/>
              <a:cs typeface="Courier"/>
            </a:endParaRPr>
          </a:p>
        </p:txBody>
      </p:sp>
      <p:sp>
        <p:nvSpPr>
          <p:cNvPr id="24" name="CuadroTexto 23"/>
          <p:cNvSpPr txBox="1"/>
          <p:nvPr/>
        </p:nvSpPr>
        <p:spPr>
          <a:xfrm>
            <a:off x="347121" y="5147900"/>
            <a:ext cx="2751679" cy="369332"/>
          </a:xfrm>
          <a:prstGeom prst="rect">
            <a:avLst/>
          </a:prstGeom>
          <a:noFill/>
        </p:spPr>
        <p:txBody>
          <a:bodyPr wrap="square" rtlCol="0">
            <a:spAutoFit/>
          </a:bodyPr>
          <a:lstStyle/>
          <a:p>
            <a:r>
              <a:rPr lang="en-US" dirty="0"/>
              <a:t>6 * 4 + 1 = 25</a:t>
            </a:r>
          </a:p>
        </p:txBody>
      </p:sp>
      <p:cxnSp>
        <p:nvCxnSpPr>
          <p:cNvPr id="25" name="Conector recto de flecha 24"/>
          <p:cNvCxnSpPr/>
          <p:nvPr/>
        </p:nvCxnSpPr>
        <p:spPr>
          <a:xfrm flipV="1">
            <a:off x="1979712" y="4230133"/>
            <a:ext cx="1679936" cy="999067"/>
          </a:xfrm>
          <a:prstGeom prst="straightConnector1">
            <a:avLst/>
          </a:prstGeom>
          <a:ln>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64</a:t>
            </a:fld>
            <a:endParaRPr lang="en-US" altLang="en-US"/>
          </a:p>
        </p:txBody>
      </p:sp>
    </p:spTree>
    <p:extLst>
      <p:ext uri="{BB962C8B-B14F-4D97-AF65-F5344CB8AC3E}">
        <p14:creationId xmlns:p14="http://schemas.microsoft.com/office/powerpoint/2010/main" val="36048284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9" grpId="0"/>
      <p:bldP spid="20" grpId="0"/>
      <p:bldP spid="21" grpId="0"/>
      <p:bldP spid="22" grpId="0"/>
      <p:bldP spid="23" grpId="0"/>
      <p:bldP spid="2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8600" y="152400"/>
            <a:ext cx="8610600" cy="845127"/>
          </a:xfrm>
        </p:spPr>
        <p:txBody>
          <a:bodyPr anchor="ctr" anchorCtr="0"/>
          <a:lstStyle/>
          <a:p>
            <a:r>
              <a:rPr lang="en-US" dirty="0"/>
              <a:t>Agenda for Today</a:t>
            </a:r>
          </a:p>
        </p:txBody>
      </p:sp>
      <p:sp>
        <p:nvSpPr>
          <p:cNvPr id="3" name="Marcador de contenido 2"/>
          <p:cNvSpPr>
            <a:spLocks noGrp="1"/>
          </p:cNvSpPr>
          <p:nvPr>
            <p:ph idx="1"/>
          </p:nvPr>
        </p:nvSpPr>
        <p:spPr/>
        <p:txBody>
          <a:bodyPr>
            <a:normAutofit/>
          </a:bodyPr>
          <a:lstStyle/>
          <a:p>
            <a:r>
              <a:rPr lang="en-US" dirty="0">
                <a:ea typeface="ヒラギノ角ゴ Pro W3" pitchFamily="-108" charset="-128"/>
                <a:cs typeface="ヒラギノ角ゴ Pro W3" pitchFamily="-108" charset="-128"/>
              </a:rPr>
              <a:t>Where is GPU? &amp; Key Message</a:t>
            </a:r>
          </a:p>
          <a:p>
            <a:pPr marL="0" indent="0">
              <a:buNone/>
            </a:pPr>
            <a:endParaRPr lang="en-US" dirty="0">
              <a:solidFill>
                <a:srgbClr val="0000FF"/>
              </a:solidFill>
              <a:ea typeface="ヒラギノ角ゴ Pro W3" pitchFamily="-108" charset="-128"/>
              <a:cs typeface="ヒラギノ角ゴ Pro W3" pitchFamily="-108" charset="-128"/>
            </a:endParaRPr>
          </a:p>
          <a:p>
            <a:r>
              <a:rPr lang="en-US" altLang="zh-CN" dirty="0">
                <a:ea typeface="ヒラギノ角ゴ Pro W3" pitchFamily="-108" charset="-128"/>
                <a:cs typeface="ヒラギノ角ゴ Pro W3" pitchFamily="-108" charset="-128"/>
              </a:rPr>
              <a:t>Hardware Execution Model</a:t>
            </a:r>
          </a:p>
          <a:p>
            <a:endParaRPr lang="en-US" dirty="0">
              <a:ea typeface="ヒラギノ角ゴ Pro W3" pitchFamily="-108" charset="-128"/>
              <a:cs typeface="ヒラギノ角ゴ Pro W3" pitchFamily="-108" charset="-128"/>
            </a:endParaRPr>
          </a:p>
          <a:p>
            <a:r>
              <a:rPr lang="en-US" dirty="0">
                <a:ea typeface="ヒラギノ角ゴ Pro W3" pitchFamily="-108" charset="-128"/>
              </a:rPr>
              <a:t>Programming Model</a:t>
            </a:r>
          </a:p>
          <a:p>
            <a:pPr lvl="1"/>
            <a:r>
              <a:rPr lang="en-US" dirty="0">
                <a:ea typeface="ヒラギノ角ゴ Pro W3" pitchFamily="-108" charset="-128"/>
                <a:cs typeface="ヒラギノ角ゴ Pro W3" pitchFamily="-108" charset="-128"/>
              </a:rPr>
              <a:t>SISD</a:t>
            </a:r>
            <a:r>
              <a:rPr lang="zh-CN" altLang="en-US" dirty="0">
                <a:ea typeface="ヒラギノ角ゴ Pro W3" pitchFamily="-108" charset="-128"/>
                <a:cs typeface="ヒラギノ角ゴ Pro W3" pitchFamily="-108" charset="-128"/>
              </a:rPr>
              <a:t> </a:t>
            </a:r>
            <a:r>
              <a:rPr lang="en-US" altLang="zh-CN" dirty="0">
                <a:ea typeface="ヒラギノ角ゴ Pro W3" pitchFamily="-108" charset="-128"/>
                <a:cs typeface="ヒラギノ角ゴ Pro W3" pitchFamily="-108" charset="-128"/>
              </a:rPr>
              <a:t>vs. SIMD vs. SPMD</a:t>
            </a:r>
          </a:p>
          <a:p>
            <a:pPr lvl="1"/>
            <a:r>
              <a:rPr lang="en-US" dirty="0">
                <a:ea typeface="ヒラギノ角ゴ Pro W3" pitchFamily="-108" charset="-128"/>
                <a:cs typeface="ヒラギノ角ゴ Pro W3" pitchFamily="-108" charset="-128"/>
              </a:rPr>
              <a:t>GPU Programming Example</a:t>
            </a:r>
          </a:p>
          <a:p>
            <a:pPr marL="344487" lvl="1" indent="0">
              <a:buNone/>
            </a:pPr>
            <a:endParaRPr lang="en-US" altLang="zh-CN" dirty="0">
              <a:ea typeface="ヒラギノ角ゴ Pro W3" pitchFamily="-108" charset="-128"/>
              <a:cs typeface="ヒラギノ角ゴ Pro W3" pitchFamily="-108" charset="-128"/>
            </a:endParaRPr>
          </a:p>
          <a:p>
            <a:pPr lvl="0">
              <a:buClr>
                <a:srgbClr val="CC9900"/>
              </a:buClr>
            </a:pPr>
            <a:r>
              <a:rPr lang="en-US" altLang="zh-CN" dirty="0">
                <a:solidFill>
                  <a:srgbClr val="000000"/>
                </a:solidFill>
                <a:ea typeface="ヒラギノ角ゴ Pro W3" pitchFamily="-108" charset="-128"/>
                <a:cs typeface="ヒラギノ角ゴ Pro W3" pitchFamily="-108" charset="-128"/>
              </a:rPr>
              <a:t>Advance</a:t>
            </a:r>
          </a:p>
          <a:p>
            <a:pPr lvl="1">
              <a:buClr>
                <a:srgbClr val="CC9900"/>
              </a:buClr>
            </a:pPr>
            <a:r>
              <a:rPr lang="en-US" altLang="zh-CN" dirty="0">
                <a:solidFill>
                  <a:srgbClr val="0432FF"/>
                </a:solidFill>
                <a:ea typeface="ヒラギノ角ゴ Pro W3" pitchFamily="-108" charset="-128"/>
                <a:cs typeface="ヒラギノ角ゴ Pro W3" pitchFamily="-108" charset="-128"/>
              </a:rPr>
              <a:t>SIMT (Hardware) &amp; Warp (Software)</a:t>
            </a:r>
          </a:p>
          <a:p>
            <a:pPr lvl="1"/>
            <a:endParaRPr lang="en-US" dirty="0">
              <a:ea typeface="ヒラギノ角ゴ Pro W3" pitchFamily="-108" charset="-128"/>
              <a:cs typeface="ヒラギノ角ゴ Pro W3" pitchFamily="-108" charset="-128"/>
            </a:endParaRPr>
          </a:p>
          <a:p>
            <a:pPr lvl="2"/>
            <a:endParaRPr lang="en-US" dirty="0">
              <a:ea typeface="ヒラギノ角ゴ Pro W3" pitchFamily="-108" charset="-128"/>
              <a:cs typeface="ヒラギノ角ゴ Pro W3" pitchFamily="-108" charset="-128"/>
            </a:endParaRP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65</a:t>
            </a:fld>
            <a:endParaRPr lang="en-US" altLang="en-US"/>
          </a:p>
        </p:txBody>
      </p:sp>
      <p:sp>
        <p:nvSpPr>
          <p:cNvPr id="5" name="Rectangle 4">
            <a:extLst>
              <a:ext uri="{FF2B5EF4-FFF2-40B4-BE49-F238E27FC236}">
                <a16:creationId xmlns:a16="http://schemas.microsoft.com/office/drawing/2014/main" id="{3EAB8116-126C-5648-BEF0-E6606F73B7C9}"/>
              </a:ext>
            </a:extLst>
          </p:cNvPr>
          <p:cNvSpPr>
            <a:spLocks noChangeArrowheads="1"/>
          </p:cNvSpPr>
          <p:nvPr/>
        </p:nvSpPr>
        <p:spPr bwMode="auto">
          <a:xfrm>
            <a:off x="609600" y="4800600"/>
            <a:ext cx="5029200" cy="444500"/>
          </a:xfrm>
          <a:prstGeom prst="rect">
            <a:avLst/>
          </a:prstGeom>
          <a:noFill/>
          <a:ln w="38100">
            <a:solidFill>
              <a:srgbClr val="FF0000"/>
            </a:solidFill>
            <a:miter lim="800000"/>
            <a:headEnd/>
            <a:tailEnd/>
          </a:ln>
          <a:effectLst>
            <a:outerShdw blurRad="63500" dist="23000" dir="5400000" rotWithShape="0">
              <a:srgbClr val="000000">
                <a:alpha val="34998"/>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Tahoma" charset="0"/>
              <a:ea typeface="ＭＳ Ｐゴシック" charset="-128"/>
              <a:cs typeface="+mn-cs"/>
            </a:endParaRPr>
          </a:p>
        </p:txBody>
      </p:sp>
    </p:spTree>
    <p:extLst>
      <p:ext uri="{BB962C8B-B14F-4D97-AF65-F5344CB8AC3E}">
        <p14:creationId xmlns:p14="http://schemas.microsoft.com/office/powerpoint/2010/main" val="2715672695"/>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BBD9C82C-F0B5-4A4B-BCA7-11F88EDA05B4}"/>
              </a:ext>
            </a:extLst>
          </p:cNvPr>
          <p:cNvSpPr>
            <a:spLocks noGrp="1"/>
          </p:cNvSpPr>
          <p:nvPr>
            <p:ph type="title"/>
          </p:nvPr>
        </p:nvSpPr>
        <p:spPr>
          <a:xfrm>
            <a:off x="432615" y="271408"/>
            <a:ext cx="9016467" cy="1066800"/>
          </a:xfrm>
        </p:spPr>
        <p:txBody>
          <a:bodyPr/>
          <a:lstStyle/>
          <a:p>
            <a:r>
              <a:rPr lang="en-US" altLang="en-US" sz="2800" dirty="0">
                <a:ea typeface="ＭＳ Ｐゴシック" panose="020B0600070205080204" pitchFamily="34" charset="-128"/>
              </a:rPr>
              <a:t>GPU: Programming Model vs. Hardware Execution Model</a:t>
            </a:r>
          </a:p>
        </p:txBody>
      </p:sp>
      <p:sp>
        <p:nvSpPr>
          <p:cNvPr id="48131" name="Slide Number Placeholder 3">
            <a:extLst>
              <a:ext uri="{FF2B5EF4-FFF2-40B4-BE49-F238E27FC236}">
                <a16:creationId xmlns:a16="http://schemas.microsoft.com/office/drawing/2014/main" id="{87C60E1E-8D42-434B-A93F-E05A2BC4EDF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CC74429-DF7E-2044-ADB1-24FE678BCABB}"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2" name="矩形 1">
            <a:extLst>
              <a:ext uri="{FF2B5EF4-FFF2-40B4-BE49-F238E27FC236}">
                <a16:creationId xmlns:a16="http://schemas.microsoft.com/office/drawing/2014/main" id="{8CEEACD0-A3BD-4B0B-A7F0-EB2BA96BA811}"/>
              </a:ext>
            </a:extLst>
          </p:cNvPr>
          <p:cNvSpPr/>
          <p:nvPr/>
        </p:nvSpPr>
        <p:spPr>
          <a:xfrm>
            <a:off x="533400" y="1252904"/>
            <a:ext cx="3461204" cy="400110"/>
          </a:xfrm>
          <a:prstGeom prst="rect">
            <a:avLst/>
          </a:prstGeom>
        </p:spPr>
        <p:txBody>
          <a:bodyPr wrap="none">
            <a:spAutoFit/>
          </a:bodyPr>
          <a:lstStyle/>
          <a:p>
            <a:r>
              <a:rPr lang="en-US" altLang="en-US" sz="2000" b="1" dirty="0">
                <a:solidFill>
                  <a:srgbClr val="0432FF"/>
                </a:solidFill>
              </a:rPr>
              <a:t>Hardware Execution Model</a:t>
            </a:r>
            <a:endParaRPr lang="zh-CN" altLang="en-US" sz="2000" b="1" dirty="0"/>
          </a:p>
        </p:txBody>
      </p:sp>
      <p:sp>
        <p:nvSpPr>
          <p:cNvPr id="4" name="矩形 3">
            <a:extLst>
              <a:ext uri="{FF2B5EF4-FFF2-40B4-BE49-F238E27FC236}">
                <a16:creationId xmlns:a16="http://schemas.microsoft.com/office/drawing/2014/main" id="{CFD28EF4-7A89-41B6-B14B-E7A6958D19AB}"/>
              </a:ext>
            </a:extLst>
          </p:cNvPr>
          <p:cNvSpPr/>
          <p:nvPr/>
        </p:nvSpPr>
        <p:spPr>
          <a:xfrm>
            <a:off x="5231131" y="1247350"/>
            <a:ext cx="3467744" cy="400110"/>
          </a:xfrm>
          <a:prstGeom prst="rect">
            <a:avLst/>
          </a:prstGeom>
        </p:spPr>
        <p:txBody>
          <a:bodyPr wrap="none">
            <a:spAutoFit/>
          </a:bodyPr>
          <a:lstStyle/>
          <a:p>
            <a:r>
              <a:rPr lang="en-US" altLang="en-US" sz="2000" b="1" dirty="0">
                <a:solidFill>
                  <a:srgbClr val="DA9100"/>
                </a:solidFill>
              </a:rPr>
              <a:t>CUDA Programming Model</a:t>
            </a:r>
            <a:endParaRPr lang="zh-CN" altLang="en-US" sz="2000" b="1" dirty="0">
              <a:solidFill>
                <a:srgbClr val="DA9100"/>
              </a:solidFill>
            </a:endParaRPr>
          </a:p>
        </p:txBody>
      </p:sp>
      <p:sp>
        <p:nvSpPr>
          <p:cNvPr id="6" name="矩形 5">
            <a:extLst>
              <a:ext uri="{FF2B5EF4-FFF2-40B4-BE49-F238E27FC236}">
                <a16:creationId xmlns:a16="http://schemas.microsoft.com/office/drawing/2014/main" id="{3B5FEB58-1294-4986-8FF5-01E6545A2605}"/>
              </a:ext>
            </a:extLst>
          </p:cNvPr>
          <p:cNvSpPr/>
          <p:nvPr/>
        </p:nvSpPr>
        <p:spPr>
          <a:xfrm>
            <a:off x="-76200" y="3715403"/>
            <a:ext cx="1676400" cy="646331"/>
          </a:xfrm>
          <a:prstGeom prst="rect">
            <a:avLst/>
          </a:prstGeom>
        </p:spPr>
        <p:txBody>
          <a:bodyPr wrap="square">
            <a:spAutoFit/>
          </a:bodyPr>
          <a:lstStyle/>
          <a:p>
            <a:pPr algn="ctr"/>
            <a:r>
              <a:rPr lang="en-US" altLang="zh-CN" b="1" dirty="0">
                <a:solidFill>
                  <a:srgbClr val="0432FF"/>
                </a:solidFill>
                <a:latin typeface="Arial Narrow" panose="020B0606020202030204" pitchFamily="34" charset="0"/>
              </a:rPr>
              <a:t>Streaming</a:t>
            </a:r>
          </a:p>
          <a:p>
            <a:pPr algn="ctr"/>
            <a:r>
              <a:rPr lang="en-US" altLang="zh-CN" b="1" dirty="0">
                <a:solidFill>
                  <a:srgbClr val="0432FF"/>
                </a:solidFill>
                <a:latin typeface="Arial Narrow" panose="020B0606020202030204" pitchFamily="34" charset="0"/>
              </a:rPr>
              <a:t> Multi-processor</a:t>
            </a:r>
            <a:endParaRPr lang="zh-CN" altLang="en-US" b="1" dirty="0">
              <a:solidFill>
                <a:srgbClr val="0432FF"/>
              </a:solidFill>
              <a:latin typeface="Arial Narrow" panose="020B0606020202030204" pitchFamily="34" charset="0"/>
            </a:endParaRPr>
          </a:p>
        </p:txBody>
      </p:sp>
      <p:sp>
        <p:nvSpPr>
          <p:cNvPr id="7" name="矩形 6">
            <a:extLst>
              <a:ext uri="{FF2B5EF4-FFF2-40B4-BE49-F238E27FC236}">
                <a16:creationId xmlns:a16="http://schemas.microsoft.com/office/drawing/2014/main" id="{2F3F56EF-2141-4640-BCA7-87075AB4EDE8}"/>
              </a:ext>
            </a:extLst>
          </p:cNvPr>
          <p:cNvSpPr/>
          <p:nvPr/>
        </p:nvSpPr>
        <p:spPr>
          <a:xfrm>
            <a:off x="235882" y="2356341"/>
            <a:ext cx="595035" cy="369332"/>
          </a:xfrm>
          <a:prstGeom prst="rect">
            <a:avLst/>
          </a:prstGeom>
        </p:spPr>
        <p:txBody>
          <a:bodyPr wrap="none">
            <a:spAutoFit/>
          </a:bodyPr>
          <a:lstStyle/>
          <a:p>
            <a:r>
              <a:rPr lang="en-US" altLang="zh-CN" b="1" dirty="0">
                <a:solidFill>
                  <a:srgbClr val="0432FF"/>
                </a:solidFill>
                <a:latin typeface="Arial Narrow" panose="020B0606020202030204" pitchFamily="34" charset="0"/>
              </a:rPr>
              <a:t>GPU</a:t>
            </a:r>
            <a:endParaRPr lang="zh-CN" altLang="en-US" b="1" dirty="0"/>
          </a:p>
        </p:txBody>
      </p:sp>
      <p:sp>
        <p:nvSpPr>
          <p:cNvPr id="26" name="矩形 25">
            <a:extLst>
              <a:ext uri="{FF2B5EF4-FFF2-40B4-BE49-F238E27FC236}">
                <a16:creationId xmlns:a16="http://schemas.microsoft.com/office/drawing/2014/main" id="{6B7B3CA0-4903-4E20-B2D6-DB01A9A3B095}"/>
              </a:ext>
            </a:extLst>
          </p:cNvPr>
          <p:cNvSpPr/>
          <p:nvPr/>
        </p:nvSpPr>
        <p:spPr>
          <a:xfrm>
            <a:off x="-84680" y="5355014"/>
            <a:ext cx="1676400" cy="369332"/>
          </a:xfrm>
          <a:prstGeom prst="rect">
            <a:avLst/>
          </a:prstGeom>
        </p:spPr>
        <p:txBody>
          <a:bodyPr wrap="square">
            <a:spAutoFit/>
          </a:bodyPr>
          <a:lstStyle/>
          <a:p>
            <a:pPr algn="ctr"/>
            <a:r>
              <a:rPr lang="en-US" altLang="zh-CN" b="1" dirty="0">
                <a:solidFill>
                  <a:srgbClr val="0432FF"/>
                </a:solidFill>
                <a:latin typeface="Arial Narrow" panose="020B0606020202030204" pitchFamily="34" charset="0"/>
              </a:rPr>
              <a:t>CUDA core</a:t>
            </a:r>
            <a:endParaRPr lang="zh-CN" altLang="en-US" b="1" dirty="0">
              <a:solidFill>
                <a:srgbClr val="0432FF"/>
              </a:solidFill>
              <a:latin typeface="Arial Narrow" panose="020B0606020202030204" pitchFamily="34" charset="0"/>
            </a:endParaRPr>
          </a:p>
        </p:txBody>
      </p:sp>
      <p:sp>
        <p:nvSpPr>
          <p:cNvPr id="29" name="矩形 28">
            <a:extLst>
              <a:ext uri="{FF2B5EF4-FFF2-40B4-BE49-F238E27FC236}">
                <a16:creationId xmlns:a16="http://schemas.microsoft.com/office/drawing/2014/main" id="{8457C965-2183-4857-BF96-A7811CAC1E02}"/>
              </a:ext>
            </a:extLst>
          </p:cNvPr>
          <p:cNvSpPr/>
          <p:nvPr/>
        </p:nvSpPr>
        <p:spPr>
          <a:xfrm>
            <a:off x="5103095" y="5324236"/>
            <a:ext cx="1040670" cy="400110"/>
          </a:xfrm>
          <a:prstGeom prst="rect">
            <a:avLst/>
          </a:prstGeom>
        </p:spPr>
        <p:txBody>
          <a:bodyPr wrap="none">
            <a:spAutoFit/>
          </a:bodyPr>
          <a:lstStyle/>
          <a:p>
            <a:r>
              <a:rPr lang="en-US" altLang="zh-CN" sz="2000" b="1" dirty="0">
                <a:solidFill>
                  <a:srgbClr val="DA9100"/>
                </a:solidFill>
              </a:rPr>
              <a:t>Thread</a:t>
            </a:r>
            <a:endParaRPr lang="zh-CN" altLang="en-US" sz="2000" b="1" dirty="0">
              <a:solidFill>
                <a:srgbClr val="DA9100"/>
              </a:solidFill>
            </a:endParaRPr>
          </a:p>
        </p:txBody>
      </p:sp>
      <p:sp>
        <p:nvSpPr>
          <p:cNvPr id="30" name="矩形 29">
            <a:extLst>
              <a:ext uri="{FF2B5EF4-FFF2-40B4-BE49-F238E27FC236}">
                <a16:creationId xmlns:a16="http://schemas.microsoft.com/office/drawing/2014/main" id="{4524620D-D2D5-49E6-A374-33D59F769410}"/>
              </a:ext>
            </a:extLst>
          </p:cNvPr>
          <p:cNvSpPr/>
          <p:nvPr/>
        </p:nvSpPr>
        <p:spPr>
          <a:xfrm>
            <a:off x="4541243" y="3874149"/>
            <a:ext cx="1781257" cy="400110"/>
          </a:xfrm>
          <a:prstGeom prst="rect">
            <a:avLst/>
          </a:prstGeom>
        </p:spPr>
        <p:txBody>
          <a:bodyPr wrap="none">
            <a:spAutoFit/>
          </a:bodyPr>
          <a:lstStyle/>
          <a:p>
            <a:r>
              <a:rPr lang="en-US" altLang="zh-CN" sz="2000" b="1" dirty="0">
                <a:solidFill>
                  <a:srgbClr val="DA9100"/>
                </a:solidFill>
              </a:rPr>
              <a:t>Thread block</a:t>
            </a:r>
            <a:endParaRPr lang="zh-CN" altLang="en-US" sz="2000" b="1" dirty="0">
              <a:solidFill>
                <a:srgbClr val="DA9100"/>
              </a:solidFill>
            </a:endParaRPr>
          </a:p>
        </p:txBody>
      </p:sp>
      <p:sp>
        <p:nvSpPr>
          <p:cNvPr id="34" name="矩形 33">
            <a:extLst>
              <a:ext uri="{FF2B5EF4-FFF2-40B4-BE49-F238E27FC236}">
                <a16:creationId xmlns:a16="http://schemas.microsoft.com/office/drawing/2014/main" id="{EF462E8C-B162-4637-87C7-FC355D4627E5}"/>
              </a:ext>
            </a:extLst>
          </p:cNvPr>
          <p:cNvSpPr/>
          <p:nvPr/>
        </p:nvSpPr>
        <p:spPr>
          <a:xfrm>
            <a:off x="5069444" y="2385681"/>
            <a:ext cx="710451" cy="400110"/>
          </a:xfrm>
          <a:prstGeom prst="rect">
            <a:avLst/>
          </a:prstGeom>
        </p:spPr>
        <p:txBody>
          <a:bodyPr wrap="none">
            <a:spAutoFit/>
          </a:bodyPr>
          <a:lstStyle/>
          <a:p>
            <a:r>
              <a:rPr lang="en-US" altLang="zh-CN" sz="2000" b="1" dirty="0">
                <a:solidFill>
                  <a:srgbClr val="DA9100"/>
                </a:solidFill>
              </a:rPr>
              <a:t>Grid</a:t>
            </a:r>
            <a:endParaRPr lang="zh-CN" altLang="en-US" sz="2000" b="1" dirty="0">
              <a:solidFill>
                <a:srgbClr val="DA9100"/>
              </a:solidFill>
            </a:endParaRPr>
          </a:p>
        </p:txBody>
      </p:sp>
      <p:sp>
        <p:nvSpPr>
          <p:cNvPr id="28" name="object 3">
            <a:extLst>
              <a:ext uri="{FF2B5EF4-FFF2-40B4-BE49-F238E27FC236}">
                <a16:creationId xmlns:a16="http://schemas.microsoft.com/office/drawing/2014/main" id="{9DBE948D-F8A9-4325-B41C-0C319648D331}"/>
              </a:ext>
            </a:extLst>
          </p:cNvPr>
          <p:cNvSpPr/>
          <p:nvPr/>
        </p:nvSpPr>
        <p:spPr>
          <a:xfrm>
            <a:off x="2141664" y="5467202"/>
            <a:ext cx="315595" cy="169545"/>
          </a:xfrm>
          <a:custGeom>
            <a:avLst/>
            <a:gdLst/>
            <a:ahLst/>
            <a:cxnLst/>
            <a:rect l="l" t="t" r="r" b="b"/>
            <a:pathLst>
              <a:path w="315595" h="169544">
                <a:moveTo>
                  <a:pt x="0" y="169163"/>
                </a:moveTo>
                <a:lnTo>
                  <a:pt x="315467" y="169163"/>
                </a:lnTo>
                <a:lnTo>
                  <a:pt x="315467" y="0"/>
                </a:lnTo>
                <a:lnTo>
                  <a:pt x="0" y="0"/>
                </a:lnTo>
                <a:lnTo>
                  <a:pt x="0" y="169163"/>
                </a:lnTo>
                <a:close/>
              </a:path>
            </a:pathLst>
          </a:custGeom>
          <a:solidFill>
            <a:srgbClr val="FD7E00"/>
          </a:solidFill>
        </p:spPr>
        <p:txBody>
          <a:bodyPr wrap="square" lIns="0" tIns="0" rIns="0" bIns="0" rtlCol="0"/>
          <a:lstStyle/>
          <a:p>
            <a:endParaRPr/>
          </a:p>
        </p:txBody>
      </p:sp>
      <p:sp>
        <p:nvSpPr>
          <p:cNvPr id="31" name="object 18">
            <a:extLst>
              <a:ext uri="{FF2B5EF4-FFF2-40B4-BE49-F238E27FC236}">
                <a16:creationId xmlns:a16="http://schemas.microsoft.com/office/drawing/2014/main" id="{8661DBCB-485C-429F-B659-BBE27F9AE3B3}"/>
              </a:ext>
            </a:extLst>
          </p:cNvPr>
          <p:cNvSpPr/>
          <p:nvPr/>
        </p:nvSpPr>
        <p:spPr>
          <a:xfrm>
            <a:off x="2023901" y="3562552"/>
            <a:ext cx="609600" cy="1085215"/>
          </a:xfrm>
          <a:custGeom>
            <a:avLst/>
            <a:gdLst/>
            <a:ahLst/>
            <a:cxnLst/>
            <a:rect l="l" t="t" r="r" b="b"/>
            <a:pathLst>
              <a:path w="609600" h="1085214">
                <a:moveTo>
                  <a:pt x="0" y="1085088"/>
                </a:moveTo>
                <a:lnTo>
                  <a:pt x="609600" y="1085088"/>
                </a:lnTo>
                <a:lnTo>
                  <a:pt x="609600" y="0"/>
                </a:lnTo>
                <a:lnTo>
                  <a:pt x="0" y="0"/>
                </a:lnTo>
                <a:lnTo>
                  <a:pt x="0" y="1085088"/>
                </a:lnTo>
                <a:close/>
              </a:path>
            </a:pathLst>
          </a:custGeom>
          <a:solidFill>
            <a:srgbClr val="C0C0C0"/>
          </a:solidFill>
        </p:spPr>
        <p:txBody>
          <a:bodyPr wrap="square" lIns="0" tIns="0" rIns="0" bIns="0" rtlCol="0"/>
          <a:lstStyle/>
          <a:p>
            <a:endParaRPr/>
          </a:p>
        </p:txBody>
      </p:sp>
      <p:sp>
        <p:nvSpPr>
          <p:cNvPr id="32" name="object 19">
            <a:extLst>
              <a:ext uri="{FF2B5EF4-FFF2-40B4-BE49-F238E27FC236}">
                <a16:creationId xmlns:a16="http://schemas.microsoft.com/office/drawing/2014/main" id="{5BB3D1F9-521E-4E46-A355-0A55103D98D8}"/>
              </a:ext>
            </a:extLst>
          </p:cNvPr>
          <p:cNvSpPr/>
          <p:nvPr/>
        </p:nvSpPr>
        <p:spPr>
          <a:xfrm>
            <a:off x="2023901" y="3562552"/>
            <a:ext cx="609600" cy="1085215"/>
          </a:xfrm>
          <a:custGeom>
            <a:avLst/>
            <a:gdLst/>
            <a:ahLst/>
            <a:cxnLst/>
            <a:rect l="l" t="t" r="r" b="b"/>
            <a:pathLst>
              <a:path w="609600" h="1085214">
                <a:moveTo>
                  <a:pt x="0" y="1085088"/>
                </a:moveTo>
                <a:lnTo>
                  <a:pt x="609600" y="1085088"/>
                </a:lnTo>
                <a:lnTo>
                  <a:pt x="609600" y="0"/>
                </a:lnTo>
                <a:lnTo>
                  <a:pt x="0" y="0"/>
                </a:lnTo>
                <a:lnTo>
                  <a:pt x="0" y="1085088"/>
                </a:lnTo>
                <a:close/>
              </a:path>
            </a:pathLst>
          </a:custGeom>
          <a:ln w="12700">
            <a:solidFill>
              <a:srgbClr val="000000"/>
            </a:solidFill>
          </a:ln>
        </p:spPr>
        <p:txBody>
          <a:bodyPr wrap="square" lIns="0" tIns="0" rIns="0" bIns="0" rtlCol="0"/>
          <a:lstStyle/>
          <a:p>
            <a:endParaRPr/>
          </a:p>
        </p:txBody>
      </p:sp>
      <p:sp>
        <p:nvSpPr>
          <p:cNvPr id="35" name="object 20">
            <a:extLst>
              <a:ext uri="{FF2B5EF4-FFF2-40B4-BE49-F238E27FC236}">
                <a16:creationId xmlns:a16="http://schemas.microsoft.com/office/drawing/2014/main" id="{411B5995-D6E8-4A38-AF86-C109A84992EA}"/>
              </a:ext>
            </a:extLst>
          </p:cNvPr>
          <p:cNvSpPr/>
          <p:nvPr/>
        </p:nvSpPr>
        <p:spPr>
          <a:xfrm>
            <a:off x="2093751" y="3598874"/>
            <a:ext cx="206248" cy="498855"/>
          </a:xfrm>
          <a:prstGeom prst="rect">
            <a:avLst/>
          </a:prstGeom>
          <a:blipFill>
            <a:blip r:embed="rId3" cstate="print"/>
            <a:stretch>
              <a:fillRect/>
            </a:stretch>
          </a:blipFill>
        </p:spPr>
        <p:txBody>
          <a:bodyPr wrap="square" lIns="0" tIns="0" rIns="0" bIns="0" rtlCol="0"/>
          <a:lstStyle/>
          <a:p>
            <a:endParaRPr/>
          </a:p>
        </p:txBody>
      </p:sp>
      <p:sp>
        <p:nvSpPr>
          <p:cNvPr id="36" name="object 21">
            <a:extLst>
              <a:ext uri="{FF2B5EF4-FFF2-40B4-BE49-F238E27FC236}">
                <a16:creationId xmlns:a16="http://schemas.microsoft.com/office/drawing/2014/main" id="{6B59889B-9CBA-4DDF-9BBF-1067279A0817}"/>
              </a:ext>
            </a:extLst>
          </p:cNvPr>
          <p:cNvSpPr/>
          <p:nvPr/>
        </p:nvSpPr>
        <p:spPr>
          <a:xfrm>
            <a:off x="2342163" y="3598874"/>
            <a:ext cx="206248" cy="498855"/>
          </a:xfrm>
          <a:prstGeom prst="rect">
            <a:avLst/>
          </a:prstGeom>
          <a:blipFill>
            <a:blip r:embed="rId3" cstate="print"/>
            <a:stretch>
              <a:fillRect/>
            </a:stretch>
          </a:blipFill>
        </p:spPr>
        <p:txBody>
          <a:bodyPr wrap="square" lIns="0" tIns="0" rIns="0" bIns="0" rtlCol="0"/>
          <a:lstStyle/>
          <a:p>
            <a:endParaRPr/>
          </a:p>
        </p:txBody>
      </p:sp>
      <p:sp>
        <p:nvSpPr>
          <p:cNvPr id="37" name="object 22">
            <a:extLst>
              <a:ext uri="{FF2B5EF4-FFF2-40B4-BE49-F238E27FC236}">
                <a16:creationId xmlns:a16="http://schemas.microsoft.com/office/drawing/2014/main" id="{9F7E869E-F569-4273-941E-41E3DD3666A5}"/>
              </a:ext>
            </a:extLst>
          </p:cNvPr>
          <p:cNvSpPr/>
          <p:nvPr/>
        </p:nvSpPr>
        <p:spPr>
          <a:xfrm>
            <a:off x="2100101" y="4147768"/>
            <a:ext cx="441959" cy="100965"/>
          </a:xfrm>
          <a:custGeom>
            <a:avLst/>
            <a:gdLst/>
            <a:ahLst/>
            <a:cxnLst/>
            <a:rect l="l" t="t" r="r" b="b"/>
            <a:pathLst>
              <a:path w="441960" h="100964">
                <a:moveTo>
                  <a:pt x="0" y="100583"/>
                </a:moveTo>
                <a:lnTo>
                  <a:pt x="441960" y="100583"/>
                </a:lnTo>
                <a:lnTo>
                  <a:pt x="441960" y="0"/>
                </a:lnTo>
                <a:lnTo>
                  <a:pt x="0" y="0"/>
                </a:lnTo>
                <a:lnTo>
                  <a:pt x="0" y="100583"/>
                </a:lnTo>
                <a:close/>
              </a:path>
            </a:pathLst>
          </a:custGeom>
          <a:solidFill>
            <a:srgbClr val="008080"/>
          </a:solidFill>
        </p:spPr>
        <p:txBody>
          <a:bodyPr wrap="square" lIns="0" tIns="0" rIns="0" bIns="0" rtlCol="0"/>
          <a:lstStyle/>
          <a:p>
            <a:endParaRPr/>
          </a:p>
        </p:txBody>
      </p:sp>
      <p:sp>
        <p:nvSpPr>
          <p:cNvPr id="38" name="object 23">
            <a:extLst>
              <a:ext uri="{FF2B5EF4-FFF2-40B4-BE49-F238E27FC236}">
                <a16:creationId xmlns:a16="http://schemas.microsoft.com/office/drawing/2014/main" id="{3B6E0AE9-1708-4840-995C-8B7556716EDA}"/>
              </a:ext>
            </a:extLst>
          </p:cNvPr>
          <p:cNvSpPr/>
          <p:nvPr/>
        </p:nvSpPr>
        <p:spPr>
          <a:xfrm>
            <a:off x="2100101" y="4147768"/>
            <a:ext cx="441959" cy="100965"/>
          </a:xfrm>
          <a:custGeom>
            <a:avLst/>
            <a:gdLst/>
            <a:ahLst/>
            <a:cxnLst/>
            <a:rect l="l" t="t" r="r" b="b"/>
            <a:pathLst>
              <a:path w="441960" h="100964">
                <a:moveTo>
                  <a:pt x="0" y="100583"/>
                </a:moveTo>
                <a:lnTo>
                  <a:pt x="441960" y="100583"/>
                </a:lnTo>
                <a:lnTo>
                  <a:pt x="441960" y="0"/>
                </a:lnTo>
                <a:lnTo>
                  <a:pt x="0" y="0"/>
                </a:lnTo>
                <a:lnTo>
                  <a:pt x="0" y="100583"/>
                </a:lnTo>
                <a:close/>
              </a:path>
            </a:pathLst>
          </a:custGeom>
          <a:ln w="12700">
            <a:solidFill>
              <a:srgbClr val="000000"/>
            </a:solidFill>
          </a:ln>
        </p:spPr>
        <p:txBody>
          <a:bodyPr wrap="square" lIns="0" tIns="0" rIns="0" bIns="0" rtlCol="0"/>
          <a:lstStyle/>
          <a:p>
            <a:endParaRPr/>
          </a:p>
        </p:txBody>
      </p:sp>
      <p:sp>
        <p:nvSpPr>
          <p:cNvPr id="39" name="object 24">
            <a:extLst>
              <a:ext uri="{FF2B5EF4-FFF2-40B4-BE49-F238E27FC236}">
                <a16:creationId xmlns:a16="http://schemas.microsoft.com/office/drawing/2014/main" id="{D29EB12E-337C-4528-9335-1BAF82546182}"/>
              </a:ext>
            </a:extLst>
          </p:cNvPr>
          <p:cNvSpPr/>
          <p:nvPr/>
        </p:nvSpPr>
        <p:spPr>
          <a:xfrm>
            <a:off x="2106196" y="4312359"/>
            <a:ext cx="443865" cy="271780"/>
          </a:xfrm>
          <a:custGeom>
            <a:avLst/>
            <a:gdLst/>
            <a:ahLst/>
            <a:cxnLst/>
            <a:rect l="l" t="t" r="r" b="b"/>
            <a:pathLst>
              <a:path w="443864" h="271779">
                <a:moveTo>
                  <a:pt x="0" y="271271"/>
                </a:moveTo>
                <a:lnTo>
                  <a:pt x="443484" y="271271"/>
                </a:lnTo>
                <a:lnTo>
                  <a:pt x="443484" y="0"/>
                </a:lnTo>
                <a:lnTo>
                  <a:pt x="0" y="0"/>
                </a:lnTo>
                <a:lnTo>
                  <a:pt x="0" y="271271"/>
                </a:lnTo>
                <a:close/>
              </a:path>
            </a:pathLst>
          </a:custGeom>
          <a:solidFill>
            <a:srgbClr val="99CC00"/>
          </a:solidFill>
        </p:spPr>
        <p:txBody>
          <a:bodyPr wrap="square" lIns="0" tIns="0" rIns="0" bIns="0" rtlCol="0"/>
          <a:lstStyle/>
          <a:p>
            <a:endParaRPr/>
          </a:p>
        </p:txBody>
      </p:sp>
      <p:sp>
        <p:nvSpPr>
          <p:cNvPr id="40" name="object 25">
            <a:extLst>
              <a:ext uri="{FF2B5EF4-FFF2-40B4-BE49-F238E27FC236}">
                <a16:creationId xmlns:a16="http://schemas.microsoft.com/office/drawing/2014/main" id="{580CA4CD-5D34-4305-8B88-0762803F6184}"/>
              </a:ext>
            </a:extLst>
          </p:cNvPr>
          <p:cNvSpPr/>
          <p:nvPr/>
        </p:nvSpPr>
        <p:spPr>
          <a:xfrm>
            <a:off x="2106196" y="4312359"/>
            <a:ext cx="443865" cy="271780"/>
          </a:xfrm>
          <a:custGeom>
            <a:avLst/>
            <a:gdLst/>
            <a:ahLst/>
            <a:cxnLst/>
            <a:rect l="l" t="t" r="r" b="b"/>
            <a:pathLst>
              <a:path w="443864" h="271779">
                <a:moveTo>
                  <a:pt x="0" y="271271"/>
                </a:moveTo>
                <a:lnTo>
                  <a:pt x="443484" y="271271"/>
                </a:lnTo>
                <a:lnTo>
                  <a:pt x="443484" y="0"/>
                </a:lnTo>
                <a:lnTo>
                  <a:pt x="0" y="0"/>
                </a:lnTo>
                <a:lnTo>
                  <a:pt x="0" y="271271"/>
                </a:lnTo>
                <a:close/>
              </a:path>
            </a:pathLst>
          </a:custGeom>
          <a:ln w="12700">
            <a:solidFill>
              <a:srgbClr val="000000"/>
            </a:solidFill>
          </a:ln>
        </p:spPr>
        <p:txBody>
          <a:bodyPr wrap="square" lIns="0" tIns="0" rIns="0" bIns="0" rtlCol="0"/>
          <a:lstStyle/>
          <a:p>
            <a:endParaRPr/>
          </a:p>
        </p:txBody>
      </p:sp>
      <p:sp>
        <p:nvSpPr>
          <p:cNvPr id="41" name="object 30">
            <a:extLst>
              <a:ext uri="{FF2B5EF4-FFF2-40B4-BE49-F238E27FC236}">
                <a16:creationId xmlns:a16="http://schemas.microsoft.com/office/drawing/2014/main" id="{B1BC3403-1854-4704-8BB5-98E00BAAF0C0}"/>
              </a:ext>
            </a:extLst>
          </p:cNvPr>
          <p:cNvSpPr/>
          <p:nvPr/>
        </p:nvSpPr>
        <p:spPr>
          <a:xfrm>
            <a:off x="1321464" y="2199014"/>
            <a:ext cx="978535" cy="822960"/>
          </a:xfrm>
          <a:custGeom>
            <a:avLst/>
            <a:gdLst/>
            <a:ahLst/>
            <a:cxnLst/>
            <a:rect l="l" t="t" r="r" b="b"/>
            <a:pathLst>
              <a:path w="978535" h="822960">
                <a:moveTo>
                  <a:pt x="0" y="822960"/>
                </a:moveTo>
                <a:lnTo>
                  <a:pt x="978408" y="822960"/>
                </a:lnTo>
                <a:lnTo>
                  <a:pt x="978408" y="0"/>
                </a:lnTo>
                <a:lnTo>
                  <a:pt x="0" y="0"/>
                </a:lnTo>
                <a:lnTo>
                  <a:pt x="0" y="822960"/>
                </a:lnTo>
                <a:close/>
              </a:path>
            </a:pathLst>
          </a:custGeom>
          <a:solidFill>
            <a:srgbClr val="808080"/>
          </a:solidFill>
        </p:spPr>
        <p:txBody>
          <a:bodyPr wrap="square" lIns="0" tIns="0" rIns="0" bIns="0" rtlCol="0"/>
          <a:lstStyle/>
          <a:p>
            <a:endParaRPr/>
          </a:p>
        </p:txBody>
      </p:sp>
      <p:sp>
        <p:nvSpPr>
          <p:cNvPr id="42" name="object 31">
            <a:extLst>
              <a:ext uri="{FF2B5EF4-FFF2-40B4-BE49-F238E27FC236}">
                <a16:creationId xmlns:a16="http://schemas.microsoft.com/office/drawing/2014/main" id="{2A79FC49-D5B9-4D5C-9B99-528823FC42D5}"/>
              </a:ext>
            </a:extLst>
          </p:cNvPr>
          <p:cNvSpPr/>
          <p:nvPr/>
        </p:nvSpPr>
        <p:spPr>
          <a:xfrm>
            <a:off x="1351944" y="2333126"/>
            <a:ext cx="280670" cy="658495"/>
          </a:xfrm>
          <a:custGeom>
            <a:avLst/>
            <a:gdLst/>
            <a:ahLst/>
            <a:cxnLst/>
            <a:rect l="l" t="t" r="r" b="b"/>
            <a:pathLst>
              <a:path w="280670" h="658495">
                <a:moveTo>
                  <a:pt x="0" y="658368"/>
                </a:moveTo>
                <a:lnTo>
                  <a:pt x="280416" y="658368"/>
                </a:lnTo>
                <a:lnTo>
                  <a:pt x="280416" y="0"/>
                </a:lnTo>
                <a:lnTo>
                  <a:pt x="0" y="0"/>
                </a:lnTo>
                <a:lnTo>
                  <a:pt x="0" y="658368"/>
                </a:lnTo>
                <a:close/>
              </a:path>
            </a:pathLst>
          </a:custGeom>
          <a:solidFill>
            <a:srgbClr val="C0C0C0"/>
          </a:solidFill>
        </p:spPr>
        <p:txBody>
          <a:bodyPr wrap="square" lIns="0" tIns="0" rIns="0" bIns="0" rtlCol="0"/>
          <a:lstStyle/>
          <a:p>
            <a:endParaRPr/>
          </a:p>
        </p:txBody>
      </p:sp>
      <p:sp>
        <p:nvSpPr>
          <p:cNvPr id="43" name="object 32">
            <a:extLst>
              <a:ext uri="{FF2B5EF4-FFF2-40B4-BE49-F238E27FC236}">
                <a16:creationId xmlns:a16="http://schemas.microsoft.com/office/drawing/2014/main" id="{DDC125F8-55ED-4EA8-B19F-2703B3D2D75B}"/>
              </a:ext>
            </a:extLst>
          </p:cNvPr>
          <p:cNvSpPr/>
          <p:nvPr/>
        </p:nvSpPr>
        <p:spPr>
          <a:xfrm>
            <a:off x="1351944" y="2333126"/>
            <a:ext cx="280670" cy="658495"/>
          </a:xfrm>
          <a:custGeom>
            <a:avLst/>
            <a:gdLst/>
            <a:ahLst/>
            <a:cxnLst/>
            <a:rect l="l" t="t" r="r" b="b"/>
            <a:pathLst>
              <a:path w="280670" h="658495">
                <a:moveTo>
                  <a:pt x="0" y="658368"/>
                </a:moveTo>
                <a:lnTo>
                  <a:pt x="280416" y="658368"/>
                </a:lnTo>
                <a:lnTo>
                  <a:pt x="280416" y="0"/>
                </a:lnTo>
                <a:lnTo>
                  <a:pt x="0" y="0"/>
                </a:lnTo>
                <a:lnTo>
                  <a:pt x="0" y="658368"/>
                </a:lnTo>
                <a:close/>
              </a:path>
            </a:pathLst>
          </a:custGeom>
          <a:ln w="12699">
            <a:solidFill>
              <a:srgbClr val="000000"/>
            </a:solidFill>
          </a:ln>
        </p:spPr>
        <p:txBody>
          <a:bodyPr wrap="square" lIns="0" tIns="0" rIns="0" bIns="0" rtlCol="0"/>
          <a:lstStyle/>
          <a:p>
            <a:endParaRPr/>
          </a:p>
        </p:txBody>
      </p:sp>
      <p:sp>
        <p:nvSpPr>
          <p:cNvPr id="44" name="object 33">
            <a:extLst>
              <a:ext uri="{FF2B5EF4-FFF2-40B4-BE49-F238E27FC236}">
                <a16:creationId xmlns:a16="http://schemas.microsoft.com/office/drawing/2014/main" id="{340CC6C5-DB86-4200-8C4F-541B19A5BA5D}"/>
              </a:ext>
            </a:extLst>
          </p:cNvPr>
          <p:cNvSpPr/>
          <p:nvPr/>
        </p:nvSpPr>
        <p:spPr>
          <a:xfrm>
            <a:off x="1382170" y="2352683"/>
            <a:ext cx="215392" cy="306831"/>
          </a:xfrm>
          <a:prstGeom prst="rect">
            <a:avLst/>
          </a:prstGeom>
          <a:blipFill>
            <a:blip r:embed="rId4" cstate="print"/>
            <a:stretch>
              <a:fillRect/>
            </a:stretch>
          </a:blipFill>
        </p:spPr>
        <p:txBody>
          <a:bodyPr wrap="square" lIns="0" tIns="0" rIns="0" bIns="0" rtlCol="0"/>
          <a:lstStyle/>
          <a:p>
            <a:endParaRPr/>
          </a:p>
        </p:txBody>
      </p:sp>
      <p:sp>
        <p:nvSpPr>
          <p:cNvPr id="45" name="object 34">
            <a:extLst>
              <a:ext uri="{FF2B5EF4-FFF2-40B4-BE49-F238E27FC236}">
                <a16:creationId xmlns:a16="http://schemas.microsoft.com/office/drawing/2014/main" id="{6506BF91-B353-41CD-95ED-EABD1B9DDEC0}"/>
              </a:ext>
            </a:extLst>
          </p:cNvPr>
          <p:cNvSpPr/>
          <p:nvPr/>
        </p:nvSpPr>
        <p:spPr>
          <a:xfrm>
            <a:off x="1388520" y="2718697"/>
            <a:ext cx="203200" cy="0"/>
          </a:xfrm>
          <a:custGeom>
            <a:avLst/>
            <a:gdLst/>
            <a:ahLst/>
            <a:cxnLst/>
            <a:rect l="l" t="t" r="r" b="b"/>
            <a:pathLst>
              <a:path w="203200">
                <a:moveTo>
                  <a:pt x="0" y="0"/>
                </a:moveTo>
                <a:lnTo>
                  <a:pt x="202692" y="0"/>
                </a:lnTo>
              </a:path>
            </a:pathLst>
          </a:custGeom>
          <a:ln w="60959">
            <a:solidFill>
              <a:srgbClr val="008080"/>
            </a:solidFill>
          </a:ln>
        </p:spPr>
        <p:txBody>
          <a:bodyPr wrap="square" lIns="0" tIns="0" rIns="0" bIns="0" rtlCol="0"/>
          <a:lstStyle/>
          <a:p>
            <a:endParaRPr/>
          </a:p>
        </p:txBody>
      </p:sp>
      <p:sp>
        <p:nvSpPr>
          <p:cNvPr id="46" name="object 35">
            <a:extLst>
              <a:ext uri="{FF2B5EF4-FFF2-40B4-BE49-F238E27FC236}">
                <a16:creationId xmlns:a16="http://schemas.microsoft.com/office/drawing/2014/main" id="{0030A1B3-3469-47E6-A486-49BFE726E378}"/>
              </a:ext>
            </a:extLst>
          </p:cNvPr>
          <p:cNvSpPr/>
          <p:nvPr/>
        </p:nvSpPr>
        <p:spPr>
          <a:xfrm>
            <a:off x="1388520" y="2688218"/>
            <a:ext cx="203200" cy="60960"/>
          </a:xfrm>
          <a:custGeom>
            <a:avLst/>
            <a:gdLst/>
            <a:ahLst/>
            <a:cxnLst/>
            <a:rect l="l" t="t" r="r" b="b"/>
            <a:pathLst>
              <a:path w="203200" h="60960">
                <a:moveTo>
                  <a:pt x="0" y="60959"/>
                </a:moveTo>
                <a:lnTo>
                  <a:pt x="202692" y="60959"/>
                </a:lnTo>
                <a:lnTo>
                  <a:pt x="202692" y="0"/>
                </a:lnTo>
                <a:lnTo>
                  <a:pt x="0" y="0"/>
                </a:lnTo>
                <a:lnTo>
                  <a:pt x="0" y="60959"/>
                </a:lnTo>
                <a:close/>
              </a:path>
            </a:pathLst>
          </a:custGeom>
          <a:ln w="12700">
            <a:solidFill>
              <a:srgbClr val="000000"/>
            </a:solidFill>
          </a:ln>
        </p:spPr>
        <p:txBody>
          <a:bodyPr wrap="square" lIns="0" tIns="0" rIns="0" bIns="0" rtlCol="0"/>
          <a:lstStyle/>
          <a:p>
            <a:endParaRPr/>
          </a:p>
        </p:txBody>
      </p:sp>
      <p:sp>
        <p:nvSpPr>
          <p:cNvPr id="47" name="object 36">
            <a:extLst>
              <a:ext uri="{FF2B5EF4-FFF2-40B4-BE49-F238E27FC236}">
                <a16:creationId xmlns:a16="http://schemas.microsoft.com/office/drawing/2014/main" id="{1AEBB4AD-0657-4A43-821E-D2336EFBEEAB}"/>
              </a:ext>
            </a:extLst>
          </p:cNvPr>
          <p:cNvSpPr/>
          <p:nvPr/>
        </p:nvSpPr>
        <p:spPr>
          <a:xfrm>
            <a:off x="1390044" y="2788802"/>
            <a:ext cx="205740" cy="165100"/>
          </a:xfrm>
          <a:custGeom>
            <a:avLst/>
            <a:gdLst/>
            <a:ahLst/>
            <a:cxnLst/>
            <a:rect l="l" t="t" r="r" b="b"/>
            <a:pathLst>
              <a:path w="205739" h="165100">
                <a:moveTo>
                  <a:pt x="0" y="164592"/>
                </a:moveTo>
                <a:lnTo>
                  <a:pt x="205740" y="164592"/>
                </a:lnTo>
                <a:lnTo>
                  <a:pt x="205740" y="0"/>
                </a:lnTo>
                <a:lnTo>
                  <a:pt x="0" y="0"/>
                </a:lnTo>
                <a:lnTo>
                  <a:pt x="0" y="164592"/>
                </a:lnTo>
                <a:close/>
              </a:path>
            </a:pathLst>
          </a:custGeom>
          <a:solidFill>
            <a:srgbClr val="99CC00"/>
          </a:solidFill>
        </p:spPr>
        <p:txBody>
          <a:bodyPr wrap="square" lIns="0" tIns="0" rIns="0" bIns="0" rtlCol="0"/>
          <a:lstStyle/>
          <a:p>
            <a:endParaRPr/>
          </a:p>
        </p:txBody>
      </p:sp>
      <p:sp>
        <p:nvSpPr>
          <p:cNvPr id="48" name="object 37">
            <a:extLst>
              <a:ext uri="{FF2B5EF4-FFF2-40B4-BE49-F238E27FC236}">
                <a16:creationId xmlns:a16="http://schemas.microsoft.com/office/drawing/2014/main" id="{81C03E1E-77D3-4C1E-98B2-5A33064C9B58}"/>
              </a:ext>
            </a:extLst>
          </p:cNvPr>
          <p:cNvSpPr/>
          <p:nvPr/>
        </p:nvSpPr>
        <p:spPr>
          <a:xfrm>
            <a:off x="1390044" y="2788802"/>
            <a:ext cx="205740" cy="165100"/>
          </a:xfrm>
          <a:custGeom>
            <a:avLst/>
            <a:gdLst/>
            <a:ahLst/>
            <a:cxnLst/>
            <a:rect l="l" t="t" r="r" b="b"/>
            <a:pathLst>
              <a:path w="205739" h="165100">
                <a:moveTo>
                  <a:pt x="0" y="164592"/>
                </a:moveTo>
                <a:lnTo>
                  <a:pt x="205740" y="164592"/>
                </a:lnTo>
                <a:lnTo>
                  <a:pt x="205740" y="0"/>
                </a:lnTo>
                <a:lnTo>
                  <a:pt x="0" y="0"/>
                </a:lnTo>
                <a:lnTo>
                  <a:pt x="0" y="164592"/>
                </a:lnTo>
                <a:close/>
              </a:path>
            </a:pathLst>
          </a:custGeom>
          <a:ln w="12700">
            <a:solidFill>
              <a:srgbClr val="000000"/>
            </a:solidFill>
          </a:ln>
        </p:spPr>
        <p:txBody>
          <a:bodyPr wrap="square" lIns="0" tIns="0" rIns="0" bIns="0" rtlCol="0"/>
          <a:lstStyle/>
          <a:p>
            <a:endParaRPr/>
          </a:p>
        </p:txBody>
      </p:sp>
      <p:sp>
        <p:nvSpPr>
          <p:cNvPr id="49" name="object 38">
            <a:extLst>
              <a:ext uri="{FF2B5EF4-FFF2-40B4-BE49-F238E27FC236}">
                <a16:creationId xmlns:a16="http://schemas.microsoft.com/office/drawing/2014/main" id="{7392AF96-BC5D-4219-A245-C7DAE6A9ACB9}"/>
              </a:ext>
            </a:extLst>
          </p:cNvPr>
          <p:cNvSpPr/>
          <p:nvPr/>
        </p:nvSpPr>
        <p:spPr>
          <a:xfrm>
            <a:off x="1670459"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50" name="object 39">
            <a:extLst>
              <a:ext uri="{FF2B5EF4-FFF2-40B4-BE49-F238E27FC236}">
                <a16:creationId xmlns:a16="http://schemas.microsoft.com/office/drawing/2014/main" id="{2DB0C2E5-A8C9-48DC-B6C9-E15CDCDD9274}"/>
              </a:ext>
            </a:extLst>
          </p:cNvPr>
          <p:cNvSpPr/>
          <p:nvPr/>
        </p:nvSpPr>
        <p:spPr>
          <a:xfrm>
            <a:off x="1670459"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51" name="object 40">
            <a:extLst>
              <a:ext uri="{FF2B5EF4-FFF2-40B4-BE49-F238E27FC236}">
                <a16:creationId xmlns:a16="http://schemas.microsoft.com/office/drawing/2014/main" id="{8E0BADFE-D0F4-4387-81D5-CA96702B4057}"/>
              </a:ext>
            </a:extLst>
          </p:cNvPr>
          <p:cNvSpPr/>
          <p:nvPr/>
        </p:nvSpPr>
        <p:spPr>
          <a:xfrm>
            <a:off x="1699161" y="2352683"/>
            <a:ext cx="215391" cy="306831"/>
          </a:xfrm>
          <a:prstGeom prst="rect">
            <a:avLst/>
          </a:prstGeom>
          <a:blipFill>
            <a:blip r:embed="rId5" cstate="print"/>
            <a:stretch>
              <a:fillRect/>
            </a:stretch>
          </a:blipFill>
        </p:spPr>
        <p:txBody>
          <a:bodyPr wrap="square" lIns="0" tIns="0" rIns="0" bIns="0" rtlCol="0"/>
          <a:lstStyle/>
          <a:p>
            <a:endParaRPr/>
          </a:p>
        </p:txBody>
      </p:sp>
      <p:sp>
        <p:nvSpPr>
          <p:cNvPr id="52" name="object 41">
            <a:extLst>
              <a:ext uri="{FF2B5EF4-FFF2-40B4-BE49-F238E27FC236}">
                <a16:creationId xmlns:a16="http://schemas.microsoft.com/office/drawing/2014/main" id="{2C4E8090-4BC5-4B4E-89F0-D6FC71BAC396}"/>
              </a:ext>
            </a:extLst>
          </p:cNvPr>
          <p:cNvSpPr/>
          <p:nvPr/>
        </p:nvSpPr>
        <p:spPr>
          <a:xfrm>
            <a:off x="1705511" y="2718697"/>
            <a:ext cx="203200" cy="0"/>
          </a:xfrm>
          <a:custGeom>
            <a:avLst/>
            <a:gdLst/>
            <a:ahLst/>
            <a:cxnLst/>
            <a:rect l="l" t="t" r="r" b="b"/>
            <a:pathLst>
              <a:path w="203200">
                <a:moveTo>
                  <a:pt x="0" y="0"/>
                </a:moveTo>
                <a:lnTo>
                  <a:pt x="202691" y="0"/>
                </a:lnTo>
              </a:path>
            </a:pathLst>
          </a:custGeom>
          <a:ln w="60959">
            <a:solidFill>
              <a:srgbClr val="008080"/>
            </a:solidFill>
          </a:ln>
        </p:spPr>
        <p:txBody>
          <a:bodyPr wrap="square" lIns="0" tIns="0" rIns="0" bIns="0" rtlCol="0"/>
          <a:lstStyle/>
          <a:p>
            <a:endParaRPr/>
          </a:p>
        </p:txBody>
      </p:sp>
      <p:sp>
        <p:nvSpPr>
          <p:cNvPr id="53" name="object 42">
            <a:extLst>
              <a:ext uri="{FF2B5EF4-FFF2-40B4-BE49-F238E27FC236}">
                <a16:creationId xmlns:a16="http://schemas.microsoft.com/office/drawing/2014/main" id="{EF7911FE-59DF-4C84-8E5C-A58BC6F33559}"/>
              </a:ext>
            </a:extLst>
          </p:cNvPr>
          <p:cNvSpPr/>
          <p:nvPr/>
        </p:nvSpPr>
        <p:spPr>
          <a:xfrm>
            <a:off x="1705511" y="2688218"/>
            <a:ext cx="203200" cy="60960"/>
          </a:xfrm>
          <a:custGeom>
            <a:avLst/>
            <a:gdLst/>
            <a:ahLst/>
            <a:cxnLst/>
            <a:rect l="l" t="t" r="r" b="b"/>
            <a:pathLst>
              <a:path w="203200" h="60960">
                <a:moveTo>
                  <a:pt x="0" y="60959"/>
                </a:moveTo>
                <a:lnTo>
                  <a:pt x="202691" y="60959"/>
                </a:lnTo>
                <a:lnTo>
                  <a:pt x="202691" y="0"/>
                </a:lnTo>
                <a:lnTo>
                  <a:pt x="0" y="0"/>
                </a:lnTo>
                <a:lnTo>
                  <a:pt x="0" y="60959"/>
                </a:lnTo>
                <a:close/>
              </a:path>
            </a:pathLst>
          </a:custGeom>
          <a:ln w="12700">
            <a:solidFill>
              <a:srgbClr val="000000"/>
            </a:solidFill>
          </a:ln>
        </p:spPr>
        <p:txBody>
          <a:bodyPr wrap="square" lIns="0" tIns="0" rIns="0" bIns="0" rtlCol="0"/>
          <a:lstStyle/>
          <a:p>
            <a:endParaRPr/>
          </a:p>
        </p:txBody>
      </p:sp>
      <p:sp>
        <p:nvSpPr>
          <p:cNvPr id="54" name="object 43">
            <a:extLst>
              <a:ext uri="{FF2B5EF4-FFF2-40B4-BE49-F238E27FC236}">
                <a16:creationId xmlns:a16="http://schemas.microsoft.com/office/drawing/2014/main" id="{E9ACD4BC-1671-4A8B-95FE-2276DA69D2B1}"/>
              </a:ext>
            </a:extLst>
          </p:cNvPr>
          <p:cNvSpPr/>
          <p:nvPr/>
        </p:nvSpPr>
        <p:spPr>
          <a:xfrm>
            <a:off x="1707035" y="2788802"/>
            <a:ext cx="205740" cy="163195"/>
          </a:xfrm>
          <a:custGeom>
            <a:avLst/>
            <a:gdLst/>
            <a:ahLst/>
            <a:cxnLst/>
            <a:rect l="l" t="t" r="r" b="b"/>
            <a:pathLst>
              <a:path w="205739" h="163195">
                <a:moveTo>
                  <a:pt x="0" y="163068"/>
                </a:moveTo>
                <a:lnTo>
                  <a:pt x="205739" y="163068"/>
                </a:lnTo>
                <a:lnTo>
                  <a:pt x="205739" y="0"/>
                </a:lnTo>
                <a:lnTo>
                  <a:pt x="0" y="0"/>
                </a:lnTo>
                <a:lnTo>
                  <a:pt x="0" y="163068"/>
                </a:lnTo>
                <a:close/>
              </a:path>
            </a:pathLst>
          </a:custGeom>
          <a:solidFill>
            <a:srgbClr val="99CC00"/>
          </a:solidFill>
        </p:spPr>
        <p:txBody>
          <a:bodyPr wrap="square" lIns="0" tIns="0" rIns="0" bIns="0" rtlCol="0"/>
          <a:lstStyle/>
          <a:p>
            <a:endParaRPr/>
          </a:p>
        </p:txBody>
      </p:sp>
      <p:sp>
        <p:nvSpPr>
          <p:cNvPr id="55" name="object 44">
            <a:extLst>
              <a:ext uri="{FF2B5EF4-FFF2-40B4-BE49-F238E27FC236}">
                <a16:creationId xmlns:a16="http://schemas.microsoft.com/office/drawing/2014/main" id="{27311ACB-22A2-4EB7-8A6F-2079753D537B}"/>
              </a:ext>
            </a:extLst>
          </p:cNvPr>
          <p:cNvSpPr/>
          <p:nvPr/>
        </p:nvSpPr>
        <p:spPr>
          <a:xfrm>
            <a:off x="1707035" y="2788802"/>
            <a:ext cx="205740" cy="163195"/>
          </a:xfrm>
          <a:custGeom>
            <a:avLst/>
            <a:gdLst/>
            <a:ahLst/>
            <a:cxnLst/>
            <a:rect l="l" t="t" r="r" b="b"/>
            <a:pathLst>
              <a:path w="205739" h="163195">
                <a:moveTo>
                  <a:pt x="0" y="163068"/>
                </a:moveTo>
                <a:lnTo>
                  <a:pt x="205739" y="163068"/>
                </a:lnTo>
                <a:lnTo>
                  <a:pt x="205739" y="0"/>
                </a:lnTo>
                <a:lnTo>
                  <a:pt x="0" y="0"/>
                </a:lnTo>
                <a:lnTo>
                  <a:pt x="0" y="163068"/>
                </a:lnTo>
                <a:close/>
              </a:path>
            </a:pathLst>
          </a:custGeom>
          <a:ln w="12699">
            <a:solidFill>
              <a:srgbClr val="000000"/>
            </a:solidFill>
          </a:ln>
        </p:spPr>
        <p:txBody>
          <a:bodyPr wrap="square" lIns="0" tIns="0" rIns="0" bIns="0" rtlCol="0"/>
          <a:lstStyle/>
          <a:p>
            <a:endParaRPr/>
          </a:p>
        </p:txBody>
      </p:sp>
      <p:sp>
        <p:nvSpPr>
          <p:cNvPr id="56" name="object 45">
            <a:extLst>
              <a:ext uri="{FF2B5EF4-FFF2-40B4-BE49-F238E27FC236}">
                <a16:creationId xmlns:a16="http://schemas.microsoft.com/office/drawing/2014/main" id="{D530E734-791E-46B1-BC43-760E18DB4F8C}"/>
              </a:ext>
            </a:extLst>
          </p:cNvPr>
          <p:cNvSpPr/>
          <p:nvPr/>
        </p:nvSpPr>
        <p:spPr>
          <a:xfrm>
            <a:off x="1988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57" name="object 46">
            <a:extLst>
              <a:ext uri="{FF2B5EF4-FFF2-40B4-BE49-F238E27FC236}">
                <a16:creationId xmlns:a16="http://schemas.microsoft.com/office/drawing/2014/main" id="{BD61124D-A762-4F19-89A0-23759B597B88}"/>
              </a:ext>
            </a:extLst>
          </p:cNvPr>
          <p:cNvSpPr/>
          <p:nvPr/>
        </p:nvSpPr>
        <p:spPr>
          <a:xfrm>
            <a:off x="1988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58" name="object 47">
            <a:extLst>
              <a:ext uri="{FF2B5EF4-FFF2-40B4-BE49-F238E27FC236}">
                <a16:creationId xmlns:a16="http://schemas.microsoft.com/office/drawing/2014/main" id="{83747953-5D3D-4E9A-A6BD-0F82E33A5289}"/>
              </a:ext>
            </a:extLst>
          </p:cNvPr>
          <p:cNvSpPr/>
          <p:nvPr/>
        </p:nvSpPr>
        <p:spPr>
          <a:xfrm>
            <a:off x="2016153" y="2352683"/>
            <a:ext cx="216915" cy="306831"/>
          </a:xfrm>
          <a:prstGeom prst="rect">
            <a:avLst/>
          </a:prstGeom>
          <a:blipFill>
            <a:blip r:embed="rId6" cstate="print"/>
            <a:stretch>
              <a:fillRect/>
            </a:stretch>
          </a:blipFill>
        </p:spPr>
        <p:txBody>
          <a:bodyPr wrap="square" lIns="0" tIns="0" rIns="0" bIns="0" rtlCol="0"/>
          <a:lstStyle/>
          <a:p>
            <a:endParaRPr/>
          </a:p>
        </p:txBody>
      </p:sp>
      <p:sp>
        <p:nvSpPr>
          <p:cNvPr id="59" name="object 48">
            <a:extLst>
              <a:ext uri="{FF2B5EF4-FFF2-40B4-BE49-F238E27FC236}">
                <a16:creationId xmlns:a16="http://schemas.microsoft.com/office/drawing/2014/main" id="{D60C8DC6-8F7D-468E-BCA5-7875E163DEA1}"/>
              </a:ext>
            </a:extLst>
          </p:cNvPr>
          <p:cNvSpPr/>
          <p:nvPr/>
        </p:nvSpPr>
        <p:spPr>
          <a:xfrm>
            <a:off x="2022503" y="2718697"/>
            <a:ext cx="204470" cy="0"/>
          </a:xfrm>
          <a:custGeom>
            <a:avLst/>
            <a:gdLst/>
            <a:ahLst/>
            <a:cxnLst/>
            <a:rect l="l" t="t" r="r" b="b"/>
            <a:pathLst>
              <a:path w="204470">
                <a:moveTo>
                  <a:pt x="0" y="0"/>
                </a:moveTo>
                <a:lnTo>
                  <a:pt x="204215" y="0"/>
                </a:lnTo>
              </a:path>
            </a:pathLst>
          </a:custGeom>
          <a:ln w="60959">
            <a:solidFill>
              <a:srgbClr val="008080"/>
            </a:solidFill>
          </a:ln>
        </p:spPr>
        <p:txBody>
          <a:bodyPr wrap="square" lIns="0" tIns="0" rIns="0" bIns="0" rtlCol="0"/>
          <a:lstStyle/>
          <a:p>
            <a:endParaRPr/>
          </a:p>
        </p:txBody>
      </p:sp>
      <p:sp>
        <p:nvSpPr>
          <p:cNvPr id="60" name="object 49">
            <a:extLst>
              <a:ext uri="{FF2B5EF4-FFF2-40B4-BE49-F238E27FC236}">
                <a16:creationId xmlns:a16="http://schemas.microsoft.com/office/drawing/2014/main" id="{BDECA0A1-EC8E-47EA-A9EC-44D72E087271}"/>
              </a:ext>
            </a:extLst>
          </p:cNvPr>
          <p:cNvSpPr/>
          <p:nvPr/>
        </p:nvSpPr>
        <p:spPr>
          <a:xfrm>
            <a:off x="2022503" y="2688218"/>
            <a:ext cx="204470" cy="60960"/>
          </a:xfrm>
          <a:custGeom>
            <a:avLst/>
            <a:gdLst/>
            <a:ahLst/>
            <a:cxnLst/>
            <a:rect l="l" t="t" r="r" b="b"/>
            <a:pathLst>
              <a:path w="204470" h="60960">
                <a:moveTo>
                  <a:pt x="0" y="60959"/>
                </a:moveTo>
                <a:lnTo>
                  <a:pt x="204215" y="60959"/>
                </a:lnTo>
                <a:lnTo>
                  <a:pt x="204215" y="0"/>
                </a:lnTo>
                <a:lnTo>
                  <a:pt x="0" y="0"/>
                </a:lnTo>
                <a:lnTo>
                  <a:pt x="0" y="60959"/>
                </a:lnTo>
                <a:close/>
              </a:path>
            </a:pathLst>
          </a:custGeom>
          <a:ln w="12700">
            <a:solidFill>
              <a:srgbClr val="000000"/>
            </a:solidFill>
          </a:ln>
        </p:spPr>
        <p:txBody>
          <a:bodyPr wrap="square" lIns="0" tIns="0" rIns="0" bIns="0" rtlCol="0"/>
          <a:lstStyle/>
          <a:p>
            <a:endParaRPr/>
          </a:p>
        </p:txBody>
      </p:sp>
      <p:sp>
        <p:nvSpPr>
          <p:cNvPr id="61" name="object 50">
            <a:extLst>
              <a:ext uri="{FF2B5EF4-FFF2-40B4-BE49-F238E27FC236}">
                <a16:creationId xmlns:a16="http://schemas.microsoft.com/office/drawing/2014/main" id="{C741714A-21A5-4896-9554-0BA48856018F}"/>
              </a:ext>
            </a:extLst>
          </p:cNvPr>
          <p:cNvSpPr/>
          <p:nvPr/>
        </p:nvSpPr>
        <p:spPr>
          <a:xfrm>
            <a:off x="2027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62" name="object 51">
            <a:extLst>
              <a:ext uri="{FF2B5EF4-FFF2-40B4-BE49-F238E27FC236}">
                <a16:creationId xmlns:a16="http://schemas.microsoft.com/office/drawing/2014/main" id="{3A77F2D0-EF43-4380-9F59-4D83146476BD}"/>
              </a:ext>
            </a:extLst>
          </p:cNvPr>
          <p:cNvSpPr/>
          <p:nvPr/>
        </p:nvSpPr>
        <p:spPr>
          <a:xfrm>
            <a:off x="2027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63" name="object 52">
            <a:extLst>
              <a:ext uri="{FF2B5EF4-FFF2-40B4-BE49-F238E27FC236}">
                <a16:creationId xmlns:a16="http://schemas.microsoft.com/office/drawing/2014/main" id="{1FC2A844-46BF-44EC-80CF-AD07B962F878}"/>
              </a:ext>
            </a:extLst>
          </p:cNvPr>
          <p:cNvSpPr/>
          <p:nvPr/>
        </p:nvSpPr>
        <p:spPr>
          <a:xfrm>
            <a:off x="2339496" y="2199014"/>
            <a:ext cx="978535" cy="822960"/>
          </a:xfrm>
          <a:custGeom>
            <a:avLst/>
            <a:gdLst/>
            <a:ahLst/>
            <a:cxnLst/>
            <a:rect l="l" t="t" r="r" b="b"/>
            <a:pathLst>
              <a:path w="978535" h="822960">
                <a:moveTo>
                  <a:pt x="0" y="822960"/>
                </a:moveTo>
                <a:lnTo>
                  <a:pt x="978408" y="822960"/>
                </a:lnTo>
                <a:lnTo>
                  <a:pt x="978408" y="0"/>
                </a:lnTo>
                <a:lnTo>
                  <a:pt x="0" y="0"/>
                </a:lnTo>
                <a:lnTo>
                  <a:pt x="0" y="822960"/>
                </a:lnTo>
                <a:close/>
              </a:path>
            </a:pathLst>
          </a:custGeom>
          <a:solidFill>
            <a:srgbClr val="808080"/>
          </a:solidFill>
        </p:spPr>
        <p:txBody>
          <a:bodyPr wrap="square" lIns="0" tIns="0" rIns="0" bIns="0" rtlCol="0"/>
          <a:lstStyle/>
          <a:p>
            <a:endParaRPr/>
          </a:p>
        </p:txBody>
      </p:sp>
      <p:sp>
        <p:nvSpPr>
          <p:cNvPr id="64" name="object 53">
            <a:extLst>
              <a:ext uri="{FF2B5EF4-FFF2-40B4-BE49-F238E27FC236}">
                <a16:creationId xmlns:a16="http://schemas.microsoft.com/office/drawing/2014/main" id="{83E65D72-E6AD-4B19-A608-0D5E0764B2FF}"/>
              </a:ext>
            </a:extLst>
          </p:cNvPr>
          <p:cNvSpPr/>
          <p:nvPr/>
        </p:nvSpPr>
        <p:spPr>
          <a:xfrm>
            <a:off x="2369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65" name="object 54">
            <a:extLst>
              <a:ext uri="{FF2B5EF4-FFF2-40B4-BE49-F238E27FC236}">
                <a16:creationId xmlns:a16="http://schemas.microsoft.com/office/drawing/2014/main" id="{9B888C14-9CF7-4C4F-8C0B-DB020E1291B0}"/>
              </a:ext>
            </a:extLst>
          </p:cNvPr>
          <p:cNvSpPr/>
          <p:nvPr/>
        </p:nvSpPr>
        <p:spPr>
          <a:xfrm>
            <a:off x="2369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66" name="object 55">
            <a:extLst>
              <a:ext uri="{FF2B5EF4-FFF2-40B4-BE49-F238E27FC236}">
                <a16:creationId xmlns:a16="http://schemas.microsoft.com/office/drawing/2014/main" id="{9663AE60-4929-4FE2-A7C6-93E92A3DAE11}"/>
              </a:ext>
            </a:extLst>
          </p:cNvPr>
          <p:cNvSpPr/>
          <p:nvPr/>
        </p:nvSpPr>
        <p:spPr>
          <a:xfrm>
            <a:off x="2400202" y="2352683"/>
            <a:ext cx="213867" cy="306831"/>
          </a:xfrm>
          <a:prstGeom prst="rect">
            <a:avLst/>
          </a:prstGeom>
          <a:blipFill>
            <a:blip r:embed="rId7" cstate="print"/>
            <a:stretch>
              <a:fillRect/>
            </a:stretch>
          </a:blipFill>
        </p:spPr>
        <p:txBody>
          <a:bodyPr wrap="square" lIns="0" tIns="0" rIns="0" bIns="0" rtlCol="0"/>
          <a:lstStyle/>
          <a:p>
            <a:endParaRPr/>
          </a:p>
        </p:txBody>
      </p:sp>
      <p:sp>
        <p:nvSpPr>
          <p:cNvPr id="67" name="object 56">
            <a:extLst>
              <a:ext uri="{FF2B5EF4-FFF2-40B4-BE49-F238E27FC236}">
                <a16:creationId xmlns:a16="http://schemas.microsoft.com/office/drawing/2014/main" id="{9A81110C-A665-4210-9A43-1F6D3CD4C5CC}"/>
              </a:ext>
            </a:extLst>
          </p:cNvPr>
          <p:cNvSpPr/>
          <p:nvPr/>
        </p:nvSpPr>
        <p:spPr>
          <a:xfrm>
            <a:off x="2406552" y="2718697"/>
            <a:ext cx="201295" cy="0"/>
          </a:xfrm>
          <a:custGeom>
            <a:avLst/>
            <a:gdLst/>
            <a:ahLst/>
            <a:cxnLst/>
            <a:rect l="l" t="t" r="r" b="b"/>
            <a:pathLst>
              <a:path w="201295">
                <a:moveTo>
                  <a:pt x="0" y="0"/>
                </a:moveTo>
                <a:lnTo>
                  <a:pt x="201167" y="0"/>
                </a:lnTo>
              </a:path>
            </a:pathLst>
          </a:custGeom>
          <a:ln w="60959">
            <a:solidFill>
              <a:srgbClr val="008080"/>
            </a:solidFill>
          </a:ln>
        </p:spPr>
        <p:txBody>
          <a:bodyPr wrap="square" lIns="0" tIns="0" rIns="0" bIns="0" rtlCol="0"/>
          <a:lstStyle/>
          <a:p>
            <a:endParaRPr/>
          </a:p>
        </p:txBody>
      </p:sp>
      <p:sp>
        <p:nvSpPr>
          <p:cNvPr id="68" name="object 57">
            <a:extLst>
              <a:ext uri="{FF2B5EF4-FFF2-40B4-BE49-F238E27FC236}">
                <a16:creationId xmlns:a16="http://schemas.microsoft.com/office/drawing/2014/main" id="{85C10D6F-2AFE-4C4C-A38B-11E756F7DFF1}"/>
              </a:ext>
            </a:extLst>
          </p:cNvPr>
          <p:cNvSpPr/>
          <p:nvPr/>
        </p:nvSpPr>
        <p:spPr>
          <a:xfrm>
            <a:off x="2406552" y="2688218"/>
            <a:ext cx="201295" cy="60960"/>
          </a:xfrm>
          <a:custGeom>
            <a:avLst/>
            <a:gdLst/>
            <a:ahLst/>
            <a:cxnLst/>
            <a:rect l="l" t="t" r="r" b="b"/>
            <a:pathLst>
              <a:path w="201295" h="60960">
                <a:moveTo>
                  <a:pt x="0" y="60959"/>
                </a:moveTo>
                <a:lnTo>
                  <a:pt x="201167" y="60959"/>
                </a:lnTo>
                <a:lnTo>
                  <a:pt x="201167" y="0"/>
                </a:lnTo>
                <a:lnTo>
                  <a:pt x="0" y="0"/>
                </a:lnTo>
                <a:lnTo>
                  <a:pt x="0" y="60959"/>
                </a:lnTo>
                <a:close/>
              </a:path>
            </a:pathLst>
          </a:custGeom>
          <a:ln w="12700">
            <a:solidFill>
              <a:srgbClr val="000000"/>
            </a:solidFill>
          </a:ln>
        </p:spPr>
        <p:txBody>
          <a:bodyPr wrap="square" lIns="0" tIns="0" rIns="0" bIns="0" rtlCol="0"/>
          <a:lstStyle/>
          <a:p>
            <a:endParaRPr/>
          </a:p>
        </p:txBody>
      </p:sp>
      <p:sp>
        <p:nvSpPr>
          <p:cNvPr id="69" name="object 58">
            <a:extLst>
              <a:ext uri="{FF2B5EF4-FFF2-40B4-BE49-F238E27FC236}">
                <a16:creationId xmlns:a16="http://schemas.microsoft.com/office/drawing/2014/main" id="{ECF87F72-D4F4-430F-9948-C0D9D2E9F370}"/>
              </a:ext>
            </a:extLst>
          </p:cNvPr>
          <p:cNvSpPr/>
          <p:nvPr/>
        </p:nvSpPr>
        <p:spPr>
          <a:xfrm>
            <a:off x="2408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70" name="object 59">
            <a:extLst>
              <a:ext uri="{FF2B5EF4-FFF2-40B4-BE49-F238E27FC236}">
                <a16:creationId xmlns:a16="http://schemas.microsoft.com/office/drawing/2014/main" id="{6587AAF6-2928-43B6-A605-3CB11DD69B7E}"/>
              </a:ext>
            </a:extLst>
          </p:cNvPr>
          <p:cNvSpPr/>
          <p:nvPr/>
        </p:nvSpPr>
        <p:spPr>
          <a:xfrm>
            <a:off x="2408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71" name="object 60">
            <a:extLst>
              <a:ext uri="{FF2B5EF4-FFF2-40B4-BE49-F238E27FC236}">
                <a16:creationId xmlns:a16="http://schemas.microsoft.com/office/drawing/2014/main" id="{791D7212-936F-4D7A-871B-16FB6DD1540B}"/>
              </a:ext>
            </a:extLst>
          </p:cNvPr>
          <p:cNvSpPr/>
          <p:nvPr/>
        </p:nvSpPr>
        <p:spPr>
          <a:xfrm>
            <a:off x="2688491" y="2333126"/>
            <a:ext cx="279400" cy="658495"/>
          </a:xfrm>
          <a:custGeom>
            <a:avLst/>
            <a:gdLst/>
            <a:ahLst/>
            <a:cxnLst/>
            <a:rect l="l" t="t" r="r" b="b"/>
            <a:pathLst>
              <a:path w="279400" h="658495">
                <a:moveTo>
                  <a:pt x="0" y="658368"/>
                </a:moveTo>
                <a:lnTo>
                  <a:pt x="278891" y="658368"/>
                </a:lnTo>
                <a:lnTo>
                  <a:pt x="278891" y="0"/>
                </a:lnTo>
                <a:lnTo>
                  <a:pt x="0" y="0"/>
                </a:lnTo>
                <a:lnTo>
                  <a:pt x="0" y="658368"/>
                </a:lnTo>
                <a:close/>
              </a:path>
            </a:pathLst>
          </a:custGeom>
          <a:solidFill>
            <a:srgbClr val="C0C0C0"/>
          </a:solidFill>
        </p:spPr>
        <p:txBody>
          <a:bodyPr wrap="square" lIns="0" tIns="0" rIns="0" bIns="0" rtlCol="0"/>
          <a:lstStyle/>
          <a:p>
            <a:endParaRPr/>
          </a:p>
        </p:txBody>
      </p:sp>
      <p:sp>
        <p:nvSpPr>
          <p:cNvPr id="72" name="object 61">
            <a:extLst>
              <a:ext uri="{FF2B5EF4-FFF2-40B4-BE49-F238E27FC236}">
                <a16:creationId xmlns:a16="http://schemas.microsoft.com/office/drawing/2014/main" id="{169EA5B7-1867-43BD-A331-B5CF04D434E2}"/>
              </a:ext>
            </a:extLst>
          </p:cNvPr>
          <p:cNvSpPr/>
          <p:nvPr/>
        </p:nvSpPr>
        <p:spPr>
          <a:xfrm>
            <a:off x="2688491" y="2333126"/>
            <a:ext cx="279400" cy="658495"/>
          </a:xfrm>
          <a:custGeom>
            <a:avLst/>
            <a:gdLst/>
            <a:ahLst/>
            <a:cxnLst/>
            <a:rect l="l" t="t" r="r" b="b"/>
            <a:pathLst>
              <a:path w="279400" h="658495">
                <a:moveTo>
                  <a:pt x="0" y="658368"/>
                </a:moveTo>
                <a:lnTo>
                  <a:pt x="278891" y="658368"/>
                </a:lnTo>
                <a:lnTo>
                  <a:pt x="278891" y="0"/>
                </a:lnTo>
                <a:lnTo>
                  <a:pt x="0" y="0"/>
                </a:lnTo>
                <a:lnTo>
                  <a:pt x="0" y="658368"/>
                </a:lnTo>
                <a:close/>
              </a:path>
            </a:pathLst>
          </a:custGeom>
          <a:ln w="12700">
            <a:solidFill>
              <a:srgbClr val="000000"/>
            </a:solidFill>
          </a:ln>
        </p:spPr>
        <p:txBody>
          <a:bodyPr wrap="square" lIns="0" tIns="0" rIns="0" bIns="0" rtlCol="0"/>
          <a:lstStyle/>
          <a:p>
            <a:endParaRPr/>
          </a:p>
        </p:txBody>
      </p:sp>
      <p:sp>
        <p:nvSpPr>
          <p:cNvPr id="73" name="object 62">
            <a:extLst>
              <a:ext uri="{FF2B5EF4-FFF2-40B4-BE49-F238E27FC236}">
                <a16:creationId xmlns:a16="http://schemas.microsoft.com/office/drawing/2014/main" id="{FAE4F622-4B70-4848-9FA2-84CC28F2161D}"/>
              </a:ext>
            </a:extLst>
          </p:cNvPr>
          <p:cNvSpPr/>
          <p:nvPr/>
        </p:nvSpPr>
        <p:spPr>
          <a:xfrm>
            <a:off x="2715670" y="2352683"/>
            <a:ext cx="216915" cy="306831"/>
          </a:xfrm>
          <a:prstGeom prst="rect">
            <a:avLst/>
          </a:prstGeom>
          <a:blipFill>
            <a:blip r:embed="rId8" cstate="print"/>
            <a:stretch>
              <a:fillRect/>
            </a:stretch>
          </a:blipFill>
        </p:spPr>
        <p:txBody>
          <a:bodyPr wrap="square" lIns="0" tIns="0" rIns="0" bIns="0" rtlCol="0"/>
          <a:lstStyle/>
          <a:p>
            <a:endParaRPr/>
          </a:p>
        </p:txBody>
      </p:sp>
      <p:sp>
        <p:nvSpPr>
          <p:cNvPr id="74" name="object 63">
            <a:extLst>
              <a:ext uri="{FF2B5EF4-FFF2-40B4-BE49-F238E27FC236}">
                <a16:creationId xmlns:a16="http://schemas.microsoft.com/office/drawing/2014/main" id="{810092BB-FD12-4C69-BD59-77C5BB278F8D}"/>
              </a:ext>
            </a:extLst>
          </p:cNvPr>
          <p:cNvSpPr/>
          <p:nvPr/>
        </p:nvSpPr>
        <p:spPr>
          <a:xfrm>
            <a:off x="2722020" y="2718697"/>
            <a:ext cx="204470" cy="0"/>
          </a:xfrm>
          <a:custGeom>
            <a:avLst/>
            <a:gdLst/>
            <a:ahLst/>
            <a:cxnLst/>
            <a:rect l="l" t="t" r="r" b="b"/>
            <a:pathLst>
              <a:path w="204470">
                <a:moveTo>
                  <a:pt x="0" y="0"/>
                </a:moveTo>
                <a:lnTo>
                  <a:pt x="204215" y="0"/>
                </a:lnTo>
              </a:path>
            </a:pathLst>
          </a:custGeom>
          <a:ln w="60959">
            <a:solidFill>
              <a:srgbClr val="008080"/>
            </a:solidFill>
          </a:ln>
        </p:spPr>
        <p:txBody>
          <a:bodyPr wrap="square" lIns="0" tIns="0" rIns="0" bIns="0" rtlCol="0"/>
          <a:lstStyle/>
          <a:p>
            <a:endParaRPr/>
          </a:p>
        </p:txBody>
      </p:sp>
      <p:sp>
        <p:nvSpPr>
          <p:cNvPr id="75" name="object 64">
            <a:extLst>
              <a:ext uri="{FF2B5EF4-FFF2-40B4-BE49-F238E27FC236}">
                <a16:creationId xmlns:a16="http://schemas.microsoft.com/office/drawing/2014/main" id="{354BBDE4-742A-49D2-90FE-5C09E7E43F2E}"/>
              </a:ext>
            </a:extLst>
          </p:cNvPr>
          <p:cNvSpPr/>
          <p:nvPr/>
        </p:nvSpPr>
        <p:spPr>
          <a:xfrm>
            <a:off x="2722020" y="2688218"/>
            <a:ext cx="204470" cy="60960"/>
          </a:xfrm>
          <a:custGeom>
            <a:avLst/>
            <a:gdLst/>
            <a:ahLst/>
            <a:cxnLst/>
            <a:rect l="l" t="t" r="r" b="b"/>
            <a:pathLst>
              <a:path w="204470" h="60960">
                <a:moveTo>
                  <a:pt x="0" y="60959"/>
                </a:moveTo>
                <a:lnTo>
                  <a:pt x="204215" y="60959"/>
                </a:lnTo>
                <a:lnTo>
                  <a:pt x="204215" y="0"/>
                </a:lnTo>
                <a:lnTo>
                  <a:pt x="0" y="0"/>
                </a:lnTo>
                <a:lnTo>
                  <a:pt x="0" y="60959"/>
                </a:lnTo>
                <a:close/>
              </a:path>
            </a:pathLst>
          </a:custGeom>
          <a:ln w="12700">
            <a:solidFill>
              <a:srgbClr val="000000"/>
            </a:solidFill>
          </a:ln>
        </p:spPr>
        <p:txBody>
          <a:bodyPr wrap="square" lIns="0" tIns="0" rIns="0" bIns="0" rtlCol="0"/>
          <a:lstStyle/>
          <a:p>
            <a:endParaRPr/>
          </a:p>
        </p:txBody>
      </p:sp>
      <p:sp>
        <p:nvSpPr>
          <p:cNvPr id="76" name="object 65">
            <a:extLst>
              <a:ext uri="{FF2B5EF4-FFF2-40B4-BE49-F238E27FC236}">
                <a16:creationId xmlns:a16="http://schemas.microsoft.com/office/drawing/2014/main" id="{7A9A9AC6-9602-4CAD-998D-1F6E03674769}"/>
              </a:ext>
            </a:extLst>
          </p:cNvPr>
          <p:cNvSpPr/>
          <p:nvPr/>
        </p:nvSpPr>
        <p:spPr>
          <a:xfrm>
            <a:off x="2726591"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77" name="object 66">
            <a:extLst>
              <a:ext uri="{FF2B5EF4-FFF2-40B4-BE49-F238E27FC236}">
                <a16:creationId xmlns:a16="http://schemas.microsoft.com/office/drawing/2014/main" id="{B6A06949-E8FA-4DFD-A810-3D81E2E76B6D}"/>
              </a:ext>
            </a:extLst>
          </p:cNvPr>
          <p:cNvSpPr/>
          <p:nvPr/>
        </p:nvSpPr>
        <p:spPr>
          <a:xfrm>
            <a:off x="2726591"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78" name="object 67">
            <a:extLst>
              <a:ext uri="{FF2B5EF4-FFF2-40B4-BE49-F238E27FC236}">
                <a16:creationId xmlns:a16="http://schemas.microsoft.com/office/drawing/2014/main" id="{F9E907CB-D086-48E3-95D2-96F5D22EFE5F}"/>
              </a:ext>
            </a:extLst>
          </p:cNvPr>
          <p:cNvSpPr/>
          <p:nvPr/>
        </p:nvSpPr>
        <p:spPr>
          <a:xfrm>
            <a:off x="3005484"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79" name="object 68">
            <a:extLst>
              <a:ext uri="{FF2B5EF4-FFF2-40B4-BE49-F238E27FC236}">
                <a16:creationId xmlns:a16="http://schemas.microsoft.com/office/drawing/2014/main" id="{AFC460C5-6DDE-4DD5-BB55-4A78BFBF281F}"/>
              </a:ext>
            </a:extLst>
          </p:cNvPr>
          <p:cNvSpPr/>
          <p:nvPr/>
        </p:nvSpPr>
        <p:spPr>
          <a:xfrm>
            <a:off x="3005484"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80" name="object 69">
            <a:extLst>
              <a:ext uri="{FF2B5EF4-FFF2-40B4-BE49-F238E27FC236}">
                <a16:creationId xmlns:a16="http://schemas.microsoft.com/office/drawing/2014/main" id="{A4B040C3-5E1B-4824-86DB-BC1F6582A2EA}"/>
              </a:ext>
            </a:extLst>
          </p:cNvPr>
          <p:cNvSpPr/>
          <p:nvPr/>
        </p:nvSpPr>
        <p:spPr>
          <a:xfrm>
            <a:off x="3034185" y="2352683"/>
            <a:ext cx="216915" cy="306831"/>
          </a:xfrm>
          <a:prstGeom prst="rect">
            <a:avLst/>
          </a:prstGeom>
          <a:blipFill>
            <a:blip r:embed="rId6" cstate="print"/>
            <a:stretch>
              <a:fillRect/>
            </a:stretch>
          </a:blipFill>
        </p:spPr>
        <p:txBody>
          <a:bodyPr wrap="square" lIns="0" tIns="0" rIns="0" bIns="0" rtlCol="0"/>
          <a:lstStyle/>
          <a:p>
            <a:endParaRPr/>
          </a:p>
        </p:txBody>
      </p:sp>
      <p:sp>
        <p:nvSpPr>
          <p:cNvPr id="81" name="object 70">
            <a:extLst>
              <a:ext uri="{FF2B5EF4-FFF2-40B4-BE49-F238E27FC236}">
                <a16:creationId xmlns:a16="http://schemas.microsoft.com/office/drawing/2014/main" id="{FCC204A7-9972-4F7D-9072-F6ADEEBBA056}"/>
              </a:ext>
            </a:extLst>
          </p:cNvPr>
          <p:cNvSpPr/>
          <p:nvPr/>
        </p:nvSpPr>
        <p:spPr>
          <a:xfrm>
            <a:off x="3040535" y="2718697"/>
            <a:ext cx="204470" cy="0"/>
          </a:xfrm>
          <a:custGeom>
            <a:avLst/>
            <a:gdLst/>
            <a:ahLst/>
            <a:cxnLst/>
            <a:rect l="l" t="t" r="r" b="b"/>
            <a:pathLst>
              <a:path w="204470">
                <a:moveTo>
                  <a:pt x="0" y="0"/>
                </a:moveTo>
                <a:lnTo>
                  <a:pt x="204215" y="0"/>
                </a:lnTo>
              </a:path>
            </a:pathLst>
          </a:custGeom>
          <a:ln w="60959">
            <a:solidFill>
              <a:srgbClr val="008080"/>
            </a:solidFill>
          </a:ln>
        </p:spPr>
        <p:txBody>
          <a:bodyPr wrap="square" lIns="0" tIns="0" rIns="0" bIns="0" rtlCol="0"/>
          <a:lstStyle/>
          <a:p>
            <a:endParaRPr/>
          </a:p>
        </p:txBody>
      </p:sp>
      <p:sp>
        <p:nvSpPr>
          <p:cNvPr id="82" name="object 71">
            <a:extLst>
              <a:ext uri="{FF2B5EF4-FFF2-40B4-BE49-F238E27FC236}">
                <a16:creationId xmlns:a16="http://schemas.microsoft.com/office/drawing/2014/main" id="{D8CF6BC6-11CA-4882-8CAF-49244DDE8CD3}"/>
              </a:ext>
            </a:extLst>
          </p:cNvPr>
          <p:cNvSpPr/>
          <p:nvPr/>
        </p:nvSpPr>
        <p:spPr>
          <a:xfrm>
            <a:off x="3040535" y="2688218"/>
            <a:ext cx="204470" cy="60960"/>
          </a:xfrm>
          <a:custGeom>
            <a:avLst/>
            <a:gdLst/>
            <a:ahLst/>
            <a:cxnLst/>
            <a:rect l="l" t="t" r="r" b="b"/>
            <a:pathLst>
              <a:path w="204470" h="60960">
                <a:moveTo>
                  <a:pt x="0" y="60959"/>
                </a:moveTo>
                <a:lnTo>
                  <a:pt x="204215" y="60959"/>
                </a:lnTo>
                <a:lnTo>
                  <a:pt x="204215" y="0"/>
                </a:lnTo>
                <a:lnTo>
                  <a:pt x="0" y="0"/>
                </a:lnTo>
                <a:lnTo>
                  <a:pt x="0" y="60959"/>
                </a:lnTo>
                <a:close/>
              </a:path>
            </a:pathLst>
          </a:custGeom>
          <a:ln w="12700">
            <a:solidFill>
              <a:srgbClr val="000000"/>
            </a:solidFill>
          </a:ln>
        </p:spPr>
        <p:txBody>
          <a:bodyPr wrap="square" lIns="0" tIns="0" rIns="0" bIns="0" rtlCol="0"/>
          <a:lstStyle/>
          <a:p>
            <a:endParaRPr/>
          </a:p>
        </p:txBody>
      </p:sp>
      <p:sp>
        <p:nvSpPr>
          <p:cNvPr id="83" name="object 72">
            <a:extLst>
              <a:ext uri="{FF2B5EF4-FFF2-40B4-BE49-F238E27FC236}">
                <a16:creationId xmlns:a16="http://schemas.microsoft.com/office/drawing/2014/main" id="{B3BE99A4-F361-4A78-8DB5-06F8A860E276}"/>
              </a:ext>
            </a:extLst>
          </p:cNvPr>
          <p:cNvSpPr/>
          <p:nvPr/>
        </p:nvSpPr>
        <p:spPr>
          <a:xfrm>
            <a:off x="3043584"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84" name="object 73">
            <a:extLst>
              <a:ext uri="{FF2B5EF4-FFF2-40B4-BE49-F238E27FC236}">
                <a16:creationId xmlns:a16="http://schemas.microsoft.com/office/drawing/2014/main" id="{DD39CE4E-6913-4C4D-9FCF-D2E71A788440}"/>
              </a:ext>
            </a:extLst>
          </p:cNvPr>
          <p:cNvSpPr/>
          <p:nvPr/>
        </p:nvSpPr>
        <p:spPr>
          <a:xfrm>
            <a:off x="3043584"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86" name="object 6">
            <a:extLst>
              <a:ext uri="{FF2B5EF4-FFF2-40B4-BE49-F238E27FC236}">
                <a16:creationId xmlns:a16="http://schemas.microsoft.com/office/drawing/2014/main" id="{49B17885-899A-4153-A793-8E1EA5D6683C}"/>
              </a:ext>
            </a:extLst>
          </p:cNvPr>
          <p:cNvSpPr/>
          <p:nvPr/>
        </p:nvSpPr>
        <p:spPr>
          <a:xfrm>
            <a:off x="7137059" y="5159875"/>
            <a:ext cx="213360" cy="702945"/>
          </a:xfrm>
          <a:custGeom>
            <a:avLst/>
            <a:gdLst/>
            <a:ahLst/>
            <a:cxnLst/>
            <a:rect l="l" t="t" r="r" b="b"/>
            <a:pathLst>
              <a:path w="213359" h="702944">
                <a:moveTo>
                  <a:pt x="13715" y="0"/>
                </a:moveTo>
                <a:lnTo>
                  <a:pt x="63720" y="35896"/>
                </a:lnTo>
                <a:lnTo>
                  <a:pt x="110856" y="71863"/>
                </a:lnTo>
                <a:lnTo>
                  <a:pt x="152257" y="107950"/>
                </a:lnTo>
                <a:lnTo>
                  <a:pt x="185053" y="144206"/>
                </a:lnTo>
                <a:lnTo>
                  <a:pt x="206376" y="180681"/>
                </a:lnTo>
                <a:lnTo>
                  <a:pt x="213359" y="217424"/>
                </a:lnTo>
                <a:lnTo>
                  <a:pt x="200821" y="248837"/>
                </a:lnTo>
                <a:lnTo>
                  <a:pt x="170061" y="280100"/>
                </a:lnTo>
                <a:lnTo>
                  <a:pt x="128424" y="311449"/>
                </a:lnTo>
                <a:lnTo>
                  <a:pt x="83255" y="343123"/>
                </a:lnTo>
                <a:lnTo>
                  <a:pt x="41898" y="375359"/>
                </a:lnTo>
                <a:lnTo>
                  <a:pt x="11698" y="408394"/>
                </a:lnTo>
                <a:lnTo>
                  <a:pt x="0" y="442468"/>
                </a:lnTo>
                <a:lnTo>
                  <a:pt x="6220" y="477629"/>
                </a:lnTo>
                <a:lnTo>
                  <a:pt x="23637" y="513682"/>
                </a:lnTo>
                <a:lnTo>
                  <a:pt x="50385" y="550489"/>
                </a:lnTo>
                <a:lnTo>
                  <a:pt x="84597" y="587917"/>
                </a:lnTo>
                <a:lnTo>
                  <a:pt x="124408" y="625829"/>
                </a:lnTo>
                <a:lnTo>
                  <a:pt x="167951" y="664090"/>
                </a:lnTo>
                <a:lnTo>
                  <a:pt x="213359" y="702563"/>
                </a:lnTo>
              </a:path>
            </a:pathLst>
          </a:custGeom>
          <a:ln w="25400">
            <a:solidFill>
              <a:srgbClr val="4E7900"/>
            </a:solidFill>
          </a:ln>
        </p:spPr>
        <p:txBody>
          <a:bodyPr wrap="square" lIns="0" tIns="0" rIns="0" bIns="0" rtlCol="0"/>
          <a:lstStyle/>
          <a:p>
            <a:endParaRPr/>
          </a:p>
        </p:txBody>
      </p:sp>
      <p:sp>
        <p:nvSpPr>
          <p:cNvPr id="87" name="object 8">
            <a:extLst>
              <a:ext uri="{FF2B5EF4-FFF2-40B4-BE49-F238E27FC236}">
                <a16:creationId xmlns:a16="http://schemas.microsoft.com/office/drawing/2014/main" id="{D418796D-5228-45D1-AF2E-E311C22D6128}"/>
              </a:ext>
            </a:extLst>
          </p:cNvPr>
          <p:cNvSpPr/>
          <p:nvPr/>
        </p:nvSpPr>
        <p:spPr>
          <a:xfrm>
            <a:off x="6665454" y="3657600"/>
            <a:ext cx="1036319" cy="777240"/>
          </a:xfrm>
          <a:custGeom>
            <a:avLst/>
            <a:gdLst/>
            <a:ahLst/>
            <a:cxnLst/>
            <a:rect l="l" t="t" r="r" b="b"/>
            <a:pathLst>
              <a:path w="1036319" h="777239">
                <a:moveTo>
                  <a:pt x="0" y="777239"/>
                </a:moveTo>
                <a:lnTo>
                  <a:pt x="1036319" y="777239"/>
                </a:lnTo>
                <a:lnTo>
                  <a:pt x="1036319" y="0"/>
                </a:lnTo>
                <a:lnTo>
                  <a:pt x="0" y="0"/>
                </a:lnTo>
                <a:lnTo>
                  <a:pt x="0" y="777239"/>
                </a:lnTo>
                <a:close/>
              </a:path>
            </a:pathLst>
          </a:custGeom>
          <a:solidFill>
            <a:srgbClr val="FFCC66"/>
          </a:solidFill>
        </p:spPr>
        <p:txBody>
          <a:bodyPr wrap="square" lIns="0" tIns="0" rIns="0" bIns="0" rtlCol="0"/>
          <a:lstStyle/>
          <a:p>
            <a:endParaRPr/>
          </a:p>
        </p:txBody>
      </p:sp>
      <p:sp>
        <p:nvSpPr>
          <p:cNvPr id="88" name="object 9">
            <a:extLst>
              <a:ext uri="{FF2B5EF4-FFF2-40B4-BE49-F238E27FC236}">
                <a16:creationId xmlns:a16="http://schemas.microsoft.com/office/drawing/2014/main" id="{2A2FF364-89A2-4AD1-8B43-A23FB4C5DC7D}"/>
              </a:ext>
            </a:extLst>
          </p:cNvPr>
          <p:cNvSpPr/>
          <p:nvPr/>
        </p:nvSpPr>
        <p:spPr>
          <a:xfrm>
            <a:off x="6665454" y="3657600"/>
            <a:ext cx="1036319" cy="777240"/>
          </a:xfrm>
          <a:custGeom>
            <a:avLst/>
            <a:gdLst/>
            <a:ahLst/>
            <a:cxnLst/>
            <a:rect l="l" t="t" r="r" b="b"/>
            <a:pathLst>
              <a:path w="1036319" h="777239">
                <a:moveTo>
                  <a:pt x="0" y="777239"/>
                </a:moveTo>
                <a:lnTo>
                  <a:pt x="1036319" y="777239"/>
                </a:lnTo>
                <a:lnTo>
                  <a:pt x="1036319" y="0"/>
                </a:lnTo>
                <a:lnTo>
                  <a:pt x="0" y="0"/>
                </a:lnTo>
                <a:lnTo>
                  <a:pt x="0" y="777239"/>
                </a:lnTo>
                <a:close/>
              </a:path>
            </a:pathLst>
          </a:custGeom>
          <a:ln w="12700">
            <a:solidFill>
              <a:srgbClr val="FFCC66"/>
            </a:solidFill>
          </a:ln>
        </p:spPr>
        <p:txBody>
          <a:bodyPr wrap="square" lIns="0" tIns="0" rIns="0" bIns="0" rtlCol="0"/>
          <a:lstStyle/>
          <a:p>
            <a:endParaRPr/>
          </a:p>
        </p:txBody>
      </p:sp>
      <p:sp>
        <p:nvSpPr>
          <p:cNvPr id="89" name="object 10">
            <a:extLst>
              <a:ext uri="{FF2B5EF4-FFF2-40B4-BE49-F238E27FC236}">
                <a16:creationId xmlns:a16="http://schemas.microsoft.com/office/drawing/2014/main" id="{C4BEC562-A3F3-4220-BB2B-D666B690B729}"/>
              </a:ext>
            </a:extLst>
          </p:cNvPr>
          <p:cNvSpPr/>
          <p:nvPr/>
        </p:nvSpPr>
        <p:spPr>
          <a:xfrm>
            <a:off x="6734795" y="3731515"/>
            <a:ext cx="169545" cy="617220"/>
          </a:xfrm>
          <a:custGeom>
            <a:avLst/>
            <a:gdLst/>
            <a:ahLst/>
            <a:cxnLst/>
            <a:rect l="l" t="t" r="r" b="b"/>
            <a:pathLst>
              <a:path w="169544" h="617220">
                <a:moveTo>
                  <a:pt x="10909" y="0"/>
                </a:moveTo>
                <a:lnTo>
                  <a:pt x="58268" y="37872"/>
                </a:lnTo>
                <a:lnTo>
                  <a:pt x="101698" y="75811"/>
                </a:lnTo>
                <a:lnTo>
                  <a:pt x="137270" y="113915"/>
                </a:lnTo>
                <a:lnTo>
                  <a:pt x="161055" y="152282"/>
                </a:lnTo>
                <a:lnTo>
                  <a:pt x="169125" y="191007"/>
                </a:lnTo>
                <a:lnTo>
                  <a:pt x="155967" y="223214"/>
                </a:lnTo>
                <a:lnTo>
                  <a:pt x="124471" y="255284"/>
                </a:lnTo>
                <a:lnTo>
                  <a:pt x="83881" y="287543"/>
                </a:lnTo>
                <a:lnTo>
                  <a:pt x="43443" y="320322"/>
                </a:lnTo>
                <a:lnTo>
                  <a:pt x="12401" y="353947"/>
                </a:lnTo>
                <a:lnTo>
                  <a:pt x="0" y="388747"/>
                </a:lnTo>
                <a:lnTo>
                  <a:pt x="6655" y="424835"/>
                </a:lnTo>
                <a:lnTo>
                  <a:pt x="25057" y="461978"/>
                </a:lnTo>
                <a:lnTo>
                  <a:pt x="52854" y="499983"/>
                </a:lnTo>
                <a:lnTo>
                  <a:pt x="87697" y="538654"/>
                </a:lnTo>
                <a:lnTo>
                  <a:pt x="127238" y="577797"/>
                </a:lnTo>
                <a:lnTo>
                  <a:pt x="169125" y="617219"/>
                </a:lnTo>
              </a:path>
            </a:pathLst>
          </a:custGeom>
          <a:ln w="25400">
            <a:solidFill>
              <a:srgbClr val="000000"/>
            </a:solidFill>
          </a:ln>
        </p:spPr>
        <p:txBody>
          <a:bodyPr wrap="square" lIns="0" tIns="0" rIns="0" bIns="0" rtlCol="0"/>
          <a:lstStyle/>
          <a:p>
            <a:endParaRPr/>
          </a:p>
        </p:txBody>
      </p:sp>
      <p:sp>
        <p:nvSpPr>
          <p:cNvPr id="90" name="object 11">
            <a:extLst>
              <a:ext uri="{FF2B5EF4-FFF2-40B4-BE49-F238E27FC236}">
                <a16:creationId xmlns:a16="http://schemas.microsoft.com/office/drawing/2014/main" id="{9FB78767-84F9-4786-B72B-48524C32ADCE}"/>
              </a:ext>
            </a:extLst>
          </p:cNvPr>
          <p:cNvSpPr/>
          <p:nvPr/>
        </p:nvSpPr>
        <p:spPr>
          <a:xfrm>
            <a:off x="6835379" y="3731515"/>
            <a:ext cx="172720" cy="617220"/>
          </a:xfrm>
          <a:custGeom>
            <a:avLst/>
            <a:gdLst/>
            <a:ahLst/>
            <a:cxnLst/>
            <a:rect l="l" t="t" r="r" b="b"/>
            <a:pathLst>
              <a:path w="172719" h="617220">
                <a:moveTo>
                  <a:pt x="11112" y="0"/>
                </a:moveTo>
                <a:lnTo>
                  <a:pt x="59320" y="37872"/>
                </a:lnTo>
                <a:lnTo>
                  <a:pt x="103529" y="75811"/>
                </a:lnTo>
                <a:lnTo>
                  <a:pt x="139741" y="113915"/>
                </a:lnTo>
                <a:lnTo>
                  <a:pt x="163955" y="152282"/>
                </a:lnTo>
                <a:lnTo>
                  <a:pt x="172173" y="191007"/>
                </a:lnTo>
                <a:lnTo>
                  <a:pt x="158780" y="223214"/>
                </a:lnTo>
                <a:lnTo>
                  <a:pt x="126717" y="255284"/>
                </a:lnTo>
                <a:lnTo>
                  <a:pt x="85396" y="287543"/>
                </a:lnTo>
                <a:lnTo>
                  <a:pt x="44228" y="320322"/>
                </a:lnTo>
                <a:lnTo>
                  <a:pt x="12625" y="353947"/>
                </a:lnTo>
                <a:lnTo>
                  <a:pt x="0" y="388747"/>
                </a:lnTo>
                <a:lnTo>
                  <a:pt x="6775" y="424835"/>
                </a:lnTo>
                <a:lnTo>
                  <a:pt x="25508" y="461978"/>
                </a:lnTo>
                <a:lnTo>
                  <a:pt x="53806" y="499983"/>
                </a:lnTo>
                <a:lnTo>
                  <a:pt x="89278" y="538654"/>
                </a:lnTo>
                <a:lnTo>
                  <a:pt x="129531" y="577797"/>
                </a:lnTo>
                <a:lnTo>
                  <a:pt x="172173" y="617219"/>
                </a:lnTo>
              </a:path>
            </a:pathLst>
          </a:custGeom>
          <a:ln w="25400">
            <a:solidFill>
              <a:srgbClr val="000000"/>
            </a:solidFill>
          </a:ln>
        </p:spPr>
        <p:txBody>
          <a:bodyPr wrap="square" lIns="0" tIns="0" rIns="0" bIns="0" rtlCol="0"/>
          <a:lstStyle/>
          <a:p>
            <a:endParaRPr/>
          </a:p>
        </p:txBody>
      </p:sp>
      <p:sp>
        <p:nvSpPr>
          <p:cNvPr id="91" name="object 12">
            <a:extLst>
              <a:ext uri="{FF2B5EF4-FFF2-40B4-BE49-F238E27FC236}">
                <a16:creationId xmlns:a16="http://schemas.microsoft.com/office/drawing/2014/main" id="{664571AD-A53C-4EE4-A490-B0D6C54647A0}"/>
              </a:ext>
            </a:extLst>
          </p:cNvPr>
          <p:cNvSpPr/>
          <p:nvPr/>
        </p:nvSpPr>
        <p:spPr>
          <a:xfrm>
            <a:off x="6939012" y="3731515"/>
            <a:ext cx="169545" cy="617220"/>
          </a:xfrm>
          <a:custGeom>
            <a:avLst/>
            <a:gdLst/>
            <a:ahLst/>
            <a:cxnLst/>
            <a:rect l="l" t="t" r="r" b="b"/>
            <a:pathLst>
              <a:path w="169544" h="617220">
                <a:moveTo>
                  <a:pt x="10909" y="0"/>
                </a:moveTo>
                <a:lnTo>
                  <a:pt x="58267" y="37872"/>
                </a:lnTo>
                <a:lnTo>
                  <a:pt x="101696" y="75811"/>
                </a:lnTo>
                <a:lnTo>
                  <a:pt x="137272" y="113915"/>
                </a:lnTo>
                <a:lnTo>
                  <a:pt x="161070" y="152282"/>
                </a:lnTo>
                <a:lnTo>
                  <a:pt x="169163" y="191007"/>
                </a:lnTo>
                <a:lnTo>
                  <a:pt x="155971" y="223214"/>
                </a:lnTo>
                <a:lnTo>
                  <a:pt x="124459" y="255284"/>
                </a:lnTo>
                <a:lnTo>
                  <a:pt x="83867" y="287543"/>
                </a:lnTo>
                <a:lnTo>
                  <a:pt x="43433" y="320322"/>
                </a:lnTo>
                <a:lnTo>
                  <a:pt x="12398" y="353947"/>
                </a:lnTo>
                <a:lnTo>
                  <a:pt x="0" y="388747"/>
                </a:lnTo>
                <a:lnTo>
                  <a:pt x="6656" y="424835"/>
                </a:lnTo>
                <a:lnTo>
                  <a:pt x="25061" y="461978"/>
                </a:lnTo>
                <a:lnTo>
                  <a:pt x="52863" y="499983"/>
                </a:lnTo>
                <a:lnTo>
                  <a:pt x="87714" y="538654"/>
                </a:lnTo>
                <a:lnTo>
                  <a:pt x="127264" y="577797"/>
                </a:lnTo>
                <a:lnTo>
                  <a:pt x="169163" y="617219"/>
                </a:lnTo>
              </a:path>
            </a:pathLst>
          </a:custGeom>
          <a:ln w="25400">
            <a:solidFill>
              <a:srgbClr val="000000"/>
            </a:solidFill>
          </a:ln>
        </p:spPr>
        <p:txBody>
          <a:bodyPr wrap="square" lIns="0" tIns="0" rIns="0" bIns="0" rtlCol="0"/>
          <a:lstStyle/>
          <a:p>
            <a:endParaRPr/>
          </a:p>
        </p:txBody>
      </p:sp>
      <p:sp>
        <p:nvSpPr>
          <p:cNvPr id="92" name="object 13">
            <a:extLst>
              <a:ext uri="{FF2B5EF4-FFF2-40B4-BE49-F238E27FC236}">
                <a16:creationId xmlns:a16="http://schemas.microsoft.com/office/drawing/2014/main" id="{2E738F79-7977-4314-ABD6-1DBBDF89B31E}"/>
              </a:ext>
            </a:extLst>
          </p:cNvPr>
          <p:cNvSpPr/>
          <p:nvPr/>
        </p:nvSpPr>
        <p:spPr>
          <a:xfrm>
            <a:off x="7039595" y="3731515"/>
            <a:ext cx="172720" cy="617220"/>
          </a:xfrm>
          <a:custGeom>
            <a:avLst/>
            <a:gdLst/>
            <a:ahLst/>
            <a:cxnLst/>
            <a:rect l="l" t="t" r="r" b="b"/>
            <a:pathLst>
              <a:path w="172719" h="617220">
                <a:moveTo>
                  <a:pt x="11049" y="0"/>
                </a:moveTo>
                <a:lnTo>
                  <a:pt x="59289" y="37872"/>
                </a:lnTo>
                <a:lnTo>
                  <a:pt x="103513" y="75811"/>
                </a:lnTo>
                <a:lnTo>
                  <a:pt x="139732" y="113915"/>
                </a:lnTo>
                <a:lnTo>
                  <a:pt x="163961" y="152282"/>
                </a:lnTo>
                <a:lnTo>
                  <a:pt x="172212" y="191007"/>
                </a:lnTo>
                <a:lnTo>
                  <a:pt x="158794" y="223214"/>
                </a:lnTo>
                <a:lnTo>
                  <a:pt x="126717" y="255284"/>
                </a:lnTo>
                <a:lnTo>
                  <a:pt x="85391" y="287543"/>
                </a:lnTo>
                <a:lnTo>
                  <a:pt x="44224" y="320322"/>
                </a:lnTo>
                <a:lnTo>
                  <a:pt x="12624" y="353947"/>
                </a:lnTo>
                <a:lnTo>
                  <a:pt x="0" y="388747"/>
                </a:lnTo>
                <a:lnTo>
                  <a:pt x="6776" y="424835"/>
                </a:lnTo>
                <a:lnTo>
                  <a:pt x="25512" y="461978"/>
                </a:lnTo>
                <a:lnTo>
                  <a:pt x="53816" y="499983"/>
                </a:lnTo>
                <a:lnTo>
                  <a:pt x="89295" y="538654"/>
                </a:lnTo>
                <a:lnTo>
                  <a:pt x="129557" y="577797"/>
                </a:lnTo>
                <a:lnTo>
                  <a:pt x="172212" y="617219"/>
                </a:lnTo>
              </a:path>
            </a:pathLst>
          </a:custGeom>
          <a:ln w="25400">
            <a:solidFill>
              <a:srgbClr val="000000"/>
            </a:solidFill>
          </a:ln>
        </p:spPr>
        <p:txBody>
          <a:bodyPr wrap="square" lIns="0" tIns="0" rIns="0" bIns="0" rtlCol="0"/>
          <a:lstStyle/>
          <a:p>
            <a:endParaRPr/>
          </a:p>
        </p:txBody>
      </p:sp>
      <p:sp>
        <p:nvSpPr>
          <p:cNvPr id="93" name="object 14">
            <a:extLst>
              <a:ext uri="{FF2B5EF4-FFF2-40B4-BE49-F238E27FC236}">
                <a16:creationId xmlns:a16="http://schemas.microsoft.com/office/drawing/2014/main" id="{C7C4E663-1A32-4E1F-8723-29AFD5E1A7CE}"/>
              </a:ext>
            </a:extLst>
          </p:cNvPr>
          <p:cNvSpPr/>
          <p:nvPr/>
        </p:nvSpPr>
        <p:spPr>
          <a:xfrm>
            <a:off x="7143228" y="3731515"/>
            <a:ext cx="170815" cy="617220"/>
          </a:xfrm>
          <a:custGeom>
            <a:avLst/>
            <a:gdLst/>
            <a:ahLst/>
            <a:cxnLst/>
            <a:rect l="l" t="t" r="r" b="b"/>
            <a:pathLst>
              <a:path w="170815" h="617220">
                <a:moveTo>
                  <a:pt x="11048" y="0"/>
                </a:moveTo>
                <a:lnTo>
                  <a:pt x="58789" y="37872"/>
                </a:lnTo>
                <a:lnTo>
                  <a:pt x="102592" y="75811"/>
                </a:lnTo>
                <a:lnTo>
                  <a:pt x="138488" y="113915"/>
                </a:lnTo>
                <a:lnTo>
                  <a:pt x="162510" y="152282"/>
                </a:lnTo>
                <a:lnTo>
                  <a:pt x="170687" y="191007"/>
                </a:lnTo>
                <a:lnTo>
                  <a:pt x="157382" y="223214"/>
                </a:lnTo>
                <a:lnTo>
                  <a:pt x="125588" y="255284"/>
                </a:lnTo>
                <a:lnTo>
                  <a:pt x="84629" y="287543"/>
                </a:lnTo>
                <a:lnTo>
                  <a:pt x="43829" y="320322"/>
                </a:lnTo>
                <a:lnTo>
                  <a:pt x="12511" y="353947"/>
                </a:lnTo>
                <a:lnTo>
                  <a:pt x="0" y="388747"/>
                </a:lnTo>
                <a:lnTo>
                  <a:pt x="6716" y="424835"/>
                </a:lnTo>
                <a:lnTo>
                  <a:pt x="25287" y="461978"/>
                </a:lnTo>
                <a:lnTo>
                  <a:pt x="53340" y="499983"/>
                </a:lnTo>
                <a:lnTo>
                  <a:pt x="88504" y="538654"/>
                </a:lnTo>
                <a:lnTo>
                  <a:pt x="128411" y="577797"/>
                </a:lnTo>
                <a:lnTo>
                  <a:pt x="170687" y="617219"/>
                </a:lnTo>
              </a:path>
            </a:pathLst>
          </a:custGeom>
          <a:ln w="25400">
            <a:solidFill>
              <a:srgbClr val="000000"/>
            </a:solidFill>
          </a:ln>
        </p:spPr>
        <p:txBody>
          <a:bodyPr wrap="square" lIns="0" tIns="0" rIns="0" bIns="0" rtlCol="0"/>
          <a:lstStyle/>
          <a:p>
            <a:endParaRPr/>
          </a:p>
        </p:txBody>
      </p:sp>
      <p:sp>
        <p:nvSpPr>
          <p:cNvPr id="94" name="object 15">
            <a:extLst>
              <a:ext uri="{FF2B5EF4-FFF2-40B4-BE49-F238E27FC236}">
                <a16:creationId xmlns:a16="http://schemas.microsoft.com/office/drawing/2014/main" id="{95A5B926-B53B-4517-A70B-A01417400BAC}"/>
              </a:ext>
            </a:extLst>
          </p:cNvPr>
          <p:cNvSpPr/>
          <p:nvPr/>
        </p:nvSpPr>
        <p:spPr>
          <a:xfrm>
            <a:off x="7245336" y="3731515"/>
            <a:ext cx="169545" cy="617220"/>
          </a:xfrm>
          <a:custGeom>
            <a:avLst/>
            <a:gdLst/>
            <a:ahLst/>
            <a:cxnLst/>
            <a:rect l="l" t="t" r="r" b="b"/>
            <a:pathLst>
              <a:path w="169544" h="617220">
                <a:moveTo>
                  <a:pt x="10921" y="0"/>
                </a:moveTo>
                <a:lnTo>
                  <a:pt x="58273" y="37872"/>
                </a:lnTo>
                <a:lnTo>
                  <a:pt x="101699" y="75811"/>
                </a:lnTo>
                <a:lnTo>
                  <a:pt x="137273" y="113915"/>
                </a:lnTo>
                <a:lnTo>
                  <a:pt x="161070" y="152282"/>
                </a:lnTo>
                <a:lnTo>
                  <a:pt x="169163" y="191007"/>
                </a:lnTo>
                <a:lnTo>
                  <a:pt x="155971" y="223214"/>
                </a:lnTo>
                <a:lnTo>
                  <a:pt x="124459" y="255284"/>
                </a:lnTo>
                <a:lnTo>
                  <a:pt x="83867" y="287543"/>
                </a:lnTo>
                <a:lnTo>
                  <a:pt x="43433" y="320322"/>
                </a:lnTo>
                <a:lnTo>
                  <a:pt x="12398" y="353947"/>
                </a:lnTo>
                <a:lnTo>
                  <a:pt x="0" y="388747"/>
                </a:lnTo>
                <a:lnTo>
                  <a:pt x="6656" y="424835"/>
                </a:lnTo>
                <a:lnTo>
                  <a:pt x="25061" y="461978"/>
                </a:lnTo>
                <a:lnTo>
                  <a:pt x="52863" y="499983"/>
                </a:lnTo>
                <a:lnTo>
                  <a:pt x="87714" y="538654"/>
                </a:lnTo>
                <a:lnTo>
                  <a:pt x="127264" y="577797"/>
                </a:lnTo>
                <a:lnTo>
                  <a:pt x="169163" y="617219"/>
                </a:lnTo>
              </a:path>
            </a:pathLst>
          </a:custGeom>
          <a:ln w="25400">
            <a:solidFill>
              <a:srgbClr val="000000"/>
            </a:solidFill>
          </a:ln>
        </p:spPr>
        <p:txBody>
          <a:bodyPr wrap="square" lIns="0" tIns="0" rIns="0" bIns="0" rtlCol="0"/>
          <a:lstStyle/>
          <a:p>
            <a:endParaRPr/>
          </a:p>
        </p:txBody>
      </p:sp>
      <p:sp>
        <p:nvSpPr>
          <p:cNvPr id="95" name="object 16">
            <a:extLst>
              <a:ext uri="{FF2B5EF4-FFF2-40B4-BE49-F238E27FC236}">
                <a16:creationId xmlns:a16="http://schemas.microsoft.com/office/drawing/2014/main" id="{EAE23307-FADC-4E50-98AD-DDA22AED4E16}"/>
              </a:ext>
            </a:extLst>
          </p:cNvPr>
          <p:cNvSpPr/>
          <p:nvPr/>
        </p:nvSpPr>
        <p:spPr>
          <a:xfrm>
            <a:off x="7345920" y="3731515"/>
            <a:ext cx="172720" cy="617220"/>
          </a:xfrm>
          <a:custGeom>
            <a:avLst/>
            <a:gdLst/>
            <a:ahLst/>
            <a:cxnLst/>
            <a:rect l="l" t="t" r="r" b="b"/>
            <a:pathLst>
              <a:path w="172719" h="617220">
                <a:moveTo>
                  <a:pt x="11049" y="0"/>
                </a:moveTo>
                <a:lnTo>
                  <a:pt x="59289" y="37872"/>
                </a:lnTo>
                <a:lnTo>
                  <a:pt x="103513" y="75811"/>
                </a:lnTo>
                <a:lnTo>
                  <a:pt x="139732" y="113915"/>
                </a:lnTo>
                <a:lnTo>
                  <a:pt x="163961" y="152282"/>
                </a:lnTo>
                <a:lnTo>
                  <a:pt x="172211" y="191007"/>
                </a:lnTo>
                <a:lnTo>
                  <a:pt x="158794" y="223214"/>
                </a:lnTo>
                <a:lnTo>
                  <a:pt x="126717" y="255284"/>
                </a:lnTo>
                <a:lnTo>
                  <a:pt x="85391" y="287543"/>
                </a:lnTo>
                <a:lnTo>
                  <a:pt x="44224" y="320322"/>
                </a:lnTo>
                <a:lnTo>
                  <a:pt x="12624" y="353947"/>
                </a:lnTo>
                <a:lnTo>
                  <a:pt x="0" y="388747"/>
                </a:lnTo>
                <a:lnTo>
                  <a:pt x="6776" y="424835"/>
                </a:lnTo>
                <a:lnTo>
                  <a:pt x="25512" y="461978"/>
                </a:lnTo>
                <a:lnTo>
                  <a:pt x="53816" y="499983"/>
                </a:lnTo>
                <a:lnTo>
                  <a:pt x="89295" y="538654"/>
                </a:lnTo>
                <a:lnTo>
                  <a:pt x="129557" y="577797"/>
                </a:lnTo>
                <a:lnTo>
                  <a:pt x="172211" y="617219"/>
                </a:lnTo>
              </a:path>
            </a:pathLst>
          </a:custGeom>
          <a:ln w="25400">
            <a:solidFill>
              <a:srgbClr val="000000"/>
            </a:solidFill>
          </a:ln>
        </p:spPr>
        <p:txBody>
          <a:bodyPr wrap="square" lIns="0" tIns="0" rIns="0" bIns="0" rtlCol="0"/>
          <a:lstStyle/>
          <a:p>
            <a:endParaRPr/>
          </a:p>
        </p:txBody>
      </p:sp>
      <p:sp>
        <p:nvSpPr>
          <p:cNvPr id="96" name="object 17">
            <a:extLst>
              <a:ext uri="{FF2B5EF4-FFF2-40B4-BE49-F238E27FC236}">
                <a16:creationId xmlns:a16="http://schemas.microsoft.com/office/drawing/2014/main" id="{73D9E5AD-220A-42D2-9599-C90379C1D08C}"/>
              </a:ext>
            </a:extLst>
          </p:cNvPr>
          <p:cNvSpPr/>
          <p:nvPr/>
        </p:nvSpPr>
        <p:spPr>
          <a:xfrm>
            <a:off x="7449552" y="3731515"/>
            <a:ext cx="170815" cy="617220"/>
          </a:xfrm>
          <a:custGeom>
            <a:avLst/>
            <a:gdLst/>
            <a:ahLst/>
            <a:cxnLst/>
            <a:rect l="l" t="t" r="r" b="b"/>
            <a:pathLst>
              <a:path w="170814" h="617220">
                <a:moveTo>
                  <a:pt x="11049" y="0"/>
                </a:moveTo>
                <a:lnTo>
                  <a:pt x="58789" y="37872"/>
                </a:lnTo>
                <a:lnTo>
                  <a:pt x="102592" y="75811"/>
                </a:lnTo>
                <a:lnTo>
                  <a:pt x="138488" y="113915"/>
                </a:lnTo>
                <a:lnTo>
                  <a:pt x="162510" y="152282"/>
                </a:lnTo>
                <a:lnTo>
                  <a:pt x="170687" y="191007"/>
                </a:lnTo>
                <a:lnTo>
                  <a:pt x="157382" y="223214"/>
                </a:lnTo>
                <a:lnTo>
                  <a:pt x="125588" y="255284"/>
                </a:lnTo>
                <a:lnTo>
                  <a:pt x="84629" y="287543"/>
                </a:lnTo>
                <a:lnTo>
                  <a:pt x="43829" y="320322"/>
                </a:lnTo>
                <a:lnTo>
                  <a:pt x="12511" y="353947"/>
                </a:lnTo>
                <a:lnTo>
                  <a:pt x="0" y="388747"/>
                </a:lnTo>
                <a:lnTo>
                  <a:pt x="6716" y="424835"/>
                </a:lnTo>
                <a:lnTo>
                  <a:pt x="25287" y="461978"/>
                </a:lnTo>
                <a:lnTo>
                  <a:pt x="53339" y="499983"/>
                </a:lnTo>
                <a:lnTo>
                  <a:pt x="88504" y="538654"/>
                </a:lnTo>
                <a:lnTo>
                  <a:pt x="128411" y="577797"/>
                </a:lnTo>
                <a:lnTo>
                  <a:pt x="170687" y="617219"/>
                </a:lnTo>
              </a:path>
            </a:pathLst>
          </a:custGeom>
          <a:ln w="25400">
            <a:solidFill>
              <a:srgbClr val="000000"/>
            </a:solidFill>
          </a:ln>
        </p:spPr>
        <p:txBody>
          <a:bodyPr wrap="square" lIns="0" tIns="0" rIns="0" bIns="0" rtlCol="0"/>
          <a:lstStyle/>
          <a:p>
            <a:endParaRPr/>
          </a:p>
        </p:txBody>
      </p:sp>
      <p:sp>
        <p:nvSpPr>
          <p:cNvPr id="97" name="object 74">
            <a:extLst>
              <a:ext uri="{FF2B5EF4-FFF2-40B4-BE49-F238E27FC236}">
                <a16:creationId xmlns:a16="http://schemas.microsoft.com/office/drawing/2014/main" id="{FE5FBA55-3E5E-4933-A3A6-CA63F1EEC904}"/>
              </a:ext>
            </a:extLst>
          </p:cNvPr>
          <p:cNvSpPr/>
          <p:nvPr/>
        </p:nvSpPr>
        <p:spPr>
          <a:xfrm>
            <a:off x="6095844" y="2242229"/>
            <a:ext cx="2118360" cy="721360"/>
          </a:xfrm>
          <a:custGeom>
            <a:avLst/>
            <a:gdLst/>
            <a:ahLst/>
            <a:cxnLst/>
            <a:rect l="l" t="t" r="r" b="b"/>
            <a:pathLst>
              <a:path w="2118360" h="721360">
                <a:moveTo>
                  <a:pt x="0" y="720852"/>
                </a:moveTo>
                <a:lnTo>
                  <a:pt x="2118360" y="720852"/>
                </a:lnTo>
                <a:lnTo>
                  <a:pt x="2118360" y="0"/>
                </a:lnTo>
                <a:lnTo>
                  <a:pt x="0" y="0"/>
                </a:lnTo>
                <a:lnTo>
                  <a:pt x="0" y="720852"/>
                </a:lnTo>
                <a:close/>
              </a:path>
            </a:pathLst>
          </a:custGeom>
          <a:solidFill>
            <a:srgbClr val="66FF66"/>
          </a:solidFill>
        </p:spPr>
        <p:txBody>
          <a:bodyPr wrap="square" lIns="0" tIns="0" rIns="0" bIns="0" rtlCol="0"/>
          <a:lstStyle/>
          <a:p>
            <a:endParaRPr/>
          </a:p>
        </p:txBody>
      </p:sp>
      <p:sp>
        <p:nvSpPr>
          <p:cNvPr id="98" name="object 75">
            <a:extLst>
              <a:ext uri="{FF2B5EF4-FFF2-40B4-BE49-F238E27FC236}">
                <a16:creationId xmlns:a16="http://schemas.microsoft.com/office/drawing/2014/main" id="{2E8C56B1-C96C-4386-85E6-AED04CFB69EC}"/>
              </a:ext>
            </a:extLst>
          </p:cNvPr>
          <p:cNvSpPr/>
          <p:nvPr/>
        </p:nvSpPr>
        <p:spPr>
          <a:xfrm>
            <a:off x="6193380"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solidFill>
            <a:srgbClr val="FFCC66"/>
          </a:solidFill>
        </p:spPr>
        <p:txBody>
          <a:bodyPr wrap="square" lIns="0" tIns="0" rIns="0" bIns="0" rtlCol="0"/>
          <a:lstStyle/>
          <a:p>
            <a:endParaRPr/>
          </a:p>
        </p:txBody>
      </p:sp>
      <p:sp>
        <p:nvSpPr>
          <p:cNvPr id="99" name="object 76">
            <a:extLst>
              <a:ext uri="{FF2B5EF4-FFF2-40B4-BE49-F238E27FC236}">
                <a16:creationId xmlns:a16="http://schemas.microsoft.com/office/drawing/2014/main" id="{90089610-5C8A-43D5-9B89-99E0DE6F1EA4}"/>
              </a:ext>
            </a:extLst>
          </p:cNvPr>
          <p:cNvSpPr/>
          <p:nvPr/>
        </p:nvSpPr>
        <p:spPr>
          <a:xfrm>
            <a:off x="6193380"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ln w="12700">
            <a:solidFill>
              <a:srgbClr val="000000"/>
            </a:solidFill>
          </a:ln>
        </p:spPr>
        <p:txBody>
          <a:bodyPr wrap="square" lIns="0" tIns="0" rIns="0" bIns="0" rtlCol="0"/>
          <a:lstStyle/>
          <a:p>
            <a:endParaRPr/>
          </a:p>
        </p:txBody>
      </p:sp>
      <p:sp>
        <p:nvSpPr>
          <p:cNvPr id="100" name="object 77">
            <a:extLst>
              <a:ext uri="{FF2B5EF4-FFF2-40B4-BE49-F238E27FC236}">
                <a16:creationId xmlns:a16="http://schemas.microsoft.com/office/drawing/2014/main" id="{81D87B03-1E68-4C55-A2F1-CAB5333543C3}"/>
              </a:ext>
            </a:extLst>
          </p:cNvPr>
          <p:cNvSpPr/>
          <p:nvPr/>
        </p:nvSpPr>
        <p:spPr>
          <a:xfrm>
            <a:off x="6239862"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1" name="object 78">
            <a:extLst>
              <a:ext uri="{FF2B5EF4-FFF2-40B4-BE49-F238E27FC236}">
                <a16:creationId xmlns:a16="http://schemas.microsoft.com/office/drawing/2014/main" id="{71D0050C-9D55-4BE4-807E-0DE74109CC6B}"/>
              </a:ext>
            </a:extLst>
          </p:cNvPr>
          <p:cNvSpPr/>
          <p:nvPr/>
        </p:nvSpPr>
        <p:spPr>
          <a:xfrm>
            <a:off x="6308442"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2" name="object 79">
            <a:extLst>
              <a:ext uri="{FF2B5EF4-FFF2-40B4-BE49-F238E27FC236}">
                <a16:creationId xmlns:a16="http://schemas.microsoft.com/office/drawing/2014/main" id="{EB4F54C7-17B0-4CB1-A0C3-9357C302C4CE}"/>
              </a:ext>
            </a:extLst>
          </p:cNvPr>
          <p:cNvSpPr/>
          <p:nvPr/>
        </p:nvSpPr>
        <p:spPr>
          <a:xfrm>
            <a:off x="6377021"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3" name="object 80">
            <a:extLst>
              <a:ext uri="{FF2B5EF4-FFF2-40B4-BE49-F238E27FC236}">
                <a16:creationId xmlns:a16="http://schemas.microsoft.com/office/drawing/2014/main" id="{6EA6922E-1CA1-420A-8342-525DC028185F}"/>
              </a:ext>
            </a:extLst>
          </p:cNvPr>
          <p:cNvSpPr/>
          <p:nvPr/>
        </p:nvSpPr>
        <p:spPr>
          <a:xfrm>
            <a:off x="6445602"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4" name="object 81">
            <a:extLst>
              <a:ext uri="{FF2B5EF4-FFF2-40B4-BE49-F238E27FC236}">
                <a16:creationId xmlns:a16="http://schemas.microsoft.com/office/drawing/2014/main" id="{6BF9F0C7-64F6-4ADD-9A4B-7D2AE62F0AF6}"/>
              </a:ext>
            </a:extLst>
          </p:cNvPr>
          <p:cNvSpPr/>
          <p:nvPr/>
        </p:nvSpPr>
        <p:spPr>
          <a:xfrm>
            <a:off x="6514181"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5" name="object 82">
            <a:extLst>
              <a:ext uri="{FF2B5EF4-FFF2-40B4-BE49-F238E27FC236}">
                <a16:creationId xmlns:a16="http://schemas.microsoft.com/office/drawing/2014/main" id="{C13D7524-94EF-4102-A884-E29D159FD1E0}"/>
              </a:ext>
            </a:extLst>
          </p:cNvPr>
          <p:cNvSpPr/>
          <p:nvPr/>
        </p:nvSpPr>
        <p:spPr>
          <a:xfrm>
            <a:off x="6757260" y="2304714"/>
            <a:ext cx="487680" cy="607060"/>
          </a:xfrm>
          <a:custGeom>
            <a:avLst/>
            <a:gdLst/>
            <a:ahLst/>
            <a:cxnLst/>
            <a:rect l="l" t="t" r="r" b="b"/>
            <a:pathLst>
              <a:path w="487680" h="607060">
                <a:moveTo>
                  <a:pt x="0" y="606551"/>
                </a:moveTo>
                <a:lnTo>
                  <a:pt x="487679" y="606551"/>
                </a:lnTo>
                <a:lnTo>
                  <a:pt x="487679" y="0"/>
                </a:lnTo>
                <a:lnTo>
                  <a:pt x="0" y="0"/>
                </a:lnTo>
                <a:lnTo>
                  <a:pt x="0" y="606551"/>
                </a:lnTo>
                <a:close/>
              </a:path>
            </a:pathLst>
          </a:custGeom>
          <a:solidFill>
            <a:srgbClr val="FFCC66"/>
          </a:solidFill>
        </p:spPr>
        <p:txBody>
          <a:bodyPr wrap="square" lIns="0" tIns="0" rIns="0" bIns="0" rtlCol="0"/>
          <a:lstStyle/>
          <a:p>
            <a:endParaRPr/>
          </a:p>
        </p:txBody>
      </p:sp>
      <p:sp>
        <p:nvSpPr>
          <p:cNvPr id="106" name="object 83">
            <a:extLst>
              <a:ext uri="{FF2B5EF4-FFF2-40B4-BE49-F238E27FC236}">
                <a16:creationId xmlns:a16="http://schemas.microsoft.com/office/drawing/2014/main" id="{35487EC0-03BE-4847-957D-FA9677E47622}"/>
              </a:ext>
            </a:extLst>
          </p:cNvPr>
          <p:cNvSpPr/>
          <p:nvPr/>
        </p:nvSpPr>
        <p:spPr>
          <a:xfrm>
            <a:off x="6757260" y="2304714"/>
            <a:ext cx="487680" cy="607060"/>
          </a:xfrm>
          <a:custGeom>
            <a:avLst/>
            <a:gdLst/>
            <a:ahLst/>
            <a:cxnLst/>
            <a:rect l="l" t="t" r="r" b="b"/>
            <a:pathLst>
              <a:path w="487680" h="607060">
                <a:moveTo>
                  <a:pt x="0" y="606551"/>
                </a:moveTo>
                <a:lnTo>
                  <a:pt x="487679" y="606551"/>
                </a:lnTo>
                <a:lnTo>
                  <a:pt x="487679" y="0"/>
                </a:lnTo>
                <a:lnTo>
                  <a:pt x="0" y="0"/>
                </a:lnTo>
                <a:lnTo>
                  <a:pt x="0" y="606551"/>
                </a:lnTo>
                <a:close/>
              </a:path>
            </a:pathLst>
          </a:custGeom>
          <a:ln w="12700">
            <a:solidFill>
              <a:srgbClr val="000000"/>
            </a:solidFill>
          </a:ln>
        </p:spPr>
        <p:txBody>
          <a:bodyPr wrap="square" lIns="0" tIns="0" rIns="0" bIns="0" rtlCol="0"/>
          <a:lstStyle/>
          <a:p>
            <a:endParaRPr/>
          </a:p>
        </p:txBody>
      </p:sp>
      <p:sp>
        <p:nvSpPr>
          <p:cNvPr id="107" name="object 84">
            <a:extLst>
              <a:ext uri="{FF2B5EF4-FFF2-40B4-BE49-F238E27FC236}">
                <a16:creationId xmlns:a16="http://schemas.microsoft.com/office/drawing/2014/main" id="{A9EB796A-3AF4-4E07-AF10-8FFB9BC90748}"/>
              </a:ext>
            </a:extLst>
          </p:cNvPr>
          <p:cNvSpPr/>
          <p:nvPr/>
        </p:nvSpPr>
        <p:spPr>
          <a:xfrm>
            <a:off x="6803741"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8" name="object 85">
            <a:extLst>
              <a:ext uri="{FF2B5EF4-FFF2-40B4-BE49-F238E27FC236}">
                <a16:creationId xmlns:a16="http://schemas.microsoft.com/office/drawing/2014/main" id="{A4E95497-3AD5-4F66-91A5-F9D15DAF9539}"/>
              </a:ext>
            </a:extLst>
          </p:cNvPr>
          <p:cNvSpPr/>
          <p:nvPr/>
        </p:nvSpPr>
        <p:spPr>
          <a:xfrm>
            <a:off x="6872321" y="2363388"/>
            <a:ext cx="114300" cy="481965"/>
          </a:xfrm>
          <a:custGeom>
            <a:avLst/>
            <a:gdLst/>
            <a:ahLst/>
            <a:cxnLst/>
            <a:rect l="l" t="t" r="r" b="b"/>
            <a:pathLst>
              <a:path w="114300" h="481964">
                <a:moveTo>
                  <a:pt x="7378" y="0"/>
                </a:moveTo>
                <a:lnTo>
                  <a:pt x="47071" y="36937"/>
                </a:lnTo>
                <a:lnTo>
                  <a:pt x="81589" y="73998"/>
                </a:lnTo>
                <a:lnTo>
                  <a:pt x="105732" y="111308"/>
                </a:lnTo>
                <a:lnTo>
                  <a:pt x="114300" y="148996"/>
                </a:lnTo>
                <a:lnTo>
                  <a:pt x="101925" y="179133"/>
                </a:lnTo>
                <a:lnTo>
                  <a:pt x="73517" y="209186"/>
                </a:lnTo>
                <a:lnTo>
                  <a:pt x="39867" y="239603"/>
                </a:lnTo>
                <a:lnTo>
                  <a:pt x="11765" y="270830"/>
                </a:lnTo>
                <a:lnTo>
                  <a:pt x="0" y="303314"/>
                </a:lnTo>
                <a:lnTo>
                  <a:pt x="9820" y="345892"/>
                </a:lnTo>
                <a:lnTo>
                  <a:pt x="35713" y="390124"/>
                </a:lnTo>
                <a:lnTo>
                  <a:pt x="72325" y="435519"/>
                </a:lnTo>
                <a:lnTo>
                  <a:pt x="114300" y="481583"/>
                </a:lnTo>
              </a:path>
            </a:pathLst>
          </a:custGeom>
          <a:ln w="25400">
            <a:solidFill>
              <a:srgbClr val="000000"/>
            </a:solidFill>
          </a:ln>
        </p:spPr>
        <p:txBody>
          <a:bodyPr wrap="square" lIns="0" tIns="0" rIns="0" bIns="0" rtlCol="0"/>
          <a:lstStyle/>
          <a:p>
            <a:endParaRPr/>
          </a:p>
        </p:txBody>
      </p:sp>
      <p:sp>
        <p:nvSpPr>
          <p:cNvPr id="109" name="object 86">
            <a:extLst>
              <a:ext uri="{FF2B5EF4-FFF2-40B4-BE49-F238E27FC236}">
                <a16:creationId xmlns:a16="http://schemas.microsoft.com/office/drawing/2014/main" id="{97A90E70-CAD9-47A1-A43C-9E4BEAD6C801}"/>
              </a:ext>
            </a:extLst>
          </p:cNvPr>
          <p:cNvSpPr/>
          <p:nvPr/>
        </p:nvSpPr>
        <p:spPr>
          <a:xfrm>
            <a:off x="6940902" y="2363388"/>
            <a:ext cx="114300" cy="481965"/>
          </a:xfrm>
          <a:custGeom>
            <a:avLst/>
            <a:gdLst/>
            <a:ahLst/>
            <a:cxnLst/>
            <a:rect l="l" t="t" r="r" b="b"/>
            <a:pathLst>
              <a:path w="114300" h="481964">
                <a:moveTo>
                  <a:pt x="7378" y="0"/>
                </a:moveTo>
                <a:lnTo>
                  <a:pt x="47082" y="36937"/>
                </a:lnTo>
                <a:lnTo>
                  <a:pt x="81599"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0" name="object 87">
            <a:extLst>
              <a:ext uri="{FF2B5EF4-FFF2-40B4-BE49-F238E27FC236}">
                <a16:creationId xmlns:a16="http://schemas.microsoft.com/office/drawing/2014/main" id="{1E18E7FF-770C-4868-8A78-F52FEFE68DEC}"/>
              </a:ext>
            </a:extLst>
          </p:cNvPr>
          <p:cNvSpPr/>
          <p:nvPr/>
        </p:nvSpPr>
        <p:spPr>
          <a:xfrm>
            <a:off x="7009482"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1" name="object 88">
            <a:extLst>
              <a:ext uri="{FF2B5EF4-FFF2-40B4-BE49-F238E27FC236}">
                <a16:creationId xmlns:a16="http://schemas.microsoft.com/office/drawing/2014/main" id="{B4D40DD6-471A-4627-9E08-134BDB51D0C4}"/>
              </a:ext>
            </a:extLst>
          </p:cNvPr>
          <p:cNvSpPr/>
          <p:nvPr/>
        </p:nvSpPr>
        <p:spPr>
          <a:xfrm>
            <a:off x="7078061"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2" name="object 89">
            <a:extLst>
              <a:ext uri="{FF2B5EF4-FFF2-40B4-BE49-F238E27FC236}">
                <a16:creationId xmlns:a16="http://schemas.microsoft.com/office/drawing/2014/main" id="{0237FD73-2A70-4BF9-B6D2-232E6A6F1C0E}"/>
              </a:ext>
            </a:extLst>
          </p:cNvPr>
          <p:cNvSpPr/>
          <p:nvPr/>
        </p:nvSpPr>
        <p:spPr>
          <a:xfrm>
            <a:off x="7625939"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solidFill>
            <a:srgbClr val="FFCC66"/>
          </a:solidFill>
        </p:spPr>
        <p:txBody>
          <a:bodyPr wrap="square" lIns="0" tIns="0" rIns="0" bIns="0" rtlCol="0"/>
          <a:lstStyle/>
          <a:p>
            <a:endParaRPr/>
          </a:p>
        </p:txBody>
      </p:sp>
      <p:sp>
        <p:nvSpPr>
          <p:cNvPr id="113" name="object 90">
            <a:extLst>
              <a:ext uri="{FF2B5EF4-FFF2-40B4-BE49-F238E27FC236}">
                <a16:creationId xmlns:a16="http://schemas.microsoft.com/office/drawing/2014/main" id="{8DECB86F-5811-422C-A0B9-1140C7497A28}"/>
              </a:ext>
            </a:extLst>
          </p:cNvPr>
          <p:cNvSpPr/>
          <p:nvPr/>
        </p:nvSpPr>
        <p:spPr>
          <a:xfrm>
            <a:off x="7625939"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ln w="12700">
            <a:solidFill>
              <a:srgbClr val="000000"/>
            </a:solidFill>
          </a:ln>
        </p:spPr>
        <p:txBody>
          <a:bodyPr wrap="square" lIns="0" tIns="0" rIns="0" bIns="0" rtlCol="0"/>
          <a:lstStyle/>
          <a:p>
            <a:endParaRPr/>
          </a:p>
        </p:txBody>
      </p:sp>
      <p:sp>
        <p:nvSpPr>
          <p:cNvPr id="114" name="object 91">
            <a:extLst>
              <a:ext uri="{FF2B5EF4-FFF2-40B4-BE49-F238E27FC236}">
                <a16:creationId xmlns:a16="http://schemas.microsoft.com/office/drawing/2014/main" id="{D6FD7891-2AE7-4C24-B153-FBBD8C4DED74}"/>
              </a:ext>
            </a:extLst>
          </p:cNvPr>
          <p:cNvSpPr/>
          <p:nvPr/>
        </p:nvSpPr>
        <p:spPr>
          <a:xfrm>
            <a:off x="7672421" y="2363388"/>
            <a:ext cx="114300" cy="481965"/>
          </a:xfrm>
          <a:custGeom>
            <a:avLst/>
            <a:gdLst/>
            <a:ahLst/>
            <a:cxnLst/>
            <a:rect l="l" t="t" r="r" b="b"/>
            <a:pathLst>
              <a:path w="114300" h="481964">
                <a:moveTo>
                  <a:pt x="7366"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5" name="object 92">
            <a:extLst>
              <a:ext uri="{FF2B5EF4-FFF2-40B4-BE49-F238E27FC236}">
                <a16:creationId xmlns:a16="http://schemas.microsoft.com/office/drawing/2014/main" id="{6D443629-6372-4402-B3C7-9CDF69AC8491}"/>
              </a:ext>
            </a:extLst>
          </p:cNvPr>
          <p:cNvSpPr/>
          <p:nvPr/>
        </p:nvSpPr>
        <p:spPr>
          <a:xfrm>
            <a:off x="7741001" y="2363388"/>
            <a:ext cx="114300" cy="481965"/>
          </a:xfrm>
          <a:custGeom>
            <a:avLst/>
            <a:gdLst/>
            <a:ahLst/>
            <a:cxnLst/>
            <a:rect l="l" t="t" r="r" b="b"/>
            <a:pathLst>
              <a:path w="114300" h="481964">
                <a:moveTo>
                  <a:pt x="7366"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6" name="object 93">
            <a:extLst>
              <a:ext uri="{FF2B5EF4-FFF2-40B4-BE49-F238E27FC236}">
                <a16:creationId xmlns:a16="http://schemas.microsoft.com/office/drawing/2014/main" id="{D589666D-8222-4778-9693-86D2A2FE137D}"/>
              </a:ext>
            </a:extLst>
          </p:cNvPr>
          <p:cNvSpPr/>
          <p:nvPr/>
        </p:nvSpPr>
        <p:spPr>
          <a:xfrm>
            <a:off x="7809582" y="2363388"/>
            <a:ext cx="114300" cy="481965"/>
          </a:xfrm>
          <a:custGeom>
            <a:avLst/>
            <a:gdLst/>
            <a:ahLst/>
            <a:cxnLst/>
            <a:rect l="l" t="t" r="r" b="b"/>
            <a:pathLst>
              <a:path w="114300" h="481964">
                <a:moveTo>
                  <a:pt x="7366"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7" name="object 94">
            <a:extLst>
              <a:ext uri="{FF2B5EF4-FFF2-40B4-BE49-F238E27FC236}">
                <a16:creationId xmlns:a16="http://schemas.microsoft.com/office/drawing/2014/main" id="{1D3AA40A-585C-4D8A-8483-EE563CC76A91}"/>
              </a:ext>
            </a:extLst>
          </p:cNvPr>
          <p:cNvSpPr/>
          <p:nvPr/>
        </p:nvSpPr>
        <p:spPr>
          <a:xfrm>
            <a:off x="7878161"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8" name="object 95">
            <a:extLst>
              <a:ext uri="{FF2B5EF4-FFF2-40B4-BE49-F238E27FC236}">
                <a16:creationId xmlns:a16="http://schemas.microsoft.com/office/drawing/2014/main" id="{7BF62EF6-5400-48CA-95E9-F7A2680D4C2E}"/>
              </a:ext>
            </a:extLst>
          </p:cNvPr>
          <p:cNvSpPr/>
          <p:nvPr/>
        </p:nvSpPr>
        <p:spPr>
          <a:xfrm>
            <a:off x="7946742"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9" name="object 96">
            <a:extLst>
              <a:ext uri="{FF2B5EF4-FFF2-40B4-BE49-F238E27FC236}">
                <a16:creationId xmlns:a16="http://schemas.microsoft.com/office/drawing/2014/main" id="{C494DB74-2E16-460D-916E-57A914C67146}"/>
              </a:ext>
            </a:extLst>
          </p:cNvPr>
          <p:cNvSpPr txBox="1"/>
          <p:nvPr/>
        </p:nvSpPr>
        <p:spPr>
          <a:xfrm>
            <a:off x="6239862" y="2408142"/>
            <a:ext cx="1974342" cy="299720"/>
          </a:xfrm>
          <a:prstGeom prst="rect">
            <a:avLst/>
          </a:prstGeom>
        </p:spPr>
        <p:txBody>
          <a:bodyPr vert="horz" wrap="square" lIns="0" tIns="12700" rIns="0" bIns="0" rtlCol="0">
            <a:spAutoFit/>
          </a:bodyPr>
          <a:lstStyle/>
          <a:p>
            <a:pPr marL="378460" algn="ctr">
              <a:lnSpc>
                <a:spcPct val="100000"/>
              </a:lnSpc>
              <a:spcBef>
                <a:spcPts val="100"/>
              </a:spcBef>
            </a:pPr>
            <a:r>
              <a:rPr sz="1800" b="1" dirty="0">
                <a:latin typeface="Arial" panose="020B0604020202020204"/>
                <a:cs typeface="Arial" panose="020B0604020202020204"/>
              </a:rPr>
              <a:t>...</a:t>
            </a:r>
            <a:endParaRPr sz="1800" dirty="0">
              <a:latin typeface="Arial" panose="020B0604020202020204"/>
              <a:cs typeface="Arial" panose="020B0604020202020204"/>
            </a:endParaRPr>
          </a:p>
        </p:txBody>
      </p:sp>
      <p:cxnSp>
        <p:nvCxnSpPr>
          <p:cNvPr id="8" name="直接连接符 7">
            <a:extLst>
              <a:ext uri="{FF2B5EF4-FFF2-40B4-BE49-F238E27FC236}">
                <a16:creationId xmlns:a16="http://schemas.microsoft.com/office/drawing/2014/main" id="{E972E9B5-841E-4DDE-95F5-F4F7BDFB5EE7}"/>
              </a:ext>
            </a:extLst>
          </p:cNvPr>
          <p:cNvCxnSpPr>
            <a:cxnSpLocks/>
          </p:cNvCxnSpPr>
          <p:nvPr/>
        </p:nvCxnSpPr>
        <p:spPr bwMode="auto">
          <a:xfrm>
            <a:off x="4241390" y="871097"/>
            <a:ext cx="41410" cy="5605903"/>
          </a:xfrm>
          <a:prstGeom prst="line">
            <a:avLst/>
          </a:prstGeom>
          <a:solidFill>
            <a:srgbClr val="C0C0C0"/>
          </a:solidFill>
          <a:ln w="9525" cap="flat" cmpd="sng" algn="ctr">
            <a:solidFill>
              <a:schemeClr val="tx1"/>
            </a:solidFill>
            <a:prstDash val="sysDash"/>
            <a:round/>
            <a:headEnd type="none" w="med" len="med"/>
            <a:tailEnd type="none" w="med" len="med"/>
          </a:ln>
          <a:effectLst/>
        </p:spPr>
      </p:cxnSp>
      <p:sp>
        <p:nvSpPr>
          <p:cNvPr id="120" name="矩形 119">
            <a:extLst>
              <a:ext uri="{FF2B5EF4-FFF2-40B4-BE49-F238E27FC236}">
                <a16:creationId xmlns:a16="http://schemas.microsoft.com/office/drawing/2014/main" id="{12E749ED-1112-4AF5-B15C-0182DF510EBA}"/>
              </a:ext>
            </a:extLst>
          </p:cNvPr>
          <p:cNvSpPr/>
          <p:nvPr/>
        </p:nvSpPr>
        <p:spPr>
          <a:xfrm>
            <a:off x="5184493" y="4647767"/>
            <a:ext cx="821250" cy="400110"/>
          </a:xfrm>
          <a:prstGeom prst="rect">
            <a:avLst/>
          </a:prstGeom>
        </p:spPr>
        <p:txBody>
          <a:bodyPr wrap="none">
            <a:spAutoFit/>
          </a:bodyPr>
          <a:lstStyle/>
          <a:p>
            <a:r>
              <a:rPr lang="en-US" altLang="zh-CN" sz="2000" b="1" dirty="0">
                <a:solidFill>
                  <a:srgbClr val="DA9100"/>
                </a:solidFill>
              </a:rPr>
              <a:t>Wrap</a:t>
            </a:r>
            <a:endParaRPr lang="zh-CN" altLang="en-US" sz="2000" b="1" dirty="0">
              <a:solidFill>
                <a:srgbClr val="DA9100"/>
              </a:solidFill>
            </a:endParaRPr>
          </a:p>
        </p:txBody>
      </p:sp>
      <p:grpSp>
        <p:nvGrpSpPr>
          <p:cNvPr id="3" name="组合 2">
            <a:extLst>
              <a:ext uri="{FF2B5EF4-FFF2-40B4-BE49-F238E27FC236}">
                <a16:creationId xmlns:a16="http://schemas.microsoft.com/office/drawing/2014/main" id="{F29CEE09-9FAE-418F-93D4-2F0E45A07DF2}"/>
              </a:ext>
            </a:extLst>
          </p:cNvPr>
          <p:cNvGrpSpPr/>
          <p:nvPr/>
        </p:nvGrpSpPr>
        <p:grpSpPr>
          <a:xfrm>
            <a:off x="-76200" y="4831625"/>
            <a:ext cx="2776057" cy="369332"/>
            <a:chOff x="-76200" y="4831625"/>
            <a:chExt cx="2776057" cy="369332"/>
          </a:xfrm>
        </p:grpSpPr>
        <p:sp>
          <p:nvSpPr>
            <p:cNvPr id="121" name="矩形 120">
              <a:extLst>
                <a:ext uri="{FF2B5EF4-FFF2-40B4-BE49-F238E27FC236}">
                  <a16:creationId xmlns:a16="http://schemas.microsoft.com/office/drawing/2014/main" id="{C5061386-5A84-409B-B659-9BF83F6791F4}"/>
                </a:ext>
              </a:extLst>
            </p:cNvPr>
            <p:cNvSpPr/>
            <p:nvPr/>
          </p:nvSpPr>
          <p:spPr>
            <a:xfrm>
              <a:off x="-76200" y="4831625"/>
              <a:ext cx="1676400" cy="369332"/>
            </a:xfrm>
            <a:prstGeom prst="rect">
              <a:avLst/>
            </a:prstGeom>
          </p:spPr>
          <p:txBody>
            <a:bodyPr wrap="square">
              <a:spAutoFit/>
            </a:bodyPr>
            <a:lstStyle/>
            <a:p>
              <a:pPr algn="ctr"/>
              <a:r>
                <a:rPr lang="en-US" altLang="zh-CN" b="1" dirty="0">
                  <a:solidFill>
                    <a:srgbClr val="0432FF"/>
                  </a:solidFill>
                  <a:latin typeface="Arial Narrow" panose="020B0606020202030204" pitchFamily="34" charset="0"/>
                </a:rPr>
                <a:t>SIMT</a:t>
              </a:r>
              <a:endParaRPr lang="zh-CN" altLang="en-US" b="1" dirty="0">
                <a:solidFill>
                  <a:srgbClr val="0432FF"/>
                </a:solidFill>
                <a:latin typeface="Arial Narrow" panose="020B0606020202030204" pitchFamily="34" charset="0"/>
              </a:endParaRPr>
            </a:p>
          </p:txBody>
        </p:sp>
        <p:sp>
          <p:nvSpPr>
            <p:cNvPr id="122" name="object 3">
              <a:extLst>
                <a:ext uri="{FF2B5EF4-FFF2-40B4-BE49-F238E27FC236}">
                  <a16:creationId xmlns:a16="http://schemas.microsoft.com/office/drawing/2014/main" id="{B81E96BF-A22E-4C09-A731-A1FC3DEDCF9F}"/>
                </a:ext>
              </a:extLst>
            </p:cNvPr>
            <p:cNvSpPr/>
            <p:nvPr/>
          </p:nvSpPr>
          <p:spPr>
            <a:xfrm>
              <a:off x="2005485" y="4913767"/>
              <a:ext cx="315595" cy="169545"/>
            </a:xfrm>
            <a:custGeom>
              <a:avLst/>
              <a:gdLst/>
              <a:ahLst/>
              <a:cxnLst/>
              <a:rect l="l" t="t" r="r" b="b"/>
              <a:pathLst>
                <a:path w="315595" h="169544">
                  <a:moveTo>
                    <a:pt x="0" y="169163"/>
                  </a:moveTo>
                  <a:lnTo>
                    <a:pt x="315467" y="169163"/>
                  </a:lnTo>
                  <a:lnTo>
                    <a:pt x="315467" y="0"/>
                  </a:lnTo>
                  <a:lnTo>
                    <a:pt x="0" y="0"/>
                  </a:lnTo>
                  <a:lnTo>
                    <a:pt x="0" y="169163"/>
                  </a:lnTo>
                  <a:close/>
                </a:path>
              </a:pathLst>
            </a:custGeom>
            <a:solidFill>
              <a:srgbClr val="FD7E00"/>
            </a:solidFill>
          </p:spPr>
          <p:txBody>
            <a:bodyPr wrap="square" lIns="0" tIns="0" rIns="0" bIns="0" rtlCol="0"/>
            <a:lstStyle/>
            <a:p>
              <a:endParaRPr/>
            </a:p>
          </p:txBody>
        </p:sp>
        <p:sp>
          <p:nvSpPr>
            <p:cNvPr id="123" name="object 3">
              <a:extLst>
                <a:ext uri="{FF2B5EF4-FFF2-40B4-BE49-F238E27FC236}">
                  <a16:creationId xmlns:a16="http://schemas.microsoft.com/office/drawing/2014/main" id="{25790E0A-DE97-4020-8369-F83A07020E5C}"/>
                </a:ext>
              </a:extLst>
            </p:cNvPr>
            <p:cNvSpPr/>
            <p:nvPr/>
          </p:nvSpPr>
          <p:spPr>
            <a:xfrm>
              <a:off x="2384262" y="4913767"/>
              <a:ext cx="315595" cy="169545"/>
            </a:xfrm>
            <a:custGeom>
              <a:avLst/>
              <a:gdLst/>
              <a:ahLst/>
              <a:cxnLst/>
              <a:rect l="l" t="t" r="r" b="b"/>
              <a:pathLst>
                <a:path w="315595" h="169544">
                  <a:moveTo>
                    <a:pt x="0" y="169163"/>
                  </a:moveTo>
                  <a:lnTo>
                    <a:pt x="315467" y="169163"/>
                  </a:lnTo>
                  <a:lnTo>
                    <a:pt x="315467" y="0"/>
                  </a:lnTo>
                  <a:lnTo>
                    <a:pt x="0" y="0"/>
                  </a:lnTo>
                  <a:lnTo>
                    <a:pt x="0" y="169163"/>
                  </a:lnTo>
                  <a:close/>
                </a:path>
              </a:pathLst>
            </a:custGeom>
            <a:solidFill>
              <a:srgbClr val="FD7E00"/>
            </a:solidFill>
          </p:spPr>
          <p:txBody>
            <a:bodyPr wrap="square" lIns="0" tIns="0" rIns="0" bIns="0" rtlCol="0"/>
            <a:lstStyle/>
            <a:p>
              <a:endParaRPr/>
            </a:p>
          </p:txBody>
        </p:sp>
      </p:grpSp>
    </p:spTree>
    <p:extLst>
      <p:ext uri="{BB962C8B-B14F-4D97-AF65-F5344CB8AC3E}">
        <p14:creationId xmlns:p14="http://schemas.microsoft.com/office/powerpoint/2010/main" val="32521167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496F139F-4B1F-7440-BF44-9F5527C583B9}"/>
              </a:ext>
            </a:extLst>
          </p:cNvPr>
          <p:cNvSpPr>
            <a:spLocks noGrp="1"/>
          </p:cNvSpPr>
          <p:nvPr>
            <p:ph type="title"/>
          </p:nvPr>
        </p:nvSpPr>
        <p:spPr/>
        <p:txBody>
          <a:bodyPr/>
          <a:lstStyle/>
          <a:p>
            <a:r>
              <a:rPr lang="en-US" altLang="en-US" dirty="0">
                <a:ea typeface="ＭＳ Ｐゴシック" panose="020B0600070205080204" pitchFamily="34" charset="-128"/>
              </a:rPr>
              <a:t>SIMT (Hardware) &amp; Warp (Software)</a:t>
            </a:r>
          </a:p>
        </p:txBody>
      </p:sp>
      <p:sp>
        <p:nvSpPr>
          <p:cNvPr id="3" name="Content Placeholder 2">
            <a:extLst>
              <a:ext uri="{FF2B5EF4-FFF2-40B4-BE49-F238E27FC236}">
                <a16:creationId xmlns:a16="http://schemas.microsoft.com/office/drawing/2014/main" id="{B49E60D0-4593-E84E-9150-58D7388CB143}"/>
              </a:ext>
            </a:extLst>
          </p:cNvPr>
          <p:cNvSpPr>
            <a:spLocks noGrp="1"/>
          </p:cNvSpPr>
          <p:nvPr>
            <p:ph idx="1"/>
          </p:nvPr>
        </p:nvSpPr>
        <p:spPr>
          <a:xfrm>
            <a:off x="152400" y="1143000"/>
            <a:ext cx="8915400" cy="1460500"/>
          </a:xfrm>
        </p:spPr>
        <p:txBody>
          <a:bodyPr/>
          <a:lstStyle/>
          <a:p>
            <a:r>
              <a:rPr lang="en-US" altLang="en-US" b="1" dirty="0">
                <a:ea typeface="ＭＳ Ｐゴシック" panose="020B0600070205080204" pitchFamily="34" charset="-128"/>
              </a:rPr>
              <a:t>SIMT</a:t>
            </a:r>
            <a:r>
              <a:rPr lang="en-US" altLang="en-US" dirty="0">
                <a:ea typeface="ＭＳ Ｐゴシック" panose="020B0600070205080204" pitchFamily="34" charset="-128"/>
              </a:rPr>
              <a:t>: </a:t>
            </a:r>
            <a:r>
              <a:rPr lang="en-US" altLang="en-US" b="1" dirty="0">
                <a:ea typeface="ＭＳ Ｐゴシック" panose="020B0600070205080204" pitchFamily="34" charset="-128"/>
              </a:rPr>
              <a:t>S</a:t>
            </a:r>
            <a:r>
              <a:rPr lang="en-US" altLang="en-US" dirty="0">
                <a:ea typeface="ＭＳ Ｐゴシック" panose="020B0600070205080204" pitchFamily="34" charset="-128"/>
              </a:rPr>
              <a:t>ingle </a:t>
            </a:r>
            <a:r>
              <a:rPr lang="en-US" altLang="en-US" b="1" dirty="0">
                <a:ea typeface="ＭＳ Ｐゴシック" panose="020B0600070205080204" pitchFamily="34" charset="-128"/>
              </a:rPr>
              <a:t>I</a:t>
            </a:r>
            <a:r>
              <a:rPr lang="en-US" altLang="en-US" dirty="0">
                <a:ea typeface="ＭＳ Ｐゴシック" panose="020B0600070205080204" pitchFamily="34" charset="-128"/>
              </a:rPr>
              <a:t>nstruction </a:t>
            </a:r>
            <a:r>
              <a:rPr lang="en-US" altLang="en-US" b="1" dirty="0">
                <a:ea typeface="ＭＳ Ｐゴシック" panose="020B0600070205080204" pitchFamily="34" charset="-128"/>
              </a:rPr>
              <a:t>M</a:t>
            </a:r>
            <a:r>
              <a:rPr lang="en-US" altLang="en-US" dirty="0">
                <a:ea typeface="ＭＳ Ｐゴシック" panose="020B0600070205080204" pitchFamily="34" charset="-128"/>
              </a:rPr>
              <a:t>ultiple </a:t>
            </a:r>
            <a:r>
              <a:rPr lang="en-US" altLang="en-US" b="1" dirty="0">
                <a:ea typeface="ＭＳ Ｐゴシック" panose="020B0600070205080204" pitchFamily="34" charset="-128"/>
              </a:rPr>
              <a:t>T</a:t>
            </a:r>
            <a:r>
              <a:rPr lang="en-US" altLang="en-US" dirty="0">
                <a:ea typeface="ＭＳ Ｐゴシック" panose="020B0600070205080204" pitchFamily="34" charset="-128"/>
              </a:rPr>
              <a:t>hread </a:t>
            </a:r>
          </a:p>
          <a:p>
            <a:pPr lvl="1"/>
            <a:r>
              <a:rPr lang="en-US" altLang="en-US" dirty="0">
                <a:ea typeface="ＭＳ Ｐゴシック" panose="020B0600070205080204" pitchFamily="34" charset="-128"/>
              </a:rPr>
              <a:t>Key </a:t>
            </a:r>
            <a:r>
              <a:rPr lang="en-US" altLang="zh-CN" dirty="0">
                <a:ea typeface="ＭＳ Ｐゴシック" panose="020B0600070205080204" pitchFamily="34" charset="-128"/>
              </a:rPr>
              <a:t>Feature:</a:t>
            </a:r>
            <a:r>
              <a:rPr lang="en-US" altLang="en-US" dirty="0">
                <a:ea typeface="ＭＳ Ｐゴシック" panose="020B0600070205080204" pitchFamily="34" charset="-128"/>
              </a:rPr>
              <a:t> 16 CUDA cores in a SM are executed in a lock step.</a:t>
            </a:r>
          </a:p>
        </p:txBody>
      </p:sp>
      <p:sp>
        <p:nvSpPr>
          <p:cNvPr id="72707" name="Slide Number Placeholder 3">
            <a:extLst>
              <a:ext uri="{FF2B5EF4-FFF2-40B4-BE49-F238E27FC236}">
                <a16:creationId xmlns:a16="http://schemas.microsoft.com/office/drawing/2014/main" id="{0E7497B5-BA99-404C-881D-DB93748FEDDF}"/>
              </a:ext>
            </a:extLst>
          </p:cNvPr>
          <p:cNvSpPr>
            <a:spLocks noGrp="1"/>
          </p:cNvSpPr>
          <p:nvPr>
            <p:ph type="sldNum" sz="quarter" idx="11"/>
          </p:nvPr>
        </p:nvSpPr>
        <p:spPr>
          <a:xfrm>
            <a:off x="8153400" y="6295097"/>
            <a:ext cx="70678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D78FAF-7832-A14D-AAFE-1F85877C7D6D}"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67</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5" name="Content Placeholder 2">
            <a:extLst>
              <a:ext uri="{FF2B5EF4-FFF2-40B4-BE49-F238E27FC236}">
                <a16:creationId xmlns:a16="http://schemas.microsoft.com/office/drawing/2014/main" id="{3668214A-F5BF-4A3F-9FA3-4ED8CC1463D1}"/>
              </a:ext>
            </a:extLst>
          </p:cNvPr>
          <p:cNvSpPr txBox="1">
            <a:spLocks/>
          </p:cNvSpPr>
          <p:nvPr/>
        </p:nvSpPr>
        <p:spPr bwMode="auto">
          <a:xfrm>
            <a:off x="152400" y="2612251"/>
            <a:ext cx="9011136"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r>
              <a:rPr lang="en-US" altLang="en-US" b="1" kern="0" dirty="0">
                <a:ea typeface="ＭＳ Ｐゴシック" panose="020B0600070205080204" pitchFamily="34" charset="-128"/>
              </a:rPr>
              <a:t>Warp:</a:t>
            </a:r>
            <a:endParaRPr lang="en-US" altLang="en-US" kern="0" dirty="0">
              <a:ea typeface="ＭＳ Ｐゴシック" panose="020B0600070205080204" pitchFamily="34" charset="-128"/>
            </a:endParaRPr>
          </a:p>
          <a:p>
            <a:pPr lvl="1"/>
            <a:r>
              <a:rPr lang="en-US" altLang="en-US" kern="0" dirty="0">
                <a:ea typeface="ＭＳ Ｐゴシック" panose="020B0600070205080204" pitchFamily="34" charset="-128"/>
              </a:rPr>
              <a:t>A warp, a basic execution unit, consists of 32 consecutive threads </a:t>
            </a:r>
          </a:p>
          <a:p>
            <a:pPr lvl="1"/>
            <a:r>
              <a:rPr lang="en-US" altLang="en-US" kern="0" dirty="0">
                <a:ea typeface="ＭＳ Ｐゴシック" panose="020B0600070205080204" pitchFamily="34" charset="-128"/>
              </a:rPr>
              <a:t>A thread block is divided into warps for SIMT execution. </a:t>
            </a:r>
          </a:p>
          <a:p>
            <a:pPr lvl="1"/>
            <a:endParaRPr lang="en-US" altLang="en-US" sz="2000" kern="0" dirty="0">
              <a:ea typeface="ＭＳ Ｐゴシック" panose="020B0600070205080204" pitchFamily="34" charset="-128"/>
            </a:endParaRPr>
          </a:p>
        </p:txBody>
      </p:sp>
      <p:sp>
        <p:nvSpPr>
          <p:cNvPr id="6" name="Rectangle 73">
            <a:extLst>
              <a:ext uri="{FF2B5EF4-FFF2-40B4-BE49-F238E27FC236}">
                <a16:creationId xmlns:a16="http://schemas.microsoft.com/office/drawing/2014/main" id="{2A470DC0-72DA-4DB6-885A-027881BBCCE8}"/>
              </a:ext>
            </a:extLst>
          </p:cNvPr>
          <p:cNvSpPr>
            <a:spLocks noChangeArrowheads="1"/>
          </p:cNvSpPr>
          <p:nvPr/>
        </p:nvSpPr>
        <p:spPr bwMode="auto">
          <a:xfrm>
            <a:off x="2140437" y="4667746"/>
            <a:ext cx="1093787" cy="1057275"/>
          </a:xfrm>
          <a:prstGeom prst="rect">
            <a:avLst/>
          </a:prstGeom>
          <a:solidFill>
            <a:schemeClr val="bg1"/>
          </a:solidFill>
          <a:ln w="25400">
            <a:solidFill>
              <a:srgbClr val="00CC00"/>
            </a:solidFill>
            <a:miter lim="800000"/>
            <a:headEnd/>
            <a:tailEnd/>
          </a:ln>
          <a:effectLst/>
        </p:spPr>
        <p:txBody>
          <a:bodyPr wrap="none" anchor="ctr">
            <a:prstTxWarp prst="textNoShape">
              <a:avLst/>
            </a:prstTxWarp>
          </a:bodyPr>
          <a:lstStyle/>
          <a:p>
            <a:endParaRPr lang="es-ES_tradnl"/>
          </a:p>
        </p:txBody>
      </p:sp>
      <p:sp>
        <p:nvSpPr>
          <p:cNvPr id="7" name="Rectangle 74">
            <a:extLst>
              <a:ext uri="{FF2B5EF4-FFF2-40B4-BE49-F238E27FC236}">
                <a16:creationId xmlns:a16="http://schemas.microsoft.com/office/drawing/2014/main" id="{0D9235E8-ED3C-4955-AAB8-9DF7BF319833}"/>
              </a:ext>
            </a:extLst>
          </p:cNvPr>
          <p:cNvSpPr>
            <a:spLocks noChangeArrowheads="1"/>
          </p:cNvSpPr>
          <p:nvPr/>
        </p:nvSpPr>
        <p:spPr bwMode="auto">
          <a:xfrm>
            <a:off x="2292837" y="4820146"/>
            <a:ext cx="1093787" cy="1057275"/>
          </a:xfrm>
          <a:prstGeom prst="rect">
            <a:avLst/>
          </a:prstGeom>
          <a:solidFill>
            <a:schemeClr val="bg1"/>
          </a:solidFill>
          <a:ln w="25400">
            <a:solidFill>
              <a:srgbClr val="00CC00"/>
            </a:solidFill>
            <a:miter lim="800000"/>
            <a:headEnd/>
            <a:tailEnd/>
          </a:ln>
          <a:effectLst/>
        </p:spPr>
        <p:txBody>
          <a:bodyPr wrap="none" anchor="ctr">
            <a:prstTxWarp prst="textNoShape">
              <a:avLst/>
            </a:prstTxWarp>
          </a:bodyPr>
          <a:lstStyle/>
          <a:p>
            <a:pPr algn="ctr"/>
            <a:r>
              <a:rPr lang="en-US" altLang="zh-TW">
                <a:ea typeface="新細明體" pitchFamily="16" charset="-128"/>
                <a:cs typeface="Arial" pitchFamily="-111" charset="0"/>
              </a:rPr>
              <a:t>…</a:t>
            </a:r>
          </a:p>
        </p:txBody>
      </p:sp>
      <p:grpSp>
        <p:nvGrpSpPr>
          <p:cNvPr id="8" name="Group 75">
            <a:extLst>
              <a:ext uri="{FF2B5EF4-FFF2-40B4-BE49-F238E27FC236}">
                <a16:creationId xmlns:a16="http://schemas.microsoft.com/office/drawing/2014/main" id="{E245EBEB-DA25-4016-9482-A0A63C9D3F8D}"/>
              </a:ext>
            </a:extLst>
          </p:cNvPr>
          <p:cNvGrpSpPr>
            <a:grpSpLocks/>
          </p:cNvGrpSpPr>
          <p:nvPr/>
        </p:nvGrpSpPr>
        <p:grpSpPr bwMode="auto">
          <a:xfrm>
            <a:off x="2519849" y="5048746"/>
            <a:ext cx="1066800" cy="1022350"/>
            <a:chOff x="568" y="2568"/>
            <a:chExt cx="1219" cy="1480"/>
          </a:xfrm>
        </p:grpSpPr>
        <p:sp>
          <p:nvSpPr>
            <p:cNvPr id="9" name="Text Box 76">
              <a:extLst>
                <a:ext uri="{FF2B5EF4-FFF2-40B4-BE49-F238E27FC236}">
                  <a16:creationId xmlns:a16="http://schemas.microsoft.com/office/drawing/2014/main" id="{F00C6BE0-A503-45F9-9226-434E9FB18410}"/>
                </a:ext>
              </a:extLst>
            </p:cNvPr>
            <p:cNvSpPr txBox="1">
              <a:spLocks noChangeArrowheads="1"/>
            </p:cNvSpPr>
            <p:nvPr/>
          </p:nvSpPr>
          <p:spPr bwMode="auto">
            <a:xfrm>
              <a:off x="568" y="2568"/>
              <a:ext cx="1219" cy="1480"/>
            </a:xfrm>
            <a:prstGeom prst="rect">
              <a:avLst/>
            </a:prstGeom>
            <a:solidFill>
              <a:schemeClr val="bg1">
                <a:alpha val="67000"/>
              </a:schemeClr>
            </a:solidFill>
            <a:ln w="28575">
              <a:solidFill>
                <a:srgbClr val="00CC00"/>
              </a:solidFill>
              <a:miter lim="800000"/>
              <a:headEnd/>
              <a:tailEnd/>
            </a:ln>
            <a:effectLst/>
          </p:spPr>
          <p:txBody>
            <a:bodyPr lIns="0" rIns="0">
              <a:prstTxWarp prst="textNoShape">
                <a:avLst/>
              </a:prstTxWarp>
            </a:bodyPr>
            <a:lstStyle/>
            <a:p>
              <a:pPr algn="ctr">
                <a:lnSpc>
                  <a:spcPct val="85000"/>
                </a:lnSpc>
                <a:spcBef>
                  <a:spcPct val="10000"/>
                </a:spcBef>
              </a:pPr>
              <a:r>
                <a:rPr lang="en-US" altLang="zh-TW" sz="1200">
                  <a:latin typeface="Tahoma" pitchFamily="-111" charset="0"/>
                  <a:ea typeface="新細明體" pitchFamily="16" charset="-128"/>
                  <a:cs typeface="Arial" pitchFamily="-111" charset="0"/>
                </a:rPr>
                <a:t>t0 t1 t2 … t31</a:t>
              </a:r>
              <a:endParaRPr lang="en-US" altLang="zh-TW" sz="1200">
                <a:latin typeface="Arial" pitchFamily="-111" charset="0"/>
                <a:ea typeface="新細明體" pitchFamily="16" charset="-128"/>
                <a:cs typeface="Arial" pitchFamily="-111" charset="0"/>
              </a:endParaRPr>
            </a:p>
          </p:txBody>
        </p:sp>
        <p:sp>
          <p:nvSpPr>
            <p:cNvPr id="10" name="Freeform 77">
              <a:extLst>
                <a:ext uri="{FF2B5EF4-FFF2-40B4-BE49-F238E27FC236}">
                  <a16:creationId xmlns:a16="http://schemas.microsoft.com/office/drawing/2014/main" id="{86AF8BF7-1D96-42FE-AB5D-6ADF2611393A}"/>
                </a:ext>
              </a:extLst>
            </p:cNvPr>
            <p:cNvSpPr>
              <a:spLocks/>
            </p:cNvSpPr>
            <p:nvPr/>
          </p:nvSpPr>
          <p:spPr bwMode="auto">
            <a:xfrm>
              <a:off x="70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1" name="Freeform 78">
              <a:extLst>
                <a:ext uri="{FF2B5EF4-FFF2-40B4-BE49-F238E27FC236}">
                  <a16:creationId xmlns:a16="http://schemas.microsoft.com/office/drawing/2014/main" id="{DC2FA67C-5618-4BFF-833A-B95B07D2FA93}"/>
                </a:ext>
              </a:extLst>
            </p:cNvPr>
            <p:cNvSpPr>
              <a:spLocks/>
            </p:cNvSpPr>
            <p:nvPr/>
          </p:nvSpPr>
          <p:spPr bwMode="auto">
            <a:xfrm>
              <a:off x="78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2" name="Freeform 79">
              <a:extLst>
                <a:ext uri="{FF2B5EF4-FFF2-40B4-BE49-F238E27FC236}">
                  <a16:creationId xmlns:a16="http://schemas.microsoft.com/office/drawing/2014/main" id="{421A0AC1-EC5C-4303-9B35-CE9CCAAFC3C6}"/>
                </a:ext>
              </a:extLst>
            </p:cNvPr>
            <p:cNvSpPr>
              <a:spLocks/>
            </p:cNvSpPr>
            <p:nvPr/>
          </p:nvSpPr>
          <p:spPr bwMode="auto">
            <a:xfrm>
              <a:off x="858"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3" name="Freeform 80">
              <a:extLst>
                <a:ext uri="{FF2B5EF4-FFF2-40B4-BE49-F238E27FC236}">
                  <a16:creationId xmlns:a16="http://schemas.microsoft.com/office/drawing/2014/main" id="{D06DAEFF-B8C2-450E-B15C-0EE28DDE012D}"/>
                </a:ext>
              </a:extLst>
            </p:cNvPr>
            <p:cNvSpPr>
              <a:spLocks/>
            </p:cNvSpPr>
            <p:nvPr/>
          </p:nvSpPr>
          <p:spPr bwMode="auto">
            <a:xfrm>
              <a:off x="932"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4" name="Freeform 81">
              <a:extLst>
                <a:ext uri="{FF2B5EF4-FFF2-40B4-BE49-F238E27FC236}">
                  <a16:creationId xmlns:a16="http://schemas.microsoft.com/office/drawing/2014/main" id="{28708771-CBEE-4E95-B00D-CC4472C39298}"/>
                </a:ext>
              </a:extLst>
            </p:cNvPr>
            <p:cNvSpPr>
              <a:spLocks/>
            </p:cNvSpPr>
            <p:nvPr/>
          </p:nvSpPr>
          <p:spPr bwMode="auto">
            <a:xfrm>
              <a:off x="100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5" name="Freeform 82">
              <a:extLst>
                <a:ext uri="{FF2B5EF4-FFF2-40B4-BE49-F238E27FC236}">
                  <a16:creationId xmlns:a16="http://schemas.microsoft.com/office/drawing/2014/main" id="{64BEF945-F5F1-4F11-93B5-F4A2A8A806BB}"/>
                </a:ext>
              </a:extLst>
            </p:cNvPr>
            <p:cNvSpPr>
              <a:spLocks/>
            </p:cNvSpPr>
            <p:nvPr/>
          </p:nvSpPr>
          <p:spPr bwMode="auto">
            <a:xfrm>
              <a:off x="108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6" name="Freeform 83">
              <a:extLst>
                <a:ext uri="{FF2B5EF4-FFF2-40B4-BE49-F238E27FC236}">
                  <a16:creationId xmlns:a16="http://schemas.microsoft.com/office/drawing/2014/main" id="{C7069CFB-4482-4FFA-9EAB-32BBCAA218C5}"/>
                </a:ext>
              </a:extLst>
            </p:cNvPr>
            <p:cNvSpPr>
              <a:spLocks/>
            </p:cNvSpPr>
            <p:nvPr/>
          </p:nvSpPr>
          <p:spPr bwMode="auto">
            <a:xfrm>
              <a:off x="1154"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7" name="Freeform 84">
              <a:extLst>
                <a:ext uri="{FF2B5EF4-FFF2-40B4-BE49-F238E27FC236}">
                  <a16:creationId xmlns:a16="http://schemas.microsoft.com/office/drawing/2014/main" id="{AAFC3EB1-E03F-4510-8705-F479B7FCDC4B}"/>
                </a:ext>
              </a:extLst>
            </p:cNvPr>
            <p:cNvSpPr>
              <a:spLocks/>
            </p:cNvSpPr>
            <p:nvPr/>
          </p:nvSpPr>
          <p:spPr bwMode="auto">
            <a:xfrm>
              <a:off x="1228"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8" name="Freeform 85">
              <a:extLst>
                <a:ext uri="{FF2B5EF4-FFF2-40B4-BE49-F238E27FC236}">
                  <a16:creationId xmlns:a16="http://schemas.microsoft.com/office/drawing/2014/main" id="{61B2F249-514F-4598-A823-38CBF58CCC72}"/>
                </a:ext>
              </a:extLst>
            </p:cNvPr>
            <p:cNvSpPr>
              <a:spLocks/>
            </p:cNvSpPr>
            <p:nvPr/>
          </p:nvSpPr>
          <p:spPr bwMode="auto">
            <a:xfrm>
              <a:off x="1302"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9" name="Freeform 86">
              <a:extLst>
                <a:ext uri="{FF2B5EF4-FFF2-40B4-BE49-F238E27FC236}">
                  <a16:creationId xmlns:a16="http://schemas.microsoft.com/office/drawing/2014/main" id="{E8BA85DD-E598-486B-96EB-08B8F7B2476A}"/>
                </a:ext>
              </a:extLst>
            </p:cNvPr>
            <p:cNvSpPr>
              <a:spLocks/>
            </p:cNvSpPr>
            <p:nvPr/>
          </p:nvSpPr>
          <p:spPr bwMode="auto">
            <a:xfrm>
              <a:off x="137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20" name="Freeform 87">
              <a:extLst>
                <a:ext uri="{FF2B5EF4-FFF2-40B4-BE49-F238E27FC236}">
                  <a16:creationId xmlns:a16="http://schemas.microsoft.com/office/drawing/2014/main" id="{6E726482-1E9B-405B-A2F3-AA1B5C0600AB}"/>
                </a:ext>
              </a:extLst>
            </p:cNvPr>
            <p:cNvSpPr>
              <a:spLocks/>
            </p:cNvSpPr>
            <p:nvPr/>
          </p:nvSpPr>
          <p:spPr bwMode="auto">
            <a:xfrm>
              <a:off x="145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grpSp>
      <p:sp>
        <p:nvSpPr>
          <p:cNvPr id="21" name="Text Box 88">
            <a:extLst>
              <a:ext uri="{FF2B5EF4-FFF2-40B4-BE49-F238E27FC236}">
                <a16:creationId xmlns:a16="http://schemas.microsoft.com/office/drawing/2014/main" id="{E1C86F04-0378-4F58-A73A-F51146272187}"/>
              </a:ext>
            </a:extLst>
          </p:cNvPr>
          <p:cNvSpPr txBox="1">
            <a:spLocks noChangeArrowheads="1"/>
          </p:cNvSpPr>
          <p:nvPr/>
        </p:nvSpPr>
        <p:spPr bwMode="auto">
          <a:xfrm>
            <a:off x="2340462" y="4667746"/>
            <a:ext cx="488950" cy="457200"/>
          </a:xfrm>
          <a:prstGeom prst="rect">
            <a:avLst/>
          </a:prstGeom>
          <a:noFill/>
          <a:ln w="9525">
            <a:noFill/>
            <a:miter lim="800000"/>
            <a:headEnd/>
            <a:tailEnd/>
          </a:ln>
          <a:effectLst/>
        </p:spPr>
        <p:txBody>
          <a:bodyPr wrap="none">
            <a:prstTxWarp prst="textNoShape">
              <a:avLst/>
            </a:prstTxWarp>
            <a:spAutoFit/>
          </a:bodyPr>
          <a:lstStyle/>
          <a:p>
            <a:r>
              <a:rPr lang="en-US" altLang="zh-TW">
                <a:ea typeface="新細明體" pitchFamily="16" charset="-128"/>
                <a:cs typeface="Arial" pitchFamily="-111" charset="0"/>
              </a:rPr>
              <a:t>…</a:t>
            </a:r>
          </a:p>
        </p:txBody>
      </p:sp>
      <p:sp>
        <p:nvSpPr>
          <p:cNvPr id="22" name="Rectangle 89">
            <a:extLst>
              <a:ext uri="{FF2B5EF4-FFF2-40B4-BE49-F238E27FC236}">
                <a16:creationId xmlns:a16="http://schemas.microsoft.com/office/drawing/2014/main" id="{193FB3DB-1537-4646-9F96-E8D59640CDBC}"/>
              </a:ext>
            </a:extLst>
          </p:cNvPr>
          <p:cNvSpPr>
            <a:spLocks noChangeArrowheads="1"/>
          </p:cNvSpPr>
          <p:nvPr/>
        </p:nvSpPr>
        <p:spPr bwMode="auto">
          <a:xfrm>
            <a:off x="3740637" y="4667746"/>
            <a:ext cx="1093787" cy="1057275"/>
          </a:xfrm>
          <a:prstGeom prst="rect">
            <a:avLst/>
          </a:prstGeom>
          <a:solidFill>
            <a:schemeClr val="bg1"/>
          </a:solidFill>
          <a:ln w="25400">
            <a:solidFill>
              <a:srgbClr val="FF6600"/>
            </a:solidFill>
            <a:miter lim="800000"/>
            <a:headEnd/>
            <a:tailEnd/>
          </a:ln>
          <a:effectLst/>
        </p:spPr>
        <p:txBody>
          <a:bodyPr wrap="none" anchor="ctr">
            <a:prstTxWarp prst="textNoShape">
              <a:avLst/>
            </a:prstTxWarp>
          </a:bodyPr>
          <a:lstStyle/>
          <a:p>
            <a:endParaRPr lang="es-ES_tradnl"/>
          </a:p>
        </p:txBody>
      </p:sp>
      <p:sp>
        <p:nvSpPr>
          <p:cNvPr id="23" name="Rectangle 90">
            <a:extLst>
              <a:ext uri="{FF2B5EF4-FFF2-40B4-BE49-F238E27FC236}">
                <a16:creationId xmlns:a16="http://schemas.microsoft.com/office/drawing/2014/main" id="{162B756A-155F-4196-8665-2561AEE26835}"/>
              </a:ext>
            </a:extLst>
          </p:cNvPr>
          <p:cNvSpPr>
            <a:spLocks noChangeArrowheads="1"/>
          </p:cNvSpPr>
          <p:nvPr/>
        </p:nvSpPr>
        <p:spPr bwMode="auto">
          <a:xfrm>
            <a:off x="3893037" y="4820146"/>
            <a:ext cx="1093787" cy="1057275"/>
          </a:xfrm>
          <a:prstGeom prst="rect">
            <a:avLst/>
          </a:prstGeom>
          <a:solidFill>
            <a:schemeClr val="bg1"/>
          </a:solidFill>
          <a:ln w="25400">
            <a:solidFill>
              <a:srgbClr val="FF6600"/>
            </a:solidFill>
            <a:miter lim="800000"/>
            <a:headEnd/>
            <a:tailEnd/>
          </a:ln>
          <a:effectLst/>
        </p:spPr>
        <p:txBody>
          <a:bodyPr wrap="none" anchor="ctr">
            <a:prstTxWarp prst="textNoShape">
              <a:avLst/>
            </a:prstTxWarp>
          </a:bodyPr>
          <a:lstStyle/>
          <a:p>
            <a:pPr algn="ctr"/>
            <a:r>
              <a:rPr lang="en-US" altLang="zh-TW">
                <a:ea typeface="新細明體" pitchFamily="16" charset="-128"/>
                <a:cs typeface="Arial" pitchFamily="-111" charset="0"/>
              </a:rPr>
              <a:t>…</a:t>
            </a:r>
          </a:p>
        </p:txBody>
      </p:sp>
      <p:grpSp>
        <p:nvGrpSpPr>
          <p:cNvPr id="24" name="Group 91">
            <a:extLst>
              <a:ext uri="{FF2B5EF4-FFF2-40B4-BE49-F238E27FC236}">
                <a16:creationId xmlns:a16="http://schemas.microsoft.com/office/drawing/2014/main" id="{3FB02F20-ABC9-4F69-8333-58C9069F0BF7}"/>
              </a:ext>
            </a:extLst>
          </p:cNvPr>
          <p:cNvGrpSpPr>
            <a:grpSpLocks/>
          </p:cNvGrpSpPr>
          <p:nvPr/>
        </p:nvGrpSpPr>
        <p:grpSpPr bwMode="auto">
          <a:xfrm>
            <a:off x="4120049" y="5048746"/>
            <a:ext cx="1066800" cy="1022350"/>
            <a:chOff x="568" y="2568"/>
            <a:chExt cx="1219" cy="1480"/>
          </a:xfrm>
        </p:grpSpPr>
        <p:sp>
          <p:nvSpPr>
            <p:cNvPr id="25" name="Text Box 92">
              <a:extLst>
                <a:ext uri="{FF2B5EF4-FFF2-40B4-BE49-F238E27FC236}">
                  <a16:creationId xmlns:a16="http://schemas.microsoft.com/office/drawing/2014/main" id="{562888CA-8AC3-4B52-BE28-48921BA802CC}"/>
                </a:ext>
              </a:extLst>
            </p:cNvPr>
            <p:cNvSpPr txBox="1">
              <a:spLocks noChangeArrowheads="1"/>
            </p:cNvSpPr>
            <p:nvPr/>
          </p:nvSpPr>
          <p:spPr bwMode="auto">
            <a:xfrm>
              <a:off x="568" y="2568"/>
              <a:ext cx="1219" cy="1480"/>
            </a:xfrm>
            <a:prstGeom prst="rect">
              <a:avLst/>
            </a:prstGeom>
            <a:solidFill>
              <a:schemeClr val="bg1">
                <a:alpha val="67000"/>
              </a:schemeClr>
            </a:solidFill>
            <a:ln w="28575">
              <a:solidFill>
                <a:srgbClr val="FF6600"/>
              </a:solidFill>
              <a:miter lim="800000"/>
              <a:headEnd/>
              <a:tailEnd/>
            </a:ln>
            <a:effectLst/>
          </p:spPr>
          <p:txBody>
            <a:bodyPr lIns="0" rIns="0">
              <a:prstTxWarp prst="textNoShape">
                <a:avLst/>
              </a:prstTxWarp>
            </a:bodyPr>
            <a:lstStyle/>
            <a:p>
              <a:pPr algn="ctr">
                <a:lnSpc>
                  <a:spcPct val="85000"/>
                </a:lnSpc>
                <a:spcBef>
                  <a:spcPct val="10000"/>
                </a:spcBef>
              </a:pPr>
              <a:r>
                <a:rPr lang="en-US" altLang="zh-TW" sz="1200">
                  <a:latin typeface="Tahoma" pitchFamily="-111" charset="0"/>
                  <a:ea typeface="新細明體" pitchFamily="16" charset="-128"/>
                  <a:cs typeface="Arial" pitchFamily="-111" charset="0"/>
                </a:rPr>
                <a:t>t0 t1 t2 … t31</a:t>
              </a:r>
              <a:endParaRPr lang="en-US" altLang="zh-TW" sz="1200">
                <a:latin typeface="Arial" pitchFamily="-111" charset="0"/>
                <a:ea typeface="新細明體" pitchFamily="16" charset="-128"/>
                <a:cs typeface="Arial" pitchFamily="-111" charset="0"/>
              </a:endParaRPr>
            </a:p>
          </p:txBody>
        </p:sp>
        <p:sp>
          <p:nvSpPr>
            <p:cNvPr id="26" name="Freeform 93">
              <a:extLst>
                <a:ext uri="{FF2B5EF4-FFF2-40B4-BE49-F238E27FC236}">
                  <a16:creationId xmlns:a16="http://schemas.microsoft.com/office/drawing/2014/main" id="{8C549CB7-1973-4DCD-AF66-9B1D8B18EE91}"/>
                </a:ext>
              </a:extLst>
            </p:cNvPr>
            <p:cNvSpPr>
              <a:spLocks/>
            </p:cNvSpPr>
            <p:nvPr/>
          </p:nvSpPr>
          <p:spPr bwMode="auto">
            <a:xfrm>
              <a:off x="70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27" name="Freeform 94">
              <a:extLst>
                <a:ext uri="{FF2B5EF4-FFF2-40B4-BE49-F238E27FC236}">
                  <a16:creationId xmlns:a16="http://schemas.microsoft.com/office/drawing/2014/main" id="{EF1505E9-8E4B-49AD-834C-740CB1A4AC0D}"/>
                </a:ext>
              </a:extLst>
            </p:cNvPr>
            <p:cNvSpPr>
              <a:spLocks/>
            </p:cNvSpPr>
            <p:nvPr/>
          </p:nvSpPr>
          <p:spPr bwMode="auto">
            <a:xfrm>
              <a:off x="78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28" name="Freeform 95">
              <a:extLst>
                <a:ext uri="{FF2B5EF4-FFF2-40B4-BE49-F238E27FC236}">
                  <a16:creationId xmlns:a16="http://schemas.microsoft.com/office/drawing/2014/main" id="{203266AF-F231-4640-BD10-A951F1240AB5}"/>
                </a:ext>
              </a:extLst>
            </p:cNvPr>
            <p:cNvSpPr>
              <a:spLocks/>
            </p:cNvSpPr>
            <p:nvPr/>
          </p:nvSpPr>
          <p:spPr bwMode="auto">
            <a:xfrm>
              <a:off x="858"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29" name="Freeform 96">
              <a:extLst>
                <a:ext uri="{FF2B5EF4-FFF2-40B4-BE49-F238E27FC236}">
                  <a16:creationId xmlns:a16="http://schemas.microsoft.com/office/drawing/2014/main" id="{5B450DFE-F6F1-43F7-8919-857D5007505C}"/>
                </a:ext>
              </a:extLst>
            </p:cNvPr>
            <p:cNvSpPr>
              <a:spLocks/>
            </p:cNvSpPr>
            <p:nvPr/>
          </p:nvSpPr>
          <p:spPr bwMode="auto">
            <a:xfrm>
              <a:off x="932"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0" name="Freeform 97">
              <a:extLst>
                <a:ext uri="{FF2B5EF4-FFF2-40B4-BE49-F238E27FC236}">
                  <a16:creationId xmlns:a16="http://schemas.microsoft.com/office/drawing/2014/main" id="{82D12EA2-4219-4751-9CBA-2FE4C6BE27A9}"/>
                </a:ext>
              </a:extLst>
            </p:cNvPr>
            <p:cNvSpPr>
              <a:spLocks/>
            </p:cNvSpPr>
            <p:nvPr/>
          </p:nvSpPr>
          <p:spPr bwMode="auto">
            <a:xfrm>
              <a:off x="100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1" name="Freeform 98">
              <a:extLst>
                <a:ext uri="{FF2B5EF4-FFF2-40B4-BE49-F238E27FC236}">
                  <a16:creationId xmlns:a16="http://schemas.microsoft.com/office/drawing/2014/main" id="{2CB06EA4-D04B-4F92-B41D-E859AD29081D}"/>
                </a:ext>
              </a:extLst>
            </p:cNvPr>
            <p:cNvSpPr>
              <a:spLocks/>
            </p:cNvSpPr>
            <p:nvPr/>
          </p:nvSpPr>
          <p:spPr bwMode="auto">
            <a:xfrm>
              <a:off x="108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2" name="Freeform 99">
              <a:extLst>
                <a:ext uri="{FF2B5EF4-FFF2-40B4-BE49-F238E27FC236}">
                  <a16:creationId xmlns:a16="http://schemas.microsoft.com/office/drawing/2014/main" id="{1874D36A-849B-4346-A687-4A7B0FE739F3}"/>
                </a:ext>
              </a:extLst>
            </p:cNvPr>
            <p:cNvSpPr>
              <a:spLocks/>
            </p:cNvSpPr>
            <p:nvPr/>
          </p:nvSpPr>
          <p:spPr bwMode="auto">
            <a:xfrm>
              <a:off x="1154"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3" name="Freeform 100">
              <a:extLst>
                <a:ext uri="{FF2B5EF4-FFF2-40B4-BE49-F238E27FC236}">
                  <a16:creationId xmlns:a16="http://schemas.microsoft.com/office/drawing/2014/main" id="{69B220D7-A784-4429-9794-DFA8E57BFA5E}"/>
                </a:ext>
              </a:extLst>
            </p:cNvPr>
            <p:cNvSpPr>
              <a:spLocks/>
            </p:cNvSpPr>
            <p:nvPr/>
          </p:nvSpPr>
          <p:spPr bwMode="auto">
            <a:xfrm>
              <a:off x="1228"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4" name="Freeform 101">
              <a:extLst>
                <a:ext uri="{FF2B5EF4-FFF2-40B4-BE49-F238E27FC236}">
                  <a16:creationId xmlns:a16="http://schemas.microsoft.com/office/drawing/2014/main" id="{943007DD-1177-41D1-A796-E2F001144765}"/>
                </a:ext>
              </a:extLst>
            </p:cNvPr>
            <p:cNvSpPr>
              <a:spLocks/>
            </p:cNvSpPr>
            <p:nvPr/>
          </p:nvSpPr>
          <p:spPr bwMode="auto">
            <a:xfrm>
              <a:off x="1302"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5" name="Freeform 102">
              <a:extLst>
                <a:ext uri="{FF2B5EF4-FFF2-40B4-BE49-F238E27FC236}">
                  <a16:creationId xmlns:a16="http://schemas.microsoft.com/office/drawing/2014/main" id="{31CDA1EB-0497-4525-A76C-41B31770CC75}"/>
                </a:ext>
              </a:extLst>
            </p:cNvPr>
            <p:cNvSpPr>
              <a:spLocks/>
            </p:cNvSpPr>
            <p:nvPr/>
          </p:nvSpPr>
          <p:spPr bwMode="auto">
            <a:xfrm>
              <a:off x="137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6" name="Freeform 103">
              <a:extLst>
                <a:ext uri="{FF2B5EF4-FFF2-40B4-BE49-F238E27FC236}">
                  <a16:creationId xmlns:a16="http://schemas.microsoft.com/office/drawing/2014/main" id="{BB464D18-A0EB-4296-9478-C276DE5D7067}"/>
                </a:ext>
              </a:extLst>
            </p:cNvPr>
            <p:cNvSpPr>
              <a:spLocks/>
            </p:cNvSpPr>
            <p:nvPr/>
          </p:nvSpPr>
          <p:spPr bwMode="auto">
            <a:xfrm>
              <a:off x="145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grpSp>
      <p:sp>
        <p:nvSpPr>
          <p:cNvPr id="37" name="Text Box 104">
            <a:extLst>
              <a:ext uri="{FF2B5EF4-FFF2-40B4-BE49-F238E27FC236}">
                <a16:creationId xmlns:a16="http://schemas.microsoft.com/office/drawing/2014/main" id="{677B2514-B8B5-434E-93C2-C2D3D3AAB2E2}"/>
              </a:ext>
            </a:extLst>
          </p:cNvPr>
          <p:cNvSpPr txBox="1">
            <a:spLocks noChangeArrowheads="1"/>
          </p:cNvSpPr>
          <p:nvPr/>
        </p:nvSpPr>
        <p:spPr bwMode="auto">
          <a:xfrm>
            <a:off x="3940662" y="4667746"/>
            <a:ext cx="488950" cy="457200"/>
          </a:xfrm>
          <a:prstGeom prst="rect">
            <a:avLst/>
          </a:prstGeom>
          <a:noFill/>
          <a:ln w="9525">
            <a:noFill/>
            <a:miter lim="800000"/>
            <a:headEnd/>
            <a:tailEnd/>
          </a:ln>
          <a:effectLst/>
        </p:spPr>
        <p:txBody>
          <a:bodyPr wrap="none">
            <a:prstTxWarp prst="textNoShape">
              <a:avLst/>
            </a:prstTxWarp>
            <a:spAutoFit/>
          </a:bodyPr>
          <a:lstStyle/>
          <a:p>
            <a:r>
              <a:rPr lang="en-US" altLang="zh-TW">
                <a:ea typeface="新細明體" pitchFamily="16" charset="-128"/>
                <a:cs typeface="Arial" pitchFamily="-111" charset="0"/>
              </a:rPr>
              <a:t>…</a:t>
            </a:r>
          </a:p>
        </p:txBody>
      </p:sp>
      <p:sp>
        <p:nvSpPr>
          <p:cNvPr id="38" name="Text Box 105">
            <a:extLst>
              <a:ext uri="{FF2B5EF4-FFF2-40B4-BE49-F238E27FC236}">
                <a16:creationId xmlns:a16="http://schemas.microsoft.com/office/drawing/2014/main" id="{AA8D922F-D153-4C5A-98CB-654D21611C1C}"/>
              </a:ext>
            </a:extLst>
          </p:cNvPr>
          <p:cNvSpPr txBox="1">
            <a:spLocks noChangeArrowheads="1"/>
          </p:cNvSpPr>
          <p:nvPr/>
        </p:nvSpPr>
        <p:spPr bwMode="auto">
          <a:xfrm>
            <a:off x="2057400" y="4388098"/>
            <a:ext cx="1341136" cy="276999"/>
          </a:xfrm>
          <a:prstGeom prst="rect">
            <a:avLst/>
          </a:prstGeom>
          <a:noFill/>
          <a:ln w="9525">
            <a:noFill/>
            <a:miter lim="800000"/>
            <a:headEnd/>
            <a:tailEnd/>
          </a:ln>
          <a:effectLst/>
        </p:spPr>
        <p:txBody>
          <a:bodyPr wrap="none">
            <a:prstTxWarp prst="textNoShape">
              <a:avLst/>
            </a:prstTxWarp>
            <a:spAutoFit/>
          </a:bodyPr>
          <a:lstStyle/>
          <a:p>
            <a:r>
              <a:rPr lang="en-US" altLang="zh-TW" sz="1200" b="1" dirty="0">
                <a:latin typeface="Arial" pitchFamily="-111" charset="0"/>
                <a:ea typeface="新細明體" pitchFamily="16" charset="-128"/>
                <a:cs typeface="Arial" pitchFamily="-111" charset="0"/>
              </a:rPr>
              <a:t>Block 0’s warps</a:t>
            </a:r>
          </a:p>
        </p:txBody>
      </p:sp>
      <p:sp>
        <p:nvSpPr>
          <p:cNvPr id="39" name="Text Box 106">
            <a:extLst>
              <a:ext uri="{FF2B5EF4-FFF2-40B4-BE49-F238E27FC236}">
                <a16:creationId xmlns:a16="http://schemas.microsoft.com/office/drawing/2014/main" id="{1D30EE2C-AC3F-4D14-A4C3-A5120336AA1A}"/>
              </a:ext>
            </a:extLst>
          </p:cNvPr>
          <p:cNvSpPr txBox="1">
            <a:spLocks noChangeArrowheads="1"/>
          </p:cNvSpPr>
          <p:nvPr/>
        </p:nvSpPr>
        <p:spPr bwMode="auto">
          <a:xfrm>
            <a:off x="3733800" y="4388098"/>
            <a:ext cx="1341136" cy="276999"/>
          </a:xfrm>
          <a:prstGeom prst="rect">
            <a:avLst/>
          </a:prstGeom>
          <a:noFill/>
          <a:ln w="9525">
            <a:noFill/>
            <a:miter lim="800000"/>
            <a:headEnd/>
            <a:tailEnd/>
          </a:ln>
          <a:effectLst/>
        </p:spPr>
        <p:txBody>
          <a:bodyPr wrap="none">
            <a:prstTxWarp prst="textNoShape">
              <a:avLst/>
            </a:prstTxWarp>
            <a:spAutoFit/>
          </a:bodyPr>
          <a:lstStyle/>
          <a:p>
            <a:r>
              <a:rPr lang="en-US" altLang="zh-TW" sz="1200" b="1" dirty="0">
                <a:latin typeface="Arial" pitchFamily="-111" charset="0"/>
                <a:ea typeface="新細明體" pitchFamily="16" charset="-128"/>
                <a:cs typeface="Arial" pitchFamily="-111" charset="0"/>
              </a:rPr>
              <a:t>Block 1’s warps</a:t>
            </a:r>
          </a:p>
        </p:txBody>
      </p:sp>
      <p:sp>
        <p:nvSpPr>
          <p:cNvPr id="40" name="Rectangle 135">
            <a:extLst>
              <a:ext uri="{FF2B5EF4-FFF2-40B4-BE49-F238E27FC236}">
                <a16:creationId xmlns:a16="http://schemas.microsoft.com/office/drawing/2014/main" id="{3FAC4971-323C-4E15-9B89-A2E62AE44750}"/>
              </a:ext>
            </a:extLst>
          </p:cNvPr>
          <p:cNvSpPr>
            <a:spLocks noChangeArrowheads="1"/>
          </p:cNvSpPr>
          <p:nvPr/>
        </p:nvSpPr>
        <p:spPr bwMode="auto">
          <a:xfrm>
            <a:off x="5417037" y="4667746"/>
            <a:ext cx="1093787" cy="1057275"/>
          </a:xfrm>
          <a:prstGeom prst="rect">
            <a:avLst/>
          </a:prstGeom>
          <a:solidFill>
            <a:schemeClr val="bg1"/>
          </a:solidFill>
          <a:ln w="25400">
            <a:solidFill>
              <a:schemeClr val="accent2"/>
            </a:solidFill>
            <a:miter lim="800000"/>
            <a:headEnd/>
            <a:tailEnd/>
          </a:ln>
          <a:effectLst/>
        </p:spPr>
        <p:txBody>
          <a:bodyPr wrap="none" anchor="ctr">
            <a:prstTxWarp prst="textNoShape">
              <a:avLst/>
            </a:prstTxWarp>
          </a:bodyPr>
          <a:lstStyle/>
          <a:p>
            <a:endParaRPr lang="es-ES_tradnl"/>
          </a:p>
        </p:txBody>
      </p:sp>
      <p:sp>
        <p:nvSpPr>
          <p:cNvPr id="41" name="Rectangle 136">
            <a:extLst>
              <a:ext uri="{FF2B5EF4-FFF2-40B4-BE49-F238E27FC236}">
                <a16:creationId xmlns:a16="http://schemas.microsoft.com/office/drawing/2014/main" id="{A9C47ABA-8BDA-4719-A981-A7CC126953FD}"/>
              </a:ext>
            </a:extLst>
          </p:cNvPr>
          <p:cNvSpPr>
            <a:spLocks noChangeArrowheads="1"/>
          </p:cNvSpPr>
          <p:nvPr/>
        </p:nvSpPr>
        <p:spPr bwMode="auto">
          <a:xfrm>
            <a:off x="5569437" y="4820146"/>
            <a:ext cx="1093787" cy="1057275"/>
          </a:xfrm>
          <a:prstGeom prst="rect">
            <a:avLst/>
          </a:prstGeom>
          <a:solidFill>
            <a:schemeClr val="bg1"/>
          </a:solidFill>
          <a:ln w="25400">
            <a:solidFill>
              <a:schemeClr val="accent2"/>
            </a:solidFill>
            <a:miter lim="800000"/>
            <a:headEnd/>
            <a:tailEnd/>
          </a:ln>
          <a:effectLst/>
        </p:spPr>
        <p:txBody>
          <a:bodyPr wrap="none" anchor="ctr">
            <a:prstTxWarp prst="textNoShape">
              <a:avLst/>
            </a:prstTxWarp>
          </a:bodyPr>
          <a:lstStyle/>
          <a:p>
            <a:pPr algn="ctr"/>
            <a:r>
              <a:rPr lang="en-US" altLang="zh-TW">
                <a:ea typeface="新細明體" pitchFamily="16" charset="-128"/>
                <a:cs typeface="Arial" pitchFamily="-111" charset="0"/>
              </a:rPr>
              <a:t>…</a:t>
            </a:r>
          </a:p>
        </p:txBody>
      </p:sp>
      <p:grpSp>
        <p:nvGrpSpPr>
          <p:cNvPr id="42" name="Group 137">
            <a:extLst>
              <a:ext uri="{FF2B5EF4-FFF2-40B4-BE49-F238E27FC236}">
                <a16:creationId xmlns:a16="http://schemas.microsoft.com/office/drawing/2014/main" id="{9F6D6CDC-8BC0-4BBC-A076-56A0243FBF0F}"/>
              </a:ext>
            </a:extLst>
          </p:cNvPr>
          <p:cNvGrpSpPr>
            <a:grpSpLocks/>
          </p:cNvGrpSpPr>
          <p:nvPr/>
        </p:nvGrpSpPr>
        <p:grpSpPr bwMode="auto">
          <a:xfrm>
            <a:off x="5796449" y="5048746"/>
            <a:ext cx="1066800" cy="1022350"/>
            <a:chOff x="568" y="2568"/>
            <a:chExt cx="1219" cy="1480"/>
          </a:xfrm>
        </p:grpSpPr>
        <p:sp>
          <p:nvSpPr>
            <p:cNvPr id="43" name="Text Box 138">
              <a:extLst>
                <a:ext uri="{FF2B5EF4-FFF2-40B4-BE49-F238E27FC236}">
                  <a16:creationId xmlns:a16="http://schemas.microsoft.com/office/drawing/2014/main" id="{3BB76473-829D-4356-B5BC-36D06ED3C479}"/>
                </a:ext>
              </a:extLst>
            </p:cNvPr>
            <p:cNvSpPr txBox="1">
              <a:spLocks noChangeArrowheads="1"/>
            </p:cNvSpPr>
            <p:nvPr/>
          </p:nvSpPr>
          <p:spPr bwMode="auto">
            <a:xfrm>
              <a:off x="568" y="2568"/>
              <a:ext cx="1219" cy="1480"/>
            </a:xfrm>
            <a:prstGeom prst="rect">
              <a:avLst/>
            </a:prstGeom>
            <a:solidFill>
              <a:schemeClr val="bg1">
                <a:alpha val="67000"/>
              </a:schemeClr>
            </a:solidFill>
            <a:ln w="28575">
              <a:solidFill>
                <a:schemeClr val="accent2"/>
              </a:solidFill>
              <a:miter lim="800000"/>
              <a:headEnd/>
              <a:tailEnd/>
            </a:ln>
            <a:effectLst/>
          </p:spPr>
          <p:txBody>
            <a:bodyPr lIns="0" rIns="0">
              <a:prstTxWarp prst="textNoShape">
                <a:avLst/>
              </a:prstTxWarp>
            </a:bodyPr>
            <a:lstStyle/>
            <a:p>
              <a:pPr algn="ctr">
                <a:lnSpc>
                  <a:spcPct val="85000"/>
                </a:lnSpc>
                <a:spcBef>
                  <a:spcPct val="10000"/>
                </a:spcBef>
              </a:pPr>
              <a:r>
                <a:rPr lang="en-US" altLang="zh-TW" sz="1200">
                  <a:latin typeface="Tahoma" pitchFamily="-111" charset="0"/>
                  <a:ea typeface="新細明體" pitchFamily="16" charset="-128"/>
                  <a:cs typeface="Arial" pitchFamily="-111" charset="0"/>
                </a:rPr>
                <a:t>t0 t1 t2 … t31</a:t>
              </a:r>
              <a:endParaRPr lang="en-US" altLang="zh-TW" sz="1200">
                <a:latin typeface="Arial" pitchFamily="-111" charset="0"/>
                <a:ea typeface="新細明體" pitchFamily="16" charset="-128"/>
                <a:cs typeface="Arial" pitchFamily="-111" charset="0"/>
              </a:endParaRPr>
            </a:p>
          </p:txBody>
        </p:sp>
        <p:sp>
          <p:nvSpPr>
            <p:cNvPr id="44" name="Freeform 139">
              <a:extLst>
                <a:ext uri="{FF2B5EF4-FFF2-40B4-BE49-F238E27FC236}">
                  <a16:creationId xmlns:a16="http://schemas.microsoft.com/office/drawing/2014/main" id="{F9B98D70-C4F0-46D2-ACF0-588622F49006}"/>
                </a:ext>
              </a:extLst>
            </p:cNvPr>
            <p:cNvSpPr>
              <a:spLocks/>
            </p:cNvSpPr>
            <p:nvPr/>
          </p:nvSpPr>
          <p:spPr bwMode="auto">
            <a:xfrm>
              <a:off x="70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45" name="Freeform 140">
              <a:extLst>
                <a:ext uri="{FF2B5EF4-FFF2-40B4-BE49-F238E27FC236}">
                  <a16:creationId xmlns:a16="http://schemas.microsoft.com/office/drawing/2014/main" id="{B76D3F3B-491F-4BAD-A6BF-C2DC645459DE}"/>
                </a:ext>
              </a:extLst>
            </p:cNvPr>
            <p:cNvSpPr>
              <a:spLocks/>
            </p:cNvSpPr>
            <p:nvPr/>
          </p:nvSpPr>
          <p:spPr bwMode="auto">
            <a:xfrm>
              <a:off x="78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46" name="Freeform 141">
              <a:extLst>
                <a:ext uri="{FF2B5EF4-FFF2-40B4-BE49-F238E27FC236}">
                  <a16:creationId xmlns:a16="http://schemas.microsoft.com/office/drawing/2014/main" id="{19686C05-DA62-4AAF-9930-4A96AD6C2954}"/>
                </a:ext>
              </a:extLst>
            </p:cNvPr>
            <p:cNvSpPr>
              <a:spLocks/>
            </p:cNvSpPr>
            <p:nvPr/>
          </p:nvSpPr>
          <p:spPr bwMode="auto">
            <a:xfrm>
              <a:off x="858"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47" name="Freeform 142">
              <a:extLst>
                <a:ext uri="{FF2B5EF4-FFF2-40B4-BE49-F238E27FC236}">
                  <a16:creationId xmlns:a16="http://schemas.microsoft.com/office/drawing/2014/main" id="{075E7114-F999-4BF0-93E9-D0892B3A05E4}"/>
                </a:ext>
              </a:extLst>
            </p:cNvPr>
            <p:cNvSpPr>
              <a:spLocks/>
            </p:cNvSpPr>
            <p:nvPr/>
          </p:nvSpPr>
          <p:spPr bwMode="auto">
            <a:xfrm>
              <a:off x="932"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48" name="Freeform 143">
              <a:extLst>
                <a:ext uri="{FF2B5EF4-FFF2-40B4-BE49-F238E27FC236}">
                  <a16:creationId xmlns:a16="http://schemas.microsoft.com/office/drawing/2014/main" id="{112F78AD-5342-411B-B352-AF2B86C0CD4B}"/>
                </a:ext>
              </a:extLst>
            </p:cNvPr>
            <p:cNvSpPr>
              <a:spLocks/>
            </p:cNvSpPr>
            <p:nvPr/>
          </p:nvSpPr>
          <p:spPr bwMode="auto">
            <a:xfrm>
              <a:off x="100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49" name="Freeform 144">
              <a:extLst>
                <a:ext uri="{FF2B5EF4-FFF2-40B4-BE49-F238E27FC236}">
                  <a16:creationId xmlns:a16="http://schemas.microsoft.com/office/drawing/2014/main" id="{3E2ACC58-1A69-4DA7-A8BE-72A0956B3CBA}"/>
                </a:ext>
              </a:extLst>
            </p:cNvPr>
            <p:cNvSpPr>
              <a:spLocks/>
            </p:cNvSpPr>
            <p:nvPr/>
          </p:nvSpPr>
          <p:spPr bwMode="auto">
            <a:xfrm>
              <a:off x="108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0" name="Freeform 145">
              <a:extLst>
                <a:ext uri="{FF2B5EF4-FFF2-40B4-BE49-F238E27FC236}">
                  <a16:creationId xmlns:a16="http://schemas.microsoft.com/office/drawing/2014/main" id="{82AFEEF0-87BC-44B9-A243-E2F58D90EAB4}"/>
                </a:ext>
              </a:extLst>
            </p:cNvPr>
            <p:cNvSpPr>
              <a:spLocks/>
            </p:cNvSpPr>
            <p:nvPr/>
          </p:nvSpPr>
          <p:spPr bwMode="auto">
            <a:xfrm>
              <a:off x="1154"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1" name="Freeform 146">
              <a:extLst>
                <a:ext uri="{FF2B5EF4-FFF2-40B4-BE49-F238E27FC236}">
                  <a16:creationId xmlns:a16="http://schemas.microsoft.com/office/drawing/2014/main" id="{A04AA0FC-A060-4DF5-ADC9-F3171A351F57}"/>
                </a:ext>
              </a:extLst>
            </p:cNvPr>
            <p:cNvSpPr>
              <a:spLocks/>
            </p:cNvSpPr>
            <p:nvPr/>
          </p:nvSpPr>
          <p:spPr bwMode="auto">
            <a:xfrm>
              <a:off x="1228"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2" name="Freeform 147">
              <a:extLst>
                <a:ext uri="{FF2B5EF4-FFF2-40B4-BE49-F238E27FC236}">
                  <a16:creationId xmlns:a16="http://schemas.microsoft.com/office/drawing/2014/main" id="{61AA34B2-C3DE-4313-8489-FBABD2ACB159}"/>
                </a:ext>
              </a:extLst>
            </p:cNvPr>
            <p:cNvSpPr>
              <a:spLocks/>
            </p:cNvSpPr>
            <p:nvPr/>
          </p:nvSpPr>
          <p:spPr bwMode="auto">
            <a:xfrm>
              <a:off x="1302"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3" name="Freeform 148">
              <a:extLst>
                <a:ext uri="{FF2B5EF4-FFF2-40B4-BE49-F238E27FC236}">
                  <a16:creationId xmlns:a16="http://schemas.microsoft.com/office/drawing/2014/main" id="{FFBA3502-0218-47D5-BAB1-FEF3EE354919}"/>
                </a:ext>
              </a:extLst>
            </p:cNvPr>
            <p:cNvSpPr>
              <a:spLocks/>
            </p:cNvSpPr>
            <p:nvPr/>
          </p:nvSpPr>
          <p:spPr bwMode="auto">
            <a:xfrm>
              <a:off x="137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4" name="Freeform 149">
              <a:extLst>
                <a:ext uri="{FF2B5EF4-FFF2-40B4-BE49-F238E27FC236}">
                  <a16:creationId xmlns:a16="http://schemas.microsoft.com/office/drawing/2014/main" id="{52DE75E8-8358-48BB-B394-F562E3C63E8F}"/>
                </a:ext>
              </a:extLst>
            </p:cNvPr>
            <p:cNvSpPr>
              <a:spLocks/>
            </p:cNvSpPr>
            <p:nvPr/>
          </p:nvSpPr>
          <p:spPr bwMode="auto">
            <a:xfrm>
              <a:off x="145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grpSp>
      <p:sp>
        <p:nvSpPr>
          <p:cNvPr id="55" name="Text Box 150">
            <a:extLst>
              <a:ext uri="{FF2B5EF4-FFF2-40B4-BE49-F238E27FC236}">
                <a16:creationId xmlns:a16="http://schemas.microsoft.com/office/drawing/2014/main" id="{DC93D82B-5184-4720-B656-3A2FA82B5A00}"/>
              </a:ext>
            </a:extLst>
          </p:cNvPr>
          <p:cNvSpPr txBox="1">
            <a:spLocks noChangeArrowheads="1"/>
          </p:cNvSpPr>
          <p:nvPr/>
        </p:nvSpPr>
        <p:spPr bwMode="auto">
          <a:xfrm>
            <a:off x="5617062" y="4667746"/>
            <a:ext cx="488950" cy="457200"/>
          </a:xfrm>
          <a:prstGeom prst="rect">
            <a:avLst/>
          </a:prstGeom>
          <a:noFill/>
          <a:ln w="9525">
            <a:noFill/>
            <a:miter lim="800000"/>
            <a:headEnd/>
            <a:tailEnd/>
          </a:ln>
          <a:effectLst/>
        </p:spPr>
        <p:txBody>
          <a:bodyPr wrap="none">
            <a:prstTxWarp prst="textNoShape">
              <a:avLst/>
            </a:prstTxWarp>
            <a:spAutoFit/>
          </a:bodyPr>
          <a:lstStyle/>
          <a:p>
            <a:r>
              <a:rPr lang="en-US" altLang="zh-TW">
                <a:ea typeface="新細明體" pitchFamily="16" charset="-128"/>
                <a:cs typeface="Arial" pitchFamily="-111" charset="0"/>
              </a:rPr>
              <a:t>…</a:t>
            </a:r>
          </a:p>
        </p:txBody>
      </p:sp>
      <p:sp>
        <p:nvSpPr>
          <p:cNvPr id="56" name="Text Box 151">
            <a:extLst>
              <a:ext uri="{FF2B5EF4-FFF2-40B4-BE49-F238E27FC236}">
                <a16:creationId xmlns:a16="http://schemas.microsoft.com/office/drawing/2014/main" id="{579D8AD4-B17E-4633-A5BD-6241D950F984}"/>
              </a:ext>
            </a:extLst>
          </p:cNvPr>
          <p:cNvSpPr txBox="1">
            <a:spLocks noChangeArrowheads="1"/>
          </p:cNvSpPr>
          <p:nvPr/>
        </p:nvSpPr>
        <p:spPr bwMode="auto">
          <a:xfrm>
            <a:off x="5334000" y="4388098"/>
            <a:ext cx="1341136" cy="276999"/>
          </a:xfrm>
          <a:prstGeom prst="rect">
            <a:avLst/>
          </a:prstGeom>
          <a:noFill/>
          <a:ln w="9525">
            <a:noFill/>
            <a:miter lim="800000"/>
            <a:headEnd/>
            <a:tailEnd/>
          </a:ln>
          <a:effectLst/>
        </p:spPr>
        <p:txBody>
          <a:bodyPr wrap="none">
            <a:prstTxWarp prst="textNoShape">
              <a:avLst/>
            </a:prstTxWarp>
            <a:spAutoFit/>
          </a:bodyPr>
          <a:lstStyle/>
          <a:p>
            <a:r>
              <a:rPr lang="en-US" altLang="zh-TW" sz="1200" b="1" dirty="0">
                <a:latin typeface="Arial" pitchFamily="-111" charset="0"/>
                <a:ea typeface="新細明體" pitchFamily="16" charset="-128"/>
                <a:cs typeface="Arial" pitchFamily="-111" charset="0"/>
              </a:rPr>
              <a:t>Block 2’s warps</a:t>
            </a:r>
          </a:p>
        </p:txBody>
      </p:sp>
    </p:spTree>
    <p:extLst>
      <p:ext uri="{BB962C8B-B14F-4D97-AF65-F5344CB8AC3E}">
        <p14:creationId xmlns:p14="http://schemas.microsoft.com/office/powerpoint/2010/main" val="3718316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21" grpId="0"/>
      <p:bldP spid="22" grpId="0" animBg="1"/>
      <p:bldP spid="23" grpId="0" animBg="1"/>
      <p:bldP spid="37" grpId="0"/>
      <p:bldP spid="38" grpId="0"/>
      <p:bldP spid="39" grpId="0"/>
      <p:bldP spid="40" grpId="0" animBg="1"/>
      <p:bldP spid="41" grpId="0" animBg="1"/>
      <p:bldP spid="55" grpId="0"/>
      <p:bldP spid="56"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68F9301F-200A-4C9F-9BC7-A9CA02E8A85A}"/>
              </a:ext>
            </a:extLst>
          </p:cNvPr>
          <p:cNvSpPr/>
          <p:nvPr/>
        </p:nvSpPr>
        <p:spPr>
          <a:xfrm>
            <a:off x="2069292" y="951862"/>
            <a:ext cx="4788490" cy="461665"/>
          </a:xfrm>
          <a:prstGeom prst="rect">
            <a:avLst/>
          </a:prstGeom>
        </p:spPr>
        <p:txBody>
          <a:bodyPr wrap="none">
            <a:spAutoFit/>
          </a:bodyPr>
          <a:lstStyle/>
          <a:p>
            <a:r>
              <a:rPr lang="en-US" altLang="zh-CN" sz="2400" dirty="0">
                <a:solidFill>
                  <a:srgbClr val="C00000"/>
                </a:solidFill>
                <a:cs typeface="+mj-cs"/>
              </a:rPr>
              <a:t>Motivation of In-network Computing</a:t>
            </a:r>
            <a:endParaRPr lang="zh-CN" altLang="en-US" sz="1200" dirty="0"/>
          </a:p>
        </p:txBody>
      </p:sp>
      <p:sp>
        <p:nvSpPr>
          <p:cNvPr id="54" name="Rectangle 2">
            <a:extLst>
              <a:ext uri="{FF2B5EF4-FFF2-40B4-BE49-F238E27FC236}">
                <a16:creationId xmlns:a16="http://schemas.microsoft.com/office/drawing/2014/main" id="{82D9D992-8110-4752-809A-6133FEB65846}"/>
              </a:ext>
            </a:extLst>
          </p:cNvPr>
          <p:cNvSpPr/>
          <p:nvPr/>
        </p:nvSpPr>
        <p:spPr>
          <a:xfrm>
            <a:off x="-106251" y="-203200"/>
            <a:ext cx="9382259" cy="70612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55" name="TextBox 3">
            <a:extLst>
              <a:ext uri="{FF2B5EF4-FFF2-40B4-BE49-F238E27FC236}">
                <a16:creationId xmlns:a16="http://schemas.microsoft.com/office/drawing/2014/main" id="{1B997306-FA4F-4F7B-8126-9FAAA79FA40E}"/>
              </a:ext>
            </a:extLst>
          </p:cNvPr>
          <p:cNvSpPr txBox="1"/>
          <p:nvPr/>
        </p:nvSpPr>
        <p:spPr>
          <a:xfrm>
            <a:off x="1530241" y="1752600"/>
            <a:ext cx="5866592" cy="584775"/>
          </a:xfrm>
          <a:prstGeom prst="rect">
            <a:avLst/>
          </a:prstGeom>
          <a:noFill/>
        </p:spPr>
        <p:txBody>
          <a:bodyPr wrap="square" rtlCol="0">
            <a:spAutoFit/>
          </a:bodyPr>
          <a:lstStyle/>
          <a:p>
            <a:pPr algn="ctr"/>
            <a:r>
              <a:rPr lang="en-US" sz="3200" b="1" i="1" dirty="0">
                <a:solidFill>
                  <a:schemeClr val="bg1"/>
                </a:solidFill>
              </a:rPr>
              <a:t>Why SIMT and Warp?</a:t>
            </a:r>
            <a:endParaRPr lang="en-US" sz="3200" b="1" i="1" u="sng" dirty="0">
              <a:solidFill>
                <a:srgbClr val="DA9100"/>
              </a:solidFill>
            </a:endParaRPr>
          </a:p>
        </p:txBody>
      </p:sp>
      <p:sp>
        <p:nvSpPr>
          <p:cNvPr id="7" name="TextBox 3">
            <a:extLst>
              <a:ext uri="{FF2B5EF4-FFF2-40B4-BE49-F238E27FC236}">
                <a16:creationId xmlns:a16="http://schemas.microsoft.com/office/drawing/2014/main" id="{15CA4732-0ADF-4A36-804D-F4D5207FA1D1}"/>
              </a:ext>
            </a:extLst>
          </p:cNvPr>
          <p:cNvSpPr txBox="1"/>
          <p:nvPr/>
        </p:nvSpPr>
        <p:spPr>
          <a:xfrm>
            <a:off x="694757" y="3200400"/>
            <a:ext cx="7537559" cy="584775"/>
          </a:xfrm>
          <a:prstGeom prst="rect">
            <a:avLst/>
          </a:prstGeom>
          <a:noFill/>
        </p:spPr>
        <p:txBody>
          <a:bodyPr wrap="square" rtlCol="0">
            <a:spAutoFit/>
          </a:bodyPr>
          <a:lstStyle/>
          <a:p>
            <a:pPr algn="ctr"/>
            <a:r>
              <a:rPr lang="en-US" sz="3200" b="1" dirty="0">
                <a:solidFill>
                  <a:srgbClr val="0432FF"/>
                </a:solidFill>
              </a:rPr>
              <a:t>Reduce GPU scheduling overhead</a:t>
            </a:r>
            <a:endParaRPr lang="en-US" sz="3200" b="1" u="sng" dirty="0">
              <a:solidFill>
                <a:srgbClr val="0432FF"/>
              </a:solidFill>
            </a:endParaRPr>
          </a:p>
        </p:txBody>
      </p:sp>
    </p:spTree>
    <p:custDataLst>
      <p:tags r:id="rId1"/>
    </p:custDataLst>
    <p:extLst>
      <p:ext uri="{BB962C8B-B14F-4D97-AF65-F5344CB8AC3E}">
        <p14:creationId xmlns:p14="http://schemas.microsoft.com/office/powerpoint/2010/main" val="1345750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AutoShape 29">
            <a:extLst>
              <a:ext uri="{FF2B5EF4-FFF2-40B4-BE49-F238E27FC236}">
                <a16:creationId xmlns:a16="http://schemas.microsoft.com/office/drawing/2014/main" id="{809E1E29-E771-B641-99AF-B731C02BC20F}"/>
              </a:ext>
            </a:extLst>
          </p:cNvPr>
          <p:cNvSpPr>
            <a:spLocks noChangeArrowheads="1"/>
          </p:cNvSpPr>
          <p:nvPr/>
        </p:nvSpPr>
        <p:spPr bwMode="auto">
          <a:xfrm>
            <a:off x="614363" y="3081338"/>
            <a:ext cx="6500812" cy="511175"/>
          </a:xfrm>
          <a:prstGeom prst="roundRect">
            <a:avLst>
              <a:gd name="adj" fmla="val 16667"/>
            </a:avLst>
          </a:prstGeom>
          <a:solidFill>
            <a:srgbClr val="CCFF33"/>
          </a:solidFill>
          <a:ln w="12700">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ko-KR" altLang="en-US" sz="2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endParaRPr>
          </a:p>
        </p:txBody>
      </p:sp>
      <p:sp>
        <p:nvSpPr>
          <p:cNvPr id="61" name="Text Box 32">
            <a:extLst>
              <a:ext uri="{FF2B5EF4-FFF2-40B4-BE49-F238E27FC236}">
                <a16:creationId xmlns:a16="http://schemas.microsoft.com/office/drawing/2014/main" id="{0B7DD0EA-2A20-544E-A92C-4612F2EAC7B5}"/>
              </a:ext>
            </a:extLst>
          </p:cNvPr>
          <p:cNvSpPr txBox="1">
            <a:spLocks noChangeArrowheads="1"/>
          </p:cNvSpPr>
          <p:nvPr/>
        </p:nvSpPr>
        <p:spPr bwMode="auto">
          <a:xfrm>
            <a:off x="7086600" y="3162300"/>
            <a:ext cx="2028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1" i="1" u="none" strike="noStrike" kern="1200" cap="none" spc="0" normalizeH="0" baseline="0" noProof="0">
                <a:ln>
                  <a:noFill/>
                </a:ln>
                <a:solidFill>
                  <a:srgbClr val="BDE11B"/>
                </a:solidFill>
                <a:effectLst/>
                <a:uLnTx/>
                <a:uFillTx/>
                <a:latin typeface="Verdana" panose="020B0604030504040204" pitchFamily="34" charset="0"/>
                <a:ea typeface="굴림" panose="020B0600000101010101" pitchFamily="34" charset="-127"/>
                <a:cs typeface="+mn-cs"/>
              </a:rPr>
              <a:t>Warp 0 at PC X+3</a:t>
            </a:r>
          </a:p>
        </p:txBody>
      </p:sp>
      <p:sp>
        <p:nvSpPr>
          <p:cNvPr id="55" name="AutoShape 29">
            <a:extLst>
              <a:ext uri="{FF2B5EF4-FFF2-40B4-BE49-F238E27FC236}">
                <a16:creationId xmlns:a16="http://schemas.microsoft.com/office/drawing/2014/main" id="{E56B328F-A34B-F041-AC99-1298BFAD8E92}"/>
              </a:ext>
            </a:extLst>
          </p:cNvPr>
          <p:cNvSpPr>
            <a:spLocks noChangeArrowheads="1"/>
          </p:cNvSpPr>
          <p:nvPr/>
        </p:nvSpPr>
        <p:spPr bwMode="auto">
          <a:xfrm>
            <a:off x="614363" y="2466975"/>
            <a:ext cx="6500812" cy="511175"/>
          </a:xfrm>
          <a:prstGeom prst="roundRect">
            <a:avLst>
              <a:gd name="adj" fmla="val 16667"/>
            </a:avLst>
          </a:prstGeom>
          <a:solidFill>
            <a:srgbClr val="CCFF33"/>
          </a:solidFill>
          <a:ln w="12700">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ko-KR" altLang="en-US" sz="2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endParaRPr>
          </a:p>
        </p:txBody>
      </p:sp>
      <p:sp>
        <p:nvSpPr>
          <p:cNvPr id="57" name="Text Box 32">
            <a:extLst>
              <a:ext uri="{FF2B5EF4-FFF2-40B4-BE49-F238E27FC236}">
                <a16:creationId xmlns:a16="http://schemas.microsoft.com/office/drawing/2014/main" id="{56A18867-CC2D-E543-A1CE-E0686D9BBB2E}"/>
              </a:ext>
            </a:extLst>
          </p:cNvPr>
          <p:cNvSpPr txBox="1">
            <a:spLocks noChangeArrowheads="1"/>
          </p:cNvSpPr>
          <p:nvPr/>
        </p:nvSpPr>
        <p:spPr bwMode="auto">
          <a:xfrm>
            <a:off x="7086600" y="2547938"/>
            <a:ext cx="2028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1" i="1" u="none" strike="noStrike" kern="1200" cap="none" spc="0" normalizeH="0" baseline="0" noProof="0">
                <a:ln>
                  <a:noFill/>
                </a:ln>
                <a:solidFill>
                  <a:srgbClr val="BDE11B"/>
                </a:solidFill>
                <a:effectLst/>
                <a:uLnTx/>
                <a:uFillTx/>
                <a:latin typeface="Verdana" panose="020B0604030504040204" pitchFamily="34" charset="0"/>
                <a:ea typeface="굴림" panose="020B0600000101010101" pitchFamily="34" charset="-127"/>
                <a:cs typeface="+mn-cs"/>
              </a:rPr>
              <a:t>Warp 0 at PC X+2</a:t>
            </a:r>
          </a:p>
        </p:txBody>
      </p:sp>
      <p:sp>
        <p:nvSpPr>
          <p:cNvPr id="33" name="AutoShape 29">
            <a:extLst>
              <a:ext uri="{FF2B5EF4-FFF2-40B4-BE49-F238E27FC236}">
                <a16:creationId xmlns:a16="http://schemas.microsoft.com/office/drawing/2014/main" id="{55CEE035-72F5-3847-8538-0ED05B37B3E8}"/>
              </a:ext>
            </a:extLst>
          </p:cNvPr>
          <p:cNvSpPr>
            <a:spLocks noChangeArrowheads="1"/>
          </p:cNvSpPr>
          <p:nvPr/>
        </p:nvSpPr>
        <p:spPr bwMode="auto">
          <a:xfrm>
            <a:off x="592138" y="1789113"/>
            <a:ext cx="6500812" cy="511175"/>
          </a:xfrm>
          <a:prstGeom prst="roundRect">
            <a:avLst>
              <a:gd name="adj" fmla="val 16667"/>
            </a:avLst>
          </a:prstGeom>
          <a:solidFill>
            <a:srgbClr val="CCFF33"/>
          </a:solidFill>
          <a:ln w="12700">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ko-KR" altLang="en-US" sz="2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endParaRPr>
          </a:p>
        </p:txBody>
      </p:sp>
      <p:sp>
        <p:nvSpPr>
          <p:cNvPr id="54" name="Text Box 32">
            <a:extLst>
              <a:ext uri="{FF2B5EF4-FFF2-40B4-BE49-F238E27FC236}">
                <a16:creationId xmlns:a16="http://schemas.microsoft.com/office/drawing/2014/main" id="{9937711D-0BE7-224E-A745-351E75D7C8BD}"/>
              </a:ext>
            </a:extLst>
          </p:cNvPr>
          <p:cNvSpPr txBox="1">
            <a:spLocks noChangeArrowheads="1"/>
          </p:cNvSpPr>
          <p:nvPr/>
        </p:nvSpPr>
        <p:spPr bwMode="auto">
          <a:xfrm>
            <a:off x="7086600" y="1870075"/>
            <a:ext cx="2028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1" i="1" u="none" strike="noStrike" kern="1200" cap="none" spc="0" normalizeH="0" baseline="0" noProof="0">
                <a:ln>
                  <a:noFill/>
                </a:ln>
                <a:solidFill>
                  <a:srgbClr val="BDE11B"/>
                </a:solidFill>
                <a:effectLst/>
                <a:uLnTx/>
                <a:uFillTx/>
                <a:latin typeface="Verdana" panose="020B0604030504040204" pitchFamily="34" charset="0"/>
                <a:ea typeface="굴림" panose="020B0600000101010101" pitchFamily="34" charset="-127"/>
                <a:cs typeface="+mn-cs"/>
              </a:rPr>
              <a:t>Warp 0 at PC X+1</a:t>
            </a:r>
          </a:p>
        </p:txBody>
      </p:sp>
      <p:sp>
        <p:nvSpPr>
          <p:cNvPr id="30" name="AutoShape 29">
            <a:extLst>
              <a:ext uri="{FF2B5EF4-FFF2-40B4-BE49-F238E27FC236}">
                <a16:creationId xmlns:a16="http://schemas.microsoft.com/office/drawing/2014/main" id="{4330C900-F78F-F24A-88DD-3BA84EEC6DA6}"/>
              </a:ext>
            </a:extLst>
          </p:cNvPr>
          <p:cNvSpPr>
            <a:spLocks noChangeArrowheads="1"/>
          </p:cNvSpPr>
          <p:nvPr/>
        </p:nvSpPr>
        <p:spPr bwMode="auto">
          <a:xfrm>
            <a:off x="585788" y="1181100"/>
            <a:ext cx="6500812" cy="511175"/>
          </a:xfrm>
          <a:prstGeom prst="roundRect">
            <a:avLst>
              <a:gd name="adj" fmla="val 16667"/>
            </a:avLst>
          </a:prstGeom>
          <a:solidFill>
            <a:srgbClr val="CCFF33"/>
          </a:solidFill>
          <a:ln w="12700">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ko-KR" altLang="en-US" sz="2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endParaRPr>
          </a:p>
        </p:txBody>
      </p:sp>
      <p:sp>
        <p:nvSpPr>
          <p:cNvPr id="55304" name="Title 1">
            <a:extLst>
              <a:ext uri="{FF2B5EF4-FFF2-40B4-BE49-F238E27FC236}">
                <a16:creationId xmlns:a16="http://schemas.microsoft.com/office/drawing/2014/main" id="{A34874C6-4C36-2B47-914D-CA102E48AFF7}"/>
              </a:ext>
            </a:extLst>
          </p:cNvPr>
          <p:cNvSpPr>
            <a:spLocks noGrp="1"/>
          </p:cNvSpPr>
          <p:nvPr>
            <p:ph type="title"/>
          </p:nvPr>
        </p:nvSpPr>
        <p:spPr>
          <a:xfrm>
            <a:off x="152400" y="152400"/>
            <a:ext cx="8915400" cy="1066800"/>
          </a:xfrm>
        </p:spPr>
        <p:txBody>
          <a:bodyPr/>
          <a:lstStyle/>
          <a:p>
            <a:r>
              <a:rPr lang="en-US" altLang="en-US" dirty="0">
                <a:ea typeface="ＭＳ Ｐゴシック" panose="020B0600070205080204" pitchFamily="34" charset="-128"/>
              </a:rPr>
              <a:t>How to Form Warps?</a:t>
            </a:r>
          </a:p>
        </p:txBody>
      </p:sp>
      <p:sp>
        <p:nvSpPr>
          <p:cNvPr id="55305" name="Slide Number Placeholder 3">
            <a:extLst>
              <a:ext uri="{FF2B5EF4-FFF2-40B4-BE49-F238E27FC236}">
                <a16:creationId xmlns:a16="http://schemas.microsoft.com/office/drawing/2014/main" id="{B2B21E7A-ECAB-EF4D-89C0-8B462AAD60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EBB4247-F864-0A4E-AF19-A9F5C52BDB8E}"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69</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55306" name="Text Box 3">
            <a:extLst>
              <a:ext uri="{FF2B5EF4-FFF2-40B4-BE49-F238E27FC236}">
                <a16:creationId xmlns:a16="http://schemas.microsoft.com/office/drawing/2014/main" id="{41352C0B-49C5-B943-8B25-A6713E40E55B}"/>
              </a:ext>
            </a:extLst>
          </p:cNvPr>
          <p:cNvSpPr txBox="1">
            <a:spLocks noChangeArrowheads="1"/>
          </p:cNvSpPr>
          <p:nvPr/>
        </p:nvSpPr>
        <p:spPr bwMode="auto">
          <a:xfrm>
            <a:off x="6248400" y="152400"/>
            <a:ext cx="3016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en-US" altLang="ko-KR" sz="1600" b="1" i="0" u="none" strike="noStrike" kern="1200" cap="none" spc="0" normalizeH="0" baseline="0" noProof="0">
                <a:ln>
                  <a:noFill/>
                </a:ln>
                <a:solidFill>
                  <a:srgbClr val="000000"/>
                </a:solidFill>
                <a:effectLst/>
                <a:uLnTx/>
                <a:uFillTx/>
                <a:latin typeface="Courier New" panose="02070309020205020404" pitchFamily="49" charset="0"/>
                <a:ea typeface="굴림" panose="020B0600000101010101" pitchFamily="34" charset="-127"/>
                <a:cs typeface="+mn-cs"/>
              </a:rPr>
              <a:t>for (i=0; i &lt; N; i++)</a:t>
            </a:r>
          </a:p>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en-US" altLang="ko-KR" sz="1600" b="1" i="0" u="none" strike="noStrike" kern="1200" cap="none" spc="0" normalizeH="0" baseline="0" noProof="0">
                <a:ln>
                  <a:noFill/>
                </a:ln>
                <a:solidFill>
                  <a:srgbClr val="000000"/>
                </a:solidFill>
                <a:effectLst/>
                <a:uLnTx/>
                <a:uFillTx/>
                <a:latin typeface="Courier New" panose="02070309020205020404" pitchFamily="49" charset="0"/>
                <a:ea typeface="굴림" panose="020B0600000101010101" pitchFamily="34" charset="-127"/>
                <a:cs typeface="+mn-cs"/>
              </a:rPr>
              <a:t>    C[i] = A[i] + B[i];</a:t>
            </a:r>
          </a:p>
        </p:txBody>
      </p:sp>
      <p:grpSp>
        <p:nvGrpSpPr>
          <p:cNvPr id="55307" name="Group 5">
            <a:extLst>
              <a:ext uri="{FF2B5EF4-FFF2-40B4-BE49-F238E27FC236}">
                <a16:creationId xmlns:a16="http://schemas.microsoft.com/office/drawing/2014/main" id="{8AEDC1DB-AC82-B44B-9FDB-F36AAA9569F9}"/>
              </a:ext>
            </a:extLst>
          </p:cNvPr>
          <p:cNvGrpSpPr>
            <a:grpSpLocks/>
          </p:cNvGrpSpPr>
          <p:nvPr/>
        </p:nvGrpSpPr>
        <p:grpSpPr bwMode="auto">
          <a:xfrm>
            <a:off x="811213" y="1143000"/>
            <a:ext cx="1981200" cy="2590800"/>
            <a:chOff x="949325" y="1509713"/>
            <a:chExt cx="1981200" cy="2590800"/>
          </a:xfrm>
        </p:grpSpPr>
        <p:sp>
          <p:nvSpPr>
            <p:cNvPr id="55326" name="AutoShape 33">
              <a:extLst>
                <a:ext uri="{FF2B5EF4-FFF2-40B4-BE49-F238E27FC236}">
                  <a16:creationId xmlns:a16="http://schemas.microsoft.com/office/drawing/2014/main" id="{D108874A-0364-FD4C-8FB5-5EF786F93495}"/>
                </a:ext>
              </a:extLst>
            </p:cNvPr>
            <p:cNvSpPr>
              <a:spLocks noChangeArrowheads="1"/>
            </p:cNvSpPr>
            <p:nvPr/>
          </p:nvSpPr>
          <p:spPr bwMode="auto">
            <a:xfrm>
              <a:off x="1198563" y="1601788"/>
              <a:ext cx="700088"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5327" name="AutoShape 34">
              <a:extLst>
                <a:ext uri="{FF2B5EF4-FFF2-40B4-BE49-F238E27FC236}">
                  <a16:creationId xmlns:a16="http://schemas.microsoft.com/office/drawing/2014/main" id="{C290F501-AF9E-D142-AAA5-4BFA229225AD}"/>
                </a:ext>
              </a:extLst>
            </p:cNvPr>
            <p:cNvSpPr>
              <a:spLocks noChangeArrowheads="1"/>
            </p:cNvSpPr>
            <p:nvPr/>
          </p:nvSpPr>
          <p:spPr bwMode="auto">
            <a:xfrm>
              <a:off x="2112963" y="2211388"/>
              <a:ext cx="700088"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5328" name="AutoShape 35">
              <a:extLst>
                <a:ext uri="{FF2B5EF4-FFF2-40B4-BE49-F238E27FC236}">
                  <a16:creationId xmlns:a16="http://schemas.microsoft.com/office/drawing/2014/main" id="{7701C180-DDD5-EF46-9581-6EFDF4F9273B}"/>
                </a:ext>
              </a:extLst>
            </p:cNvPr>
            <p:cNvSpPr>
              <a:spLocks noChangeArrowheads="1"/>
            </p:cNvSpPr>
            <p:nvPr/>
          </p:nvSpPr>
          <p:spPr bwMode="auto">
            <a:xfrm>
              <a:off x="1573213" y="2897188"/>
              <a:ext cx="638175"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55329" name="AutoShape 36">
              <a:extLst>
                <a:ext uri="{FF2B5EF4-FFF2-40B4-BE49-F238E27FC236}">
                  <a16:creationId xmlns:a16="http://schemas.microsoft.com/office/drawing/2014/main" id="{5E9FC933-1649-114E-9D90-51E57BE1765D}"/>
                </a:ext>
              </a:extLst>
            </p:cNvPr>
            <p:cNvSpPr>
              <a:spLocks noChangeArrowheads="1"/>
            </p:cNvSpPr>
            <p:nvPr/>
          </p:nvSpPr>
          <p:spPr bwMode="auto">
            <a:xfrm>
              <a:off x="1530350" y="3506788"/>
              <a:ext cx="800100"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55330" name="Line 37">
              <a:extLst>
                <a:ext uri="{FF2B5EF4-FFF2-40B4-BE49-F238E27FC236}">
                  <a16:creationId xmlns:a16="http://schemas.microsoft.com/office/drawing/2014/main" id="{00836AC0-F28E-A449-9394-EB00B12D4EC6}"/>
                </a:ext>
              </a:extLst>
            </p:cNvPr>
            <p:cNvSpPr>
              <a:spLocks noChangeShapeType="1"/>
            </p:cNvSpPr>
            <p:nvPr/>
          </p:nvSpPr>
          <p:spPr bwMode="auto">
            <a:xfrm>
              <a:off x="1558925" y="2043113"/>
              <a:ext cx="228600" cy="838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5331" name="Line 38">
              <a:extLst>
                <a:ext uri="{FF2B5EF4-FFF2-40B4-BE49-F238E27FC236}">
                  <a16:creationId xmlns:a16="http://schemas.microsoft.com/office/drawing/2014/main" id="{0AA19490-49DD-B04B-8D44-9FB1B90FEB21}"/>
                </a:ext>
              </a:extLst>
            </p:cNvPr>
            <p:cNvSpPr>
              <a:spLocks noChangeShapeType="1"/>
            </p:cNvSpPr>
            <p:nvPr/>
          </p:nvSpPr>
          <p:spPr bwMode="auto">
            <a:xfrm flipH="1">
              <a:off x="2016125" y="2652713"/>
              <a:ext cx="22860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5332" name="Line 39">
              <a:extLst>
                <a:ext uri="{FF2B5EF4-FFF2-40B4-BE49-F238E27FC236}">
                  <a16:creationId xmlns:a16="http://schemas.microsoft.com/office/drawing/2014/main" id="{5F3ED12E-BE3C-DA44-9892-D35FB2AD1582}"/>
                </a:ext>
              </a:extLst>
            </p:cNvPr>
            <p:cNvSpPr>
              <a:spLocks noChangeShapeType="1"/>
            </p:cNvSpPr>
            <p:nvPr/>
          </p:nvSpPr>
          <p:spPr bwMode="auto">
            <a:xfrm>
              <a:off x="1939925" y="3338513"/>
              <a:ext cx="0" cy="1524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5333" name="AutoShape 47">
              <a:extLst>
                <a:ext uri="{FF2B5EF4-FFF2-40B4-BE49-F238E27FC236}">
                  <a16:creationId xmlns:a16="http://schemas.microsoft.com/office/drawing/2014/main" id="{11C38B4C-2BC5-1A4E-8257-641277ABEB25}"/>
                </a:ext>
              </a:extLst>
            </p:cNvPr>
            <p:cNvSpPr>
              <a:spLocks noChangeArrowheads="1"/>
            </p:cNvSpPr>
            <p:nvPr/>
          </p:nvSpPr>
          <p:spPr bwMode="auto">
            <a:xfrm>
              <a:off x="949325" y="1509713"/>
              <a:ext cx="1981200" cy="2590800"/>
            </a:xfrm>
            <a:prstGeom prst="roundRect">
              <a:avLst>
                <a:gd name="adj" fmla="val 16667"/>
              </a:avLst>
            </a:prstGeom>
            <a:noFill/>
            <a:ln w="38100"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5308" name="Group 4">
            <a:extLst>
              <a:ext uri="{FF2B5EF4-FFF2-40B4-BE49-F238E27FC236}">
                <a16:creationId xmlns:a16="http://schemas.microsoft.com/office/drawing/2014/main" id="{43913D5E-D5C4-6547-B1EA-0CD7D9BDE36A}"/>
              </a:ext>
            </a:extLst>
          </p:cNvPr>
          <p:cNvGrpSpPr>
            <a:grpSpLocks/>
          </p:cNvGrpSpPr>
          <p:nvPr/>
        </p:nvGrpSpPr>
        <p:grpSpPr bwMode="auto">
          <a:xfrm>
            <a:off x="3276600" y="1143000"/>
            <a:ext cx="1981200" cy="2590800"/>
            <a:chOff x="2930525" y="1509713"/>
            <a:chExt cx="1981200" cy="2590800"/>
          </a:xfrm>
        </p:grpSpPr>
        <p:sp>
          <p:nvSpPr>
            <p:cNvPr id="55318" name="AutoShape 40">
              <a:extLst>
                <a:ext uri="{FF2B5EF4-FFF2-40B4-BE49-F238E27FC236}">
                  <a16:creationId xmlns:a16="http://schemas.microsoft.com/office/drawing/2014/main" id="{52025CB3-25A8-1D4B-BB6E-06B1D226107E}"/>
                </a:ext>
              </a:extLst>
            </p:cNvPr>
            <p:cNvSpPr>
              <a:spLocks noChangeArrowheads="1"/>
            </p:cNvSpPr>
            <p:nvPr/>
          </p:nvSpPr>
          <p:spPr bwMode="auto">
            <a:xfrm>
              <a:off x="3103563" y="1601788"/>
              <a:ext cx="700088"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5319" name="AutoShape 41">
              <a:extLst>
                <a:ext uri="{FF2B5EF4-FFF2-40B4-BE49-F238E27FC236}">
                  <a16:creationId xmlns:a16="http://schemas.microsoft.com/office/drawing/2014/main" id="{16EBD685-4A95-6346-8C89-208ED52AF461}"/>
                </a:ext>
              </a:extLst>
            </p:cNvPr>
            <p:cNvSpPr>
              <a:spLocks noChangeArrowheads="1"/>
            </p:cNvSpPr>
            <p:nvPr/>
          </p:nvSpPr>
          <p:spPr bwMode="auto">
            <a:xfrm>
              <a:off x="4017963" y="2211388"/>
              <a:ext cx="700088"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5320" name="AutoShape 42">
              <a:extLst>
                <a:ext uri="{FF2B5EF4-FFF2-40B4-BE49-F238E27FC236}">
                  <a16:creationId xmlns:a16="http://schemas.microsoft.com/office/drawing/2014/main" id="{03282E5E-8370-674F-8C0B-F68097F0AFA2}"/>
                </a:ext>
              </a:extLst>
            </p:cNvPr>
            <p:cNvSpPr>
              <a:spLocks noChangeArrowheads="1"/>
            </p:cNvSpPr>
            <p:nvPr/>
          </p:nvSpPr>
          <p:spPr bwMode="auto">
            <a:xfrm>
              <a:off x="3478213" y="2897188"/>
              <a:ext cx="638175"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55321" name="AutoShape 43">
              <a:extLst>
                <a:ext uri="{FF2B5EF4-FFF2-40B4-BE49-F238E27FC236}">
                  <a16:creationId xmlns:a16="http://schemas.microsoft.com/office/drawing/2014/main" id="{9BCCD0B2-32AB-0944-A0C8-29DFDF0E9986}"/>
                </a:ext>
              </a:extLst>
            </p:cNvPr>
            <p:cNvSpPr>
              <a:spLocks noChangeArrowheads="1"/>
            </p:cNvSpPr>
            <p:nvPr/>
          </p:nvSpPr>
          <p:spPr bwMode="auto">
            <a:xfrm>
              <a:off x="3435350" y="3506788"/>
              <a:ext cx="800100"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55322" name="Line 44">
              <a:extLst>
                <a:ext uri="{FF2B5EF4-FFF2-40B4-BE49-F238E27FC236}">
                  <a16:creationId xmlns:a16="http://schemas.microsoft.com/office/drawing/2014/main" id="{0CB04307-6E98-1A48-9D9F-173F4B64BE03}"/>
                </a:ext>
              </a:extLst>
            </p:cNvPr>
            <p:cNvSpPr>
              <a:spLocks noChangeShapeType="1"/>
            </p:cNvSpPr>
            <p:nvPr/>
          </p:nvSpPr>
          <p:spPr bwMode="auto">
            <a:xfrm>
              <a:off x="3387725" y="2043113"/>
              <a:ext cx="304800" cy="838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5323" name="Line 45">
              <a:extLst>
                <a:ext uri="{FF2B5EF4-FFF2-40B4-BE49-F238E27FC236}">
                  <a16:creationId xmlns:a16="http://schemas.microsoft.com/office/drawing/2014/main" id="{C3135785-76D8-9F4E-AEB4-EFE6A96E4600}"/>
                </a:ext>
              </a:extLst>
            </p:cNvPr>
            <p:cNvSpPr>
              <a:spLocks noChangeShapeType="1"/>
            </p:cNvSpPr>
            <p:nvPr/>
          </p:nvSpPr>
          <p:spPr bwMode="auto">
            <a:xfrm flipH="1">
              <a:off x="3921125" y="2652713"/>
              <a:ext cx="22860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5324" name="Line 46">
              <a:extLst>
                <a:ext uri="{FF2B5EF4-FFF2-40B4-BE49-F238E27FC236}">
                  <a16:creationId xmlns:a16="http://schemas.microsoft.com/office/drawing/2014/main" id="{74BB5280-3526-5940-B7BA-F885B1FFDC53}"/>
                </a:ext>
              </a:extLst>
            </p:cNvPr>
            <p:cNvSpPr>
              <a:spLocks noChangeShapeType="1"/>
            </p:cNvSpPr>
            <p:nvPr/>
          </p:nvSpPr>
          <p:spPr bwMode="auto">
            <a:xfrm>
              <a:off x="3844925" y="3338513"/>
              <a:ext cx="0" cy="1524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5325" name="AutoShape 48">
              <a:extLst>
                <a:ext uri="{FF2B5EF4-FFF2-40B4-BE49-F238E27FC236}">
                  <a16:creationId xmlns:a16="http://schemas.microsoft.com/office/drawing/2014/main" id="{30F86E34-38FE-A940-8D7D-320523177D69}"/>
                </a:ext>
              </a:extLst>
            </p:cNvPr>
            <p:cNvSpPr>
              <a:spLocks noChangeArrowheads="1"/>
            </p:cNvSpPr>
            <p:nvPr/>
          </p:nvSpPr>
          <p:spPr bwMode="auto">
            <a:xfrm>
              <a:off x="2930525" y="1509713"/>
              <a:ext cx="1981200" cy="2590800"/>
            </a:xfrm>
            <a:prstGeom prst="roundRect">
              <a:avLst>
                <a:gd name="adj" fmla="val 16667"/>
              </a:avLst>
            </a:prstGeom>
            <a:noFill/>
            <a:ln w="38100"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5309" name="Text Box 49">
            <a:extLst>
              <a:ext uri="{FF2B5EF4-FFF2-40B4-BE49-F238E27FC236}">
                <a16:creationId xmlns:a16="http://schemas.microsoft.com/office/drawing/2014/main" id="{3F19F055-2BF1-0B40-B7D6-641B5AACB446}"/>
              </a:ext>
            </a:extLst>
          </p:cNvPr>
          <p:cNvSpPr txBox="1">
            <a:spLocks noChangeArrowheads="1"/>
          </p:cNvSpPr>
          <p:nvPr/>
        </p:nvSpPr>
        <p:spPr bwMode="auto">
          <a:xfrm>
            <a:off x="1258888" y="3791506"/>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err="1">
                <a:ln>
                  <a:noFill/>
                </a:ln>
                <a:solidFill>
                  <a:srgbClr val="000000"/>
                </a:solidFill>
                <a:effectLst/>
                <a:uLnTx/>
                <a:uFillTx/>
                <a:latin typeface="Verdana" panose="020B0604030504040204" pitchFamily="34" charset="0"/>
                <a:ea typeface="굴림" panose="020B0600000101010101" pitchFamily="34" charset="-127"/>
                <a:cs typeface="+mn-cs"/>
              </a:rPr>
              <a:t>Iter</a:t>
            </a:r>
            <a:r>
              <a:rPr kumimoji="0" lang="en-US" altLang="ko-KR" sz="1800" b="0" i="0" u="none" strike="noStrike" kern="1200" cap="none" spc="0" normalizeH="0" baseline="0" noProof="0" dirty="0">
                <a:ln>
                  <a:noFill/>
                </a:ln>
                <a:solidFill>
                  <a:srgbClr val="000000"/>
                </a:solidFill>
                <a:effectLst/>
                <a:uLnTx/>
                <a:uFillTx/>
                <a:latin typeface="Verdana" panose="020B0604030504040204" pitchFamily="34" charset="0"/>
                <a:ea typeface="굴림" panose="020B0600000101010101" pitchFamily="34" charset="-127"/>
                <a:cs typeface="+mn-cs"/>
              </a:rPr>
              <a:t>. 1</a:t>
            </a:r>
          </a:p>
        </p:txBody>
      </p:sp>
      <p:sp>
        <p:nvSpPr>
          <p:cNvPr id="55310" name="Text Box 50">
            <a:extLst>
              <a:ext uri="{FF2B5EF4-FFF2-40B4-BE49-F238E27FC236}">
                <a16:creationId xmlns:a16="http://schemas.microsoft.com/office/drawing/2014/main" id="{2C156BA8-C300-2240-B7D3-8F4FC3B72BB6}"/>
              </a:ext>
            </a:extLst>
          </p:cNvPr>
          <p:cNvSpPr txBox="1">
            <a:spLocks noChangeArrowheads="1"/>
          </p:cNvSpPr>
          <p:nvPr/>
        </p:nvSpPr>
        <p:spPr bwMode="auto">
          <a:xfrm>
            <a:off x="3657600" y="3749675"/>
            <a:ext cx="10937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err="1">
                <a:ln>
                  <a:noFill/>
                </a:ln>
                <a:solidFill>
                  <a:srgbClr val="000000"/>
                </a:solidFill>
                <a:effectLst/>
                <a:uLnTx/>
                <a:uFillTx/>
                <a:latin typeface="Verdana" panose="020B0604030504040204" pitchFamily="34" charset="0"/>
                <a:ea typeface="굴림" panose="020B0600000101010101" pitchFamily="34" charset="-127"/>
                <a:cs typeface="+mn-cs"/>
              </a:rPr>
              <a:t>Iter</a:t>
            </a:r>
            <a:r>
              <a:rPr kumimoji="0" lang="en-US" altLang="ko-KR" sz="1800" b="0" i="0" u="none" strike="noStrike" kern="1200" cap="none" spc="0" normalizeH="0" baseline="0" noProof="0" dirty="0">
                <a:ln>
                  <a:noFill/>
                </a:ln>
                <a:solidFill>
                  <a:srgbClr val="000000"/>
                </a:solidFill>
                <a:effectLst/>
                <a:uLnTx/>
                <a:uFillTx/>
                <a:latin typeface="Verdana" panose="020B0604030504040204" pitchFamily="34" charset="0"/>
                <a:ea typeface="굴림" panose="020B0600000101010101" pitchFamily="34" charset="-127"/>
                <a:cs typeface="+mn-cs"/>
              </a:rPr>
              <a:t>. 2</a:t>
            </a:r>
          </a:p>
        </p:txBody>
      </p:sp>
      <p:sp>
        <p:nvSpPr>
          <p:cNvPr id="55311" name="Line 55">
            <a:extLst>
              <a:ext uri="{FF2B5EF4-FFF2-40B4-BE49-F238E27FC236}">
                <a16:creationId xmlns:a16="http://schemas.microsoft.com/office/drawing/2014/main" id="{DD99B172-FE4A-8C44-82D5-D02474DF5F62}"/>
              </a:ext>
            </a:extLst>
          </p:cNvPr>
          <p:cNvSpPr>
            <a:spLocks noChangeShapeType="1"/>
          </p:cNvSpPr>
          <p:nvPr/>
        </p:nvSpPr>
        <p:spPr bwMode="auto">
          <a:xfrm>
            <a:off x="6019800" y="2133600"/>
            <a:ext cx="533400" cy="0"/>
          </a:xfrm>
          <a:prstGeom prst="line">
            <a:avLst/>
          </a:prstGeom>
          <a:noFill/>
          <a:ln w="76200">
            <a:solidFill>
              <a:schemeClr val="tx1"/>
            </a:solidFill>
            <a:prstDash val="sysDot"/>
            <a:round/>
            <a:headEnd/>
            <a:tailEn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 name="Text Box 32">
            <a:extLst>
              <a:ext uri="{FF2B5EF4-FFF2-40B4-BE49-F238E27FC236}">
                <a16:creationId xmlns:a16="http://schemas.microsoft.com/office/drawing/2014/main" id="{76306AED-EB06-C34A-84DB-D1F8E2E9B187}"/>
              </a:ext>
            </a:extLst>
          </p:cNvPr>
          <p:cNvSpPr txBox="1">
            <a:spLocks noChangeArrowheads="1"/>
          </p:cNvSpPr>
          <p:nvPr/>
        </p:nvSpPr>
        <p:spPr bwMode="auto">
          <a:xfrm>
            <a:off x="7086600" y="1276350"/>
            <a:ext cx="17462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1" i="1" u="none" strike="noStrike" kern="1200" cap="none" spc="0" normalizeH="0" baseline="0" noProof="0">
                <a:ln>
                  <a:noFill/>
                </a:ln>
                <a:solidFill>
                  <a:srgbClr val="BDE11B"/>
                </a:solidFill>
                <a:effectLst/>
                <a:uLnTx/>
                <a:uFillTx/>
                <a:latin typeface="Verdana" panose="020B0604030504040204" pitchFamily="34" charset="0"/>
                <a:ea typeface="굴림" panose="020B0600000101010101" pitchFamily="34" charset="-127"/>
                <a:cs typeface="+mn-cs"/>
              </a:rPr>
              <a:t>Warp 0 at PC X</a:t>
            </a:r>
          </a:p>
        </p:txBody>
      </p:sp>
      <p:sp>
        <p:nvSpPr>
          <p:cNvPr id="55317" name="TextBox 1">
            <a:extLst>
              <a:ext uri="{FF2B5EF4-FFF2-40B4-BE49-F238E27FC236}">
                <a16:creationId xmlns:a16="http://schemas.microsoft.com/office/drawing/2014/main" id="{7F02EDA1-37B7-9C44-9D0C-C17B6FDDB868}"/>
              </a:ext>
            </a:extLst>
          </p:cNvPr>
          <p:cNvSpPr txBox="1">
            <a:spLocks noChangeArrowheads="1"/>
          </p:cNvSpPr>
          <p:nvPr/>
        </p:nvSpPr>
        <p:spPr bwMode="auto">
          <a:xfrm>
            <a:off x="1649413" y="4518342"/>
            <a:ext cx="5410200" cy="769937"/>
          </a:xfrm>
          <a:prstGeom prst="rect">
            <a:avLst/>
          </a:prstGeom>
          <a:solidFill>
            <a:schemeClr val="bg1"/>
          </a:solidFill>
          <a:ln w="9525">
            <a:solidFill>
              <a:schemeClr val="tx1"/>
            </a:solidFill>
            <a:miter lim="800000"/>
            <a:headEnd/>
            <a:tailEnd/>
          </a:ln>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200" b="1" i="0" u="none" strike="noStrike" kern="1200" cap="none" spc="0" normalizeH="0" baseline="0" noProof="0" dirty="0">
                <a:ln>
                  <a:noFill/>
                </a:ln>
                <a:solidFill>
                  <a:srgbClr val="0000FF"/>
                </a:solidFill>
                <a:effectLst/>
                <a:uLnTx/>
                <a:uFillTx/>
                <a:latin typeface="Arial" panose="020B0604020202020204" pitchFamily="34" charset="0"/>
                <a:ea typeface="ＭＳ Ｐゴシック" panose="020B0600070205080204" pitchFamily="34" charset="-128"/>
                <a:cs typeface="+mn-cs"/>
              </a:rPr>
              <a:t>Warp</a:t>
            </a:r>
            <a:r>
              <a:rPr kumimoji="0" lang="en-US" altLang="en-US" sz="2200" b="0" i="0" u="none" strike="noStrike" kern="1200" cap="none" spc="0" normalizeH="0" baseline="0" noProof="0" dirty="0">
                <a:ln>
                  <a:noFill/>
                </a:ln>
                <a:solidFill>
                  <a:srgbClr val="0000FF"/>
                </a:solidFill>
                <a:effectLst/>
                <a:uLnTx/>
                <a:uFillTx/>
                <a:latin typeface="Arial" panose="020B0604020202020204" pitchFamily="34" charset="0"/>
                <a:ea typeface="ＭＳ Ｐゴシック" panose="020B0600070205080204" pitchFamily="34" charset="-128"/>
                <a:cs typeface="+mn-cs"/>
              </a:rPr>
              <a:t>:</a:t>
            </a:r>
            <a:r>
              <a:rPr kumimoji="0" lang="en-US" altLang="en-US" sz="2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2200" b="0" i="0" u="none" strike="noStrike" kern="1200" cap="none" spc="0" normalizeH="0" baseline="0" noProof="0" dirty="0">
                <a:ln>
                  <a:noFill/>
                </a:ln>
                <a:solidFill>
                  <a:srgbClr val="BDE11B"/>
                </a:solidFill>
                <a:effectLst/>
                <a:uLnTx/>
                <a:uFillTx/>
                <a:latin typeface="Arial" panose="020B0604020202020204" pitchFamily="34" charset="0"/>
                <a:ea typeface="ＭＳ Ｐゴシック" panose="020B0600070205080204" pitchFamily="34" charset="-128"/>
                <a:cs typeface="+mn-cs"/>
              </a:rPr>
              <a:t>A set of threads that execute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200" b="0" i="0" u="none" strike="noStrike" kern="1200" cap="none" spc="0" normalizeH="0" baseline="0" noProof="0" dirty="0">
                <a:ln>
                  <a:noFill/>
                </a:ln>
                <a:solidFill>
                  <a:srgbClr val="BDE11B"/>
                </a:solidFill>
                <a:effectLst/>
                <a:uLnTx/>
                <a:uFillTx/>
                <a:latin typeface="Arial" panose="020B0604020202020204" pitchFamily="34" charset="0"/>
                <a:ea typeface="ＭＳ Ｐゴシック" panose="020B0600070205080204" pitchFamily="34" charset="-128"/>
                <a:cs typeface="+mn-cs"/>
              </a:rPr>
              <a:t>the same instruction </a:t>
            </a:r>
            <a:r>
              <a:rPr kumimoji="0" lang="en-US" altLang="en-US" sz="2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(i.e., at the same PC)</a:t>
            </a:r>
          </a:p>
        </p:txBody>
      </p:sp>
      <p:sp>
        <p:nvSpPr>
          <p:cNvPr id="39" name="Text Box 50">
            <a:extLst>
              <a:ext uri="{FF2B5EF4-FFF2-40B4-BE49-F238E27FC236}">
                <a16:creationId xmlns:a16="http://schemas.microsoft.com/office/drawing/2014/main" id="{93ACD832-C124-4D51-9B1A-649CAB8A70D2}"/>
              </a:ext>
            </a:extLst>
          </p:cNvPr>
          <p:cNvSpPr txBox="1">
            <a:spLocks noChangeArrowheads="1"/>
          </p:cNvSpPr>
          <p:nvPr/>
        </p:nvSpPr>
        <p:spPr bwMode="auto">
          <a:xfrm>
            <a:off x="5739606" y="3756739"/>
            <a:ext cx="10937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err="1">
                <a:ln>
                  <a:noFill/>
                </a:ln>
                <a:solidFill>
                  <a:srgbClr val="000000"/>
                </a:solidFill>
                <a:effectLst/>
                <a:uLnTx/>
                <a:uFillTx/>
                <a:latin typeface="Verdana" panose="020B0604030504040204" pitchFamily="34" charset="0"/>
                <a:ea typeface="굴림" panose="020B0600000101010101" pitchFamily="34" charset="-127"/>
                <a:cs typeface="+mn-cs"/>
              </a:rPr>
              <a:t>Iter</a:t>
            </a:r>
            <a:r>
              <a:rPr kumimoji="0" lang="en-US" altLang="ko-KR" sz="1800" b="0" i="0" u="none" strike="noStrike" kern="1200" cap="none" spc="0" normalizeH="0" baseline="0" noProof="0" dirty="0">
                <a:ln>
                  <a:noFill/>
                </a:ln>
                <a:solidFill>
                  <a:srgbClr val="000000"/>
                </a:solidFill>
                <a:effectLst/>
                <a:uLnTx/>
                <a:uFillTx/>
                <a:latin typeface="Verdana" panose="020B0604030504040204" pitchFamily="34" charset="0"/>
                <a:ea typeface="굴림" panose="020B0600000101010101" pitchFamily="34" charset="-127"/>
                <a:cs typeface="+mn-cs"/>
              </a:rPr>
              <a:t>. 32</a:t>
            </a:r>
          </a:p>
        </p:txBody>
      </p:sp>
    </p:spTree>
    <p:extLst>
      <p:ext uri="{BB962C8B-B14F-4D97-AF65-F5344CB8AC3E}">
        <p14:creationId xmlns:p14="http://schemas.microsoft.com/office/powerpoint/2010/main" val="35632462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31"/>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30"/>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54"/>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33"/>
                                        </p:tgtEl>
                                        <p:attrNameLst>
                                          <p:attrName>style.visibility</p:attrName>
                                        </p:attrNameLst>
                                      </p:cBhvr>
                                      <p:to>
                                        <p:strVal val="hidden"/>
                                      </p:to>
                                    </p:set>
                                  </p:childTnLst>
                                </p:cTn>
                              </p:par>
                              <p:par>
                                <p:cTn id="25" presetID="1" presetClass="entr" presetSubtype="0" fill="hold" grpId="0" nodeType="with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7"/>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57"/>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55"/>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6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1"/>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61"/>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6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60" grpId="1" animBg="1"/>
      <p:bldP spid="61" grpId="0"/>
      <p:bldP spid="61" grpId="1"/>
      <p:bldP spid="55" grpId="0" animBg="1"/>
      <p:bldP spid="55" grpId="1" animBg="1"/>
      <p:bldP spid="57" grpId="0"/>
      <p:bldP spid="57" grpId="1"/>
      <p:bldP spid="33" grpId="0" animBg="1"/>
      <p:bldP spid="33" grpId="1" animBg="1"/>
      <p:bldP spid="54" grpId="0"/>
      <p:bldP spid="54" grpId="1"/>
      <p:bldP spid="30" grpId="0" animBg="1"/>
      <p:bldP spid="30" grpId="1" animBg="1"/>
      <p:bldP spid="31" grpId="0"/>
      <p:bldP spid="31" grpId="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a:extLst>
              <a:ext uri="{FF2B5EF4-FFF2-40B4-BE49-F238E27FC236}">
                <a16:creationId xmlns:a16="http://schemas.microsoft.com/office/drawing/2014/main" id="{36B6618B-8529-5E47-9BC3-56034824E607}"/>
              </a:ext>
            </a:extLst>
          </p:cNvPr>
          <p:cNvSpPr>
            <a:spLocks noGrp="1"/>
          </p:cNvSpPr>
          <p:nvPr>
            <p:ph type="title"/>
          </p:nvPr>
        </p:nvSpPr>
        <p:spPr/>
        <p:txBody>
          <a:bodyPr/>
          <a:lstStyle/>
          <a:p>
            <a:r>
              <a:rPr lang="en-US" altLang="en-US" dirty="0">
                <a:ea typeface="ＭＳ Ｐゴシック" panose="020B0600070205080204" pitchFamily="34" charset="-128"/>
              </a:rPr>
              <a:t>Mapping Warps on a SIMT Hardware </a:t>
            </a:r>
          </a:p>
        </p:txBody>
      </p:sp>
      <p:sp>
        <p:nvSpPr>
          <p:cNvPr id="60418" name="Content Placeholder 2">
            <a:extLst>
              <a:ext uri="{FF2B5EF4-FFF2-40B4-BE49-F238E27FC236}">
                <a16:creationId xmlns:a16="http://schemas.microsoft.com/office/drawing/2014/main" id="{9DDF6860-8A15-F14C-887B-4A273D4F64B1}"/>
              </a:ext>
            </a:extLst>
          </p:cNvPr>
          <p:cNvSpPr>
            <a:spLocks noGrp="1"/>
          </p:cNvSpPr>
          <p:nvPr>
            <p:ph idx="1"/>
          </p:nvPr>
        </p:nvSpPr>
        <p:spPr>
          <a:xfrm>
            <a:off x="157480" y="959644"/>
            <a:ext cx="9144000" cy="1408113"/>
          </a:xfrm>
        </p:spPr>
        <p:txBody>
          <a:bodyPr/>
          <a:lstStyle/>
          <a:p>
            <a:r>
              <a:rPr lang="en-US" altLang="en-US" b="1" dirty="0">
                <a:ea typeface="ＭＳ Ｐゴシック" panose="020B0600070205080204" pitchFamily="34" charset="-128"/>
              </a:rPr>
              <a:t>Warp</a:t>
            </a:r>
            <a:r>
              <a:rPr lang="en-US" altLang="en-US" dirty="0">
                <a:ea typeface="ＭＳ Ｐゴシック" panose="020B0600070205080204" pitchFamily="34" charset="-128"/>
              </a:rPr>
              <a:t>: </a:t>
            </a:r>
          </a:p>
          <a:p>
            <a:pPr lvl="1"/>
            <a:r>
              <a:rPr lang="en-US" altLang="en-US" dirty="0">
                <a:ea typeface="ＭＳ Ｐゴシック" panose="020B0600070205080204" pitchFamily="34" charset="-128"/>
              </a:rPr>
              <a:t>A </a:t>
            </a:r>
            <a:r>
              <a:rPr lang="en-US" altLang="zh-CN" dirty="0">
                <a:ea typeface="ＭＳ Ｐゴシック" panose="020B0600070205080204" pitchFamily="34" charset="-128"/>
              </a:rPr>
              <a:t>thread block is divided into warps. </a:t>
            </a:r>
          </a:p>
          <a:p>
            <a:pPr lvl="1"/>
            <a:r>
              <a:rPr lang="en-US" altLang="en-US" dirty="0">
                <a:ea typeface="ＭＳ Ｐゴシック" panose="020B0600070205080204" pitchFamily="34" charset="-128"/>
              </a:rPr>
              <a:t>A warp executes the same instruction on different data elements</a:t>
            </a:r>
          </a:p>
          <a:p>
            <a:pPr lvl="1"/>
            <a:endParaRPr lang="en-US" altLang="en-US" b="1" dirty="0">
              <a:ea typeface="ＭＳ Ｐゴシック" panose="020B0600070205080204" pitchFamily="34" charset="-128"/>
            </a:endParaRPr>
          </a:p>
          <a:p>
            <a:r>
              <a:rPr lang="en-US" altLang="en-US" b="1" dirty="0">
                <a:ea typeface="ＭＳ Ｐゴシック" panose="020B0600070205080204" pitchFamily="34" charset="-128"/>
              </a:rPr>
              <a:t>SIMT Pipeline</a:t>
            </a:r>
            <a:r>
              <a:rPr lang="en-US" altLang="en-US" dirty="0">
                <a:ea typeface="ＭＳ Ｐゴシック" panose="020B0600070205080204" pitchFamily="34" charset="-128"/>
              </a:rPr>
              <a:t>:</a:t>
            </a:r>
          </a:p>
          <a:p>
            <a:pPr lvl="1"/>
            <a:r>
              <a:rPr lang="en-US" altLang="en-US" dirty="0">
                <a:ea typeface="ＭＳ Ｐゴシック" panose="020B0600070205080204" pitchFamily="34" charset="-128"/>
              </a:rPr>
              <a:t>16 CUDA cores are executed in a lock step to serve each warp.</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60419" name="Slide Number Placeholder 3">
            <a:extLst>
              <a:ext uri="{FF2B5EF4-FFF2-40B4-BE49-F238E27FC236}">
                <a16:creationId xmlns:a16="http://schemas.microsoft.com/office/drawing/2014/main" id="{DC360BC6-7CE3-BC4D-AA46-C342D242FC8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561A8CC-ABB5-7549-BFD1-7308867995C4}"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70</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60420" name="AutoShape 25">
            <a:extLst>
              <a:ext uri="{FF2B5EF4-FFF2-40B4-BE49-F238E27FC236}">
                <a16:creationId xmlns:a16="http://schemas.microsoft.com/office/drawing/2014/main" id="{61CC6867-232A-AE4A-A679-CCECC09A170E}"/>
              </a:ext>
            </a:extLst>
          </p:cNvPr>
          <p:cNvSpPr>
            <a:spLocks noChangeAspect="1" noChangeArrowheads="1" noTextEdit="1"/>
          </p:cNvSpPr>
          <p:nvPr/>
        </p:nvSpPr>
        <p:spPr bwMode="auto">
          <a:xfrm>
            <a:off x="500063" y="3776663"/>
            <a:ext cx="8193087" cy="234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21" name="Rectangle 27">
            <a:extLst>
              <a:ext uri="{FF2B5EF4-FFF2-40B4-BE49-F238E27FC236}">
                <a16:creationId xmlns:a16="http://schemas.microsoft.com/office/drawing/2014/main" id="{9720763F-4451-9A40-86F2-8CA9EB0B682D}"/>
              </a:ext>
            </a:extLst>
          </p:cNvPr>
          <p:cNvSpPr>
            <a:spLocks noChangeArrowheads="1"/>
          </p:cNvSpPr>
          <p:nvPr/>
        </p:nvSpPr>
        <p:spPr bwMode="auto">
          <a:xfrm>
            <a:off x="6019800" y="3810000"/>
            <a:ext cx="2640013" cy="1627188"/>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22" name="Rectangle 28">
            <a:extLst>
              <a:ext uri="{FF2B5EF4-FFF2-40B4-BE49-F238E27FC236}">
                <a16:creationId xmlns:a16="http://schemas.microsoft.com/office/drawing/2014/main" id="{F39113E5-0469-C84B-8C09-03827AF73407}"/>
              </a:ext>
            </a:extLst>
          </p:cNvPr>
          <p:cNvSpPr>
            <a:spLocks noChangeArrowheads="1"/>
          </p:cNvSpPr>
          <p:nvPr/>
        </p:nvSpPr>
        <p:spPr bwMode="auto">
          <a:xfrm>
            <a:off x="6019800" y="3810000"/>
            <a:ext cx="2640013" cy="1627188"/>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23" name="Rectangle 29">
            <a:extLst>
              <a:ext uri="{FF2B5EF4-FFF2-40B4-BE49-F238E27FC236}">
                <a16:creationId xmlns:a16="http://schemas.microsoft.com/office/drawing/2014/main" id="{2011A601-50A1-4041-BA61-602C826E87FE}"/>
              </a:ext>
            </a:extLst>
          </p:cNvPr>
          <p:cNvSpPr>
            <a:spLocks noChangeArrowheads="1"/>
          </p:cNvSpPr>
          <p:nvPr/>
        </p:nvSpPr>
        <p:spPr bwMode="auto">
          <a:xfrm>
            <a:off x="6221413" y="4014788"/>
            <a:ext cx="2235200" cy="304800"/>
          </a:xfrm>
          <a:prstGeom prst="rect">
            <a:avLst/>
          </a:prstGeom>
          <a:solidFill>
            <a:srgbClr val="FFB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24" name="Rectangle 30">
            <a:extLst>
              <a:ext uri="{FF2B5EF4-FFF2-40B4-BE49-F238E27FC236}">
                <a16:creationId xmlns:a16="http://schemas.microsoft.com/office/drawing/2014/main" id="{EA58D1C4-D502-0245-84B1-66FC9D8606AB}"/>
              </a:ext>
            </a:extLst>
          </p:cNvPr>
          <p:cNvSpPr>
            <a:spLocks noChangeArrowheads="1"/>
          </p:cNvSpPr>
          <p:nvPr/>
        </p:nvSpPr>
        <p:spPr bwMode="auto">
          <a:xfrm>
            <a:off x="6221413" y="4014788"/>
            <a:ext cx="2235200" cy="304800"/>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25" name="Rectangle 31">
            <a:extLst>
              <a:ext uri="{FF2B5EF4-FFF2-40B4-BE49-F238E27FC236}">
                <a16:creationId xmlns:a16="http://schemas.microsoft.com/office/drawing/2014/main" id="{D90A5794-9BE9-9B49-9FBC-7113D68E6AE2}"/>
              </a:ext>
            </a:extLst>
          </p:cNvPr>
          <p:cNvSpPr>
            <a:spLocks noChangeArrowheads="1"/>
          </p:cNvSpPr>
          <p:nvPr/>
        </p:nvSpPr>
        <p:spPr bwMode="auto">
          <a:xfrm>
            <a:off x="6435725" y="4005263"/>
            <a:ext cx="18746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Thread Warp 0</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26" name="Rectangle 32">
            <a:extLst>
              <a:ext uri="{FF2B5EF4-FFF2-40B4-BE49-F238E27FC236}">
                <a16:creationId xmlns:a16="http://schemas.microsoft.com/office/drawing/2014/main" id="{87A687BF-4C51-864C-B3C1-C22D9B581BCE}"/>
              </a:ext>
            </a:extLst>
          </p:cNvPr>
          <p:cNvSpPr>
            <a:spLocks noChangeArrowheads="1"/>
          </p:cNvSpPr>
          <p:nvPr/>
        </p:nvSpPr>
        <p:spPr bwMode="auto">
          <a:xfrm>
            <a:off x="6221413" y="4319588"/>
            <a:ext cx="2235200" cy="303212"/>
          </a:xfrm>
          <a:prstGeom prst="rect">
            <a:avLst/>
          </a:prstGeom>
          <a:solidFill>
            <a:srgbClr val="FFD5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27" name="Rectangle 33">
            <a:extLst>
              <a:ext uri="{FF2B5EF4-FFF2-40B4-BE49-F238E27FC236}">
                <a16:creationId xmlns:a16="http://schemas.microsoft.com/office/drawing/2014/main" id="{F8BC4475-285C-524D-8821-E4BC72E5D599}"/>
              </a:ext>
            </a:extLst>
          </p:cNvPr>
          <p:cNvSpPr>
            <a:spLocks noChangeArrowheads="1"/>
          </p:cNvSpPr>
          <p:nvPr/>
        </p:nvSpPr>
        <p:spPr bwMode="auto">
          <a:xfrm>
            <a:off x="6221413" y="4319588"/>
            <a:ext cx="2235200" cy="303212"/>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28" name="Rectangle 34">
            <a:extLst>
              <a:ext uri="{FF2B5EF4-FFF2-40B4-BE49-F238E27FC236}">
                <a16:creationId xmlns:a16="http://schemas.microsoft.com/office/drawing/2014/main" id="{10DDD0BE-EC85-9D4C-BA81-0D09DC511315}"/>
              </a:ext>
            </a:extLst>
          </p:cNvPr>
          <p:cNvSpPr>
            <a:spLocks noChangeArrowheads="1"/>
          </p:cNvSpPr>
          <p:nvPr/>
        </p:nvSpPr>
        <p:spPr bwMode="auto">
          <a:xfrm>
            <a:off x="6435725" y="4300538"/>
            <a:ext cx="18669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Thread Warp 8</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29" name="Freeform 35">
            <a:extLst>
              <a:ext uri="{FF2B5EF4-FFF2-40B4-BE49-F238E27FC236}">
                <a16:creationId xmlns:a16="http://schemas.microsoft.com/office/drawing/2014/main" id="{5174AFDF-FA1C-D14C-850D-666229E91172}"/>
              </a:ext>
            </a:extLst>
          </p:cNvPr>
          <p:cNvSpPr>
            <a:spLocks/>
          </p:cNvSpPr>
          <p:nvPr/>
        </p:nvSpPr>
        <p:spPr bwMode="auto">
          <a:xfrm>
            <a:off x="7315200" y="4675188"/>
            <a:ext cx="49213" cy="50800"/>
          </a:xfrm>
          <a:custGeom>
            <a:avLst/>
            <a:gdLst>
              <a:gd name="T0" fmla="*/ 0 w 49"/>
              <a:gd name="T1" fmla="*/ 2147483647 h 50"/>
              <a:gd name="T2" fmla="*/ 2147483647 w 49"/>
              <a:gd name="T3" fmla="*/ 0 h 50"/>
              <a:gd name="T4" fmla="*/ 2147483647 w 49"/>
              <a:gd name="T5" fmla="*/ 2147483647 h 50"/>
              <a:gd name="T6" fmla="*/ 2147483647 w 49"/>
              <a:gd name="T7" fmla="*/ 2147483647 h 50"/>
              <a:gd name="T8" fmla="*/ 2147483647 w 49"/>
              <a:gd name="T9" fmla="*/ 2147483647 h 50"/>
              <a:gd name="T10" fmla="*/ 0 w 49"/>
              <a:gd name="T11" fmla="*/ 2147483647 h 50"/>
              <a:gd name="T12" fmla="*/ 0 60000 65536"/>
              <a:gd name="T13" fmla="*/ 0 60000 65536"/>
              <a:gd name="T14" fmla="*/ 0 60000 65536"/>
              <a:gd name="T15" fmla="*/ 0 60000 65536"/>
              <a:gd name="T16" fmla="*/ 0 60000 65536"/>
              <a:gd name="T17" fmla="*/ 0 60000 65536"/>
              <a:gd name="T18" fmla="*/ 0 w 49"/>
              <a:gd name="T19" fmla="*/ 0 h 50"/>
              <a:gd name="T20" fmla="*/ 49 w 49"/>
              <a:gd name="T21" fmla="*/ 50 h 50"/>
            </a:gdLst>
            <a:ahLst/>
            <a:cxnLst>
              <a:cxn ang="T12">
                <a:pos x="T0" y="T1"/>
              </a:cxn>
              <a:cxn ang="T13">
                <a:pos x="T2" y="T3"/>
              </a:cxn>
              <a:cxn ang="T14">
                <a:pos x="T4" y="T5"/>
              </a:cxn>
              <a:cxn ang="T15">
                <a:pos x="T6" y="T7"/>
              </a:cxn>
              <a:cxn ang="T16">
                <a:pos x="T8" y="T9"/>
              </a:cxn>
              <a:cxn ang="T17">
                <a:pos x="T10" y="T11"/>
              </a:cxn>
            </a:cxnLst>
            <a:rect l="T18" t="T19" r="T20" b="T21"/>
            <a:pathLst>
              <a:path w="49" h="50">
                <a:moveTo>
                  <a:pt x="0" y="25"/>
                </a:moveTo>
                <a:cubicBezTo>
                  <a:pt x="0" y="11"/>
                  <a:pt x="11" y="0"/>
                  <a:pt x="24" y="0"/>
                </a:cubicBezTo>
                <a:cubicBezTo>
                  <a:pt x="38" y="0"/>
                  <a:pt x="49" y="11"/>
                  <a:pt x="49" y="25"/>
                </a:cubicBezTo>
                <a:cubicBezTo>
                  <a:pt x="49" y="25"/>
                  <a:pt x="49" y="25"/>
                  <a:pt x="49" y="25"/>
                </a:cubicBezTo>
                <a:cubicBezTo>
                  <a:pt x="49" y="39"/>
                  <a:pt x="38" y="50"/>
                  <a:pt x="24" y="50"/>
                </a:cubicBezTo>
                <a:cubicBezTo>
                  <a:pt x="11" y="50"/>
                  <a:pt x="0" y="39"/>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30" name="Freeform 36">
            <a:extLst>
              <a:ext uri="{FF2B5EF4-FFF2-40B4-BE49-F238E27FC236}">
                <a16:creationId xmlns:a16="http://schemas.microsoft.com/office/drawing/2014/main" id="{571C8627-58EC-D345-93E7-C24DA631CEAE}"/>
              </a:ext>
            </a:extLst>
          </p:cNvPr>
          <p:cNvSpPr>
            <a:spLocks/>
          </p:cNvSpPr>
          <p:nvPr/>
        </p:nvSpPr>
        <p:spPr bwMode="auto">
          <a:xfrm>
            <a:off x="7315200" y="4675188"/>
            <a:ext cx="49213" cy="50800"/>
          </a:xfrm>
          <a:custGeom>
            <a:avLst/>
            <a:gdLst>
              <a:gd name="T0" fmla="*/ 0 w 31"/>
              <a:gd name="T1" fmla="*/ 2147483647 h 32"/>
              <a:gd name="T2" fmla="*/ 2147483647 w 31"/>
              <a:gd name="T3" fmla="*/ 0 h 32"/>
              <a:gd name="T4" fmla="*/ 2147483647 w 31"/>
              <a:gd name="T5" fmla="*/ 2147483647 h 32"/>
              <a:gd name="T6" fmla="*/ 2147483647 w 31"/>
              <a:gd name="T7" fmla="*/ 2147483647 h 32"/>
              <a:gd name="T8" fmla="*/ 2147483647 w 31"/>
              <a:gd name="T9" fmla="*/ 2147483647 h 32"/>
              <a:gd name="T10" fmla="*/ 0 w 31"/>
              <a:gd name="T11" fmla="*/ 2147483647 h 32"/>
              <a:gd name="T12" fmla="*/ 0 60000 65536"/>
              <a:gd name="T13" fmla="*/ 0 60000 65536"/>
              <a:gd name="T14" fmla="*/ 0 60000 65536"/>
              <a:gd name="T15" fmla="*/ 0 60000 65536"/>
              <a:gd name="T16" fmla="*/ 0 60000 65536"/>
              <a:gd name="T17" fmla="*/ 0 60000 65536"/>
              <a:gd name="T18" fmla="*/ 0 w 31"/>
              <a:gd name="T19" fmla="*/ 0 h 32"/>
              <a:gd name="T20" fmla="*/ 31 w 31"/>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31" h="32">
                <a:moveTo>
                  <a:pt x="0" y="16"/>
                </a:moveTo>
                <a:cubicBezTo>
                  <a:pt x="0" y="7"/>
                  <a:pt x="7" y="0"/>
                  <a:pt x="15" y="0"/>
                </a:cubicBezTo>
                <a:cubicBezTo>
                  <a:pt x="24" y="0"/>
                  <a:pt x="31" y="7"/>
                  <a:pt x="31" y="16"/>
                </a:cubicBezTo>
                <a:cubicBezTo>
                  <a:pt x="31" y="16"/>
                  <a:pt x="31" y="16"/>
                  <a:pt x="31" y="16"/>
                </a:cubicBezTo>
                <a:cubicBezTo>
                  <a:pt x="31" y="25"/>
                  <a:pt x="24" y="32"/>
                  <a:pt x="15" y="32"/>
                </a:cubicBezTo>
                <a:cubicBezTo>
                  <a:pt x="7" y="32"/>
                  <a:pt x="0" y="25"/>
                  <a:pt x="0" y="16"/>
                </a:cubicBezTo>
              </a:path>
            </a:pathLst>
          </a:cu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31" name="Freeform 37">
            <a:extLst>
              <a:ext uri="{FF2B5EF4-FFF2-40B4-BE49-F238E27FC236}">
                <a16:creationId xmlns:a16="http://schemas.microsoft.com/office/drawing/2014/main" id="{A4F95506-5952-3441-B1BF-5DFDAE15875A}"/>
              </a:ext>
            </a:extLst>
          </p:cNvPr>
          <p:cNvSpPr>
            <a:spLocks/>
          </p:cNvSpPr>
          <p:nvPr/>
        </p:nvSpPr>
        <p:spPr bwMode="auto">
          <a:xfrm>
            <a:off x="7315200" y="4775200"/>
            <a:ext cx="49213" cy="52388"/>
          </a:xfrm>
          <a:custGeom>
            <a:avLst/>
            <a:gdLst>
              <a:gd name="T0" fmla="*/ 0 w 49"/>
              <a:gd name="T1" fmla="*/ 2147483647 h 50"/>
              <a:gd name="T2" fmla="*/ 2147483647 w 49"/>
              <a:gd name="T3" fmla="*/ 0 h 50"/>
              <a:gd name="T4" fmla="*/ 2147483647 w 49"/>
              <a:gd name="T5" fmla="*/ 2147483647 h 50"/>
              <a:gd name="T6" fmla="*/ 2147483647 w 49"/>
              <a:gd name="T7" fmla="*/ 2147483647 h 50"/>
              <a:gd name="T8" fmla="*/ 2147483647 w 49"/>
              <a:gd name="T9" fmla="*/ 2147483647 h 50"/>
              <a:gd name="T10" fmla="*/ 0 w 49"/>
              <a:gd name="T11" fmla="*/ 2147483647 h 50"/>
              <a:gd name="T12" fmla="*/ 0 60000 65536"/>
              <a:gd name="T13" fmla="*/ 0 60000 65536"/>
              <a:gd name="T14" fmla="*/ 0 60000 65536"/>
              <a:gd name="T15" fmla="*/ 0 60000 65536"/>
              <a:gd name="T16" fmla="*/ 0 60000 65536"/>
              <a:gd name="T17" fmla="*/ 0 60000 65536"/>
              <a:gd name="T18" fmla="*/ 0 w 49"/>
              <a:gd name="T19" fmla="*/ 0 h 50"/>
              <a:gd name="T20" fmla="*/ 49 w 49"/>
              <a:gd name="T21" fmla="*/ 50 h 50"/>
            </a:gdLst>
            <a:ahLst/>
            <a:cxnLst>
              <a:cxn ang="T12">
                <a:pos x="T0" y="T1"/>
              </a:cxn>
              <a:cxn ang="T13">
                <a:pos x="T2" y="T3"/>
              </a:cxn>
              <a:cxn ang="T14">
                <a:pos x="T4" y="T5"/>
              </a:cxn>
              <a:cxn ang="T15">
                <a:pos x="T6" y="T7"/>
              </a:cxn>
              <a:cxn ang="T16">
                <a:pos x="T8" y="T9"/>
              </a:cxn>
              <a:cxn ang="T17">
                <a:pos x="T10" y="T11"/>
              </a:cxn>
            </a:cxnLst>
            <a:rect l="T18" t="T19" r="T20" b="T21"/>
            <a:pathLst>
              <a:path w="49" h="50">
                <a:moveTo>
                  <a:pt x="0" y="25"/>
                </a:moveTo>
                <a:cubicBezTo>
                  <a:pt x="0" y="12"/>
                  <a:pt x="11" y="0"/>
                  <a:pt x="24" y="0"/>
                </a:cubicBezTo>
                <a:cubicBezTo>
                  <a:pt x="38" y="0"/>
                  <a:pt x="49" y="12"/>
                  <a:pt x="49" y="25"/>
                </a:cubicBezTo>
                <a:cubicBezTo>
                  <a:pt x="49" y="25"/>
                  <a:pt x="49" y="25"/>
                  <a:pt x="49" y="25"/>
                </a:cubicBezTo>
                <a:cubicBezTo>
                  <a:pt x="49" y="39"/>
                  <a:pt x="38" y="50"/>
                  <a:pt x="24" y="50"/>
                </a:cubicBezTo>
                <a:cubicBezTo>
                  <a:pt x="11" y="50"/>
                  <a:pt x="0" y="39"/>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32" name="Freeform 38">
            <a:extLst>
              <a:ext uri="{FF2B5EF4-FFF2-40B4-BE49-F238E27FC236}">
                <a16:creationId xmlns:a16="http://schemas.microsoft.com/office/drawing/2014/main" id="{6FBB0E23-1AFB-8D47-9A4B-E4E8BFD0DD5D}"/>
              </a:ext>
            </a:extLst>
          </p:cNvPr>
          <p:cNvSpPr>
            <a:spLocks/>
          </p:cNvSpPr>
          <p:nvPr/>
        </p:nvSpPr>
        <p:spPr bwMode="auto">
          <a:xfrm>
            <a:off x="7315200" y="4775200"/>
            <a:ext cx="49213" cy="52388"/>
          </a:xfrm>
          <a:custGeom>
            <a:avLst/>
            <a:gdLst>
              <a:gd name="T0" fmla="*/ 0 w 31"/>
              <a:gd name="T1" fmla="*/ 2147483647 h 33"/>
              <a:gd name="T2" fmla="*/ 2147483647 w 31"/>
              <a:gd name="T3" fmla="*/ 0 h 33"/>
              <a:gd name="T4" fmla="*/ 2147483647 w 31"/>
              <a:gd name="T5" fmla="*/ 2147483647 h 33"/>
              <a:gd name="T6" fmla="*/ 2147483647 w 31"/>
              <a:gd name="T7" fmla="*/ 2147483647 h 33"/>
              <a:gd name="T8" fmla="*/ 2147483647 w 31"/>
              <a:gd name="T9" fmla="*/ 2147483647 h 33"/>
              <a:gd name="T10" fmla="*/ 0 w 31"/>
              <a:gd name="T11" fmla="*/ 2147483647 h 33"/>
              <a:gd name="T12" fmla="*/ 0 60000 65536"/>
              <a:gd name="T13" fmla="*/ 0 60000 65536"/>
              <a:gd name="T14" fmla="*/ 0 60000 65536"/>
              <a:gd name="T15" fmla="*/ 0 60000 65536"/>
              <a:gd name="T16" fmla="*/ 0 60000 65536"/>
              <a:gd name="T17" fmla="*/ 0 60000 65536"/>
              <a:gd name="T18" fmla="*/ 0 w 31"/>
              <a:gd name="T19" fmla="*/ 0 h 33"/>
              <a:gd name="T20" fmla="*/ 31 w 31"/>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1" h="33">
                <a:moveTo>
                  <a:pt x="0" y="17"/>
                </a:moveTo>
                <a:cubicBezTo>
                  <a:pt x="0" y="8"/>
                  <a:pt x="7" y="0"/>
                  <a:pt x="15" y="0"/>
                </a:cubicBezTo>
                <a:cubicBezTo>
                  <a:pt x="24" y="0"/>
                  <a:pt x="31" y="8"/>
                  <a:pt x="31" y="17"/>
                </a:cubicBezTo>
                <a:cubicBezTo>
                  <a:pt x="31" y="17"/>
                  <a:pt x="31" y="17"/>
                  <a:pt x="31" y="17"/>
                </a:cubicBezTo>
                <a:cubicBezTo>
                  <a:pt x="31" y="26"/>
                  <a:pt x="24" y="33"/>
                  <a:pt x="15" y="33"/>
                </a:cubicBezTo>
                <a:cubicBezTo>
                  <a:pt x="7" y="33"/>
                  <a:pt x="0" y="26"/>
                  <a:pt x="0" y="17"/>
                </a:cubicBezTo>
              </a:path>
            </a:pathLst>
          </a:cu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33" name="Freeform 39">
            <a:extLst>
              <a:ext uri="{FF2B5EF4-FFF2-40B4-BE49-F238E27FC236}">
                <a16:creationId xmlns:a16="http://schemas.microsoft.com/office/drawing/2014/main" id="{C576AB20-2B1F-FA41-B26F-613D3CCF9041}"/>
              </a:ext>
            </a:extLst>
          </p:cNvPr>
          <p:cNvSpPr>
            <a:spLocks/>
          </p:cNvSpPr>
          <p:nvPr/>
        </p:nvSpPr>
        <p:spPr bwMode="auto">
          <a:xfrm>
            <a:off x="7315200" y="4878388"/>
            <a:ext cx="49213" cy="50800"/>
          </a:xfrm>
          <a:custGeom>
            <a:avLst/>
            <a:gdLst>
              <a:gd name="T0" fmla="*/ 0 w 49"/>
              <a:gd name="T1" fmla="*/ 2147483647 h 49"/>
              <a:gd name="T2" fmla="*/ 2147483647 w 49"/>
              <a:gd name="T3" fmla="*/ 0 h 49"/>
              <a:gd name="T4" fmla="*/ 2147483647 w 49"/>
              <a:gd name="T5" fmla="*/ 2147483647 h 49"/>
              <a:gd name="T6" fmla="*/ 2147483647 w 49"/>
              <a:gd name="T7" fmla="*/ 2147483647 h 49"/>
              <a:gd name="T8" fmla="*/ 2147483647 w 49"/>
              <a:gd name="T9" fmla="*/ 2147483647 h 49"/>
              <a:gd name="T10" fmla="*/ 0 w 49"/>
              <a:gd name="T11" fmla="*/ 2147483647 h 49"/>
              <a:gd name="T12" fmla="*/ 0 60000 65536"/>
              <a:gd name="T13" fmla="*/ 0 60000 65536"/>
              <a:gd name="T14" fmla="*/ 0 60000 65536"/>
              <a:gd name="T15" fmla="*/ 0 60000 65536"/>
              <a:gd name="T16" fmla="*/ 0 60000 65536"/>
              <a:gd name="T17" fmla="*/ 0 60000 65536"/>
              <a:gd name="T18" fmla="*/ 0 w 49"/>
              <a:gd name="T19" fmla="*/ 0 h 49"/>
              <a:gd name="T20" fmla="*/ 49 w 49"/>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49" h="49">
                <a:moveTo>
                  <a:pt x="0" y="25"/>
                </a:moveTo>
                <a:cubicBezTo>
                  <a:pt x="0" y="11"/>
                  <a:pt x="11" y="0"/>
                  <a:pt x="24" y="0"/>
                </a:cubicBezTo>
                <a:cubicBezTo>
                  <a:pt x="38" y="0"/>
                  <a:pt x="49" y="11"/>
                  <a:pt x="49" y="25"/>
                </a:cubicBezTo>
                <a:cubicBezTo>
                  <a:pt x="49" y="25"/>
                  <a:pt x="49" y="25"/>
                  <a:pt x="49" y="25"/>
                </a:cubicBezTo>
                <a:cubicBezTo>
                  <a:pt x="49" y="38"/>
                  <a:pt x="38" y="49"/>
                  <a:pt x="24" y="49"/>
                </a:cubicBezTo>
                <a:cubicBezTo>
                  <a:pt x="11" y="49"/>
                  <a:pt x="0" y="38"/>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34" name="Freeform 40">
            <a:extLst>
              <a:ext uri="{FF2B5EF4-FFF2-40B4-BE49-F238E27FC236}">
                <a16:creationId xmlns:a16="http://schemas.microsoft.com/office/drawing/2014/main" id="{2E363D99-A0CD-9041-B4DB-DCCC6B1F2E43}"/>
              </a:ext>
            </a:extLst>
          </p:cNvPr>
          <p:cNvSpPr>
            <a:spLocks/>
          </p:cNvSpPr>
          <p:nvPr/>
        </p:nvSpPr>
        <p:spPr bwMode="auto">
          <a:xfrm>
            <a:off x="7315200" y="4878388"/>
            <a:ext cx="49213" cy="50800"/>
          </a:xfrm>
          <a:custGeom>
            <a:avLst/>
            <a:gdLst>
              <a:gd name="T0" fmla="*/ 0 w 31"/>
              <a:gd name="T1" fmla="*/ 2147483647 h 32"/>
              <a:gd name="T2" fmla="*/ 2147483647 w 31"/>
              <a:gd name="T3" fmla="*/ 0 h 32"/>
              <a:gd name="T4" fmla="*/ 2147483647 w 31"/>
              <a:gd name="T5" fmla="*/ 2147483647 h 32"/>
              <a:gd name="T6" fmla="*/ 2147483647 w 31"/>
              <a:gd name="T7" fmla="*/ 2147483647 h 32"/>
              <a:gd name="T8" fmla="*/ 2147483647 w 31"/>
              <a:gd name="T9" fmla="*/ 2147483647 h 32"/>
              <a:gd name="T10" fmla="*/ 0 w 31"/>
              <a:gd name="T11" fmla="*/ 2147483647 h 32"/>
              <a:gd name="T12" fmla="*/ 0 60000 65536"/>
              <a:gd name="T13" fmla="*/ 0 60000 65536"/>
              <a:gd name="T14" fmla="*/ 0 60000 65536"/>
              <a:gd name="T15" fmla="*/ 0 60000 65536"/>
              <a:gd name="T16" fmla="*/ 0 60000 65536"/>
              <a:gd name="T17" fmla="*/ 0 60000 65536"/>
              <a:gd name="T18" fmla="*/ 0 w 31"/>
              <a:gd name="T19" fmla="*/ 0 h 32"/>
              <a:gd name="T20" fmla="*/ 31 w 31"/>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31" h="32">
                <a:moveTo>
                  <a:pt x="0" y="16"/>
                </a:moveTo>
                <a:cubicBezTo>
                  <a:pt x="0" y="7"/>
                  <a:pt x="7" y="0"/>
                  <a:pt x="15" y="0"/>
                </a:cubicBezTo>
                <a:cubicBezTo>
                  <a:pt x="24" y="0"/>
                  <a:pt x="31" y="7"/>
                  <a:pt x="31" y="16"/>
                </a:cubicBezTo>
                <a:cubicBezTo>
                  <a:pt x="31" y="16"/>
                  <a:pt x="31" y="16"/>
                  <a:pt x="31" y="16"/>
                </a:cubicBezTo>
                <a:cubicBezTo>
                  <a:pt x="31" y="24"/>
                  <a:pt x="24" y="32"/>
                  <a:pt x="15" y="32"/>
                </a:cubicBezTo>
                <a:cubicBezTo>
                  <a:pt x="7" y="32"/>
                  <a:pt x="0" y="24"/>
                  <a:pt x="0" y="16"/>
                </a:cubicBezTo>
              </a:path>
            </a:pathLst>
          </a:cu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35" name="Line 41">
            <a:extLst>
              <a:ext uri="{FF2B5EF4-FFF2-40B4-BE49-F238E27FC236}">
                <a16:creationId xmlns:a16="http://schemas.microsoft.com/office/drawing/2014/main" id="{405318B8-F48E-4F4B-A73B-235DE5ED0F2F}"/>
              </a:ext>
            </a:extLst>
          </p:cNvPr>
          <p:cNvSpPr>
            <a:spLocks noChangeShapeType="1"/>
          </p:cNvSpPr>
          <p:nvPr/>
        </p:nvSpPr>
        <p:spPr bwMode="auto">
          <a:xfrm>
            <a:off x="7364413" y="5273677"/>
            <a:ext cx="0" cy="377824"/>
          </a:xfrm>
          <a:prstGeom prst="line">
            <a:avLst/>
          </a:prstGeom>
          <a:noFill/>
          <a:ln w="26988"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36" name="Freeform 42">
            <a:extLst>
              <a:ext uri="{FF2B5EF4-FFF2-40B4-BE49-F238E27FC236}">
                <a16:creationId xmlns:a16="http://schemas.microsoft.com/office/drawing/2014/main" id="{B437CBBA-343B-8D40-AAF0-2BA8F0ABBC77}"/>
              </a:ext>
            </a:extLst>
          </p:cNvPr>
          <p:cNvSpPr>
            <a:spLocks/>
          </p:cNvSpPr>
          <p:nvPr/>
        </p:nvSpPr>
        <p:spPr bwMode="auto">
          <a:xfrm>
            <a:off x="7254875" y="5637213"/>
            <a:ext cx="212725" cy="200441"/>
          </a:xfrm>
          <a:custGeom>
            <a:avLst/>
            <a:gdLst>
              <a:gd name="T0" fmla="*/ 2147483647 w 164"/>
              <a:gd name="T1" fmla="*/ 2147483647 h 164"/>
              <a:gd name="T2" fmla="*/ 0 w 164"/>
              <a:gd name="T3" fmla="*/ 0 h 164"/>
              <a:gd name="T4" fmla="*/ 2147483647 w 164"/>
              <a:gd name="T5" fmla="*/ 0 h 164"/>
              <a:gd name="T6" fmla="*/ 2147483647 w 164"/>
              <a:gd name="T7" fmla="*/ 0 h 164"/>
              <a:gd name="T8" fmla="*/ 2147483647 w 164"/>
              <a:gd name="T9" fmla="*/ 2147483647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82" y="164"/>
                </a:moveTo>
                <a:lnTo>
                  <a:pt x="0" y="0"/>
                </a:lnTo>
                <a:cubicBezTo>
                  <a:pt x="52" y="26"/>
                  <a:pt x="113" y="26"/>
                  <a:pt x="164" y="0"/>
                </a:cubicBezTo>
                <a:lnTo>
                  <a:pt x="82" y="164"/>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37" name="Rectangle 43">
            <a:extLst>
              <a:ext uri="{FF2B5EF4-FFF2-40B4-BE49-F238E27FC236}">
                <a16:creationId xmlns:a16="http://schemas.microsoft.com/office/drawing/2014/main" id="{46B749B1-F598-4847-B0A0-05438A1A00B6}"/>
              </a:ext>
            </a:extLst>
          </p:cNvPr>
          <p:cNvSpPr>
            <a:spLocks noChangeArrowheads="1"/>
          </p:cNvSpPr>
          <p:nvPr/>
        </p:nvSpPr>
        <p:spPr bwMode="auto">
          <a:xfrm>
            <a:off x="6221413" y="4979988"/>
            <a:ext cx="2235200" cy="304800"/>
          </a:xfrm>
          <a:prstGeom prst="rect">
            <a:avLst/>
          </a:prstGeom>
          <a:solidFill>
            <a:srgbClr val="FFEA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38" name="Rectangle 44">
            <a:extLst>
              <a:ext uri="{FF2B5EF4-FFF2-40B4-BE49-F238E27FC236}">
                <a16:creationId xmlns:a16="http://schemas.microsoft.com/office/drawing/2014/main" id="{2755CC14-9B1C-324F-840A-E257684829D8}"/>
              </a:ext>
            </a:extLst>
          </p:cNvPr>
          <p:cNvSpPr>
            <a:spLocks noChangeArrowheads="1"/>
          </p:cNvSpPr>
          <p:nvPr/>
        </p:nvSpPr>
        <p:spPr bwMode="auto">
          <a:xfrm>
            <a:off x="6221413" y="4979988"/>
            <a:ext cx="2235200" cy="304800"/>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39" name="Rectangle 45">
            <a:extLst>
              <a:ext uri="{FF2B5EF4-FFF2-40B4-BE49-F238E27FC236}">
                <a16:creationId xmlns:a16="http://schemas.microsoft.com/office/drawing/2014/main" id="{CC85170E-0D44-554E-B139-C9BF95586292}"/>
              </a:ext>
            </a:extLst>
          </p:cNvPr>
          <p:cNvSpPr>
            <a:spLocks noChangeArrowheads="1"/>
          </p:cNvSpPr>
          <p:nvPr/>
        </p:nvSpPr>
        <p:spPr bwMode="auto">
          <a:xfrm>
            <a:off x="6435725" y="4972050"/>
            <a:ext cx="18669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 Warp 7</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40" name="Freeform 46">
            <a:extLst>
              <a:ext uri="{FF2B5EF4-FFF2-40B4-BE49-F238E27FC236}">
                <a16:creationId xmlns:a16="http://schemas.microsoft.com/office/drawing/2014/main" id="{765D70BD-FDC4-4B43-AD1A-8E178A42866D}"/>
              </a:ext>
            </a:extLst>
          </p:cNvPr>
          <p:cNvSpPr>
            <a:spLocks noEditPoints="1"/>
          </p:cNvSpPr>
          <p:nvPr/>
        </p:nvSpPr>
        <p:spPr bwMode="auto">
          <a:xfrm flipV="1">
            <a:off x="5248754" y="3878262"/>
            <a:ext cx="982184" cy="127001"/>
          </a:xfrm>
          <a:custGeom>
            <a:avLst/>
            <a:gdLst>
              <a:gd name="T0" fmla="*/ 2147483647 w 1204"/>
              <a:gd name="T1" fmla="*/ 2147483647 h 501"/>
              <a:gd name="T2" fmla="*/ 2147483647 w 1204"/>
              <a:gd name="T3" fmla="*/ 2147483647 h 501"/>
              <a:gd name="T4" fmla="*/ 2147483647 w 1204"/>
              <a:gd name="T5" fmla="*/ 2147483647 h 501"/>
              <a:gd name="T6" fmla="*/ 2147483647 w 1204"/>
              <a:gd name="T7" fmla="*/ 2147483647 h 501"/>
              <a:gd name="T8" fmla="*/ 2147483647 w 1204"/>
              <a:gd name="T9" fmla="*/ 2147483647 h 501"/>
              <a:gd name="T10" fmla="*/ 2147483647 w 1204"/>
              <a:gd name="T11" fmla="*/ 2147483647 h 501"/>
              <a:gd name="T12" fmla="*/ 2147483647 w 1204"/>
              <a:gd name="T13" fmla="*/ 2147483647 h 501"/>
              <a:gd name="T14" fmla="*/ 2147483647 w 1204"/>
              <a:gd name="T15" fmla="*/ 2147483647 h 501"/>
              <a:gd name="T16" fmla="*/ 2147483647 w 1204"/>
              <a:gd name="T17" fmla="*/ 2147483647 h 501"/>
              <a:gd name="T18" fmla="*/ 2147483647 w 1204"/>
              <a:gd name="T19" fmla="*/ 2147483647 h 501"/>
              <a:gd name="T20" fmla="*/ 2147483647 w 1204"/>
              <a:gd name="T21" fmla="*/ 2147483647 h 501"/>
              <a:gd name="T22" fmla="*/ 2147483647 w 1204"/>
              <a:gd name="T23" fmla="*/ 2147483647 h 501"/>
              <a:gd name="T24" fmla="*/ 2147483647 w 1204"/>
              <a:gd name="T25" fmla="*/ 2147483647 h 501"/>
              <a:gd name="T26" fmla="*/ 2147483647 w 1204"/>
              <a:gd name="T27" fmla="*/ 2147483647 h 501"/>
              <a:gd name="T28" fmla="*/ 2147483647 w 1204"/>
              <a:gd name="T29" fmla="*/ 2147483647 h 501"/>
              <a:gd name="T30" fmla="*/ 2147483647 w 1204"/>
              <a:gd name="T31" fmla="*/ 2147483647 h 501"/>
              <a:gd name="T32" fmla="*/ 2147483647 w 1204"/>
              <a:gd name="T33" fmla="*/ 2147483647 h 501"/>
              <a:gd name="T34" fmla="*/ 2147483647 w 1204"/>
              <a:gd name="T35" fmla="*/ 2147483647 h 501"/>
              <a:gd name="T36" fmla="*/ 2147483647 w 1204"/>
              <a:gd name="T37" fmla="*/ 2147483647 h 501"/>
              <a:gd name="T38" fmla="*/ 2147483647 w 1204"/>
              <a:gd name="T39" fmla="*/ 2147483647 h 501"/>
              <a:gd name="T40" fmla="*/ 2147483647 w 1204"/>
              <a:gd name="T41" fmla="*/ 2147483647 h 501"/>
              <a:gd name="T42" fmla="*/ 2147483647 w 1204"/>
              <a:gd name="T43" fmla="*/ 2147483647 h 501"/>
              <a:gd name="T44" fmla="*/ 2147483647 w 1204"/>
              <a:gd name="T45" fmla="*/ 2147483647 h 501"/>
              <a:gd name="T46" fmla="*/ 2147483647 w 1204"/>
              <a:gd name="T47" fmla="*/ 2147483647 h 501"/>
              <a:gd name="T48" fmla="*/ 2147483647 w 1204"/>
              <a:gd name="T49" fmla="*/ 2147483647 h 501"/>
              <a:gd name="T50" fmla="*/ 2147483647 w 1204"/>
              <a:gd name="T51" fmla="*/ 2147483647 h 501"/>
              <a:gd name="T52" fmla="*/ 2147483647 w 1204"/>
              <a:gd name="T53" fmla="*/ 2147483647 h 501"/>
              <a:gd name="T54" fmla="*/ 2147483647 w 1204"/>
              <a:gd name="T55" fmla="*/ 2147483647 h 501"/>
              <a:gd name="T56" fmla="*/ 2147483647 w 1204"/>
              <a:gd name="T57" fmla="*/ 2147483647 h 501"/>
              <a:gd name="T58" fmla="*/ 2147483647 w 1204"/>
              <a:gd name="T59" fmla="*/ 2147483647 h 501"/>
              <a:gd name="T60" fmla="*/ 2147483647 w 1204"/>
              <a:gd name="T61" fmla="*/ 2147483647 h 501"/>
              <a:gd name="T62" fmla="*/ 2147483647 w 1204"/>
              <a:gd name="T63" fmla="*/ 2147483647 h 501"/>
              <a:gd name="T64" fmla="*/ 2147483647 w 1204"/>
              <a:gd name="T65" fmla="*/ 2147483647 h 501"/>
              <a:gd name="T66" fmla="*/ 2147483647 w 1204"/>
              <a:gd name="T67" fmla="*/ 2147483647 h 501"/>
              <a:gd name="T68" fmla="*/ 2147483647 w 1204"/>
              <a:gd name="T69" fmla="*/ 2147483647 h 50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204"/>
              <a:gd name="T106" fmla="*/ 0 h 501"/>
              <a:gd name="T107" fmla="*/ 1204 w 1204"/>
              <a:gd name="T108" fmla="*/ 501 h 50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204" h="501">
                <a:moveTo>
                  <a:pt x="1198" y="16"/>
                </a:moveTo>
                <a:lnTo>
                  <a:pt x="1094" y="58"/>
                </a:lnTo>
                <a:cubicBezTo>
                  <a:pt x="1090" y="60"/>
                  <a:pt x="1086" y="58"/>
                  <a:pt x="1084" y="54"/>
                </a:cubicBezTo>
                <a:cubicBezTo>
                  <a:pt x="1082" y="50"/>
                  <a:pt x="1084" y="45"/>
                  <a:pt x="1088" y="44"/>
                </a:cubicBezTo>
                <a:lnTo>
                  <a:pt x="1192" y="1"/>
                </a:lnTo>
                <a:cubicBezTo>
                  <a:pt x="1196" y="0"/>
                  <a:pt x="1201" y="2"/>
                  <a:pt x="1202" y="6"/>
                </a:cubicBezTo>
                <a:cubicBezTo>
                  <a:pt x="1204" y="10"/>
                  <a:pt x="1202" y="15"/>
                  <a:pt x="1198" y="16"/>
                </a:cubicBezTo>
                <a:close/>
                <a:moveTo>
                  <a:pt x="1020" y="89"/>
                </a:moveTo>
                <a:lnTo>
                  <a:pt x="1020" y="89"/>
                </a:lnTo>
                <a:cubicBezTo>
                  <a:pt x="1016" y="90"/>
                  <a:pt x="1011" y="88"/>
                  <a:pt x="1010" y="84"/>
                </a:cubicBezTo>
                <a:cubicBezTo>
                  <a:pt x="1008" y="80"/>
                  <a:pt x="1010" y="75"/>
                  <a:pt x="1014" y="74"/>
                </a:cubicBezTo>
                <a:cubicBezTo>
                  <a:pt x="1018" y="72"/>
                  <a:pt x="1023" y="74"/>
                  <a:pt x="1025" y="78"/>
                </a:cubicBezTo>
                <a:cubicBezTo>
                  <a:pt x="1026" y="82"/>
                  <a:pt x="1024" y="87"/>
                  <a:pt x="1020" y="89"/>
                </a:cubicBezTo>
                <a:close/>
                <a:moveTo>
                  <a:pt x="946" y="119"/>
                </a:moveTo>
                <a:lnTo>
                  <a:pt x="842" y="161"/>
                </a:lnTo>
                <a:cubicBezTo>
                  <a:pt x="838" y="163"/>
                  <a:pt x="834" y="161"/>
                  <a:pt x="832" y="157"/>
                </a:cubicBezTo>
                <a:cubicBezTo>
                  <a:pt x="830" y="153"/>
                  <a:pt x="832" y="148"/>
                  <a:pt x="836" y="146"/>
                </a:cubicBezTo>
                <a:lnTo>
                  <a:pt x="940" y="104"/>
                </a:lnTo>
                <a:cubicBezTo>
                  <a:pt x="944" y="102"/>
                  <a:pt x="949" y="104"/>
                  <a:pt x="950" y="108"/>
                </a:cubicBezTo>
                <a:cubicBezTo>
                  <a:pt x="952" y="112"/>
                  <a:pt x="950" y="117"/>
                  <a:pt x="946" y="119"/>
                </a:cubicBezTo>
                <a:close/>
                <a:moveTo>
                  <a:pt x="768" y="191"/>
                </a:moveTo>
                <a:lnTo>
                  <a:pt x="768" y="191"/>
                </a:lnTo>
                <a:cubicBezTo>
                  <a:pt x="764" y="193"/>
                  <a:pt x="759" y="191"/>
                  <a:pt x="758" y="187"/>
                </a:cubicBezTo>
                <a:cubicBezTo>
                  <a:pt x="756" y="183"/>
                  <a:pt x="758" y="178"/>
                  <a:pt x="762" y="176"/>
                </a:cubicBezTo>
                <a:cubicBezTo>
                  <a:pt x="766" y="175"/>
                  <a:pt x="771" y="177"/>
                  <a:pt x="773" y="181"/>
                </a:cubicBezTo>
                <a:cubicBezTo>
                  <a:pt x="774" y="185"/>
                  <a:pt x="772" y="190"/>
                  <a:pt x="768" y="191"/>
                </a:cubicBezTo>
                <a:close/>
                <a:moveTo>
                  <a:pt x="694" y="221"/>
                </a:moveTo>
                <a:lnTo>
                  <a:pt x="590" y="264"/>
                </a:lnTo>
                <a:cubicBezTo>
                  <a:pt x="586" y="265"/>
                  <a:pt x="582" y="263"/>
                  <a:pt x="580" y="259"/>
                </a:cubicBezTo>
                <a:cubicBezTo>
                  <a:pt x="578" y="255"/>
                  <a:pt x="580" y="250"/>
                  <a:pt x="584" y="249"/>
                </a:cubicBezTo>
                <a:lnTo>
                  <a:pt x="688" y="207"/>
                </a:lnTo>
                <a:cubicBezTo>
                  <a:pt x="692" y="205"/>
                  <a:pt x="697" y="207"/>
                  <a:pt x="699" y="211"/>
                </a:cubicBezTo>
                <a:cubicBezTo>
                  <a:pt x="700" y="215"/>
                  <a:pt x="698" y="220"/>
                  <a:pt x="694" y="221"/>
                </a:cubicBezTo>
                <a:close/>
                <a:moveTo>
                  <a:pt x="516" y="294"/>
                </a:moveTo>
                <a:lnTo>
                  <a:pt x="516" y="294"/>
                </a:lnTo>
                <a:cubicBezTo>
                  <a:pt x="512" y="295"/>
                  <a:pt x="508" y="293"/>
                  <a:pt x="506" y="289"/>
                </a:cubicBezTo>
                <a:cubicBezTo>
                  <a:pt x="504" y="285"/>
                  <a:pt x="506" y="281"/>
                  <a:pt x="510" y="279"/>
                </a:cubicBezTo>
                <a:cubicBezTo>
                  <a:pt x="514" y="277"/>
                  <a:pt x="519" y="279"/>
                  <a:pt x="521" y="283"/>
                </a:cubicBezTo>
                <a:cubicBezTo>
                  <a:pt x="522" y="288"/>
                  <a:pt x="520" y="292"/>
                  <a:pt x="516" y="294"/>
                </a:cubicBezTo>
                <a:close/>
                <a:moveTo>
                  <a:pt x="442" y="324"/>
                </a:moveTo>
                <a:lnTo>
                  <a:pt x="338" y="366"/>
                </a:lnTo>
                <a:cubicBezTo>
                  <a:pt x="334" y="368"/>
                  <a:pt x="330" y="366"/>
                  <a:pt x="328" y="362"/>
                </a:cubicBezTo>
                <a:cubicBezTo>
                  <a:pt x="326" y="358"/>
                  <a:pt x="328" y="353"/>
                  <a:pt x="332" y="351"/>
                </a:cubicBezTo>
                <a:lnTo>
                  <a:pt x="436" y="309"/>
                </a:lnTo>
                <a:cubicBezTo>
                  <a:pt x="440" y="307"/>
                  <a:pt x="445" y="309"/>
                  <a:pt x="447" y="314"/>
                </a:cubicBezTo>
                <a:cubicBezTo>
                  <a:pt x="448" y="318"/>
                  <a:pt x="446" y="322"/>
                  <a:pt x="442" y="324"/>
                </a:cubicBezTo>
                <a:close/>
                <a:moveTo>
                  <a:pt x="264" y="396"/>
                </a:moveTo>
                <a:lnTo>
                  <a:pt x="264" y="396"/>
                </a:lnTo>
                <a:cubicBezTo>
                  <a:pt x="260" y="398"/>
                  <a:pt x="256" y="396"/>
                  <a:pt x="254" y="392"/>
                </a:cubicBezTo>
                <a:cubicBezTo>
                  <a:pt x="252" y="388"/>
                  <a:pt x="254" y="383"/>
                  <a:pt x="258" y="382"/>
                </a:cubicBezTo>
                <a:cubicBezTo>
                  <a:pt x="263" y="380"/>
                  <a:pt x="267" y="382"/>
                  <a:pt x="269" y="386"/>
                </a:cubicBezTo>
                <a:cubicBezTo>
                  <a:pt x="270" y="390"/>
                  <a:pt x="268" y="395"/>
                  <a:pt x="264" y="396"/>
                </a:cubicBezTo>
                <a:close/>
                <a:moveTo>
                  <a:pt x="190" y="427"/>
                </a:moveTo>
                <a:lnTo>
                  <a:pt x="87" y="469"/>
                </a:lnTo>
                <a:cubicBezTo>
                  <a:pt x="82" y="470"/>
                  <a:pt x="78" y="468"/>
                  <a:pt x="76" y="464"/>
                </a:cubicBezTo>
                <a:cubicBezTo>
                  <a:pt x="74" y="460"/>
                  <a:pt x="76" y="456"/>
                  <a:pt x="81" y="454"/>
                </a:cubicBezTo>
                <a:lnTo>
                  <a:pt x="184" y="412"/>
                </a:lnTo>
                <a:cubicBezTo>
                  <a:pt x="188" y="410"/>
                  <a:pt x="193" y="412"/>
                  <a:pt x="195" y="416"/>
                </a:cubicBezTo>
                <a:cubicBezTo>
                  <a:pt x="196" y="420"/>
                  <a:pt x="194" y="425"/>
                  <a:pt x="190" y="427"/>
                </a:cubicBezTo>
                <a:close/>
                <a:moveTo>
                  <a:pt x="12" y="499"/>
                </a:moveTo>
                <a:lnTo>
                  <a:pt x="12" y="499"/>
                </a:lnTo>
                <a:cubicBezTo>
                  <a:pt x="8" y="501"/>
                  <a:pt x="4" y="499"/>
                  <a:pt x="2" y="494"/>
                </a:cubicBezTo>
                <a:cubicBezTo>
                  <a:pt x="0" y="490"/>
                  <a:pt x="2" y="486"/>
                  <a:pt x="7" y="484"/>
                </a:cubicBezTo>
                <a:cubicBezTo>
                  <a:pt x="11" y="482"/>
                  <a:pt x="15" y="484"/>
                  <a:pt x="17" y="489"/>
                </a:cubicBezTo>
                <a:cubicBezTo>
                  <a:pt x="19" y="493"/>
                  <a:pt x="17" y="497"/>
                  <a:pt x="12" y="499"/>
                </a:cubicBezTo>
                <a:close/>
              </a:path>
            </a:pathLst>
          </a:custGeom>
          <a:solidFill>
            <a:srgbClr val="000000"/>
          </a:solidFill>
          <a:ln w="15875">
            <a:solidFill>
              <a:srgbClr val="000000"/>
            </a:solidFill>
            <a:bevel/>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41" name="Freeform 47">
            <a:extLst>
              <a:ext uri="{FF2B5EF4-FFF2-40B4-BE49-F238E27FC236}">
                <a16:creationId xmlns:a16="http://schemas.microsoft.com/office/drawing/2014/main" id="{B2B8A850-B443-EF47-BF72-FFC78A705C71}"/>
              </a:ext>
            </a:extLst>
          </p:cNvPr>
          <p:cNvSpPr>
            <a:spLocks noEditPoints="1"/>
          </p:cNvSpPr>
          <p:nvPr/>
        </p:nvSpPr>
        <p:spPr bwMode="auto">
          <a:xfrm>
            <a:off x="5269390" y="4310063"/>
            <a:ext cx="961547" cy="1096962"/>
          </a:xfrm>
          <a:custGeom>
            <a:avLst/>
            <a:gdLst>
              <a:gd name="T0" fmla="*/ 2147483647 w 1185"/>
              <a:gd name="T1" fmla="*/ 2147483647 h 1662"/>
              <a:gd name="T2" fmla="*/ 2147483647 w 1185"/>
              <a:gd name="T3" fmla="*/ 2147483647 h 1662"/>
              <a:gd name="T4" fmla="*/ 2147483647 w 1185"/>
              <a:gd name="T5" fmla="*/ 2147483647 h 1662"/>
              <a:gd name="T6" fmla="*/ 2147483647 w 1185"/>
              <a:gd name="T7" fmla="*/ 2147483647 h 1662"/>
              <a:gd name="T8" fmla="*/ 2147483647 w 1185"/>
              <a:gd name="T9" fmla="*/ 2147483647 h 1662"/>
              <a:gd name="T10" fmla="*/ 2147483647 w 1185"/>
              <a:gd name="T11" fmla="*/ 2147483647 h 1662"/>
              <a:gd name="T12" fmla="*/ 2147483647 w 1185"/>
              <a:gd name="T13" fmla="*/ 2147483647 h 1662"/>
              <a:gd name="T14" fmla="*/ 2147483647 w 1185"/>
              <a:gd name="T15" fmla="*/ 2147483647 h 1662"/>
              <a:gd name="T16" fmla="*/ 2147483647 w 1185"/>
              <a:gd name="T17" fmla="*/ 2147483647 h 1662"/>
              <a:gd name="T18" fmla="*/ 2147483647 w 1185"/>
              <a:gd name="T19" fmla="*/ 2147483647 h 1662"/>
              <a:gd name="T20" fmla="*/ 2147483647 w 1185"/>
              <a:gd name="T21" fmla="*/ 2147483647 h 1662"/>
              <a:gd name="T22" fmla="*/ 2147483647 w 1185"/>
              <a:gd name="T23" fmla="*/ 2147483647 h 1662"/>
              <a:gd name="T24" fmla="*/ 2147483647 w 1185"/>
              <a:gd name="T25" fmla="*/ 2147483647 h 1662"/>
              <a:gd name="T26" fmla="*/ 2147483647 w 1185"/>
              <a:gd name="T27" fmla="*/ 2147483647 h 1662"/>
              <a:gd name="T28" fmla="*/ 2147483647 w 1185"/>
              <a:gd name="T29" fmla="*/ 2147483647 h 1662"/>
              <a:gd name="T30" fmla="*/ 2147483647 w 1185"/>
              <a:gd name="T31" fmla="*/ 2147483647 h 1662"/>
              <a:gd name="T32" fmla="*/ 2147483647 w 1185"/>
              <a:gd name="T33" fmla="*/ 2147483647 h 1662"/>
              <a:gd name="T34" fmla="*/ 2147483647 w 1185"/>
              <a:gd name="T35" fmla="*/ 2147483647 h 1662"/>
              <a:gd name="T36" fmla="*/ 2147483647 w 1185"/>
              <a:gd name="T37" fmla="*/ 2147483647 h 1662"/>
              <a:gd name="T38" fmla="*/ 2147483647 w 1185"/>
              <a:gd name="T39" fmla="*/ 2147483647 h 1662"/>
              <a:gd name="T40" fmla="*/ 2147483647 w 1185"/>
              <a:gd name="T41" fmla="*/ 2147483647 h 1662"/>
              <a:gd name="T42" fmla="*/ 2147483647 w 1185"/>
              <a:gd name="T43" fmla="*/ 2147483647 h 1662"/>
              <a:gd name="T44" fmla="*/ 2147483647 w 1185"/>
              <a:gd name="T45" fmla="*/ 2147483647 h 1662"/>
              <a:gd name="T46" fmla="*/ 2147483647 w 1185"/>
              <a:gd name="T47" fmla="*/ 2147483647 h 1662"/>
              <a:gd name="T48" fmla="*/ 2147483647 w 1185"/>
              <a:gd name="T49" fmla="*/ 2147483647 h 1662"/>
              <a:gd name="T50" fmla="*/ 2147483647 w 1185"/>
              <a:gd name="T51" fmla="*/ 2147483647 h 1662"/>
              <a:gd name="T52" fmla="*/ 2147483647 w 1185"/>
              <a:gd name="T53" fmla="*/ 2147483647 h 1662"/>
              <a:gd name="T54" fmla="*/ 2147483647 w 1185"/>
              <a:gd name="T55" fmla="*/ 2147483647 h 1662"/>
              <a:gd name="T56" fmla="*/ 2147483647 w 1185"/>
              <a:gd name="T57" fmla="*/ 2147483647 h 1662"/>
              <a:gd name="T58" fmla="*/ 2147483647 w 1185"/>
              <a:gd name="T59" fmla="*/ 2147483647 h 1662"/>
              <a:gd name="T60" fmla="*/ 2147483647 w 1185"/>
              <a:gd name="T61" fmla="*/ 2147483647 h 1662"/>
              <a:gd name="T62" fmla="*/ 2147483647 w 1185"/>
              <a:gd name="T63" fmla="*/ 2147483647 h 1662"/>
              <a:gd name="T64" fmla="*/ 2147483647 w 1185"/>
              <a:gd name="T65" fmla="*/ 2147483647 h 1662"/>
              <a:gd name="T66" fmla="*/ 2147483647 w 1185"/>
              <a:gd name="T67" fmla="*/ 2147483647 h 1662"/>
              <a:gd name="T68" fmla="*/ 2147483647 w 1185"/>
              <a:gd name="T69" fmla="*/ 2147483647 h 1662"/>
              <a:gd name="T70" fmla="*/ 2147483647 w 1185"/>
              <a:gd name="T71" fmla="*/ 2147483647 h 1662"/>
              <a:gd name="T72" fmla="*/ 2147483647 w 1185"/>
              <a:gd name="T73" fmla="*/ 2147483647 h 1662"/>
              <a:gd name="T74" fmla="*/ 2147483647 w 1185"/>
              <a:gd name="T75" fmla="*/ 2147483647 h 1662"/>
              <a:gd name="T76" fmla="*/ 2147483647 w 1185"/>
              <a:gd name="T77" fmla="*/ 2147483647 h 1662"/>
              <a:gd name="T78" fmla="*/ 2147483647 w 1185"/>
              <a:gd name="T79" fmla="*/ 2147483647 h 1662"/>
              <a:gd name="T80" fmla="*/ 2147483647 w 1185"/>
              <a:gd name="T81" fmla="*/ 2147483647 h 1662"/>
              <a:gd name="T82" fmla="*/ 2147483647 w 1185"/>
              <a:gd name="T83" fmla="*/ 2147483647 h 1662"/>
              <a:gd name="T84" fmla="*/ 2147483647 w 1185"/>
              <a:gd name="T85" fmla="*/ 2147483647 h 1662"/>
              <a:gd name="T86" fmla="*/ 2147483647 w 1185"/>
              <a:gd name="T87" fmla="*/ 2147483647 h 1662"/>
              <a:gd name="T88" fmla="*/ 2147483647 w 1185"/>
              <a:gd name="T89" fmla="*/ 2147483647 h 1662"/>
              <a:gd name="T90" fmla="*/ 2147483647 w 1185"/>
              <a:gd name="T91" fmla="*/ 2147483647 h 1662"/>
              <a:gd name="T92" fmla="*/ 2147483647 w 1185"/>
              <a:gd name="T93" fmla="*/ 2147483647 h 1662"/>
              <a:gd name="T94" fmla="*/ 2147483647 w 1185"/>
              <a:gd name="T95" fmla="*/ 2147483647 h 1662"/>
              <a:gd name="T96" fmla="*/ 2147483647 w 1185"/>
              <a:gd name="T97" fmla="*/ 2147483647 h 1662"/>
              <a:gd name="T98" fmla="*/ 2147483647 w 1185"/>
              <a:gd name="T99" fmla="*/ 2147483647 h 1662"/>
              <a:gd name="T100" fmla="*/ 2147483647 w 1185"/>
              <a:gd name="T101" fmla="*/ 2147483647 h 1662"/>
              <a:gd name="T102" fmla="*/ 2147483647 w 1185"/>
              <a:gd name="T103" fmla="*/ 2147483647 h 166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185"/>
              <a:gd name="T157" fmla="*/ 0 h 1662"/>
              <a:gd name="T158" fmla="*/ 1185 w 1185"/>
              <a:gd name="T159" fmla="*/ 1662 h 166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185" h="1662">
                <a:moveTo>
                  <a:pt x="1183" y="13"/>
                </a:moveTo>
                <a:lnTo>
                  <a:pt x="1118" y="105"/>
                </a:lnTo>
                <a:cubicBezTo>
                  <a:pt x="1115" y="108"/>
                  <a:pt x="1110" y="109"/>
                  <a:pt x="1107" y="107"/>
                </a:cubicBezTo>
                <a:cubicBezTo>
                  <a:pt x="1103" y="104"/>
                  <a:pt x="1102" y="99"/>
                  <a:pt x="1105" y="95"/>
                </a:cubicBezTo>
                <a:lnTo>
                  <a:pt x="1169" y="4"/>
                </a:lnTo>
                <a:cubicBezTo>
                  <a:pt x="1172" y="0"/>
                  <a:pt x="1177" y="0"/>
                  <a:pt x="1181" y="2"/>
                </a:cubicBezTo>
                <a:cubicBezTo>
                  <a:pt x="1184" y="5"/>
                  <a:pt x="1185" y="10"/>
                  <a:pt x="1183" y="13"/>
                </a:cubicBezTo>
                <a:close/>
                <a:moveTo>
                  <a:pt x="1071" y="170"/>
                </a:moveTo>
                <a:lnTo>
                  <a:pt x="1071" y="170"/>
                </a:lnTo>
                <a:cubicBezTo>
                  <a:pt x="1069" y="173"/>
                  <a:pt x="1064" y="174"/>
                  <a:pt x="1060" y="172"/>
                </a:cubicBezTo>
                <a:cubicBezTo>
                  <a:pt x="1057" y="169"/>
                  <a:pt x="1056" y="164"/>
                  <a:pt x="1058" y="161"/>
                </a:cubicBezTo>
                <a:cubicBezTo>
                  <a:pt x="1061" y="157"/>
                  <a:pt x="1066" y="156"/>
                  <a:pt x="1070" y="159"/>
                </a:cubicBezTo>
                <a:cubicBezTo>
                  <a:pt x="1073" y="161"/>
                  <a:pt x="1074" y="166"/>
                  <a:pt x="1071" y="170"/>
                </a:cubicBezTo>
                <a:close/>
                <a:moveTo>
                  <a:pt x="1025" y="235"/>
                </a:moveTo>
                <a:lnTo>
                  <a:pt x="960" y="326"/>
                </a:lnTo>
                <a:cubicBezTo>
                  <a:pt x="958" y="330"/>
                  <a:pt x="953" y="331"/>
                  <a:pt x="949" y="328"/>
                </a:cubicBezTo>
                <a:cubicBezTo>
                  <a:pt x="945" y="326"/>
                  <a:pt x="945" y="321"/>
                  <a:pt x="947" y="317"/>
                </a:cubicBezTo>
                <a:lnTo>
                  <a:pt x="1012" y="226"/>
                </a:lnTo>
                <a:cubicBezTo>
                  <a:pt x="1015" y="222"/>
                  <a:pt x="1020" y="221"/>
                  <a:pt x="1023" y="224"/>
                </a:cubicBezTo>
                <a:cubicBezTo>
                  <a:pt x="1027" y="226"/>
                  <a:pt x="1028" y="231"/>
                  <a:pt x="1025" y="235"/>
                </a:cubicBezTo>
                <a:close/>
                <a:moveTo>
                  <a:pt x="914" y="392"/>
                </a:moveTo>
                <a:lnTo>
                  <a:pt x="914" y="392"/>
                </a:lnTo>
                <a:cubicBezTo>
                  <a:pt x="911" y="395"/>
                  <a:pt x="906" y="396"/>
                  <a:pt x="903" y="394"/>
                </a:cubicBezTo>
                <a:cubicBezTo>
                  <a:pt x="899" y="391"/>
                  <a:pt x="898" y="386"/>
                  <a:pt x="901" y="382"/>
                </a:cubicBezTo>
                <a:cubicBezTo>
                  <a:pt x="903" y="379"/>
                  <a:pt x="908" y="378"/>
                  <a:pt x="912" y="381"/>
                </a:cubicBezTo>
                <a:cubicBezTo>
                  <a:pt x="916" y="383"/>
                  <a:pt x="917" y="388"/>
                  <a:pt x="914" y="392"/>
                </a:cubicBezTo>
                <a:close/>
                <a:moveTo>
                  <a:pt x="868" y="457"/>
                </a:moveTo>
                <a:lnTo>
                  <a:pt x="803" y="548"/>
                </a:lnTo>
                <a:cubicBezTo>
                  <a:pt x="800" y="552"/>
                  <a:pt x="795" y="553"/>
                  <a:pt x="792" y="550"/>
                </a:cubicBezTo>
                <a:cubicBezTo>
                  <a:pt x="788" y="548"/>
                  <a:pt x="787" y="543"/>
                  <a:pt x="790" y="539"/>
                </a:cubicBezTo>
                <a:lnTo>
                  <a:pt x="855" y="448"/>
                </a:lnTo>
                <a:cubicBezTo>
                  <a:pt x="857" y="444"/>
                  <a:pt x="862" y="443"/>
                  <a:pt x="866" y="446"/>
                </a:cubicBezTo>
                <a:cubicBezTo>
                  <a:pt x="869" y="448"/>
                  <a:pt x="870" y="453"/>
                  <a:pt x="868" y="457"/>
                </a:cubicBezTo>
                <a:close/>
                <a:moveTo>
                  <a:pt x="756" y="614"/>
                </a:moveTo>
                <a:lnTo>
                  <a:pt x="756" y="614"/>
                </a:lnTo>
                <a:cubicBezTo>
                  <a:pt x="754" y="617"/>
                  <a:pt x="749" y="618"/>
                  <a:pt x="745" y="615"/>
                </a:cubicBezTo>
                <a:cubicBezTo>
                  <a:pt x="742" y="613"/>
                  <a:pt x="741" y="608"/>
                  <a:pt x="743" y="604"/>
                </a:cubicBezTo>
                <a:cubicBezTo>
                  <a:pt x="746" y="601"/>
                  <a:pt x="751" y="600"/>
                  <a:pt x="755" y="602"/>
                </a:cubicBezTo>
                <a:cubicBezTo>
                  <a:pt x="758" y="605"/>
                  <a:pt x="759" y="610"/>
                  <a:pt x="756" y="614"/>
                </a:cubicBezTo>
                <a:close/>
                <a:moveTo>
                  <a:pt x="710" y="679"/>
                </a:moveTo>
                <a:lnTo>
                  <a:pt x="645" y="770"/>
                </a:lnTo>
                <a:cubicBezTo>
                  <a:pt x="643" y="774"/>
                  <a:pt x="638" y="775"/>
                  <a:pt x="634" y="772"/>
                </a:cubicBezTo>
                <a:cubicBezTo>
                  <a:pt x="631" y="769"/>
                  <a:pt x="630" y="764"/>
                  <a:pt x="632" y="761"/>
                </a:cubicBezTo>
                <a:lnTo>
                  <a:pt x="697" y="669"/>
                </a:lnTo>
                <a:cubicBezTo>
                  <a:pt x="700" y="666"/>
                  <a:pt x="705" y="665"/>
                  <a:pt x="708" y="668"/>
                </a:cubicBezTo>
                <a:cubicBezTo>
                  <a:pt x="712" y="670"/>
                  <a:pt x="713" y="675"/>
                  <a:pt x="710" y="679"/>
                </a:cubicBezTo>
                <a:close/>
                <a:moveTo>
                  <a:pt x="599" y="835"/>
                </a:moveTo>
                <a:lnTo>
                  <a:pt x="599" y="835"/>
                </a:lnTo>
                <a:cubicBezTo>
                  <a:pt x="596" y="839"/>
                  <a:pt x="591" y="840"/>
                  <a:pt x="588" y="837"/>
                </a:cubicBezTo>
                <a:cubicBezTo>
                  <a:pt x="584" y="835"/>
                  <a:pt x="583" y="830"/>
                  <a:pt x="586" y="826"/>
                </a:cubicBezTo>
                <a:cubicBezTo>
                  <a:pt x="589" y="822"/>
                  <a:pt x="594" y="822"/>
                  <a:pt x="597" y="824"/>
                </a:cubicBezTo>
                <a:cubicBezTo>
                  <a:pt x="601" y="827"/>
                  <a:pt x="602" y="832"/>
                  <a:pt x="599" y="835"/>
                </a:cubicBezTo>
                <a:close/>
                <a:moveTo>
                  <a:pt x="553" y="901"/>
                </a:moveTo>
                <a:lnTo>
                  <a:pt x="488" y="992"/>
                </a:lnTo>
                <a:cubicBezTo>
                  <a:pt x="485" y="995"/>
                  <a:pt x="480" y="996"/>
                  <a:pt x="477" y="994"/>
                </a:cubicBezTo>
                <a:cubicBezTo>
                  <a:pt x="473" y="991"/>
                  <a:pt x="472" y="986"/>
                  <a:pt x="475" y="983"/>
                </a:cubicBezTo>
                <a:lnTo>
                  <a:pt x="540" y="891"/>
                </a:lnTo>
                <a:cubicBezTo>
                  <a:pt x="542" y="888"/>
                  <a:pt x="547" y="887"/>
                  <a:pt x="551" y="889"/>
                </a:cubicBezTo>
                <a:cubicBezTo>
                  <a:pt x="554" y="892"/>
                  <a:pt x="555" y="897"/>
                  <a:pt x="553" y="901"/>
                </a:cubicBezTo>
                <a:close/>
                <a:moveTo>
                  <a:pt x="442" y="1057"/>
                </a:moveTo>
                <a:lnTo>
                  <a:pt x="442" y="1057"/>
                </a:lnTo>
                <a:cubicBezTo>
                  <a:pt x="439" y="1061"/>
                  <a:pt x="434" y="1062"/>
                  <a:pt x="430" y="1059"/>
                </a:cubicBezTo>
                <a:cubicBezTo>
                  <a:pt x="427" y="1056"/>
                  <a:pt x="426" y="1051"/>
                  <a:pt x="429" y="1048"/>
                </a:cubicBezTo>
                <a:cubicBezTo>
                  <a:pt x="431" y="1044"/>
                  <a:pt x="436" y="1043"/>
                  <a:pt x="440" y="1046"/>
                </a:cubicBezTo>
                <a:cubicBezTo>
                  <a:pt x="443" y="1049"/>
                  <a:pt x="444" y="1054"/>
                  <a:pt x="442" y="1057"/>
                </a:cubicBezTo>
                <a:close/>
                <a:moveTo>
                  <a:pt x="395" y="1122"/>
                </a:moveTo>
                <a:lnTo>
                  <a:pt x="330" y="1214"/>
                </a:lnTo>
                <a:cubicBezTo>
                  <a:pt x="328" y="1217"/>
                  <a:pt x="323" y="1218"/>
                  <a:pt x="319" y="1216"/>
                </a:cubicBezTo>
                <a:cubicBezTo>
                  <a:pt x="316" y="1213"/>
                  <a:pt x="315" y="1208"/>
                  <a:pt x="317" y="1204"/>
                </a:cubicBezTo>
                <a:lnTo>
                  <a:pt x="382" y="1113"/>
                </a:lnTo>
                <a:cubicBezTo>
                  <a:pt x="385" y="1109"/>
                  <a:pt x="390" y="1109"/>
                  <a:pt x="393" y="1111"/>
                </a:cubicBezTo>
                <a:cubicBezTo>
                  <a:pt x="397" y="1114"/>
                  <a:pt x="398" y="1119"/>
                  <a:pt x="395" y="1122"/>
                </a:cubicBezTo>
                <a:close/>
                <a:moveTo>
                  <a:pt x="284" y="1279"/>
                </a:moveTo>
                <a:lnTo>
                  <a:pt x="284" y="1279"/>
                </a:lnTo>
                <a:cubicBezTo>
                  <a:pt x="282" y="1283"/>
                  <a:pt x="277" y="1283"/>
                  <a:pt x="273" y="1281"/>
                </a:cubicBezTo>
                <a:cubicBezTo>
                  <a:pt x="269" y="1278"/>
                  <a:pt x="269" y="1273"/>
                  <a:pt x="271" y="1270"/>
                </a:cubicBezTo>
                <a:cubicBezTo>
                  <a:pt x="274" y="1266"/>
                  <a:pt x="279" y="1265"/>
                  <a:pt x="282" y="1268"/>
                </a:cubicBezTo>
                <a:cubicBezTo>
                  <a:pt x="286" y="1270"/>
                  <a:pt x="287" y="1275"/>
                  <a:pt x="284" y="1279"/>
                </a:cubicBezTo>
                <a:close/>
                <a:moveTo>
                  <a:pt x="238" y="1344"/>
                </a:moveTo>
                <a:lnTo>
                  <a:pt x="173" y="1436"/>
                </a:lnTo>
                <a:cubicBezTo>
                  <a:pt x="170" y="1439"/>
                  <a:pt x="165" y="1440"/>
                  <a:pt x="162" y="1437"/>
                </a:cubicBezTo>
                <a:cubicBezTo>
                  <a:pt x="158" y="1435"/>
                  <a:pt x="157" y="1430"/>
                  <a:pt x="160" y="1426"/>
                </a:cubicBezTo>
                <a:lnTo>
                  <a:pt x="225" y="1335"/>
                </a:lnTo>
                <a:cubicBezTo>
                  <a:pt x="227" y="1331"/>
                  <a:pt x="232" y="1330"/>
                  <a:pt x="236" y="1333"/>
                </a:cubicBezTo>
                <a:cubicBezTo>
                  <a:pt x="240" y="1336"/>
                  <a:pt x="240" y="1341"/>
                  <a:pt x="238" y="1344"/>
                </a:cubicBezTo>
                <a:close/>
                <a:moveTo>
                  <a:pt x="127" y="1501"/>
                </a:moveTo>
                <a:lnTo>
                  <a:pt x="127" y="1501"/>
                </a:lnTo>
                <a:cubicBezTo>
                  <a:pt x="124" y="1504"/>
                  <a:pt x="119" y="1505"/>
                  <a:pt x="116" y="1503"/>
                </a:cubicBezTo>
                <a:cubicBezTo>
                  <a:pt x="112" y="1500"/>
                  <a:pt x="111" y="1495"/>
                  <a:pt x="114" y="1491"/>
                </a:cubicBezTo>
                <a:cubicBezTo>
                  <a:pt x="116" y="1488"/>
                  <a:pt x="121" y="1487"/>
                  <a:pt x="125" y="1490"/>
                </a:cubicBezTo>
                <a:cubicBezTo>
                  <a:pt x="128" y="1492"/>
                  <a:pt x="129" y="1497"/>
                  <a:pt x="127" y="1501"/>
                </a:cubicBezTo>
                <a:close/>
                <a:moveTo>
                  <a:pt x="80" y="1566"/>
                </a:moveTo>
                <a:lnTo>
                  <a:pt x="16" y="1657"/>
                </a:lnTo>
                <a:cubicBezTo>
                  <a:pt x="13" y="1661"/>
                  <a:pt x="8" y="1662"/>
                  <a:pt x="4" y="1659"/>
                </a:cubicBezTo>
                <a:cubicBezTo>
                  <a:pt x="1" y="1657"/>
                  <a:pt x="0" y="1652"/>
                  <a:pt x="3" y="1648"/>
                </a:cubicBezTo>
                <a:lnTo>
                  <a:pt x="67" y="1557"/>
                </a:lnTo>
                <a:cubicBezTo>
                  <a:pt x="70" y="1553"/>
                  <a:pt x="75" y="1552"/>
                  <a:pt x="78" y="1555"/>
                </a:cubicBezTo>
                <a:cubicBezTo>
                  <a:pt x="82" y="1557"/>
                  <a:pt x="83" y="1562"/>
                  <a:pt x="80" y="1566"/>
                </a:cubicBezTo>
                <a:close/>
              </a:path>
            </a:pathLst>
          </a:custGeom>
          <a:solidFill>
            <a:srgbClr val="000000"/>
          </a:solidFill>
          <a:ln w="15875">
            <a:solidFill>
              <a:srgbClr val="000000"/>
            </a:solidFill>
            <a:bevel/>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42" name="Rectangle 48">
            <a:extLst>
              <a:ext uri="{FF2B5EF4-FFF2-40B4-BE49-F238E27FC236}">
                <a16:creationId xmlns:a16="http://schemas.microsoft.com/office/drawing/2014/main" id="{363C85E4-9409-7749-B277-38943DD988BD}"/>
              </a:ext>
            </a:extLst>
          </p:cNvPr>
          <p:cNvSpPr>
            <a:spLocks noChangeArrowheads="1"/>
          </p:cNvSpPr>
          <p:nvPr/>
        </p:nvSpPr>
        <p:spPr bwMode="auto">
          <a:xfrm>
            <a:off x="787879" y="3883025"/>
            <a:ext cx="4470400" cy="1524000"/>
          </a:xfrm>
          <a:prstGeom prst="rect">
            <a:avLst/>
          </a:prstGeom>
          <a:solidFill>
            <a:srgbClr val="FFB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43" name="Rectangle 49">
            <a:extLst>
              <a:ext uri="{FF2B5EF4-FFF2-40B4-BE49-F238E27FC236}">
                <a16:creationId xmlns:a16="http://schemas.microsoft.com/office/drawing/2014/main" id="{58799587-1A51-8E4A-BB5B-49955084EDD6}"/>
              </a:ext>
            </a:extLst>
          </p:cNvPr>
          <p:cNvSpPr>
            <a:spLocks noChangeArrowheads="1"/>
          </p:cNvSpPr>
          <p:nvPr/>
        </p:nvSpPr>
        <p:spPr bwMode="auto">
          <a:xfrm>
            <a:off x="787879" y="3883025"/>
            <a:ext cx="4470400" cy="1524000"/>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44" name="Rectangle 50">
            <a:extLst>
              <a:ext uri="{FF2B5EF4-FFF2-40B4-BE49-F238E27FC236}">
                <a16:creationId xmlns:a16="http://schemas.microsoft.com/office/drawing/2014/main" id="{66DD7BFF-D580-344C-9D56-40F53F4F52AA}"/>
              </a:ext>
            </a:extLst>
          </p:cNvPr>
          <p:cNvSpPr>
            <a:spLocks noChangeArrowheads="1"/>
          </p:cNvSpPr>
          <p:nvPr/>
        </p:nvSpPr>
        <p:spPr bwMode="auto">
          <a:xfrm>
            <a:off x="908370" y="3946941"/>
            <a:ext cx="13379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Thread Warp</a:t>
            </a:r>
          </a:p>
        </p:txBody>
      </p:sp>
      <p:sp>
        <p:nvSpPr>
          <p:cNvPr id="60445" name="Rectangle 51">
            <a:extLst>
              <a:ext uri="{FF2B5EF4-FFF2-40B4-BE49-F238E27FC236}">
                <a16:creationId xmlns:a16="http://schemas.microsoft.com/office/drawing/2014/main" id="{6453B316-F686-6441-A541-375BA34547F5}"/>
              </a:ext>
            </a:extLst>
          </p:cNvPr>
          <p:cNvSpPr>
            <a:spLocks noChangeArrowheads="1"/>
          </p:cNvSpPr>
          <p:nvPr/>
        </p:nvSpPr>
        <p:spPr bwMode="auto">
          <a:xfrm>
            <a:off x="1094267" y="4371975"/>
            <a:ext cx="812800" cy="831850"/>
          </a:xfrm>
          <a:prstGeom prst="rect">
            <a:avLst/>
          </a:prstGeom>
          <a:solidFill>
            <a:srgbClr val="FFEA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46" name="Rectangle 52">
            <a:extLst>
              <a:ext uri="{FF2B5EF4-FFF2-40B4-BE49-F238E27FC236}">
                <a16:creationId xmlns:a16="http://schemas.microsoft.com/office/drawing/2014/main" id="{1E282D03-3815-1F48-A465-CF4AD19F2557}"/>
              </a:ext>
            </a:extLst>
          </p:cNvPr>
          <p:cNvSpPr>
            <a:spLocks noChangeArrowheads="1"/>
          </p:cNvSpPr>
          <p:nvPr/>
        </p:nvSpPr>
        <p:spPr bwMode="auto">
          <a:xfrm>
            <a:off x="1094267" y="4371975"/>
            <a:ext cx="812800" cy="831850"/>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47" name="Rectangle 53">
            <a:extLst>
              <a:ext uri="{FF2B5EF4-FFF2-40B4-BE49-F238E27FC236}">
                <a16:creationId xmlns:a16="http://schemas.microsoft.com/office/drawing/2014/main" id="{733C4935-FE97-7341-A634-077BE036F566}"/>
              </a:ext>
            </a:extLst>
          </p:cNvPr>
          <p:cNvSpPr>
            <a:spLocks noChangeArrowheads="1"/>
          </p:cNvSpPr>
          <p:nvPr/>
        </p:nvSpPr>
        <p:spPr bwMode="auto">
          <a:xfrm>
            <a:off x="1181579" y="4378325"/>
            <a:ext cx="58028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Scalar</a:t>
            </a:r>
          </a:p>
        </p:txBody>
      </p:sp>
      <p:sp>
        <p:nvSpPr>
          <p:cNvPr id="60448" name="Rectangle 54">
            <a:extLst>
              <a:ext uri="{FF2B5EF4-FFF2-40B4-BE49-F238E27FC236}">
                <a16:creationId xmlns:a16="http://schemas.microsoft.com/office/drawing/2014/main" id="{44F3580A-4AA8-7247-9C95-B602EC01DB8F}"/>
              </a:ext>
            </a:extLst>
          </p:cNvPr>
          <p:cNvSpPr>
            <a:spLocks noChangeArrowheads="1"/>
          </p:cNvSpPr>
          <p:nvPr/>
        </p:nvSpPr>
        <p:spPr bwMode="auto">
          <a:xfrm>
            <a:off x="1148242" y="4640262"/>
            <a:ext cx="64921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Thread</a:t>
            </a:r>
          </a:p>
        </p:txBody>
      </p:sp>
      <p:sp>
        <p:nvSpPr>
          <p:cNvPr id="60449" name="Rectangle 55">
            <a:extLst>
              <a:ext uri="{FF2B5EF4-FFF2-40B4-BE49-F238E27FC236}">
                <a16:creationId xmlns:a16="http://schemas.microsoft.com/office/drawing/2014/main" id="{94D0BDC2-2D31-DC49-AE0E-8CBDE43388C0}"/>
              </a:ext>
            </a:extLst>
          </p:cNvPr>
          <p:cNvSpPr>
            <a:spLocks noChangeArrowheads="1"/>
          </p:cNvSpPr>
          <p:nvPr/>
        </p:nvSpPr>
        <p:spPr bwMode="auto">
          <a:xfrm>
            <a:off x="1394304" y="4919662"/>
            <a:ext cx="1138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a:t>
            </a:r>
          </a:p>
        </p:txBody>
      </p:sp>
      <p:sp>
        <p:nvSpPr>
          <p:cNvPr id="60450" name="Rectangle 56">
            <a:extLst>
              <a:ext uri="{FF2B5EF4-FFF2-40B4-BE49-F238E27FC236}">
                <a16:creationId xmlns:a16="http://schemas.microsoft.com/office/drawing/2014/main" id="{7E4E4E02-20B2-3E47-87AE-4F8836B68D0E}"/>
              </a:ext>
            </a:extLst>
          </p:cNvPr>
          <p:cNvSpPr>
            <a:spLocks noChangeArrowheads="1"/>
          </p:cNvSpPr>
          <p:nvPr/>
        </p:nvSpPr>
        <p:spPr bwMode="auto">
          <a:xfrm>
            <a:off x="1907067" y="4371975"/>
            <a:ext cx="811212" cy="831850"/>
          </a:xfrm>
          <a:prstGeom prst="rect">
            <a:avLst/>
          </a:prstGeom>
          <a:solidFill>
            <a:srgbClr val="FFEA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51" name="Rectangle 57">
            <a:extLst>
              <a:ext uri="{FF2B5EF4-FFF2-40B4-BE49-F238E27FC236}">
                <a16:creationId xmlns:a16="http://schemas.microsoft.com/office/drawing/2014/main" id="{83791836-D116-0541-9941-7A3D0A083DE3}"/>
              </a:ext>
            </a:extLst>
          </p:cNvPr>
          <p:cNvSpPr>
            <a:spLocks noChangeArrowheads="1"/>
          </p:cNvSpPr>
          <p:nvPr/>
        </p:nvSpPr>
        <p:spPr bwMode="auto">
          <a:xfrm>
            <a:off x="1907067" y="4371975"/>
            <a:ext cx="811212" cy="831850"/>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52" name="Rectangle 58">
            <a:extLst>
              <a:ext uri="{FF2B5EF4-FFF2-40B4-BE49-F238E27FC236}">
                <a16:creationId xmlns:a16="http://schemas.microsoft.com/office/drawing/2014/main" id="{1BBE62AA-3F4C-D848-BF3A-957FFF67618D}"/>
              </a:ext>
            </a:extLst>
          </p:cNvPr>
          <p:cNvSpPr>
            <a:spLocks noChangeArrowheads="1"/>
          </p:cNvSpPr>
          <p:nvPr/>
        </p:nvSpPr>
        <p:spPr bwMode="auto">
          <a:xfrm>
            <a:off x="1984854" y="4378325"/>
            <a:ext cx="58028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Scalar</a:t>
            </a:r>
          </a:p>
        </p:txBody>
      </p:sp>
      <p:sp>
        <p:nvSpPr>
          <p:cNvPr id="60453" name="Rectangle 59">
            <a:extLst>
              <a:ext uri="{FF2B5EF4-FFF2-40B4-BE49-F238E27FC236}">
                <a16:creationId xmlns:a16="http://schemas.microsoft.com/office/drawing/2014/main" id="{798239A2-05EC-F947-9A33-7688EA7F9C47}"/>
              </a:ext>
            </a:extLst>
          </p:cNvPr>
          <p:cNvSpPr>
            <a:spLocks noChangeArrowheads="1"/>
          </p:cNvSpPr>
          <p:nvPr/>
        </p:nvSpPr>
        <p:spPr bwMode="auto">
          <a:xfrm>
            <a:off x="1951517" y="4640262"/>
            <a:ext cx="64921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a:t>
            </a:r>
          </a:p>
        </p:txBody>
      </p:sp>
      <p:sp>
        <p:nvSpPr>
          <p:cNvPr id="60454" name="Rectangle 60">
            <a:extLst>
              <a:ext uri="{FF2B5EF4-FFF2-40B4-BE49-F238E27FC236}">
                <a16:creationId xmlns:a16="http://schemas.microsoft.com/office/drawing/2014/main" id="{DB7AE11D-313C-2A4E-A2C2-C9D320BD5D73}"/>
              </a:ext>
            </a:extLst>
          </p:cNvPr>
          <p:cNvSpPr>
            <a:spLocks noChangeArrowheads="1"/>
          </p:cNvSpPr>
          <p:nvPr/>
        </p:nvSpPr>
        <p:spPr bwMode="auto">
          <a:xfrm>
            <a:off x="2230917" y="4919662"/>
            <a:ext cx="1138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sp>
        <p:nvSpPr>
          <p:cNvPr id="60455" name="Rectangle 61">
            <a:extLst>
              <a:ext uri="{FF2B5EF4-FFF2-40B4-BE49-F238E27FC236}">
                <a16:creationId xmlns:a16="http://schemas.microsoft.com/office/drawing/2014/main" id="{FE209947-DBEC-D747-A51A-A33A85B27215}"/>
              </a:ext>
            </a:extLst>
          </p:cNvPr>
          <p:cNvSpPr>
            <a:spLocks noChangeArrowheads="1"/>
          </p:cNvSpPr>
          <p:nvPr/>
        </p:nvSpPr>
        <p:spPr bwMode="auto">
          <a:xfrm>
            <a:off x="2718279" y="4371975"/>
            <a:ext cx="812800" cy="831850"/>
          </a:xfrm>
          <a:prstGeom prst="rect">
            <a:avLst/>
          </a:prstGeom>
          <a:solidFill>
            <a:srgbClr val="FFEA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56" name="Rectangle 62">
            <a:extLst>
              <a:ext uri="{FF2B5EF4-FFF2-40B4-BE49-F238E27FC236}">
                <a16:creationId xmlns:a16="http://schemas.microsoft.com/office/drawing/2014/main" id="{1ABB1B38-1878-F748-AE83-9819889134D6}"/>
              </a:ext>
            </a:extLst>
          </p:cNvPr>
          <p:cNvSpPr>
            <a:spLocks noChangeArrowheads="1"/>
          </p:cNvSpPr>
          <p:nvPr/>
        </p:nvSpPr>
        <p:spPr bwMode="auto">
          <a:xfrm>
            <a:off x="2718279" y="4371975"/>
            <a:ext cx="812800" cy="831850"/>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57" name="Rectangle 63">
            <a:extLst>
              <a:ext uri="{FF2B5EF4-FFF2-40B4-BE49-F238E27FC236}">
                <a16:creationId xmlns:a16="http://schemas.microsoft.com/office/drawing/2014/main" id="{DD61E55A-0853-9747-B63A-C01081CFA01E}"/>
              </a:ext>
            </a:extLst>
          </p:cNvPr>
          <p:cNvSpPr>
            <a:spLocks noChangeArrowheads="1"/>
          </p:cNvSpPr>
          <p:nvPr/>
        </p:nvSpPr>
        <p:spPr bwMode="auto">
          <a:xfrm>
            <a:off x="2804004" y="4378325"/>
            <a:ext cx="58028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Scalar</a:t>
            </a:r>
          </a:p>
        </p:txBody>
      </p:sp>
      <p:sp>
        <p:nvSpPr>
          <p:cNvPr id="60458" name="Rectangle 64">
            <a:extLst>
              <a:ext uri="{FF2B5EF4-FFF2-40B4-BE49-F238E27FC236}">
                <a16:creationId xmlns:a16="http://schemas.microsoft.com/office/drawing/2014/main" id="{755422D9-2A6E-0147-AFBC-0D28EFE7A476}"/>
              </a:ext>
            </a:extLst>
          </p:cNvPr>
          <p:cNvSpPr>
            <a:spLocks noChangeArrowheads="1"/>
          </p:cNvSpPr>
          <p:nvPr/>
        </p:nvSpPr>
        <p:spPr bwMode="auto">
          <a:xfrm>
            <a:off x="2770667" y="4640262"/>
            <a:ext cx="64921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a:t>
            </a:r>
          </a:p>
        </p:txBody>
      </p:sp>
      <p:sp>
        <p:nvSpPr>
          <p:cNvPr id="60459" name="Rectangle 65">
            <a:extLst>
              <a:ext uri="{FF2B5EF4-FFF2-40B4-BE49-F238E27FC236}">
                <a16:creationId xmlns:a16="http://schemas.microsoft.com/office/drawing/2014/main" id="{54DD468C-A4FB-274C-95BC-2C299E704BED}"/>
              </a:ext>
            </a:extLst>
          </p:cNvPr>
          <p:cNvSpPr>
            <a:spLocks noChangeArrowheads="1"/>
          </p:cNvSpPr>
          <p:nvPr/>
        </p:nvSpPr>
        <p:spPr bwMode="auto">
          <a:xfrm>
            <a:off x="3050067" y="4919662"/>
            <a:ext cx="1138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sp>
        <p:nvSpPr>
          <p:cNvPr id="60460" name="Rectangle 66">
            <a:extLst>
              <a:ext uri="{FF2B5EF4-FFF2-40B4-BE49-F238E27FC236}">
                <a16:creationId xmlns:a16="http://schemas.microsoft.com/office/drawing/2014/main" id="{2B2D306F-36C7-2949-899E-69334302A951}"/>
              </a:ext>
            </a:extLst>
          </p:cNvPr>
          <p:cNvSpPr>
            <a:spLocks noChangeArrowheads="1"/>
          </p:cNvSpPr>
          <p:nvPr/>
        </p:nvSpPr>
        <p:spPr bwMode="auto">
          <a:xfrm>
            <a:off x="4242279" y="4371975"/>
            <a:ext cx="812800" cy="831850"/>
          </a:xfrm>
          <a:prstGeom prst="rect">
            <a:avLst/>
          </a:prstGeom>
          <a:solidFill>
            <a:srgbClr val="FFEA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61" name="Rectangle 67">
            <a:extLst>
              <a:ext uri="{FF2B5EF4-FFF2-40B4-BE49-F238E27FC236}">
                <a16:creationId xmlns:a16="http://schemas.microsoft.com/office/drawing/2014/main" id="{642C6B63-933B-3C49-A265-E5B07C5ABA31}"/>
              </a:ext>
            </a:extLst>
          </p:cNvPr>
          <p:cNvSpPr>
            <a:spLocks noChangeArrowheads="1"/>
          </p:cNvSpPr>
          <p:nvPr/>
        </p:nvSpPr>
        <p:spPr bwMode="auto">
          <a:xfrm>
            <a:off x="4242279" y="4371975"/>
            <a:ext cx="812800" cy="831850"/>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62" name="Rectangle 68">
            <a:extLst>
              <a:ext uri="{FF2B5EF4-FFF2-40B4-BE49-F238E27FC236}">
                <a16:creationId xmlns:a16="http://schemas.microsoft.com/office/drawing/2014/main" id="{60F0AAAF-88D8-6C46-858D-E4C6F2B5001B}"/>
              </a:ext>
            </a:extLst>
          </p:cNvPr>
          <p:cNvSpPr>
            <a:spLocks noChangeArrowheads="1"/>
          </p:cNvSpPr>
          <p:nvPr/>
        </p:nvSpPr>
        <p:spPr bwMode="auto">
          <a:xfrm>
            <a:off x="4329592" y="4378325"/>
            <a:ext cx="58028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Scalar</a:t>
            </a:r>
          </a:p>
        </p:txBody>
      </p:sp>
      <p:sp>
        <p:nvSpPr>
          <p:cNvPr id="60463" name="Rectangle 69">
            <a:extLst>
              <a:ext uri="{FF2B5EF4-FFF2-40B4-BE49-F238E27FC236}">
                <a16:creationId xmlns:a16="http://schemas.microsoft.com/office/drawing/2014/main" id="{46D5A122-A3E9-1A4A-ABED-8C97C69BF2A3}"/>
              </a:ext>
            </a:extLst>
          </p:cNvPr>
          <p:cNvSpPr>
            <a:spLocks noChangeArrowheads="1"/>
          </p:cNvSpPr>
          <p:nvPr/>
        </p:nvSpPr>
        <p:spPr bwMode="auto">
          <a:xfrm>
            <a:off x="4296254" y="4640262"/>
            <a:ext cx="64921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a:t>
            </a:r>
          </a:p>
        </p:txBody>
      </p:sp>
      <p:sp>
        <p:nvSpPr>
          <p:cNvPr id="60464" name="Rectangle 70">
            <a:extLst>
              <a:ext uri="{FF2B5EF4-FFF2-40B4-BE49-F238E27FC236}">
                <a16:creationId xmlns:a16="http://schemas.microsoft.com/office/drawing/2014/main" id="{980A28B6-AC6E-084B-9770-9569D6DE595F}"/>
              </a:ext>
            </a:extLst>
          </p:cNvPr>
          <p:cNvSpPr>
            <a:spLocks noChangeArrowheads="1"/>
          </p:cNvSpPr>
          <p:nvPr/>
        </p:nvSpPr>
        <p:spPr bwMode="auto">
          <a:xfrm>
            <a:off x="4574067" y="4919662"/>
            <a:ext cx="22762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31</a:t>
            </a:r>
          </a:p>
        </p:txBody>
      </p:sp>
      <p:sp>
        <p:nvSpPr>
          <p:cNvPr id="60465" name="Freeform 71">
            <a:extLst>
              <a:ext uri="{FF2B5EF4-FFF2-40B4-BE49-F238E27FC236}">
                <a16:creationId xmlns:a16="http://schemas.microsoft.com/office/drawing/2014/main" id="{D337C481-ACB1-C74F-A582-E49B38DB623E}"/>
              </a:ext>
            </a:extLst>
          </p:cNvPr>
          <p:cNvSpPr>
            <a:spLocks/>
          </p:cNvSpPr>
          <p:nvPr/>
        </p:nvSpPr>
        <p:spPr bwMode="auto">
          <a:xfrm>
            <a:off x="3632679" y="4772025"/>
            <a:ext cx="50800" cy="50800"/>
          </a:xfrm>
          <a:custGeom>
            <a:avLst/>
            <a:gdLst>
              <a:gd name="T0" fmla="*/ 0 w 49"/>
              <a:gd name="T1" fmla="*/ 2147483647 h 49"/>
              <a:gd name="T2" fmla="*/ 2147483647 w 49"/>
              <a:gd name="T3" fmla="*/ 0 h 49"/>
              <a:gd name="T4" fmla="*/ 2147483647 w 49"/>
              <a:gd name="T5" fmla="*/ 2147483647 h 49"/>
              <a:gd name="T6" fmla="*/ 2147483647 w 49"/>
              <a:gd name="T7" fmla="*/ 2147483647 h 49"/>
              <a:gd name="T8" fmla="*/ 2147483647 w 49"/>
              <a:gd name="T9" fmla="*/ 2147483647 h 49"/>
              <a:gd name="T10" fmla="*/ 0 w 49"/>
              <a:gd name="T11" fmla="*/ 2147483647 h 49"/>
              <a:gd name="T12" fmla="*/ 0 60000 65536"/>
              <a:gd name="T13" fmla="*/ 0 60000 65536"/>
              <a:gd name="T14" fmla="*/ 0 60000 65536"/>
              <a:gd name="T15" fmla="*/ 0 60000 65536"/>
              <a:gd name="T16" fmla="*/ 0 60000 65536"/>
              <a:gd name="T17" fmla="*/ 0 60000 65536"/>
              <a:gd name="T18" fmla="*/ 0 w 49"/>
              <a:gd name="T19" fmla="*/ 0 h 49"/>
              <a:gd name="T20" fmla="*/ 49 w 49"/>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49" h="49">
                <a:moveTo>
                  <a:pt x="0" y="25"/>
                </a:moveTo>
                <a:cubicBezTo>
                  <a:pt x="0" y="11"/>
                  <a:pt x="11" y="0"/>
                  <a:pt x="24" y="0"/>
                </a:cubicBezTo>
                <a:cubicBezTo>
                  <a:pt x="38" y="0"/>
                  <a:pt x="49" y="11"/>
                  <a:pt x="49" y="25"/>
                </a:cubicBezTo>
                <a:cubicBezTo>
                  <a:pt x="49" y="25"/>
                  <a:pt x="49" y="25"/>
                  <a:pt x="49" y="25"/>
                </a:cubicBezTo>
                <a:cubicBezTo>
                  <a:pt x="49" y="38"/>
                  <a:pt x="38" y="49"/>
                  <a:pt x="24" y="49"/>
                </a:cubicBezTo>
                <a:cubicBezTo>
                  <a:pt x="11" y="49"/>
                  <a:pt x="0" y="38"/>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66" name="Freeform 72">
            <a:extLst>
              <a:ext uri="{FF2B5EF4-FFF2-40B4-BE49-F238E27FC236}">
                <a16:creationId xmlns:a16="http://schemas.microsoft.com/office/drawing/2014/main" id="{CF82DD21-3FEE-2F47-B1A5-D97C3A0FB990}"/>
              </a:ext>
            </a:extLst>
          </p:cNvPr>
          <p:cNvSpPr>
            <a:spLocks/>
          </p:cNvSpPr>
          <p:nvPr/>
        </p:nvSpPr>
        <p:spPr bwMode="auto">
          <a:xfrm>
            <a:off x="3632679" y="4772025"/>
            <a:ext cx="50800" cy="50800"/>
          </a:xfrm>
          <a:custGeom>
            <a:avLst/>
            <a:gdLst>
              <a:gd name="T0" fmla="*/ 0 w 32"/>
              <a:gd name="T1" fmla="*/ 2147483647 h 32"/>
              <a:gd name="T2" fmla="*/ 2147483647 w 32"/>
              <a:gd name="T3" fmla="*/ 0 h 32"/>
              <a:gd name="T4" fmla="*/ 2147483647 w 32"/>
              <a:gd name="T5" fmla="*/ 2147483647 h 32"/>
              <a:gd name="T6" fmla="*/ 2147483647 w 32"/>
              <a:gd name="T7" fmla="*/ 2147483647 h 32"/>
              <a:gd name="T8" fmla="*/ 2147483647 w 32"/>
              <a:gd name="T9" fmla="*/ 2147483647 h 32"/>
              <a:gd name="T10" fmla="*/ 0 w 32"/>
              <a:gd name="T11" fmla="*/ 2147483647 h 32"/>
              <a:gd name="T12" fmla="*/ 0 60000 65536"/>
              <a:gd name="T13" fmla="*/ 0 60000 65536"/>
              <a:gd name="T14" fmla="*/ 0 60000 65536"/>
              <a:gd name="T15" fmla="*/ 0 60000 65536"/>
              <a:gd name="T16" fmla="*/ 0 60000 65536"/>
              <a:gd name="T17" fmla="*/ 0 60000 65536"/>
              <a:gd name="T18" fmla="*/ 0 w 32"/>
              <a:gd name="T19" fmla="*/ 0 h 32"/>
              <a:gd name="T20" fmla="*/ 32 w 32"/>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32" h="32">
                <a:moveTo>
                  <a:pt x="0" y="16"/>
                </a:moveTo>
                <a:cubicBezTo>
                  <a:pt x="0" y="7"/>
                  <a:pt x="7" y="0"/>
                  <a:pt x="16" y="0"/>
                </a:cubicBezTo>
                <a:cubicBezTo>
                  <a:pt x="25" y="0"/>
                  <a:pt x="32" y="7"/>
                  <a:pt x="32" y="16"/>
                </a:cubicBezTo>
                <a:cubicBezTo>
                  <a:pt x="32" y="16"/>
                  <a:pt x="32" y="16"/>
                  <a:pt x="32" y="16"/>
                </a:cubicBezTo>
                <a:cubicBezTo>
                  <a:pt x="32" y="25"/>
                  <a:pt x="25" y="32"/>
                  <a:pt x="16" y="32"/>
                </a:cubicBezTo>
                <a:cubicBezTo>
                  <a:pt x="7" y="32"/>
                  <a:pt x="0" y="25"/>
                  <a:pt x="0" y="16"/>
                </a:cubicBezTo>
              </a:path>
            </a:pathLst>
          </a:cu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67" name="Freeform 73">
            <a:extLst>
              <a:ext uri="{FF2B5EF4-FFF2-40B4-BE49-F238E27FC236}">
                <a16:creationId xmlns:a16="http://schemas.microsoft.com/office/drawing/2014/main" id="{7D65F2A6-375A-4A43-A6E6-1BBB3C803BE6}"/>
              </a:ext>
            </a:extLst>
          </p:cNvPr>
          <p:cNvSpPr>
            <a:spLocks/>
          </p:cNvSpPr>
          <p:nvPr/>
        </p:nvSpPr>
        <p:spPr bwMode="auto">
          <a:xfrm>
            <a:off x="3835879" y="4772025"/>
            <a:ext cx="50800" cy="50800"/>
          </a:xfrm>
          <a:custGeom>
            <a:avLst/>
            <a:gdLst>
              <a:gd name="T0" fmla="*/ 0 w 49"/>
              <a:gd name="T1" fmla="*/ 2147483647 h 49"/>
              <a:gd name="T2" fmla="*/ 2147483647 w 49"/>
              <a:gd name="T3" fmla="*/ 0 h 49"/>
              <a:gd name="T4" fmla="*/ 2147483647 w 49"/>
              <a:gd name="T5" fmla="*/ 2147483647 h 49"/>
              <a:gd name="T6" fmla="*/ 2147483647 w 49"/>
              <a:gd name="T7" fmla="*/ 2147483647 h 49"/>
              <a:gd name="T8" fmla="*/ 2147483647 w 49"/>
              <a:gd name="T9" fmla="*/ 2147483647 h 49"/>
              <a:gd name="T10" fmla="*/ 0 w 49"/>
              <a:gd name="T11" fmla="*/ 2147483647 h 49"/>
              <a:gd name="T12" fmla="*/ 0 60000 65536"/>
              <a:gd name="T13" fmla="*/ 0 60000 65536"/>
              <a:gd name="T14" fmla="*/ 0 60000 65536"/>
              <a:gd name="T15" fmla="*/ 0 60000 65536"/>
              <a:gd name="T16" fmla="*/ 0 60000 65536"/>
              <a:gd name="T17" fmla="*/ 0 60000 65536"/>
              <a:gd name="T18" fmla="*/ 0 w 49"/>
              <a:gd name="T19" fmla="*/ 0 h 49"/>
              <a:gd name="T20" fmla="*/ 49 w 49"/>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49" h="49">
                <a:moveTo>
                  <a:pt x="0" y="25"/>
                </a:moveTo>
                <a:cubicBezTo>
                  <a:pt x="0" y="11"/>
                  <a:pt x="11" y="0"/>
                  <a:pt x="25" y="0"/>
                </a:cubicBezTo>
                <a:cubicBezTo>
                  <a:pt x="38" y="0"/>
                  <a:pt x="49" y="11"/>
                  <a:pt x="49" y="25"/>
                </a:cubicBezTo>
                <a:cubicBezTo>
                  <a:pt x="49" y="25"/>
                  <a:pt x="49" y="25"/>
                  <a:pt x="49" y="25"/>
                </a:cubicBezTo>
                <a:cubicBezTo>
                  <a:pt x="49" y="38"/>
                  <a:pt x="38" y="49"/>
                  <a:pt x="25" y="49"/>
                </a:cubicBezTo>
                <a:cubicBezTo>
                  <a:pt x="11" y="49"/>
                  <a:pt x="0" y="38"/>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68" name="Freeform 74">
            <a:extLst>
              <a:ext uri="{FF2B5EF4-FFF2-40B4-BE49-F238E27FC236}">
                <a16:creationId xmlns:a16="http://schemas.microsoft.com/office/drawing/2014/main" id="{7BC13D82-2819-2D4C-96DC-DC5D5DA0AD93}"/>
              </a:ext>
            </a:extLst>
          </p:cNvPr>
          <p:cNvSpPr>
            <a:spLocks/>
          </p:cNvSpPr>
          <p:nvPr/>
        </p:nvSpPr>
        <p:spPr bwMode="auto">
          <a:xfrm>
            <a:off x="3835879" y="4772025"/>
            <a:ext cx="50800" cy="50800"/>
          </a:xfrm>
          <a:custGeom>
            <a:avLst/>
            <a:gdLst>
              <a:gd name="T0" fmla="*/ 0 w 32"/>
              <a:gd name="T1" fmla="*/ 2147483647 h 32"/>
              <a:gd name="T2" fmla="*/ 2147483647 w 32"/>
              <a:gd name="T3" fmla="*/ 0 h 32"/>
              <a:gd name="T4" fmla="*/ 2147483647 w 32"/>
              <a:gd name="T5" fmla="*/ 2147483647 h 32"/>
              <a:gd name="T6" fmla="*/ 2147483647 w 32"/>
              <a:gd name="T7" fmla="*/ 2147483647 h 32"/>
              <a:gd name="T8" fmla="*/ 2147483647 w 32"/>
              <a:gd name="T9" fmla="*/ 2147483647 h 32"/>
              <a:gd name="T10" fmla="*/ 0 w 32"/>
              <a:gd name="T11" fmla="*/ 2147483647 h 32"/>
              <a:gd name="T12" fmla="*/ 0 60000 65536"/>
              <a:gd name="T13" fmla="*/ 0 60000 65536"/>
              <a:gd name="T14" fmla="*/ 0 60000 65536"/>
              <a:gd name="T15" fmla="*/ 0 60000 65536"/>
              <a:gd name="T16" fmla="*/ 0 60000 65536"/>
              <a:gd name="T17" fmla="*/ 0 60000 65536"/>
              <a:gd name="T18" fmla="*/ 0 w 32"/>
              <a:gd name="T19" fmla="*/ 0 h 32"/>
              <a:gd name="T20" fmla="*/ 32 w 32"/>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32" h="32">
                <a:moveTo>
                  <a:pt x="0" y="16"/>
                </a:moveTo>
                <a:cubicBezTo>
                  <a:pt x="0" y="7"/>
                  <a:pt x="7" y="0"/>
                  <a:pt x="16" y="0"/>
                </a:cubicBezTo>
                <a:cubicBezTo>
                  <a:pt x="25" y="0"/>
                  <a:pt x="32" y="7"/>
                  <a:pt x="32" y="16"/>
                </a:cubicBezTo>
                <a:cubicBezTo>
                  <a:pt x="32" y="16"/>
                  <a:pt x="32" y="16"/>
                  <a:pt x="32" y="16"/>
                </a:cubicBezTo>
                <a:cubicBezTo>
                  <a:pt x="32" y="25"/>
                  <a:pt x="25" y="32"/>
                  <a:pt x="16" y="32"/>
                </a:cubicBezTo>
                <a:cubicBezTo>
                  <a:pt x="7" y="32"/>
                  <a:pt x="0" y="25"/>
                  <a:pt x="0" y="16"/>
                </a:cubicBezTo>
              </a:path>
            </a:pathLst>
          </a:cu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69" name="Freeform 75">
            <a:extLst>
              <a:ext uri="{FF2B5EF4-FFF2-40B4-BE49-F238E27FC236}">
                <a16:creationId xmlns:a16="http://schemas.microsoft.com/office/drawing/2014/main" id="{6A0EB5B6-4992-3443-BA9D-A038DB151E65}"/>
              </a:ext>
            </a:extLst>
          </p:cNvPr>
          <p:cNvSpPr>
            <a:spLocks/>
          </p:cNvSpPr>
          <p:nvPr/>
        </p:nvSpPr>
        <p:spPr bwMode="auto">
          <a:xfrm>
            <a:off x="4039079" y="4772025"/>
            <a:ext cx="50800" cy="50800"/>
          </a:xfrm>
          <a:custGeom>
            <a:avLst/>
            <a:gdLst>
              <a:gd name="T0" fmla="*/ 0 w 50"/>
              <a:gd name="T1" fmla="*/ 2147483647 h 49"/>
              <a:gd name="T2" fmla="*/ 2147483647 w 50"/>
              <a:gd name="T3" fmla="*/ 0 h 49"/>
              <a:gd name="T4" fmla="*/ 2147483647 w 50"/>
              <a:gd name="T5" fmla="*/ 2147483647 h 49"/>
              <a:gd name="T6" fmla="*/ 2147483647 w 50"/>
              <a:gd name="T7" fmla="*/ 2147483647 h 49"/>
              <a:gd name="T8" fmla="*/ 2147483647 w 50"/>
              <a:gd name="T9" fmla="*/ 2147483647 h 49"/>
              <a:gd name="T10" fmla="*/ 0 w 50"/>
              <a:gd name="T11" fmla="*/ 2147483647 h 49"/>
              <a:gd name="T12" fmla="*/ 0 60000 65536"/>
              <a:gd name="T13" fmla="*/ 0 60000 65536"/>
              <a:gd name="T14" fmla="*/ 0 60000 65536"/>
              <a:gd name="T15" fmla="*/ 0 60000 65536"/>
              <a:gd name="T16" fmla="*/ 0 60000 65536"/>
              <a:gd name="T17" fmla="*/ 0 60000 65536"/>
              <a:gd name="T18" fmla="*/ 0 w 50"/>
              <a:gd name="T19" fmla="*/ 0 h 49"/>
              <a:gd name="T20" fmla="*/ 50 w 50"/>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0" h="49">
                <a:moveTo>
                  <a:pt x="0" y="25"/>
                </a:moveTo>
                <a:cubicBezTo>
                  <a:pt x="0" y="11"/>
                  <a:pt x="11" y="0"/>
                  <a:pt x="25" y="0"/>
                </a:cubicBezTo>
                <a:cubicBezTo>
                  <a:pt x="39" y="0"/>
                  <a:pt x="50" y="11"/>
                  <a:pt x="50" y="25"/>
                </a:cubicBezTo>
                <a:cubicBezTo>
                  <a:pt x="50" y="25"/>
                  <a:pt x="50" y="25"/>
                  <a:pt x="50" y="25"/>
                </a:cubicBezTo>
                <a:cubicBezTo>
                  <a:pt x="50" y="38"/>
                  <a:pt x="39" y="49"/>
                  <a:pt x="25" y="49"/>
                </a:cubicBezTo>
                <a:cubicBezTo>
                  <a:pt x="11" y="49"/>
                  <a:pt x="0" y="38"/>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70" name="Freeform 76">
            <a:extLst>
              <a:ext uri="{FF2B5EF4-FFF2-40B4-BE49-F238E27FC236}">
                <a16:creationId xmlns:a16="http://schemas.microsoft.com/office/drawing/2014/main" id="{914D01E2-2FBA-8B4A-9FD7-034FEC17079B}"/>
              </a:ext>
            </a:extLst>
          </p:cNvPr>
          <p:cNvSpPr>
            <a:spLocks/>
          </p:cNvSpPr>
          <p:nvPr/>
        </p:nvSpPr>
        <p:spPr bwMode="auto">
          <a:xfrm>
            <a:off x="4039079" y="4772025"/>
            <a:ext cx="50800" cy="50800"/>
          </a:xfrm>
          <a:custGeom>
            <a:avLst/>
            <a:gdLst>
              <a:gd name="T0" fmla="*/ 0 w 32"/>
              <a:gd name="T1" fmla="*/ 2147483647 h 32"/>
              <a:gd name="T2" fmla="*/ 2147483647 w 32"/>
              <a:gd name="T3" fmla="*/ 0 h 32"/>
              <a:gd name="T4" fmla="*/ 2147483647 w 32"/>
              <a:gd name="T5" fmla="*/ 2147483647 h 32"/>
              <a:gd name="T6" fmla="*/ 2147483647 w 32"/>
              <a:gd name="T7" fmla="*/ 2147483647 h 32"/>
              <a:gd name="T8" fmla="*/ 2147483647 w 32"/>
              <a:gd name="T9" fmla="*/ 2147483647 h 32"/>
              <a:gd name="T10" fmla="*/ 0 w 32"/>
              <a:gd name="T11" fmla="*/ 2147483647 h 32"/>
              <a:gd name="T12" fmla="*/ 0 60000 65536"/>
              <a:gd name="T13" fmla="*/ 0 60000 65536"/>
              <a:gd name="T14" fmla="*/ 0 60000 65536"/>
              <a:gd name="T15" fmla="*/ 0 60000 65536"/>
              <a:gd name="T16" fmla="*/ 0 60000 65536"/>
              <a:gd name="T17" fmla="*/ 0 60000 65536"/>
              <a:gd name="T18" fmla="*/ 0 w 32"/>
              <a:gd name="T19" fmla="*/ 0 h 32"/>
              <a:gd name="T20" fmla="*/ 32 w 32"/>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32" h="32">
                <a:moveTo>
                  <a:pt x="0" y="16"/>
                </a:moveTo>
                <a:cubicBezTo>
                  <a:pt x="0" y="7"/>
                  <a:pt x="7" y="0"/>
                  <a:pt x="16" y="0"/>
                </a:cubicBezTo>
                <a:cubicBezTo>
                  <a:pt x="25" y="0"/>
                  <a:pt x="32" y="7"/>
                  <a:pt x="32" y="16"/>
                </a:cubicBezTo>
                <a:cubicBezTo>
                  <a:pt x="32" y="16"/>
                  <a:pt x="32" y="16"/>
                  <a:pt x="32" y="16"/>
                </a:cubicBezTo>
                <a:cubicBezTo>
                  <a:pt x="32" y="25"/>
                  <a:pt x="25" y="32"/>
                  <a:pt x="16" y="32"/>
                </a:cubicBezTo>
                <a:cubicBezTo>
                  <a:pt x="7" y="32"/>
                  <a:pt x="0" y="25"/>
                  <a:pt x="0" y="16"/>
                </a:cubicBezTo>
              </a:path>
            </a:pathLst>
          </a:cu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71" name="Rectangle 77">
            <a:extLst>
              <a:ext uri="{FF2B5EF4-FFF2-40B4-BE49-F238E27FC236}">
                <a16:creationId xmlns:a16="http://schemas.microsoft.com/office/drawing/2014/main" id="{77AAF40E-FD19-704C-BBD2-E00466D27A76}"/>
              </a:ext>
            </a:extLst>
          </p:cNvPr>
          <p:cNvSpPr>
            <a:spLocks noChangeArrowheads="1"/>
          </p:cNvSpPr>
          <p:nvPr/>
        </p:nvSpPr>
        <p:spPr bwMode="auto">
          <a:xfrm>
            <a:off x="3289779" y="3883025"/>
            <a:ext cx="1968500" cy="417512"/>
          </a:xfrm>
          <a:prstGeom prst="rect">
            <a:avLst/>
          </a:prstGeom>
          <a:solidFill>
            <a:srgbClr val="FFEA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72" name="Rectangle 78">
            <a:extLst>
              <a:ext uri="{FF2B5EF4-FFF2-40B4-BE49-F238E27FC236}">
                <a16:creationId xmlns:a16="http://schemas.microsoft.com/office/drawing/2014/main" id="{06D40CFF-14A9-7B48-9931-D8D9346D4277}"/>
              </a:ext>
            </a:extLst>
          </p:cNvPr>
          <p:cNvSpPr>
            <a:spLocks noChangeArrowheads="1"/>
          </p:cNvSpPr>
          <p:nvPr/>
        </p:nvSpPr>
        <p:spPr bwMode="auto">
          <a:xfrm>
            <a:off x="3289779" y="3883025"/>
            <a:ext cx="1968500" cy="417512"/>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73" name="Rectangle 79">
            <a:extLst>
              <a:ext uri="{FF2B5EF4-FFF2-40B4-BE49-F238E27FC236}">
                <a16:creationId xmlns:a16="http://schemas.microsoft.com/office/drawing/2014/main" id="{2DCF3D11-E17E-DF4E-BC3C-25F957529A07}"/>
              </a:ext>
            </a:extLst>
          </p:cNvPr>
          <p:cNvSpPr>
            <a:spLocks noChangeArrowheads="1"/>
          </p:cNvSpPr>
          <p:nvPr/>
        </p:nvSpPr>
        <p:spPr bwMode="auto">
          <a:xfrm>
            <a:off x="3289779" y="3878262"/>
            <a:ext cx="195897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Common PC</a:t>
            </a:r>
          </a:p>
        </p:txBody>
      </p:sp>
      <p:sp>
        <p:nvSpPr>
          <p:cNvPr id="60474" name="Rectangle 80">
            <a:extLst>
              <a:ext uri="{FF2B5EF4-FFF2-40B4-BE49-F238E27FC236}">
                <a16:creationId xmlns:a16="http://schemas.microsoft.com/office/drawing/2014/main" id="{3AFF689E-4F85-674D-9608-9F0041BE2CEB}"/>
              </a:ext>
            </a:extLst>
          </p:cNvPr>
          <p:cNvSpPr>
            <a:spLocks noChangeArrowheads="1"/>
          </p:cNvSpPr>
          <p:nvPr/>
        </p:nvSpPr>
        <p:spPr bwMode="auto">
          <a:xfrm>
            <a:off x="6019800" y="5797550"/>
            <a:ext cx="2640013" cy="4508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75" name="Rectangle 81">
            <a:extLst>
              <a:ext uri="{FF2B5EF4-FFF2-40B4-BE49-F238E27FC236}">
                <a16:creationId xmlns:a16="http://schemas.microsoft.com/office/drawing/2014/main" id="{659134C5-45EB-8B4A-AD1F-34E44D224F38}"/>
              </a:ext>
            </a:extLst>
          </p:cNvPr>
          <p:cNvSpPr>
            <a:spLocks noChangeArrowheads="1"/>
          </p:cNvSpPr>
          <p:nvPr/>
        </p:nvSpPr>
        <p:spPr bwMode="auto">
          <a:xfrm>
            <a:off x="6019800" y="5797550"/>
            <a:ext cx="2640013" cy="450850"/>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76" name="Rectangle 82">
            <a:extLst>
              <a:ext uri="{FF2B5EF4-FFF2-40B4-BE49-F238E27FC236}">
                <a16:creationId xmlns:a16="http://schemas.microsoft.com/office/drawing/2014/main" id="{E212CED0-ECBC-4548-AB30-81BDE6FCFB3D}"/>
              </a:ext>
            </a:extLst>
          </p:cNvPr>
          <p:cNvSpPr>
            <a:spLocks noChangeArrowheads="1"/>
          </p:cNvSpPr>
          <p:nvPr/>
        </p:nvSpPr>
        <p:spPr bwMode="auto">
          <a:xfrm>
            <a:off x="6435725" y="5873750"/>
            <a:ext cx="18370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2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SIMT Pipeline</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2" name="TextBox 6">
            <a:extLst>
              <a:ext uri="{FF2B5EF4-FFF2-40B4-BE49-F238E27FC236}">
                <a16:creationId xmlns:a16="http://schemas.microsoft.com/office/drawing/2014/main" id="{1BE3ADE8-1D61-E74B-910F-7E047D10F4B8}"/>
              </a:ext>
            </a:extLst>
          </p:cNvPr>
          <p:cNvSpPr txBox="1">
            <a:spLocks noChangeArrowheads="1"/>
          </p:cNvSpPr>
          <p:nvPr/>
        </p:nvSpPr>
        <p:spPr bwMode="auto">
          <a:xfrm>
            <a:off x="152400" y="6477000"/>
            <a:ext cx="9829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0" eaLnBrk="1" hangingPunct="1">
              <a:defRPr/>
            </a:pPr>
            <a:r>
              <a:rPr lang="en-US" altLang="en-US" sz="1400" dirty="0"/>
              <a:t>Lindholm et al., "</a:t>
            </a:r>
            <a:r>
              <a:rPr lang="en-US" altLang="en-US" sz="1400" dirty="0">
                <a:solidFill>
                  <a:schemeClr val="bg1">
                    <a:lumMod val="65000"/>
                  </a:schemeClr>
                </a:solidFill>
              </a:rPr>
              <a:t>NVIDIA Tesla: A Unified Graphics and Computing Architecture</a:t>
            </a:r>
            <a:r>
              <a:rPr lang="en-US" altLang="en-US" sz="1400" dirty="0"/>
              <a:t>," IEEE Micro 2008.</a:t>
            </a:r>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7017432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41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AutoShape 30">
            <a:extLst>
              <a:ext uri="{FF2B5EF4-FFF2-40B4-BE49-F238E27FC236}">
                <a16:creationId xmlns:a16="http://schemas.microsoft.com/office/drawing/2014/main" id="{4A92FA1C-D181-3D49-B429-A4E1C47E2FDA}"/>
              </a:ext>
            </a:extLst>
          </p:cNvPr>
          <p:cNvSpPr>
            <a:spLocks noChangeArrowheads="1"/>
          </p:cNvSpPr>
          <p:nvPr/>
        </p:nvSpPr>
        <p:spPr bwMode="auto">
          <a:xfrm>
            <a:off x="533400" y="4433888"/>
            <a:ext cx="6553200" cy="533400"/>
          </a:xfrm>
          <a:prstGeom prst="roundRect">
            <a:avLst>
              <a:gd name="adj" fmla="val 16667"/>
            </a:avLst>
          </a:prstGeom>
          <a:solidFill>
            <a:srgbClr val="FF00FF"/>
          </a:solidFill>
          <a:ln w="12700">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 name="AutoShape 29">
            <a:extLst>
              <a:ext uri="{FF2B5EF4-FFF2-40B4-BE49-F238E27FC236}">
                <a16:creationId xmlns:a16="http://schemas.microsoft.com/office/drawing/2014/main" id="{3C68DB91-2921-F041-8F7F-AE62528474C8}"/>
              </a:ext>
            </a:extLst>
          </p:cNvPr>
          <p:cNvSpPr>
            <a:spLocks noChangeArrowheads="1"/>
          </p:cNvSpPr>
          <p:nvPr/>
        </p:nvSpPr>
        <p:spPr bwMode="auto">
          <a:xfrm>
            <a:off x="585788" y="3160713"/>
            <a:ext cx="6500812" cy="511175"/>
          </a:xfrm>
          <a:prstGeom prst="roundRect">
            <a:avLst>
              <a:gd name="adj" fmla="val 16667"/>
            </a:avLst>
          </a:prstGeom>
          <a:solidFill>
            <a:srgbClr val="CCFF33"/>
          </a:solidFill>
          <a:ln w="12700">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ko-KR" altLang="en-US" sz="2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endParaRPr>
          </a:p>
        </p:txBody>
      </p:sp>
      <p:sp>
        <p:nvSpPr>
          <p:cNvPr id="30" name="AutoShape 29">
            <a:extLst>
              <a:ext uri="{FF2B5EF4-FFF2-40B4-BE49-F238E27FC236}">
                <a16:creationId xmlns:a16="http://schemas.microsoft.com/office/drawing/2014/main" id="{742B767A-1255-EE40-95EE-C13C8D65E932}"/>
              </a:ext>
            </a:extLst>
          </p:cNvPr>
          <p:cNvSpPr>
            <a:spLocks noChangeArrowheads="1"/>
          </p:cNvSpPr>
          <p:nvPr/>
        </p:nvSpPr>
        <p:spPr bwMode="auto">
          <a:xfrm>
            <a:off x="585788" y="3162300"/>
            <a:ext cx="6500812" cy="511175"/>
          </a:xfrm>
          <a:prstGeom prst="roundRect">
            <a:avLst>
              <a:gd name="adj" fmla="val 16667"/>
            </a:avLst>
          </a:prstGeom>
          <a:solidFill>
            <a:srgbClr val="CCFF33"/>
          </a:solidFill>
          <a:ln w="12700">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ko-KR" altLang="en-US" sz="2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endParaRPr>
          </a:p>
        </p:txBody>
      </p:sp>
      <p:sp>
        <p:nvSpPr>
          <p:cNvPr id="59396" name="Title 1">
            <a:extLst>
              <a:ext uri="{FF2B5EF4-FFF2-40B4-BE49-F238E27FC236}">
                <a16:creationId xmlns:a16="http://schemas.microsoft.com/office/drawing/2014/main" id="{6CB7D5B9-BF22-914F-B503-1AE7F6BA4237}"/>
              </a:ext>
            </a:extLst>
          </p:cNvPr>
          <p:cNvSpPr>
            <a:spLocks noGrp="1"/>
          </p:cNvSpPr>
          <p:nvPr>
            <p:ph type="title"/>
          </p:nvPr>
        </p:nvSpPr>
        <p:spPr>
          <a:xfrm>
            <a:off x="76200" y="202406"/>
            <a:ext cx="6400800" cy="741361"/>
          </a:xfrm>
        </p:spPr>
        <p:txBody>
          <a:bodyPr/>
          <a:lstStyle/>
          <a:p>
            <a:r>
              <a:rPr lang="en-US" altLang="en-US" sz="3200" dirty="0">
                <a:ea typeface="ＭＳ Ｐゴシック" panose="020B0600070205080204" pitchFamily="34" charset="-128"/>
              </a:rPr>
              <a:t>GPU Execution with Warps </a:t>
            </a:r>
          </a:p>
        </p:txBody>
      </p:sp>
      <p:sp>
        <p:nvSpPr>
          <p:cNvPr id="59397" name="Slide Number Placeholder 3">
            <a:extLst>
              <a:ext uri="{FF2B5EF4-FFF2-40B4-BE49-F238E27FC236}">
                <a16:creationId xmlns:a16="http://schemas.microsoft.com/office/drawing/2014/main" id="{690F634C-255D-E941-9A20-D84E84D4480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94F5DE5-4BD2-AD46-8CE1-C6D3CA9F4C43}"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71</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59398" name="Text Box 3">
            <a:extLst>
              <a:ext uri="{FF2B5EF4-FFF2-40B4-BE49-F238E27FC236}">
                <a16:creationId xmlns:a16="http://schemas.microsoft.com/office/drawing/2014/main" id="{FF24122C-12C2-C84B-B4C0-335DC8F21DB0}"/>
              </a:ext>
            </a:extLst>
          </p:cNvPr>
          <p:cNvSpPr txBox="1">
            <a:spLocks noChangeArrowheads="1"/>
          </p:cNvSpPr>
          <p:nvPr/>
        </p:nvSpPr>
        <p:spPr bwMode="auto">
          <a:xfrm>
            <a:off x="6248400" y="152400"/>
            <a:ext cx="3016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en-US" altLang="ko-KR" sz="1600" b="1" i="0" u="none" strike="noStrike" kern="1200" cap="none" spc="0" normalizeH="0" baseline="0" noProof="0">
                <a:ln>
                  <a:noFill/>
                </a:ln>
                <a:solidFill>
                  <a:srgbClr val="000000"/>
                </a:solidFill>
                <a:effectLst/>
                <a:uLnTx/>
                <a:uFillTx/>
                <a:latin typeface="Courier New" panose="02070309020205020404" pitchFamily="49" charset="0"/>
                <a:ea typeface="굴림" panose="020B0600000101010101" pitchFamily="34" charset="-127"/>
                <a:cs typeface="+mn-cs"/>
              </a:rPr>
              <a:t>for (i=0; i &lt; N; i++)</a:t>
            </a:r>
          </a:p>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en-US" altLang="ko-KR" sz="1600" b="1" i="0" u="none" strike="noStrike" kern="1200" cap="none" spc="0" normalizeH="0" baseline="0" noProof="0">
                <a:ln>
                  <a:noFill/>
                </a:ln>
                <a:solidFill>
                  <a:srgbClr val="000000"/>
                </a:solidFill>
                <a:effectLst/>
                <a:uLnTx/>
                <a:uFillTx/>
                <a:latin typeface="Courier New" panose="02070309020205020404" pitchFamily="49" charset="0"/>
                <a:ea typeface="굴림" panose="020B0600000101010101" pitchFamily="34" charset="-127"/>
                <a:cs typeface="+mn-cs"/>
              </a:rPr>
              <a:t>    C[i] = A[i] + B[i];</a:t>
            </a:r>
          </a:p>
        </p:txBody>
      </p:sp>
      <p:grpSp>
        <p:nvGrpSpPr>
          <p:cNvPr id="59399" name="Group 5">
            <a:extLst>
              <a:ext uri="{FF2B5EF4-FFF2-40B4-BE49-F238E27FC236}">
                <a16:creationId xmlns:a16="http://schemas.microsoft.com/office/drawing/2014/main" id="{0E5F1635-264D-AE47-92A4-F31919397F09}"/>
              </a:ext>
            </a:extLst>
          </p:cNvPr>
          <p:cNvGrpSpPr>
            <a:grpSpLocks/>
          </p:cNvGrpSpPr>
          <p:nvPr/>
        </p:nvGrpSpPr>
        <p:grpSpPr bwMode="auto">
          <a:xfrm>
            <a:off x="811213" y="3124200"/>
            <a:ext cx="1981200" cy="2590800"/>
            <a:chOff x="949325" y="1509713"/>
            <a:chExt cx="1981200" cy="2590800"/>
          </a:xfrm>
        </p:grpSpPr>
        <p:sp>
          <p:nvSpPr>
            <p:cNvPr id="59420" name="AutoShape 33">
              <a:extLst>
                <a:ext uri="{FF2B5EF4-FFF2-40B4-BE49-F238E27FC236}">
                  <a16:creationId xmlns:a16="http://schemas.microsoft.com/office/drawing/2014/main" id="{AEC4DF6E-AD1D-1546-BB79-1BF182B61DBE}"/>
                </a:ext>
              </a:extLst>
            </p:cNvPr>
            <p:cNvSpPr>
              <a:spLocks noChangeArrowheads="1"/>
            </p:cNvSpPr>
            <p:nvPr/>
          </p:nvSpPr>
          <p:spPr bwMode="auto">
            <a:xfrm>
              <a:off x="1198563" y="1601788"/>
              <a:ext cx="700088"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9421" name="AutoShape 34">
              <a:extLst>
                <a:ext uri="{FF2B5EF4-FFF2-40B4-BE49-F238E27FC236}">
                  <a16:creationId xmlns:a16="http://schemas.microsoft.com/office/drawing/2014/main" id="{18E28C8F-2BDF-A341-A0F3-A481C1380DFC}"/>
                </a:ext>
              </a:extLst>
            </p:cNvPr>
            <p:cNvSpPr>
              <a:spLocks noChangeArrowheads="1"/>
            </p:cNvSpPr>
            <p:nvPr/>
          </p:nvSpPr>
          <p:spPr bwMode="auto">
            <a:xfrm>
              <a:off x="2112963" y="2211388"/>
              <a:ext cx="700088"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9422" name="AutoShape 35">
              <a:extLst>
                <a:ext uri="{FF2B5EF4-FFF2-40B4-BE49-F238E27FC236}">
                  <a16:creationId xmlns:a16="http://schemas.microsoft.com/office/drawing/2014/main" id="{632609B9-207D-B547-8A30-B93A7D71C46C}"/>
                </a:ext>
              </a:extLst>
            </p:cNvPr>
            <p:cNvSpPr>
              <a:spLocks noChangeArrowheads="1"/>
            </p:cNvSpPr>
            <p:nvPr/>
          </p:nvSpPr>
          <p:spPr bwMode="auto">
            <a:xfrm>
              <a:off x="1573213" y="2897188"/>
              <a:ext cx="638175"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59423" name="AutoShape 36">
              <a:extLst>
                <a:ext uri="{FF2B5EF4-FFF2-40B4-BE49-F238E27FC236}">
                  <a16:creationId xmlns:a16="http://schemas.microsoft.com/office/drawing/2014/main" id="{A6DF327B-8922-F44E-A891-94E851D838B8}"/>
                </a:ext>
              </a:extLst>
            </p:cNvPr>
            <p:cNvSpPr>
              <a:spLocks noChangeArrowheads="1"/>
            </p:cNvSpPr>
            <p:nvPr/>
          </p:nvSpPr>
          <p:spPr bwMode="auto">
            <a:xfrm>
              <a:off x="1530350" y="3506788"/>
              <a:ext cx="800100"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59424" name="Line 37">
              <a:extLst>
                <a:ext uri="{FF2B5EF4-FFF2-40B4-BE49-F238E27FC236}">
                  <a16:creationId xmlns:a16="http://schemas.microsoft.com/office/drawing/2014/main" id="{D6223DE2-0F2D-E644-83E5-0B76EF453E93}"/>
                </a:ext>
              </a:extLst>
            </p:cNvPr>
            <p:cNvSpPr>
              <a:spLocks noChangeShapeType="1"/>
            </p:cNvSpPr>
            <p:nvPr/>
          </p:nvSpPr>
          <p:spPr bwMode="auto">
            <a:xfrm>
              <a:off x="1558925" y="2043113"/>
              <a:ext cx="228600" cy="838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25" name="Line 38">
              <a:extLst>
                <a:ext uri="{FF2B5EF4-FFF2-40B4-BE49-F238E27FC236}">
                  <a16:creationId xmlns:a16="http://schemas.microsoft.com/office/drawing/2014/main" id="{C73664B7-01CB-C647-9C38-A69D25B90336}"/>
                </a:ext>
              </a:extLst>
            </p:cNvPr>
            <p:cNvSpPr>
              <a:spLocks noChangeShapeType="1"/>
            </p:cNvSpPr>
            <p:nvPr/>
          </p:nvSpPr>
          <p:spPr bwMode="auto">
            <a:xfrm flipH="1">
              <a:off x="2016125" y="2652713"/>
              <a:ext cx="22860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26" name="Line 39">
              <a:extLst>
                <a:ext uri="{FF2B5EF4-FFF2-40B4-BE49-F238E27FC236}">
                  <a16:creationId xmlns:a16="http://schemas.microsoft.com/office/drawing/2014/main" id="{DCA2DCA7-97EE-DB42-9528-3F6D1C01A7AC}"/>
                </a:ext>
              </a:extLst>
            </p:cNvPr>
            <p:cNvSpPr>
              <a:spLocks noChangeShapeType="1"/>
            </p:cNvSpPr>
            <p:nvPr/>
          </p:nvSpPr>
          <p:spPr bwMode="auto">
            <a:xfrm>
              <a:off x="1939925" y="3338513"/>
              <a:ext cx="0" cy="1524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27" name="AutoShape 47">
              <a:extLst>
                <a:ext uri="{FF2B5EF4-FFF2-40B4-BE49-F238E27FC236}">
                  <a16:creationId xmlns:a16="http://schemas.microsoft.com/office/drawing/2014/main" id="{2E500078-9FFA-4046-A763-1D573D25CE9E}"/>
                </a:ext>
              </a:extLst>
            </p:cNvPr>
            <p:cNvSpPr>
              <a:spLocks noChangeArrowheads="1"/>
            </p:cNvSpPr>
            <p:nvPr/>
          </p:nvSpPr>
          <p:spPr bwMode="auto">
            <a:xfrm>
              <a:off x="949325" y="1509713"/>
              <a:ext cx="1981200" cy="2590800"/>
            </a:xfrm>
            <a:prstGeom prst="roundRect">
              <a:avLst>
                <a:gd name="adj" fmla="val 16667"/>
              </a:avLst>
            </a:prstGeom>
            <a:noFill/>
            <a:ln w="38100"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9400" name="Group 4">
            <a:extLst>
              <a:ext uri="{FF2B5EF4-FFF2-40B4-BE49-F238E27FC236}">
                <a16:creationId xmlns:a16="http://schemas.microsoft.com/office/drawing/2014/main" id="{41EF0CC6-4147-EE4A-845D-AB79FF679E0C}"/>
              </a:ext>
            </a:extLst>
          </p:cNvPr>
          <p:cNvGrpSpPr>
            <a:grpSpLocks/>
          </p:cNvGrpSpPr>
          <p:nvPr/>
        </p:nvGrpSpPr>
        <p:grpSpPr bwMode="auto">
          <a:xfrm>
            <a:off x="3276600" y="3124200"/>
            <a:ext cx="1981200" cy="2590800"/>
            <a:chOff x="2930525" y="1509713"/>
            <a:chExt cx="1981200" cy="2590800"/>
          </a:xfrm>
        </p:grpSpPr>
        <p:sp>
          <p:nvSpPr>
            <p:cNvPr id="59412" name="AutoShape 40">
              <a:extLst>
                <a:ext uri="{FF2B5EF4-FFF2-40B4-BE49-F238E27FC236}">
                  <a16:creationId xmlns:a16="http://schemas.microsoft.com/office/drawing/2014/main" id="{04DECB85-D72E-BC43-9FD2-099BA453D83E}"/>
                </a:ext>
              </a:extLst>
            </p:cNvPr>
            <p:cNvSpPr>
              <a:spLocks noChangeArrowheads="1"/>
            </p:cNvSpPr>
            <p:nvPr/>
          </p:nvSpPr>
          <p:spPr bwMode="auto">
            <a:xfrm>
              <a:off x="3103563" y="1601788"/>
              <a:ext cx="700088"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9413" name="AutoShape 41">
              <a:extLst>
                <a:ext uri="{FF2B5EF4-FFF2-40B4-BE49-F238E27FC236}">
                  <a16:creationId xmlns:a16="http://schemas.microsoft.com/office/drawing/2014/main" id="{5C9DD7A8-D487-8547-BC7A-32A57D2D9886}"/>
                </a:ext>
              </a:extLst>
            </p:cNvPr>
            <p:cNvSpPr>
              <a:spLocks noChangeArrowheads="1"/>
            </p:cNvSpPr>
            <p:nvPr/>
          </p:nvSpPr>
          <p:spPr bwMode="auto">
            <a:xfrm>
              <a:off x="4017963" y="2211388"/>
              <a:ext cx="700088"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9414" name="AutoShape 42">
              <a:extLst>
                <a:ext uri="{FF2B5EF4-FFF2-40B4-BE49-F238E27FC236}">
                  <a16:creationId xmlns:a16="http://schemas.microsoft.com/office/drawing/2014/main" id="{059CAA96-371D-A342-8762-77CCE78DDE9A}"/>
                </a:ext>
              </a:extLst>
            </p:cNvPr>
            <p:cNvSpPr>
              <a:spLocks noChangeArrowheads="1"/>
            </p:cNvSpPr>
            <p:nvPr/>
          </p:nvSpPr>
          <p:spPr bwMode="auto">
            <a:xfrm>
              <a:off x="3478213" y="2897188"/>
              <a:ext cx="638175"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59415" name="AutoShape 43">
              <a:extLst>
                <a:ext uri="{FF2B5EF4-FFF2-40B4-BE49-F238E27FC236}">
                  <a16:creationId xmlns:a16="http://schemas.microsoft.com/office/drawing/2014/main" id="{FF62A944-9A86-1B41-8F1E-A88C1731C0F1}"/>
                </a:ext>
              </a:extLst>
            </p:cNvPr>
            <p:cNvSpPr>
              <a:spLocks noChangeArrowheads="1"/>
            </p:cNvSpPr>
            <p:nvPr/>
          </p:nvSpPr>
          <p:spPr bwMode="auto">
            <a:xfrm>
              <a:off x="3435350" y="3506788"/>
              <a:ext cx="800100"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59416" name="Line 44">
              <a:extLst>
                <a:ext uri="{FF2B5EF4-FFF2-40B4-BE49-F238E27FC236}">
                  <a16:creationId xmlns:a16="http://schemas.microsoft.com/office/drawing/2014/main" id="{F9CB3DE2-E5A9-BB49-A9D5-30C8F92D84C4}"/>
                </a:ext>
              </a:extLst>
            </p:cNvPr>
            <p:cNvSpPr>
              <a:spLocks noChangeShapeType="1"/>
            </p:cNvSpPr>
            <p:nvPr/>
          </p:nvSpPr>
          <p:spPr bwMode="auto">
            <a:xfrm>
              <a:off x="3387725" y="2043113"/>
              <a:ext cx="304800" cy="838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17" name="Line 45">
              <a:extLst>
                <a:ext uri="{FF2B5EF4-FFF2-40B4-BE49-F238E27FC236}">
                  <a16:creationId xmlns:a16="http://schemas.microsoft.com/office/drawing/2014/main" id="{9AD41A92-C8E0-B540-AD4D-F962BD9B5C98}"/>
                </a:ext>
              </a:extLst>
            </p:cNvPr>
            <p:cNvSpPr>
              <a:spLocks noChangeShapeType="1"/>
            </p:cNvSpPr>
            <p:nvPr/>
          </p:nvSpPr>
          <p:spPr bwMode="auto">
            <a:xfrm flipH="1">
              <a:off x="3921125" y="2652713"/>
              <a:ext cx="22860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18" name="Line 46">
              <a:extLst>
                <a:ext uri="{FF2B5EF4-FFF2-40B4-BE49-F238E27FC236}">
                  <a16:creationId xmlns:a16="http://schemas.microsoft.com/office/drawing/2014/main" id="{A7C282D0-5039-2B4E-B2C2-DDDA5351CC28}"/>
                </a:ext>
              </a:extLst>
            </p:cNvPr>
            <p:cNvSpPr>
              <a:spLocks noChangeShapeType="1"/>
            </p:cNvSpPr>
            <p:nvPr/>
          </p:nvSpPr>
          <p:spPr bwMode="auto">
            <a:xfrm>
              <a:off x="3844925" y="3338513"/>
              <a:ext cx="0" cy="1524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19" name="AutoShape 48">
              <a:extLst>
                <a:ext uri="{FF2B5EF4-FFF2-40B4-BE49-F238E27FC236}">
                  <a16:creationId xmlns:a16="http://schemas.microsoft.com/office/drawing/2014/main" id="{FCA3EEBA-4AAA-6146-8B6B-E7697E2F2C4F}"/>
                </a:ext>
              </a:extLst>
            </p:cNvPr>
            <p:cNvSpPr>
              <a:spLocks noChangeArrowheads="1"/>
            </p:cNvSpPr>
            <p:nvPr/>
          </p:nvSpPr>
          <p:spPr bwMode="auto">
            <a:xfrm>
              <a:off x="2930525" y="1509713"/>
              <a:ext cx="1981200" cy="2590800"/>
            </a:xfrm>
            <a:prstGeom prst="roundRect">
              <a:avLst>
                <a:gd name="adj" fmla="val 16667"/>
              </a:avLst>
            </a:prstGeom>
            <a:noFill/>
            <a:ln w="38100"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0" name="Text Box 49">
            <a:extLst>
              <a:ext uri="{FF2B5EF4-FFF2-40B4-BE49-F238E27FC236}">
                <a16:creationId xmlns:a16="http://schemas.microsoft.com/office/drawing/2014/main" id="{949F969C-9498-9941-9E3E-4393823415DB}"/>
              </a:ext>
            </a:extLst>
          </p:cNvPr>
          <p:cNvSpPr txBox="1">
            <a:spLocks noChangeArrowheads="1"/>
          </p:cNvSpPr>
          <p:nvPr/>
        </p:nvSpPr>
        <p:spPr bwMode="auto">
          <a:xfrm>
            <a:off x="811213" y="5821363"/>
            <a:ext cx="685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Iter. 1</a:t>
            </a:r>
          </a:p>
        </p:txBody>
      </p:sp>
      <p:sp>
        <p:nvSpPr>
          <p:cNvPr id="51" name="Text Box 50">
            <a:extLst>
              <a:ext uri="{FF2B5EF4-FFF2-40B4-BE49-F238E27FC236}">
                <a16:creationId xmlns:a16="http://schemas.microsoft.com/office/drawing/2014/main" id="{BC041A42-9BF5-4346-8A35-B3BAA463D529}"/>
              </a:ext>
            </a:extLst>
          </p:cNvPr>
          <p:cNvSpPr txBox="1">
            <a:spLocks noChangeArrowheads="1"/>
          </p:cNvSpPr>
          <p:nvPr/>
        </p:nvSpPr>
        <p:spPr bwMode="auto">
          <a:xfrm>
            <a:off x="2792413" y="5821363"/>
            <a:ext cx="685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Iter. 2</a:t>
            </a:r>
          </a:p>
        </p:txBody>
      </p:sp>
      <p:sp>
        <p:nvSpPr>
          <p:cNvPr id="59403" name="Line 55">
            <a:extLst>
              <a:ext uri="{FF2B5EF4-FFF2-40B4-BE49-F238E27FC236}">
                <a16:creationId xmlns:a16="http://schemas.microsoft.com/office/drawing/2014/main" id="{BFF0D03E-AC45-0841-85D2-26524231FFEF}"/>
              </a:ext>
            </a:extLst>
          </p:cNvPr>
          <p:cNvSpPr>
            <a:spLocks noChangeShapeType="1"/>
          </p:cNvSpPr>
          <p:nvPr/>
        </p:nvSpPr>
        <p:spPr bwMode="auto">
          <a:xfrm>
            <a:off x="6019800" y="4114800"/>
            <a:ext cx="533400" cy="0"/>
          </a:xfrm>
          <a:prstGeom prst="line">
            <a:avLst/>
          </a:prstGeom>
          <a:noFill/>
          <a:ln w="76200">
            <a:solidFill>
              <a:schemeClr val="tx1"/>
            </a:solidFill>
            <a:prstDash val="sysDot"/>
            <a:round/>
            <a:headEnd/>
            <a:tailEn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 name="Text Box 32">
            <a:extLst>
              <a:ext uri="{FF2B5EF4-FFF2-40B4-BE49-F238E27FC236}">
                <a16:creationId xmlns:a16="http://schemas.microsoft.com/office/drawing/2014/main" id="{5B6CDE54-A0B7-9649-B1EA-D8BB0CFE2699}"/>
              </a:ext>
            </a:extLst>
          </p:cNvPr>
          <p:cNvSpPr txBox="1">
            <a:spLocks noChangeArrowheads="1"/>
          </p:cNvSpPr>
          <p:nvPr/>
        </p:nvSpPr>
        <p:spPr bwMode="auto">
          <a:xfrm>
            <a:off x="7086600" y="3257550"/>
            <a:ext cx="17462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1" i="1" u="none" strike="noStrike" kern="1200" cap="none" spc="0" normalizeH="0" baseline="0" noProof="0">
                <a:ln>
                  <a:noFill/>
                </a:ln>
                <a:solidFill>
                  <a:srgbClr val="BDE11B"/>
                </a:solidFill>
                <a:effectLst/>
                <a:uLnTx/>
                <a:uFillTx/>
                <a:latin typeface="Verdana" panose="020B0604030504040204" pitchFamily="34" charset="0"/>
                <a:ea typeface="굴림" panose="020B0600000101010101" pitchFamily="34" charset="-127"/>
                <a:cs typeface="+mn-cs"/>
              </a:rPr>
              <a:t>Warp 0 at PC X</a:t>
            </a:r>
          </a:p>
        </p:txBody>
      </p:sp>
      <p:sp>
        <p:nvSpPr>
          <p:cNvPr id="62" name="Content Placeholder 2">
            <a:extLst>
              <a:ext uri="{FF2B5EF4-FFF2-40B4-BE49-F238E27FC236}">
                <a16:creationId xmlns:a16="http://schemas.microsoft.com/office/drawing/2014/main" id="{4534E9F4-83D0-7B4C-9938-C0F2837D98FE}"/>
              </a:ext>
            </a:extLst>
          </p:cNvPr>
          <p:cNvSpPr>
            <a:spLocks noGrp="1"/>
          </p:cNvSpPr>
          <p:nvPr>
            <p:ph idx="1"/>
          </p:nvPr>
        </p:nvSpPr>
        <p:spPr>
          <a:xfrm>
            <a:off x="0" y="996949"/>
            <a:ext cx="8991600" cy="1679575"/>
          </a:xfrm>
        </p:spPr>
        <p:txBody>
          <a:bodyPr/>
          <a:lstStyle/>
          <a:p>
            <a:r>
              <a:rPr lang="en-US" altLang="en-US" dirty="0">
                <a:ea typeface="ＭＳ Ｐゴシック" panose="020B0600070205080204" pitchFamily="34" charset="-128"/>
              </a:rPr>
              <a:t>Assume: a warp consists of </a:t>
            </a:r>
            <a:r>
              <a:rPr lang="en-US" altLang="en-US" dirty="0">
                <a:solidFill>
                  <a:srgbClr val="0432FF"/>
                </a:solidFill>
                <a:ea typeface="ＭＳ Ｐゴシック" panose="020B0600070205080204" pitchFamily="34" charset="-128"/>
              </a:rPr>
              <a:t>32 threads</a:t>
            </a:r>
          </a:p>
          <a:p>
            <a:r>
              <a:rPr lang="en-US" altLang="en-US" dirty="0">
                <a:ea typeface="ＭＳ Ｐゴシック" panose="020B0600070205080204" pitchFamily="34" charset="-128"/>
              </a:rPr>
              <a:t>If you have </a:t>
            </a:r>
            <a:r>
              <a:rPr lang="en-US" altLang="en-US" dirty="0">
                <a:solidFill>
                  <a:srgbClr val="00B050"/>
                </a:solidFill>
                <a:ea typeface="ＭＳ Ｐゴシック" panose="020B0600070205080204" pitchFamily="34" charset="-128"/>
              </a:rPr>
              <a:t>32K iterations, and 1 iteration/thread </a:t>
            </a:r>
            <a:r>
              <a:rPr lang="en-US" altLang="en-US" dirty="0">
                <a:solidFill>
                  <a:srgbClr val="00B050"/>
                </a:solidFill>
                <a:ea typeface="ＭＳ Ｐゴシック" panose="020B0600070205080204" pitchFamily="34" charset="-128"/>
                <a:sym typeface="Wingdings" pitchFamily="2" charset="2"/>
              </a:rPr>
              <a:t> 1K warps</a:t>
            </a:r>
          </a:p>
          <a:p>
            <a:r>
              <a:rPr lang="en-US" altLang="en-US" dirty="0">
                <a:ea typeface="ＭＳ Ｐゴシック" panose="020B0600070205080204" pitchFamily="34" charset="-128"/>
                <a:sym typeface="Wingdings" pitchFamily="2" charset="2"/>
              </a:rPr>
              <a:t>Warps can be </a:t>
            </a:r>
            <a:r>
              <a:rPr lang="en-US" altLang="en-US" dirty="0">
                <a:solidFill>
                  <a:srgbClr val="0432FF"/>
                </a:solidFill>
                <a:ea typeface="ＭＳ Ｐゴシック" panose="020B0600070205080204" pitchFamily="34" charset="-128"/>
                <a:sym typeface="Wingdings" pitchFamily="2" charset="2"/>
              </a:rPr>
              <a:t>interleaved on the same pipeline</a:t>
            </a:r>
            <a:r>
              <a:rPr lang="en-US" altLang="en-US" dirty="0">
                <a:ea typeface="ＭＳ Ｐゴシック" panose="020B0600070205080204" pitchFamily="34" charset="-128"/>
                <a:sym typeface="Wingdings" pitchFamily="2" charset="2"/>
              </a:rPr>
              <a:t>  Fine grained multithreading of warps.</a:t>
            </a:r>
            <a:endParaRPr lang="en-US" altLang="en-US" dirty="0">
              <a:ea typeface="ＭＳ Ｐゴシック" panose="020B0600070205080204" pitchFamily="34" charset="-128"/>
            </a:endParaRPr>
          </a:p>
        </p:txBody>
      </p:sp>
      <p:sp>
        <p:nvSpPr>
          <p:cNvPr id="64" name="Text Box 32">
            <a:extLst>
              <a:ext uri="{FF2B5EF4-FFF2-40B4-BE49-F238E27FC236}">
                <a16:creationId xmlns:a16="http://schemas.microsoft.com/office/drawing/2014/main" id="{DCEDAA7C-3856-5E44-893A-CAE3C8864102}"/>
              </a:ext>
            </a:extLst>
          </p:cNvPr>
          <p:cNvSpPr txBox="1">
            <a:spLocks noChangeArrowheads="1"/>
          </p:cNvSpPr>
          <p:nvPr/>
        </p:nvSpPr>
        <p:spPr bwMode="auto">
          <a:xfrm>
            <a:off x="7081838" y="3262313"/>
            <a:ext cx="17462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1" i="1" u="none" strike="noStrike" kern="1200" cap="none" spc="0" normalizeH="0" baseline="0" noProof="0">
                <a:ln>
                  <a:noFill/>
                </a:ln>
                <a:solidFill>
                  <a:srgbClr val="BDE11B"/>
                </a:solidFill>
                <a:effectLst/>
                <a:uLnTx/>
                <a:uFillTx/>
                <a:latin typeface="Verdana" panose="020B0604030504040204" pitchFamily="34" charset="0"/>
                <a:ea typeface="굴림" panose="020B0600000101010101" pitchFamily="34" charset="-127"/>
                <a:cs typeface="+mn-cs"/>
              </a:rPr>
              <a:t>Warp 1 at PC X</a:t>
            </a:r>
          </a:p>
        </p:txBody>
      </p:sp>
      <p:sp>
        <p:nvSpPr>
          <p:cNvPr id="66" name="Text Box 49">
            <a:extLst>
              <a:ext uri="{FF2B5EF4-FFF2-40B4-BE49-F238E27FC236}">
                <a16:creationId xmlns:a16="http://schemas.microsoft.com/office/drawing/2014/main" id="{4A8FD991-218E-FD4E-9BF3-A08F84917C05}"/>
              </a:ext>
            </a:extLst>
          </p:cNvPr>
          <p:cNvSpPr txBox="1">
            <a:spLocks noChangeArrowheads="1"/>
          </p:cNvSpPr>
          <p:nvPr/>
        </p:nvSpPr>
        <p:spPr bwMode="auto">
          <a:xfrm>
            <a:off x="809625" y="5830888"/>
            <a:ext cx="685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Iter. 33</a:t>
            </a:r>
          </a:p>
        </p:txBody>
      </p:sp>
      <p:sp>
        <p:nvSpPr>
          <p:cNvPr id="67" name="Text Box 50">
            <a:extLst>
              <a:ext uri="{FF2B5EF4-FFF2-40B4-BE49-F238E27FC236}">
                <a16:creationId xmlns:a16="http://schemas.microsoft.com/office/drawing/2014/main" id="{3C05474C-B8B0-E64A-BE6E-1B6A950CCBE8}"/>
              </a:ext>
            </a:extLst>
          </p:cNvPr>
          <p:cNvSpPr txBox="1">
            <a:spLocks noChangeArrowheads="1"/>
          </p:cNvSpPr>
          <p:nvPr/>
        </p:nvSpPr>
        <p:spPr bwMode="auto">
          <a:xfrm>
            <a:off x="2819400" y="5830888"/>
            <a:ext cx="685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Iter. 34</a:t>
            </a:r>
          </a:p>
        </p:txBody>
      </p:sp>
      <p:sp>
        <p:nvSpPr>
          <p:cNvPr id="69" name="Text Box 32">
            <a:extLst>
              <a:ext uri="{FF2B5EF4-FFF2-40B4-BE49-F238E27FC236}">
                <a16:creationId xmlns:a16="http://schemas.microsoft.com/office/drawing/2014/main" id="{B9DA7F49-A3D7-5749-9162-F8ACF28F810F}"/>
              </a:ext>
            </a:extLst>
          </p:cNvPr>
          <p:cNvSpPr txBox="1">
            <a:spLocks noChangeArrowheads="1"/>
          </p:cNvSpPr>
          <p:nvPr/>
        </p:nvSpPr>
        <p:spPr bwMode="auto">
          <a:xfrm>
            <a:off x="7086600" y="4572000"/>
            <a:ext cx="21574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1" i="1" u="none" strike="noStrike" kern="1200" cap="none" spc="0" normalizeH="0" baseline="0" noProof="0">
                <a:ln>
                  <a:noFill/>
                </a:ln>
                <a:solidFill>
                  <a:srgbClr val="DD38E8"/>
                </a:solidFill>
                <a:effectLst/>
                <a:uLnTx/>
                <a:uFillTx/>
                <a:latin typeface="Verdana" panose="020B0604030504040204" pitchFamily="34" charset="0"/>
                <a:ea typeface="굴림" panose="020B0600000101010101" pitchFamily="34" charset="-127"/>
                <a:cs typeface="+mn-cs"/>
              </a:rPr>
              <a:t>Warp 20 at PC X+2</a:t>
            </a:r>
          </a:p>
        </p:txBody>
      </p:sp>
      <p:sp>
        <p:nvSpPr>
          <p:cNvPr id="72" name="Text Box 49">
            <a:extLst>
              <a:ext uri="{FF2B5EF4-FFF2-40B4-BE49-F238E27FC236}">
                <a16:creationId xmlns:a16="http://schemas.microsoft.com/office/drawing/2014/main" id="{C681CB0E-B3A7-A849-9D6A-35BB95A54F62}"/>
              </a:ext>
            </a:extLst>
          </p:cNvPr>
          <p:cNvSpPr txBox="1">
            <a:spLocks noChangeArrowheads="1"/>
          </p:cNvSpPr>
          <p:nvPr/>
        </p:nvSpPr>
        <p:spPr bwMode="auto">
          <a:xfrm>
            <a:off x="838200" y="5838825"/>
            <a:ext cx="1600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Iter.</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20*32 + 1</a:t>
            </a:r>
          </a:p>
        </p:txBody>
      </p:sp>
      <p:sp>
        <p:nvSpPr>
          <p:cNvPr id="73" name="Text Box 49">
            <a:extLst>
              <a:ext uri="{FF2B5EF4-FFF2-40B4-BE49-F238E27FC236}">
                <a16:creationId xmlns:a16="http://schemas.microsoft.com/office/drawing/2014/main" id="{BA6375E5-934B-9D43-B676-5A6B41B73002}"/>
              </a:ext>
            </a:extLst>
          </p:cNvPr>
          <p:cNvSpPr txBox="1">
            <a:spLocks noChangeArrowheads="1"/>
          </p:cNvSpPr>
          <p:nvPr/>
        </p:nvSpPr>
        <p:spPr bwMode="auto">
          <a:xfrm>
            <a:off x="2819400" y="5830888"/>
            <a:ext cx="16764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Iter.</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20*32 + 2</a:t>
            </a:r>
          </a:p>
        </p:txBody>
      </p:sp>
    </p:spTree>
    <p:extLst>
      <p:ext uri="{BB962C8B-B14F-4D97-AF65-F5344CB8AC3E}">
        <p14:creationId xmlns:p14="http://schemas.microsoft.com/office/powerpoint/2010/main" val="1818212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31"/>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30"/>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50"/>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51"/>
                                        </p:tgtEl>
                                        <p:attrNameLst>
                                          <p:attrName>style.visibility</p:attrName>
                                        </p:attrNameLst>
                                      </p:cBhvr>
                                      <p:to>
                                        <p:strVal val="hidden"/>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7"/>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66"/>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67"/>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63"/>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64"/>
                                        </p:tgtEl>
                                        <p:attrNameLst>
                                          <p:attrName>style.visibility</p:attrName>
                                        </p:attrNameLst>
                                      </p:cBhvr>
                                      <p:to>
                                        <p:strVal val="hidden"/>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63" grpId="0" animBg="1"/>
      <p:bldP spid="63" grpId="1" animBg="1"/>
      <p:bldP spid="30" grpId="0" animBg="1"/>
      <p:bldP spid="30" grpId="1" animBg="1"/>
      <p:bldP spid="50" grpId="0"/>
      <p:bldP spid="50" grpId="1"/>
      <p:bldP spid="51" grpId="0"/>
      <p:bldP spid="51" grpId="1"/>
      <p:bldP spid="31" grpId="0"/>
      <p:bldP spid="31" grpId="1"/>
      <p:bldP spid="64" grpId="0"/>
      <p:bldP spid="64" grpId="1"/>
      <p:bldP spid="66" grpId="0"/>
      <p:bldP spid="66" grpId="1"/>
      <p:bldP spid="67" grpId="0"/>
      <p:bldP spid="67" grpId="1"/>
      <p:bldP spid="69" grpId="0"/>
      <p:bldP spid="72" grpId="0"/>
      <p:bldP spid="7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1">
            <a:extLst>
              <a:ext uri="{FF2B5EF4-FFF2-40B4-BE49-F238E27FC236}">
                <a16:creationId xmlns:a16="http://schemas.microsoft.com/office/drawing/2014/main" id="{DDD9B11C-2EC4-F849-B2AA-8BB81908DD88}"/>
              </a:ext>
            </a:extLst>
          </p:cNvPr>
          <p:cNvSpPr>
            <a:spLocks noGrp="1"/>
          </p:cNvSpPr>
          <p:nvPr>
            <p:ph type="title"/>
          </p:nvPr>
        </p:nvSpPr>
        <p:spPr/>
        <p:txBody>
          <a:bodyPr/>
          <a:lstStyle/>
          <a:p>
            <a:r>
              <a:rPr lang="en-US" altLang="en-US">
                <a:ea typeface="ＭＳ Ｐゴシック" panose="020B0600070205080204" pitchFamily="34" charset="-128"/>
              </a:rPr>
              <a:t>Warp Instruction Level Parallelism</a:t>
            </a:r>
          </a:p>
        </p:txBody>
      </p:sp>
      <p:sp>
        <p:nvSpPr>
          <p:cNvPr id="67586" name="Content Placeholder 2">
            <a:extLst>
              <a:ext uri="{FF2B5EF4-FFF2-40B4-BE49-F238E27FC236}">
                <a16:creationId xmlns:a16="http://schemas.microsoft.com/office/drawing/2014/main" id="{EC6BDAC7-99C7-C24A-8138-A80CF979F083}"/>
              </a:ext>
            </a:extLst>
          </p:cNvPr>
          <p:cNvSpPr>
            <a:spLocks noGrp="1"/>
          </p:cNvSpPr>
          <p:nvPr>
            <p:ph idx="1"/>
          </p:nvPr>
        </p:nvSpPr>
        <p:spPr>
          <a:xfrm>
            <a:off x="228600" y="996950"/>
            <a:ext cx="8610600" cy="5194300"/>
          </a:xfrm>
        </p:spPr>
        <p:txBody>
          <a:bodyPr/>
          <a:lstStyle/>
          <a:p>
            <a:pPr>
              <a:buFontTx/>
              <a:buNone/>
            </a:pPr>
            <a:r>
              <a:rPr lang="en-US" altLang="ko-KR" sz="2000" dirty="0">
                <a:ea typeface="굴림" panose="020B0600000101010101" pitchFamily="34" charset="-127"/>
              </a:rPr>
              <a:t>Can overlap execution of multiple instructions</a:t>
            </a:r>
          </a:p>
          <a:p>
            <a:pPr lvl="1"/>
            <a:r>
              <a:rPr lang="en-US" altLang="ko-KR" sz="1600" dirty="0">
                <a:ea typeface="굴림" panose="020B0600000101010101" pitchFamily="34" charset="-127"/>
              </a:rPr>
              <a:t>Example machine has </a:t>
            </a:r>
            <a:r>
              <a:rPr lang="en-US" altLang="ko-KR" sz="1600" dirty="0">
                <a:solidFill>
                  <a:srgbClr val="0432FF"/>
                </a:solidFill>
                <a:ea typeface="굴림" panose="020B0600000101010101" pitchFamily="34" charset="-127"/>
              </a:rPr>
              <a:t>32 threads per warp and 8 lanes</a:t>
            </a:r>
          </a:p>
          <a:p>
            <a:pPr lvl="1"/>
            <a:r>
              <a:rPr lang="en-US" altLang="ko-KR" sz="1600" dirty="0">
                <a:ea typeface="굴림" panose="020B0600000101010101" pitchFamily="34" charset="-127"/>
              </a:rPr>
              <a:t>Completes 24 operations/cycle while issuing 1 warp/cycle</a:t>
            </a:r>
          </a:p>
          <a:p>
            <a:pPr lvl="1"/>
            <a:endParaRPr lang="en-US" altLang="ko-KR" sz="1600" dirty="0">
              <a:ea typeface="굴림" panose="020B0600000101010101" pitchFamily="34" charset="-127"/>
            </a:endParaRPr>
          </a:p>
          <a:p>
            <a:endParaRPr lang="en-US" altLang="en-US" dirty="0">
              <a:ea typeface="ＭＳ Ｐゴシック" panose="020B0600070205080204" pitchFamily="34" charset="-128"/>
            </a:endParaRPr>
          </a:p>
        </p:txBody>
      </p:sp>
      <p:sp>
        <p:nvSpPr>
          <p:cNvPr id="67587" name="Slide Number Placeholder 3">
            <a:extLst>
              <a:ext uri="{FF2B5EF4-FFF2-40B4-BE49-F238E27FC236}">
                <a16:creationId xmlns:a16="http://schemas.microsoft.com/office/drawing/2014/main" id="{91D9459B-F5D2-E34A-9ADC-C5A396E51A40}"/>
              </a:ext>
            </a:extLst>
          </p:cNvPr>
          <p:cNvSpPr>
            <a:spLocks noGrp="1"/>
          </p:cNvSpPr>
          <p:nvPr>
            <p:ph type="sldNum" sz="quarter" idx="11"/>
          </p:nvPr>
        </p:nvSpPr>
        <p:spPr>
          <a:xfrm>
            <a:off x="6777038" y="63246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17A79AA-CD33-9448-B7F6-6F507EA8DB0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72</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grpSp>
        <p:nvGrpSpPr>
          <p:cNvPr id="2" name="Group 2">
            <a:extLst>
              <a:ext uri="{FF2B5EF4-FFF2-40B4-BE49-F238E27FC236}">
                <a16:creationId xmlns:a16="http://schemas.microsoft.com/office/drawing/2014/main" id="{493F7F6F-1479-2547-92F5-B17D76A3B498}"/>
              </a:ext>
            </a:extLst>
          </p:cNvPr>
          <p:cNvGrpSpPr>
            <a:grpSpLocks/>
          </p:cNvGrpSpPr>
          <p:nvPr/>
        </p:nvGrpSpPr>
        <p:grpSpPr bwMode="auto">
          <a:xfrm>
            <a:off x="685800" y="3589338"/>
            <a:ext cx="3276600" cy="1598612"/>
            <a:chOff x="432" y="2113"/>
            <a:chExt cx="2064" cy="1007"/>
          </a:xfrm>
        </p:grpSpPr>
        <p:grpSp>
          <p:nvGrpSpPr>
            <p:cNvPr id="68096" name="Group 3">
              <a:extLst>
                <a:ext uri="{FF2B5EF4-FFF2-40B4-BE49-F238E27FC236}">
                  <a16:creationId xmlns:a16="http://schemas.microsoft.com/office/drawing/2014/main" id="{BB55F344-F314-DC46-9B86-6E56CCE4A365}"/>
                </a:ext>
              </a:extLst>
            </p:cNvPr>
            <p:cNvGrpSpPr>
              <a:grpSpLocks/>
            </p:cNvGrpSpPr>
            <p:nvPr/>
          </p:nvGrpSpPr>
          <p:grpSpPr bwMode="auto">
            <a:xfrm>
              <a:off x="960" y="2352"/>
              <a:ext cx="1536" cy="768"/>
              <a:chOff x="480" y="2352"/>
              <a:chExt cx="1536" cy="768"/>
            </a:xfrm>
          </p:grpSpPr>
          <p:grpSp>
            <p:nvGrpSpPr>
              <p:cNvPr id="68098" name="Group 7">
                <a:extLst>
                  <a:ext uri="{FF2B5EF4-FFF2-40B4-BE49-F238E27FC236}">
                    <a16:creationId xmlns:a16="http://schemas.microsoft.com/office/drawing/2014/main" id="{9466717E-7610-4C45-8850-2FDB374E910B}"/>
                  </a:ext>
                </a:extLst>
              </p:cNvPr>
              <p:cNvGrpSpPr>
                <a:grpSpLocks/>
              </p:cNvGrpSpPr>
              <p:nvPr/>
            </p:nvGrpSpPr>
            <p:grpSpPr bwMode="auto">
              <a:xfrm>
                <a:off x="1824" y="2352"/>
                <a:ext cx="192" cy="192"/>
                <a:chOff x="1824" y="2352"/>
                <a:chExt cx="192" cy="192"/>
              </a:xfrm>
            </p:grpSpPr>
            <p:sp>
              <p:nvSpPr>
                <p:cNvPr id="68193" name="Rectangle 5">
                  <a:extLst>
                    <a:ext uri="{FF2B5EF4-FFF2-40B4-BE49-F238E27FC236}">
                      <a16:creationId xmlns:a16="http://schemas.microsoft.com/office/drawing/2014/main" id="{E9FE976C-C7E7-D640-A376-B08CEE3EFB83}"/>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94" name="Oval 6">
                  <a:extLst>
                    <a:ext uri="{FF2B5EF4-FFF2-40B4-BE49-F238E27FC236}">
                      <a16:creationId xmlns:a16="http://schemas.microsoft.com/office/drawing/2014/main" id="{22F3AEF7-C223-4249-AEAD-055F044EB8BA}"/>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8099" name="Rectangle 7">
                <a:extLst>
                  <a:ext uri="{FF2B5EF4-FFF2-40B4-BE49-F238E27FC236}">
                    <a16:creationId xmlns:a16="http://schemas.microsoft.com/office/drawing/2014/main" id="{1C46E81E-3D51-134E-B835-5A7B843CCFC4}"/>
                  </a:ext>
                </a:extLst>
              </p:cNvPr>
              <p:cNvSpPr>
                <a:spLocks noChangeArrowheads="1"/>
              </p:cNvSpPr>
              <p:nvPr/>
            </p:nvSpPr>
            <p:spPr bwMode="auto">
              <a:xfrm>
                <a:off x="480" y="2352"/>
                <a:ext cx="1536" cy="76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8100" name="Group 8">
                <a:extLst>
                  <a:ext uri="{FF2B5EF4-FFF2-40B4-BE49-F238E27FC236}">
                    <a16:creationId xmlns:a16="http://schemas.microsoft.com/office/drawing/2014/main" id="{6F1BB14D-997C-994E-AB27-448757D540E8}"/>
                  </a:ext>
                </a:extLst>
              </p:cNvPr>
              <p:cNvGrpSpPr>
                <a:grpSpLocks/>
              </p:cNvGrpSpPr>
              <p:nvPr/>
            </p:nvGrpSpPr>
            <p:grpSpPr bwMode="auto">
              <a:xfrm>
                <a:off x="1824" y="2544"/>
                <a:ext cx="192" cy="192"/>
                <a:chOff x="1824" y="2352"/>
                <a:chExt cx="192" cy="192"/>
              </a:xfrm>
            </p:grpSpPr>
            <p:sp>
              <p:nvSpPr>
                <p:cNvPr id="68191" name="Rectangle 9">
                  <a:extLst>
                    <a:ext uri="{FF2B5EF4-FFF2-40B4-BE49-F238E27FC236}">
                      <a16:creationId xmlns:a16="http://schemas.microsoft.com/office/drawing/2014/main" id="{DDA9F547-B874-1F4C-A88B-98032122F0E0}"/>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92" name="Oval 10">
                  <a:extLst>
                    <a:ext uri="{FF2B5EF4-FFF2-40B4-BE49-F238E27FC236}">
                      <a16:creationId xmlns:a16="http://schemas.microsoft.com/office/drawing/2014/main" id="{2A6E84EC-0563-4C4B-9288-68C4DF94B1E7}"/>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01" name="Group 11">
                <a:extLst>
                  <a:ext uri="{FF2B5EF4-FFF2-40B4-BE49-F238E27FC236}">
                    <a16:creationId xmlns:a16="http://schemas.microsoft.com/office/drawing/2014/main" id="{D580DC02-00B7-774F-8CD0-A7E8B9314F37}"/>
                  </a:ext>
                </a:extLst>
              </p:cNvPr>
              <p:cNvGrpSpPr>
                <a:grpSpLocks/>
              </p:cNvGrpSpPr>
              <p:nvPr/>
            </p:nvGrpSpPr>
            <p:grpSpPr bwMode="auto">
              <a:xfrm>
                <a:off x="1824" y="2736"/>
                <a:ext cx="192" cy="192"/>
                <a:chOff x="1824" y="2352"/>
                <a:chExt cx="192" cy="192"/>
              </a:xfrm>
            </p:grpSpPr>
            <p:sp>
              <p:nvSpPr>
                <p:cNvPr id="68189" name="Rectangle 12">
                  <a:extLst>
                    <a:ext uri="{FF2B5EF4-FFF2-40B4-BE49-F238E27FC236}">
                      <a16:creationId xmlns:a16="http://schemas.microsoft.com/office/drawing/2014/main" id="{48D44E52-8599-3B4F-B0EC-A997CF6F433B}"/>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90" name="Oval 13">
                  <a:extLst>
                    <a:ext uri="{FF2B5EF4-FFF2-40B4-BE49-F238E27FC236}">
                      <a16:creationId xmlns:a16="http://schemas.microsoft.com/office/drawing/2014/main" id="{5DD1C21B-60ED-B642-87BE-3BF28698CC5B}"/>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02" name="Group 14">
                <a:extLst>
                  <a:ext uri="{FF2B5EF4-FFF2-40B4-BE49-F238E27FC236}">
                    <a16:creationId xmlns:a16="http://schemas.microsoft.com/office/drawing/2014/main" id="{1241CDCB-F7B6-0F4E-B669-854207D0A076}"/>
                  </a:ext>
                </a:extLst>
              </p:cNvPr>
              <p:cNvGrpSpPr>
                <a:grpSpLocks/>
              </p:cNvGrpSpPr>
              <p:nvPr/>
            </p:nvGrpSpPr>
            <p:grpSpPr bwMode="auto">
              <a:xfrm>
                <a:off x="1824" y="2928"/>
                <a:ext cx="192" cy="192"/>
                <a:chOff x="1824" y="2352"/>
                <a:chExt cx="192" cy="192"/>
              </a:xfrm>
            </p:grpSpPr>
            <p:sp>
              <p:nvSpPr>
                <p:cNvPr id="68187" name="Rectangle 15">
                  <a:extLst>
                    <a:ext uri="{FF2B5EF4-FFF2-40B4-BE49-F238E27FC236}">
                      <a16:creationId xmlns:a16="http://schemas.microsoft.com/office/drawing/2014/main" id="{887D29E3-2BBD-964D-9C7E-4D2E4E0DE393}"/>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88" name="Oval 16">
                  <a:extLst>
                    <a:ext uri="{FF2B5EF4-FFF2-40B4-BE49-F238E27FC236}">
                      <a16:creationId xmlns:a16="http://schemas.microsoft.com/office/drawing/2014/main" id="{036A0350-172F-0E42-A6DC-2F3820500D2D}"/>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03" name="Group 17">
                <a:extLst>
                  <a:ext uri="{FF2B5EF4-FFF2-40B4-BE49-F238E27FC236}">
                    <a16:creationId xmlns:a16="http://schemas.microsoft.com/office/drawing/2014/main" id="{9CB995A4-11EA-9D4D-96D6-65C311FD0B18}"/>
                  </a:ext>
                </a:extLst>
              </p:cNvPr>
              <p:cNvGrpSpPr>
                <a:grpSpLocks/>
              </p:cNvGrpSpPr>
              <p:nvPr/>
            </p:nvGrpSpPr>
            <p:grpSpPr bwMode="auto">
              <a:xfrm>
                <a:off x="1632" y="2352"/>
                <a:ext cx="192" cy="192"/>
                <a:chOff x="1824" y="2352"/>
                <a:chExt cx="192" cy="192"/>
              </a:xfrm>
            </p:grpSpPr>
            <p:sp>
              <p:nvSpPr>
                <p:cNvPr id="68185" name="Rectangle 18">
                  <a:extLst>
                    <a:ext uri="{FF2B5EF4-FFF2-40B4-BE49-F238E27FC236}">
                      <a16:creationId xmlns:a16="http://schemas.microsoft.com/office/drawing/2014/main" id="{AD66F7C5-150C-B444-86A7-C522A1F8DF7B}"/>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86" name="Oval 19">
                  <a:extLst>
                    <a:ext uri="{FF2B5EF4-FFF2-40B4-BE49-F238E27FC236}">
                      <a16:creationId xmlns:a16="http://schemas.microsoft.com/office/drawing/2014/main" id="{132F43D5-1412-C343-8B67-68D4AB5E4A4B}"/>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04" name="Group 20">
                <a:extLst>
                  <a:ext uri="{FF2B5EF4-FFF2-40B4-BE49-F238E27FC236}">
                    <a16:creationId xmlns:a16="http://schemas.microsoft.com/office/drawing/2014/main" id="{1138CD2F-6A0D-D74C-862F-ED754465F011}"/>
                  </a:ext>
                </a:extLst>
              </p:cNvPr>
              <p:cNvGrpSpPr>
                <a:grpSpLocks/>
              </p:cNvGrpSpPr>
              <p:nvPr/>
            </p:nvGrpSpPr>
            <p:grpSpPr bwMode="auto">
              <a:xfrm>
                <a:off x="1632" y="2544"/>
                <a:ext cx="192" cy="192"/>
                <a:chOff x="1824" y="2352"/>
                <a:chExt cx="192" cy="192"/>
              </a:xfrm>
            </p:grpSpPr>
            <p:sp>
              <p:nvSpPr>
                <p:cNvPr id="68183" name="Rectangle 21">
                  <a:extLst>
                    <a:ext uri="{FF2B5EF4-FFF2-40B4-BE49-F238E27FC236}">
                      <a16:creationId xmlns:a16="http://schemas.microsoft.com/office/drawing/2014/main" id="{FC496EBA-2E6D-1648-9013-AEADF11E1263}"/>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84" name="Oval 22">
                  <a:extLst>
                    <a:ext uri="{FF2B5EF4-FFF2-40B4-BE49-F238E27FC236}">
                      <a16:creationId xmlns:a16="http://schemas.microsoft.com/office/drawing/2014/main" id="{E2F37687-51BC-FB40-BBC1-5EA31AD6552B}"/>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05" name="Group 23">
                <a:extLst>
                  <a:ext uri="{FF2B5EF4-FFF2-40B4-BE49-F238E27FC236}">
                    <a16:creationId xmlns:a16="http://schemas.microsoft.com/office/drawing/2014/main" id="{1CD49328-CADD-F54A-BC17-74C86DA9242F}"/>
                  </a:ext>
                </a:extLst>
              </p:cNvPr>
              <p:cNvGrpSpPr>
                <a:grpSpLocks/>
              </p:cNvGrpSpPr>
              <p:nvPr/>
            </p:nvGrpSpPr>
            <p:grpSpPr bwMode="auto">
              <a:xfrm>
                <a:off x="1632" y="2736"/>
                <a:ext cx="192" cy="192"/>
                <a:chOff x="1824" y="2352"/>
                <a:chExt cx="192" cy="192"/>
              </a:xfrm>
            </p:grpSpPr>
            <p:sp>
              <p:nvSpPr>
                <p:cNvPr id="68181" name="Rectangle 24">
                  <a:extLst>
                    <a:ext uri="{FF2B5EF4-FFF2-40B4-BE49-F238E27FC236}">
                      <a16:creationId xmlns:a16="http://schemas.microsoft.com/office/drawing/2014/main" id="{86344DB7-2166-1D4E-867A-E4392D807E09}"/>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82" name="Oval 25">
                  <a:extLst>
                    <a:ext uri="{FF2B5EF4-FFF2-40B4-BE49-F238E27FC236}">
                      <a16:creationId xmlns:a16="http://schemas.microsoft.com/office/drawing/2014/main" id="{89EEA300-5BC6-E549-BC9F-16BFED75C145}"/>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06" name="Group 26">
                <a:extLst>
                  <a:ext uri="{FF2B5EF4-FFF2-40B4-BE49-F238E27FC236}">
                    <a16:creationId xmlns:a16="http://schemas.microsoft.com/office/drawing/2014/main" id="{258DAA9A-3284-3943-884E-A46A32CA48EC}"/>
                  </a:ext>
                </a:extLst>
              </p:cNvPr>
              <p:cNvGrpSpPr>
                <a:grpSpLocks/>
              </p:cNvGrpSpPr>
              <p:nvPr/>
            </p:nvGrpSpPr>
            <p:grpSpPr bwMode="auto">
              <a:xfrm>
                <a:off x="1632" y="2928"/>
                <a:ext cx="192" cy="192"/>
                <a:chOff x="1824" y="2352"/>
                <a:chExt cx="192" cy="192"/>
              </a:xfrm>
            </p:grpSpPr>
            <p:sp>
              <p:nvSpPr>
                <p:cNvPr id="68179" name="Rectangle 27">
                  <a:extLst>
                    <a:ext uri="{FF2B5EF4-FFF2-40B4-BE49-F238E27FC236}">
                      <a16:creationId xmlns:a16="http://schemas.microsoft.com/office/drawing/2014/main" id="{C017D738-E6F9-F94B-A584-3C591A1E3E5B}"/>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80" name="Oval 28">
                  <a:extLst>
                    <a:ext uri="{FF2B5EF4-FFF2-40B4-BE49-F238E27FC236}">
                      <a16:creationId xmlns:a16="http://schemas.microsoft.com/office/drawing/2014/main" id="{39C5C9C6-7CF9-FC4C-95C0-E62C63B2CFEC}"/>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07" name="Group 29">
                <a:extLst>
                  <a:ext uri="{FF2B5EF4-FFF2-40B4-BE49-F238E27FC236}">
                    <a16:creationId xmlns:a16="http://schemas.microsoft.com/office/drawing/2014/main" id="{3BE2FD2F-8C52-6E42-A883-BF2FBC257A04}"/>
                  </a:ext>
                </a:extLst>
              </p:cNvPr>
              <p:cNvGrpSpPr>
                <a:grpSpLocks/>
              </p:cNvGrpSpPr>
              <p:nvPr/>
            </p:nvGrpSpPr>
            <p:grpSpPr bwMode="auto">
              <a:xfrm>
                <a:off x="1440" y="2352"/>
                <a:ext cx="192" cy="192"/>
                <a:chOff x="1824" y="2352"/>
                <a:chExt cx="192" cy="192"/>
              </a:xfrm>
            </p:grpSpPr>
            <p:sp>
              <p:nvSpPr>
                <p:cNvPr id="68177" name="Rectangle 30">
                  <a:extLst>
                    <a:ext uri="{FF2B5EF4-FFF2-40B4-BE49-F238E27FC236}">
                      <a16:creationId xmlns:a16="http://schemas.microsoft.com/office/drawing/2014/main" id="{EFD25617-CCB0-D346-B8F0-B20C60B31263}"/>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78" name="Oval 31">
                  <a:extLst>
                    <a:ext uri="{FF2B5EF4-FFF2-40B4-BE49-F238E27FC236}">
                      <a16:creationId xmlns:a16="http://schemas.microsoft.com/office/drawing/2014/main" id="{62B8DCC5-374A-BB4A-936E-A144048746F0}"/>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08" name="Group 32">
                <a:extLst>
                  <a:ext uri="{FF2B5EF4-FFF2-40B4-BE49-F238E27FC236}">
                    <a16:creationId xmlns:a16="http://schemas.microsoft.com/office/drawing/2014/main" id="{FE9107CF-DE28-8841-83C3-30BAD78F95F0}"/>
                  </a:ext>
                </a:extLst>
              </p:cNvPr>
              <p:cNvGrpSpPr>
                <a:grpSpLocks/>
              </p:cNvGrpSpPr>
              <p:nvPr/>
            </p:nvGrpSpPr>
            <p:grpSpPr bwMode="auto">
              <a:xfrm>
                <a:off x="1440" y="2544"/>
                <a:ext cx="192" cy="192"/>
                <a:chOff x="1824" y="2352"/>
                <a:chExt cx="192" cy="192"/>
              </a:xfrm>
            </p:grpSpPr>
            <p:sp>
              <p:nvSpPr>
                <p:cNvPr id="68175" name="Rectangle 33">
                  <a:extLst>
                    <a:ext uri="{FF2B5EF4-FFF2-40B4-BE49-F238E27FC236}">
                      <a16:creationId xmlns:a16="http://schemas.microsoft.com/office/drawing/2014/main" id="{991C1A31-08E7-2A4A-A22A-C066838CEC8F}"/>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76" name="Oval 34">
                  <a:extLst>
                    <a:ext uri="{FF2B5EF4-FFF2-40B4-BE49-F238E27FC236}">
                      <a16:creationId xmlns:a16="http://schemas.microsoft.com/office/drawing/2014/main" id="{9C5B1D20-D40D-174B-BBC0-FA36869947AA}"/>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09" name="Group 35">
                <a:extLst>
                  <a:ext uri="{FF2B5EF4-FFF2-40B4-BE49-F238E27FC236}">
                    <a16:creationId xmlns:a16="http://schemas.microsoft.com/office/drawing/2014/main" id="{2815C6C5-FB4B-8F45-9FB6-4315C5C5AB53}"/>
                  </a:ext>
                </a:extLst>
              </p:cNvPr>
              <p:cNvGrpSpPr>
                <a:grpSpLocks/>
              </p:cNvGrpSpPr>
              <p:nvPr/>
            </p:nvGrpSpPr>
            <p:grpSpPr bwMode="auto">
              <a:xfrm>
                <a:off x="1440" y="2736"/>
                <a:ext cx="192" cy="192"/>
                <a:chOff x="1824" y="2352"/>
                <a:chExt cx="192" cy="192"/>
              </a:xfrm>
            </p:grpSpPr>
            <p:sp>
              <p:nvSpPr>
                <p:cNvPr id="68173" name="Rectangle 36">
                  <a:extLst>
                    <a:ext uri="{FF2B5EF4-FFF2-40B4-BE49-F238E27FC236}">
                      <a16:creationId xmlns:a16="http://schemas.microsoft.com/office/drawing/2014/main" id="{AAC4B5DD-AF04-524E-9BFC-5EDD8C3BDD51}"/>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74" name="Oval 37">
                  <a:extLst>
                    <a:ext uri="{FF2B5EF4-FFF2-40B4-BE49-F238E27FC236}">
                      <a16:creationId xmlns:a16="http://schemas.microsoft.com/office/drawing/2014/main" id="{FB0DE040-13F5-F044-AF9A-B2C6F24F48DF}"/>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10" name="Group 38">
                <a:extLst>
                  <a:ext uri="{FF2B5EF4-FFF2-40B4-BE49-F238E27FC236}">
                    <a16:creationId xmlns:a16="http://schemas.microsoft.com/office/drawing/2014/main" id="{1A93B723-73E6-0542-9A69-402DE18E7064}"/>
                  </a:ext>
                </a:extLst>
              </p:cNvPr>
              <p:cNvGrpSpPr>
                <a:grpSpLocks/>
              </p:cNvGrpSpPr>
              <p:nvPr/>
            </p:nvGrpSpPr>
            <p:grpSpPr bwMode="auto">
              <a:xfrm>
                <a:off x="1440" y="2928"/>
                <a:ext cx="192" cy="192"/>
                <a:chOff x="1824" y="2352"/>
                <a:chExt cx="192" cy="192"/>
              </a:xfrm>
            </p:grpSpPr>
            <p:sp>
              <p:nvSpPr>
                <p:cNvPr id="68171" name="Rectangle 39">
                  <a:extLst>
                    <a:ext uri="{FF2B5EF4-FFF2-40B4-BE49-F238E27FC236}">
                      <a16:creationId xmlns:a16="http://schemas.microsoft.com/office/drawing/2014/main" id="{C0084295-1DB9-7943-BD38-5FB99E3D0658}"/>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72" name="Oval 40">
                  <a:extLst>
                    <a:ext uri="{FF2B5EF4-FFF2-40B4-BE49-F238E27FC236}">
                      <a16:creationId xmlns:a16="http://schemas.microsoft.com/office/drawing/2014/main" id="{DD6EE2C6-6A0E-9841-987B-0B59C3C598C0}"/>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11" name="Group 41">
                <a:extLst>
                  <a:ext uri="{FF2B5EF4-FFF2-40B4-BE49-F238E27FC236}">
                    <a16:creationId xmlns:a16="http://schemas.microsoft.com/office/drawing/2014/main" id="{C07AE095-14C7-F24B-BDBB-1BBEB86FCB69}"/>
                  </a:ext>
                </a:extLst>
              </p:cNvPr>
              <p:cNvGrpSpPr>
                <a:grpSpLocks/>
              </p:cNvGrpSpPr>
              <p:nvPr/>
            </p:nvGrpSpPr>
            <p:grpSpPr bwMode="auto">
              <a:xfrm>
                <a:off x="1248" y="2352"/>
                <a:ext cx="192" cy="192"/>
                <a:chOff x="1824" y="2352"/>
                <a:chExt cx="192" cy="192"/>
              </a:xfrm>
            </p:grpSpPr>
            <p:sp>
              <p:nvSpPr>
                <p:cNvPr id="68169" name="Rectangle 42">
                  <a:extLst>
                    <a:ext uri="{FF2B5EF4-FFF2-40B4-BE49-F238E27FC236}">
                      <a16:creationId xmlns:a16="http://schemas.microsoft.com/office/drawing/2014/main" id="{E51AE489-636B-4446-BDC2-E938555CFFD2}"/>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70" name="Oval 43">
                  <a:extLst>
                    <a:ext uri="{FF2B5EF4-FFF2-40B4-BE49-F238E27FC236}">
                      <a16:creationId xmlns:a16="http://schemas.microsoft.com/office/drawing/2014/main" id="{2DEFA17B-EF52-104D-AC26-F716C3EB2798}"/>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12" name="Group 44">
                <a:extLst>
                  <a:ext uri="{FF2B5EF4-FFF2-40B4-BE49-F238E27FC236}">
                    <a16:creationId xmlns:a16="http://schemas.microsoft.com/office/drawing/2014/main" id="{85B634DD-9265-B345-B9BB-0D021AED3913}"/>
                  </a:ext>
                </a:extLst>
              </p:cNvPr>
              <p:cNvGrpSpPr>
                <a:grpSpLocks/>
              </p:cNvGrpSpPr>
              <p:nvPr/>
            </p:nvGrpSpPr>
            <p:grpSpPr bwMode="auto">
              <a:xfrm>
                <a:off x="1248" y="2544"/>
                <a:ext cx="192" cy="192"/>
                <a:chOff x="1824" y="2352"/>
                <a:chExt cx="192" cy="192"/>
              </a:xfrm>
            </p:grpSpPr>
            <p:sp>
              <p:nvSpPr>
                <p:cNvPr id="68167" name="Rectangle 45">
                  <a:extLst>
                    <a:ext uri="{FF2B5EF4-FFF2-40B4-BE49-F238E27FC236}">
                      <a16:creationId xmlns:a16="http://schemas.microsoft.com/office/drawing/2014/main" id="{078D0E69-B141-A240-A7A8-083730A1B86A}"/>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68" name="Oval 46">
                  <a:extLst>
                    <a:ext uri="{FF2B5EF4-FFF2-40B4-BE49-F238E27FC236}">
                      <a16:creationId xmlns:a16="http://schemas.microsoft.com/office/drawing/2014/main" id="{A7A380F0-2A01-E24B-A5A8-935488EF9124}"/>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13" name="Group 47">
                <a:extLst>
                  <a:ext uri="{FF2B5EF4-FFF2-40B4-BE49-F238E27FC236}">
                    <a16:creationId xmlns:a16="http://schemas.microsoft.com/office/drawing/2014/main" id="{CD409585-1C95-CE49-8270-5F525A3D9F9E}"/>
                  </a:ext>
                </a:extLst>
              </p:cNvPr>
              <p:cNvGrpSpPr>
                <a:grpSpLocks/>
              </p:cNvGrpSpPr>
              <p:nvPr/>
            </p:nvGrpSpPr>
            <p:grpSpPr bwMode="auto">
              <a:xfrm>
                <a:off x="1248" y="2736"/>
                <a:ext cx="192" cy="192"/>
                <a:chOff x="1824" y="2352"/>
                <a:chExt cx="192" cy="192"/>
              </a:xfrm>
            </p:grpSpPr>
            <p:sp>
              <p:nvSpPr>
                <p:cNvPr id="68165" name="Rectangle 48">
                  <a:extLst>
                    <a:ext uri="{FF2B5EF4-FFF2-40B4-BE49-F238E27FC236}">
                      <a16:creationId xmlns:a16="http://schemas.microsoft.com/office/drawing/2014/main" id="{8C1E6AD3-3213-8B4A-B444-60B0F06802CA}"/>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66" name="Oval 49">
                  <a:extLst>
                    <a:ext uri="{FF2B5EF4-FFF2-40B4-BE49-F238E27FC236}">
                      <a16:creationId xmlns:a16="http://schemas.microsoft.com/office/drawing/2014/main" id="{3EB52B45-C5F3-E745-8F95-E9F41E0302EA}"/>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14" name="Group 50">
                <a:extLst>
                  <a:ext uri="{FF2B5EF4-FFF2-40B4-BE49-F238E27FC236}">
                    <a16:creationId xmlns:a16="http://schemas.microsoft.com/office/drawing/2014/main" id="{410E9A94-35A1-3345-A9EE-2AD15CDC5CCE}"/>
                  </a:ext>
                </a:extLst>
              </p:cNvPr>
              <p:cNvGrpSpPr>
                <a:grpSpLocks/>
              </p:cNvGrpSpPr>
              <p:nvPr/>
            </p:nvGrpSpPr>
            <p:grpSpPr bwMode="auto">
              <a:xfrm>
                <a:off x="1248" y="2928"/>
                <a:ext cx="192" cy="192"/>
                <a:chOff x="1824" y="2352"/>
                <a:chExt cx="192" cy="192"/>
              </a:xfrm>
            </p:grpSpPr>
            <p:sp>
              <p:nvSpPr>
                <p:cNvPr id="68163" name="Rectangle 51">
                  <a:extLst>
                    <a:ext uri="{FF2B5EF4-FFF2-40B4-BE49-F238E27FC236}">
                      <a16:creationId xmlns:a16="http://schemas.microsoft.com/office/drawing/2014/main" id="{0174A4A0-3A39-CD4C-8292-EA596E1175B2}"/>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64" name="Oval 52">
                  <a:extLst>
                    <a:ext uri="{FF2B5EF4-FFF2-40B4-BE49-F238E27FC236}">
                      <a16:creationId xmlns:a16="http://schemas.microsoft.com/office/drawing/2014/main" id="{C954A47C-35C0-FE4A-8493-78737FF6A34A}"/>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15" name="Group 53">
                <a:extLst>
                  <a:ext uri="{FF2B5EF4-FFF2-40B4-BE49-F238E27FC236}">
                    <a16:creationId xmlns:a16="http://schemas.microsoft.com/office/drawing/2014/main" id="{B4CD2270-6990-F347-BA15-14FCFB02B8EE}"/>
                  </a:ext>
                </a:extLst>
              </p:cNvPr>
              <p:cNvGrpSpPr>
                <a:grpSpLocks/>
              </p:cNvGrpSpPr>
              <p:nvPr/>
            </p:nvGrpSpPr>
            <p:grpSpPr bwMode="auto">
              <a:xfrm>
                <a:off x="1056" y="2352"/>
                <a:ext cx="192" cy="192"/>
                <a:chOff x="1824" y="2352"/>
                <a:chExt cx="192" cy="192"/>
              </a:xfrm>
            </p:grpSpPr>
            <p:sp>
              <p:nvSpPr>
                <p:cNvPr id="68161" name="Rectangle 54">
                  <a:extLst>
                    <a:ext uri="{FF2B5EF4-FFF2-40B4-BE49-F238E27FC236}">
                      <a16:creationId xmlns:a16="http://schemas.microsoft.com/office/drawing/2014/main" id="{DB72E36B-55E7-184C-83F4-ECEB625CB757}"/>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62" name="Oval 55">
                  <a:extLst>
                    <a:ext uri="{FF2B5EF4-FFF2-40B4-BE49-F238E27FC236}">
                      <a16:creationId xmlns:a16="http://schemas.microsoft.com/office/drawing/2014/main" id="{2AF684FF-A576-3C4E-9FDA-AFB287A6C1A7}"/>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16" name="Group 56">
                <a:extLst>
                  <a:ext uri="{FF2B5EF4-FFF2-40B4-BE49-F238E27FC236}">
                    <a16:creationId xmlns:a16="http://schemas.microsoft.com/office/drawing/2014/main" id="{980F66C8-B91F-A44F-98B8-76A260D70593}"/>
                  </a:ext>
                </a:extLst>
              </p:cNvPr>
              <p:cNvGrpSpPr>
                <a:grpSpLocks/>
              </p:cNvGrpSpPr>
              <p:nvPr/>
            </p:nvGrpSpPr>
            <p:grpSpPr bwMode="auto">
              <a:xfrm>
                <a:off x="1056" y="2544"/>
                <a:ext cx="192" cy="192"/>
                <a:chOff x="1824" y="2352"/>
                <a:chExt cx="192" cy="192"/>
              </a:xfrm>
            </p:grpSpPr>
            <p:sp>
              <p:nvSpPr>
                <p:cNvPr id="68159" name="Rectangle 57">
                  <a:extLst>
                    <a:ext uri="{FF2B5EF4-FFF2-40B4-BE49-F238E27FC236}">
                      <a16:creationId xmlns:a16="http://schemas.microsoft.com/office/drawing/2014/main" id="{AADF6D75-A14A-3641-9C81-905D194F2E19}"/>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60" name="Oval 58">
                  <a:extLst>
                    <a:ext uri="{FF2B5EF4-FFF2-40B4-BE49-F238E27FC236}">
                      <a16:creationId xmlns:a16="http://schemas.microsoft.com/office/drawing/2014/main" id="{AB9EEC04-0EFD-DA4B-BF80-74BC6531951D}"/>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17" name="Group 59">
                <a:extLst>
                  <a:ext uri="{FF2B5EF4-FFF2-40B4-BE49-F238E27FC236}">
                    <a16:creationId xmlns:a16="http://schemas.microsoft.com/office/drawing/2014/main" id="{DFE0373B-6CCE-6C4A-A1EC-50841852518F}"/>
                  </a:ext>
                </a:extLst>
              </p:cNvPr>
              <p:cNvGrpSpPr>
                <a:grpSpLocks/>
              </p:cNvGrpSpPr>
              <p:nvPr/>
            </p:nvGrpSpPr>
            <p:grpSpPr bwMode="auto">
              <a:xfrm>
                <a:off x="1056" y="2736"/>
                <a:ext cx="192" cy="192"/>
                <a:chOff x="1824" y="2352"/>
                <a:chExt cx="192" cy="192"/>
              </a:xfrm>
            </p:grpSpPr>
            <p:sp>
              <p:nvSpPr>
                <p:cNvPr id="68157" name="Rectangle 60">
                  <a:extLst>
                    <a:ext uri="{FF2B5EF4-FFF2-40B4-BE49-F238E27FC236}">
                      <a16:creationId xmlns:a16="http://schemas.microsoft.com/office/drawing/2014/main" id="{F76DB98F-DAB0-D548-8566-D6E893B92DBC}"/>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58" name="Oval 61">
                  <a:extLst>
                    <a:ext uri="{FF2B5EF4-FFF2-40B4-BE49-F238E27FC236}">
                      <a16:creationId xmlns:a16="http://schemas.microsoft.com/office/drawing/2014/main" id="{B3962037-3BB2-014C-BB72-5359F6111EC4}"/>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18" name="Group 62">
                <a:extLst>
                  <a:ext uri="{FF2B5EF4-FFF2-40B4-BE49-F238E27FC236}">
                    <a16:creationId xmlns:a16="http://schemas.microsoft.com/office/drawing/2014/main" id="{832FA766-AA4A-8C41-A7C9-4BE695C0B12C}"/>
                  </a:ext>
                </a:extLst>
              </p:cNvPr>
              <p:cNvGrpSpPr>
                <a:grpSpLocks/>
              </p:cNvGrpSpPr>
              <p:nvPr/>
            </p:nvGrpSpPr>
            <p:grpSpPr bwMode="auto">
              <a:xfrm>
                <a:off x="1056" y="2928"/>
                <a:ext cx="192" cy="192"/>
                <a:chOff x="1824" y="2352"/>
                <a:chExt cx="192" cy="192"/>
              </a:xfrm>
            </p:grpSpPr>
            <p:sp>
              <p:nvSpPr>
                <p:cNvPr id="68155" name="Rectangle 63">
                  <a:extLst>
                    <a:ext uri="{FF2B5EF4-FFF2-40B4-BE49-F238E27FC236}">
                      <a16:creationId xmlns:a16="http://schemas.microsoft.com/office/drawing/2014/main" id="{84BEAC81-E343-554F-8D63-22475196ADB2}"/>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56" name="Oval 64">
                  <a:extLst>
                    <a:ext uri="{FF2B5EF4-FFF2-40B4-BE49-F238E27FC236}">
                      <a16:creationId xmlns:a16="http://schemas.microsoft.com/office/drawing/2014/main" id="{D4CC9581-20E2-524C-A1A7-9A6623470C15}"/>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19" name="Group 65">
                <a:extLst>
                  <a:ext uri="{FF2B5EF4-FFF2-40B4-BE49-F238E27FC236}">
                    <a16:creationId xmlns:a16="http://schemas.microsoft.com/office/drawing/2014/main" id="{E1C6D2A2-BCF5-5E4F-8670-06C4D466EE40}"/>
                  </a:ext>
                </a:extLst>
              </p:cNvPr>
              <p:cNvGrpSpPr>
                <a:grpSpLocks/>
              </p:cNvGrpSpPr>
              <p:nvPr/>
            </p:nvGrpSpPr>
            <p:grpSpPr bwMode="auto">
              <a:xfrm>
                <a:off x="864" y="2352"/>
                <a:ext cx="192" cy="192"/>
                <a:chOff x="1824" y="2352"/>
                <a:chExt cx="192" cy="192"/>
              </a:xfrm>
            </p:grpSpPr>
            <p:sp>
              <p:nvSpPr>
                <p:cNvPr id="68153" name="Rectangle 66">
                  <a:extLst>
                    <a:ext uri="{FF2B5EF4-FFF2-40B4-BE49-F238E27FC236}">
                      <a16:creationId xmlns:a16="http://schemas.microsoft.com/office/drawing/2014/main" id="{E88E9207-E5B4-0749-9141-FBF15D447B20}"/>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54" name="Oval 67">
                  <a:extLst>
                    <a:ext uri="{FF2B5EF4-FFF2-40B4-BE49-F238E27FC236}">
                      <a16:creationId xmlns:a16="http://schemas.microsoft.com/office/drawing/2014/main" id="{C36F4F5A-ADF9-A444-B4D6-0A58250F6F2B}"/>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20" name="Group 68">
                <a:extLst>
                  <a:ext uri="{FF2B5EF4-FFF2-40B4-BE49-F238E27FC236}">
                    <a16:creationId xmlns:a16="http://schemas.microsoft.com/office/drawing/2014/main" id="{AA96695E-038A-EB4F-8314-76A59E11D5D5}"/>
                  </a:ext>
                </a:extLst>
              </p:cNvPr>
              <p:cNvGrpSpPr>
                <a:grpSpLocks/>
              </p:cNvGrpSpPr>
              <p:nvPr/>
            </p:nvGrpSpPr>
            <p:grpSpPr bwMode="auto">
              <a:xfrm>
                <a:off x="864" y="2544"/>
                <a:ext cx="192" cy="192"/>
                <a:chOff x="1824" y="2352"/>
                <a:chExt cx="192" cy="192"/>
              </a:xfrm>
            </p:grpSpPr>
            <p:sp>
              <p:nvSpPr>
                <p:cNvPr id="68151" name="Rectangle 69">
                  <a:extLst>
                    <a:ext uri="{FF2B5EF4-FFF2-40B4-BE49-F238E27FC236}">
                      <a16:creationId xmlns:a16="http://schemas.microsoft.com/office/drawing/2014/main" id="{6CC2DEC0-07FB-5A43-8867-33FB87694516}"/>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52" name="Oval 70">
                  <a:extLst>
                    <a:ext uri="{FF2B5EF4-FFF2-40B4-BE49-F238E27FC236}">
                      <a16:creationId xmlns:a16="http://schemas.microsoft.com/office/drawing/2014/main" id="{F4CA48A6-0034-9C4A-AFE2-670173E8F5D6}"/>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21" name="Group 71">
                <a:extLst>
                  <a:ext uri="{FF2B5EF4-FFF2-40B4-BE49-F238E27FC236}">
                    <a16:creationId xmlns:a16="http://schemas.microsoft.com/office/drawing/2014/main" id="{2E134863-857B-CF43-B63D-8BD95573ADD3}"/>
                  </a:ext>
                </a:extLst>
              </p:cNvPr>
              <p:cNvGrpSpPr>
                <a:grpSpLocks/>
              </p:cNvGrpSpPr>
              <p:nvPr/>
            </p:nvGrpSpPr>
            <p:grpSpPr bwMode="auto">
              <a:xfrm>
                <a:off x="864" y="2736"/>
                <a:ext cx="192" cy="192"/>
                <a:chOff x="1824" y="2352"/>
                <a:chExt cx="192" cy="192"/>
              </a:xfrm>
            </p:grpSpPr>
            <p:sp>
              <p:nvSpPr>
                <p:cNvPr id="68149" name="Rectangle 72">
                  <a:extLst>
                    <a:ext uri="{FF2B5EF4-FFF2-40B4-BE49-F238E27FC236}">
                      <a16:creationId xmlns:a16="http://schemas.microsoft.com/office/drawing/2014/main" id="{0EB0058A-CD91-F241-B7D3-CC987F8099C1}"/>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50" name="Oval 73">
                  <a:extLst>
                    <a:ext uri="{FF2B5EF4-FFF2-40B4-BE49-F238E27FC236}">
                      <a16:creationId xmlns:a16="http://schemas.microsoft.com/office/drawing/2014/main" id="{7B311303-D111-B545-8CBE-08ED679E9C72}"/>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22" name="Group 74">
                <a:extLst>
                  <a:ext uri="{FF2B5EF4-FFF2-40B4-BE49-F238E27FC236}">
                    <a16:creationId xmlns:a16="http://schemas.microsoft.com/office/drawing/2014/main" id="{74F75051-1883-3247-BAB1-A429716975B9}"/>
                  </a:ext>
                </a:extLst>
              </p:cNvPr>
              <p:cNvGrpSpPr>
                <a:grpSpLocks/>
              </p:cNvGrpSpPr>
              <p:nvPr/>
            </p:nvGrpSpPr>
            <p:grpSpPr bwMode="auto">
              <a:xfrm>
                <a:off x="864" y="2928"/>
                <a:ext cx="192" cy="192"/>
                <a:chOff x="1824" y="2352"/>
                <a:chExt cx="192" cy="192"/>
              </a:xfrm>
            </p:grpSpPr>
            <p:sp>
              <p:nvSpPr>
                <p:cNvPr id="68147" name="Rectangle 75">
                  <a:extLst>
                    <a:ext uri="{FF2B5EF4-FFF2-40B4-BE49-F238E27FC236}">
                      <a16:creationId xmlns:a16="http://schemas.microsoft.com/office/drawing/2014/main" id="{5088E8AB-612B-394D-8BB2-5536F274EC6C}"/>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48" name="Oval 76">
                  <a:extLst>
                    <a:ext uri="{FF2B5EF4-FFF2-40B4-BE49-F238E27FC236}">
                      <a16:creationId xmlns:a16="http://schemas.microsoft.com/office/drawing/2014/main" id="{81449052-C4BD-274A-AFDD-CE64A1A53991}"/>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23" name="Group 77">
                <a:extLst>
                  <a:ext uri="{FF2B5EF4-FFF2-40B4-BE49-F238E27FC236}">
                    <a16:creationId xmlns:a16="http://schemas.microsoft.com/office/drawing/2014/main" id="{6BEA3173-5835-AB4C-9C8E-01024A414D57}"/>
                  </a:ext>
                </a:extLst>
              </p:cNvPr>
              <p:cNvGrpSpPr>
                <a:grpSpLocks/>
              </p:cNvGrpSpPr>
              <p:nvPr/>
            </p:nvGrpSpPr>
            <p:grpSpPr bwMode="auto">
              <a:xfrm>
                <a:off x="672" y="2352"/>
                <a:ext cx="192" cy="192"/>
                <a:chOff x="1824" y="2352"/>
                <a:chExt cx="192" cy="192"/>
              </a:xfrm>
            </p:grpSpPr>
            <p:sp>
              <p:nvSpPr>
                <p:cNvPr id="68145" name="Rectangle 78">
                  <a:extLst>
                    <a:ext uri="{FF2B5EF4-FFF2-40B4-BE49-F238E27FC236}">
                      <a16:creationId xmlns:a16="http://schemas.microsoft.com/office/drawing/2014/main" id="{F45CD11B-60FF-1341-B2D3-B1F37DC66381}"/>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46" name="Oval 79">
                  <a:extLst>
                    <a:ext uri="{FF2B5EF4-FFF2-40B4-BE49-F238E27FC236}">
                      <a16:creationId xmlns:a16="http://schemas.microsoft.com/office/drawing/2014/main" id="{6F9C4E7A-A85A-1543-B387-F86DBD5E0C0F}"/>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24" name="Group 80">
                <a:extLst>
                  <a:ext uri="{FF2B5EF4-FFF2-40B4-BE49-F238E27FC236}">
                    <a16:creationId xmlns:a16="http://schemas.microsoft.com/office/drawing/2014/main" id="{D3D78A6E-5F31-8649-8031-65D6C5E0D03B}"/>
                  </a:ext>
                </a:extLst>
              </p:cNvPr>
              <p:cNvGrpSpPr>
                <a:grpSpLocks/>
              </p:cNvGrpSpPr>
              <p:nvPr/>
            </p:nvGrpSpPr>
            <p:grpSpPr bwMode="auto">
              <a:xfrm>
                <a:off x="672" y="2544"/>
                <a:ext cx="192" cy="192"/>
                <a:chOff x="1824" y="2352"/>
                <a:chExt cx="192" cy="192"/>
              </a:xfrm>
            </p:grpSpPr>
            <p:sp>
              <p:nvSpPr>
                <p:cNvPr id="68143" name="Rectangle 81">
                  <a:extLst>
                    <a:ext uri="{FF2B5EF4-FFF2-40B4-BE49-F238E27FC236}">
                      <a16:creationId xmlns:a16="http://schemas.microsoft.com/office/drawing/2014/main" id="{848750A3-65E2-2D4B-8199-8B6159BE2901}"/>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44" name="Oval 82">
                  <a:extLst>
                    <a:ext uri="{FF2B5EF4-FFF2-40B4-BE49-F238E27FC236}">
                      <a16:creationId xmlns:a16="http://schemas.microsoft.com/office/drawing/2014/main" id="{60060F07-E201-7445-BD9E-2CFEB0035FEE}"/>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25" name="Group 83">
                <a:extLst>
                  <a:ext uri="{FF2B5EF4-FFF2-40B4-BE49-F238E27FC236}">
                    <a16:creationId xmlns:a16="http://schemas.microsoft.com/office/drawing/2014/main" id="{024FFC48-BE36-FE49-B25C-404600B1A4A6}"/>
                  </a:ext>
                </a:extLst>
              </p:cNvPr>
              <p:cNvGrpSpPr>
                <a:grpSpLocks/>
              </p:cNvGrpSpPr>
              <p:nvPr/>
            </p:nvGrpSpPr>
            <p:grpSpPr bwMode="auto">
              <a:xfrm>
                <a:off x="672" y="2736"/>
                <a:ext cx="192" cy="192"/>
                <a:chOff x="1824" y="2352"/>
                <a:chExt cx="192" cy="192"/>
              </a:xfrm>
            </p:grpSpPr>
            <p:sp>
              <p:nvSpPr>
                <p:cNvPr id="68141" name="Rectangle 84">
                  <a:extLst>
                    <a:ext uri="{FF2B5EF4-FFF2-40B4-BE49-F238E27FC236}">
                      <a16:creationId xmlns:a16="http://schemas.microsoft.com/office/drawing/2014/main" id="{E633343C-B6B8-8347-8824-CD95006AA11F}"/>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42" name="Oval 85">
                  <a:extLst>
                    <a:ext uri="{FF2B5EF4-FFF2-40B4-BE49-F238E27FC236}">
                      <a16:creationId xmlns:a16="http://schemas.microsoft.com/office/drawing/2014/main" id="{CA225430-42E5-CA42-9950-93CBC2848CC9}"/>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26" name="Group 86">
                <a:extLst>
                  <a:ext uri="{FF2B5EF4-FFF2-40B4-BE49-F238E27FC236}">
                    <a16:creationId xmlns:a16="http://schemas.microsoft.com/office/drawing/2014/main" id="{FBE0FBDE-23BB-C24A-B766-65D72C5B63BF}"/>
                  </a:ext>
                </a:extLst>
              </p:cNvPr>
              <p:cNvGrpSpPr>
                <a:grpSpLocks/>
              </p:cNvGrpSpPr>
              <p:nvPr/>
            </p:nvGrpSpPr>
            <p:grpSpPr bwMode="auto">
              <a:xfrm>
                <a:off x="672" y="2928"/>
                <a:ext cx="192" cy="192"/>
                <a:chOff x="1824" y="2352"/>
                <a:chExt cx="192" cy="192"/>
              </a:xfrm>
            </p:grpSpPr>
            <p:sp>
              <p:nvSpPr>
                <p:cNvPr id="68139" name="Rectangle 87">
                  <a:extLst>
                    <a:ext uri="{FF2B5EF4-FFF2-40B4-BE49-F238E27FC236}">
                      <a16:creationId xmlns:a16="http://schemas.microsoft.com/office/drawing/2014/main" id="{26A8651A-88BB-7541-B1D4-E3B3E849CE34}"/>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40" name="Oval 88">
                  <a:extLst>
                    <a:ext uri="{FF2B5EF4-FFF2-40B4-BE49-F238E27FC236}">
                      <a16:creationId xmlns:a16="http://schemas.microsoft.com/office/drawing/2014/main" id="{5386694B-59B7-7748-9FB7-66EC53F10266}"/>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27" name="Group 89">
                <a:extLst>
                  <a:ext uri="{FF2B5EF4-FFF2-40B4-BE49-F238E27FC236}">
                    <a16:creationId xmlns:a16="http://schemas.microsoft.com/office/drawing/2014/main" id="{C9503621-8EDE-BB46-873A-D4D5F23EEC58}"/>
                  </a:ext>
                </a:extLst>
              </p:cNvPr>
              <p:cNvGrpSpPr>
                <a:grpSpLocks/>
              </p:cNvGrpSpPr>
              <p:nvPr/>
            </p:nvGrpSpPr>
            <p:grpSpPr bwMode="auto">
              <a:xfrm>
                <a:off x="480" y="2352"/>
                <a:ext cx="192" cy="192"/>
                <a:chOff x="1824" y="2352"/>
                <a:chExt cx="192" cy="192"/>
              </a:xfrm>
            </p:grpSpPr>
            <p:sp>
              <p:nvSpPr>
                <p:cNvPr id="68137" name="Rectangle 90">
                  <a:extLst>
                    <a:ext uri="{FF2B5EF4-FFF2-40B4-BE49-F238E27FC236}">
                      <a16:creationId xmlns:a16="http://schemas.microsoft.com/office/drawing/2014/main" id="{741505E1-B9CB-2D47-933A-7DB2C12C9DB1}"/>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38" name="Oval 91">
                  <a:extLst>
                    <a:ext uri="{FF2B5EF4-FFF2-40B4-BE49-F238E27FC236}">
                      <a16:creationId xmlns:a16="http://schemas.microsoft.com/office/drawing/2014/main" id="{1E804DD8-D802-BB4A-94E4-652005C439CF}"/>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28" name="Group 92">
                <a:extLst>
                  <a:ext uri="{FF2B5EF4-FFF2-40B4-BE49-F238E27FC236}">
                    <a16:creationId xmlns:a16="http://schemas.microsoft.com/office/drawing/2014/main" id="{E1C9E520-B7AB-0E4C-9755-8C58FAD36F57}"/>
                  </a:ext>
                </a:extLst>
              </p:cNvPr>
              <p:cNvGrpSpPr>
                <a:grpSpLocks/>
              </p:cNvGrpSpPr>
              <p:nvPr/>
            </p:nvGrpSpPr>
            <p:grpSpPr bwMode="auto">
              <a:xfrm>
                <a:off x="480" y="2544"/>
                <a:ext cx="192" cy="192"/>
                <a:chOff x="1824" y="2352"/>
                <a:chExt cx="192" cy="192"/>
              </a:xfrm>
            </p:grpSpPr>
            <p:sp>
              <p:nvSpPr>
                <p:cNvPr id="68135" name="Rectangle 93">
                  <a:extLst>
                    <a:ext uri="{FF2B5EF4-FFF2-40B4-BE49-F238E27FC236}">
                      <a16:creationId xmlns:a16="http://schemas.microsoft.com/office/drawing/2014/main" id="{D5209E4E-695F-9949-8EBC-9EF7A1B8E139}"/>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36" name="Oval 94">
                  <a:extLst>
                    <a:ext uri="{FF2B5EF4-FFF2-40B4-BE49-F238E27FC236}">
                      <a16:creationId xmlns:a16="http://schemas.microsoft.com/office/drawing/2014/main" id="{81B7C33E-553A-7844-A67B-A20F2FDFF287}"/>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29" name="Group 95">
                <a:extLst>
                  <a:ext uri="{FF2B5EF4-FFF2-40B4-BE49-F238E27FC236}">
                    <a16:creationId xmlns:a16="http://schemas.microsoft.com/office/drawing/2014/main" id="{9AFBE3A9-79B9-564F-B706-BDCFE6B87B58}"/>
                  </a:ext>
                </a:extLst>
              </p:cNvPr>
              <p:cNvGrpSpPr>
                <a:grpSpLocks/>
              </p:cNvGrpSpPr>
              <p:nvPr/>
            </p:nvGrpSpPr>
            <p:grpSpPr bwMode="auto">
              <a:xfrm>
                <a:off x="480" y="2736"/>
                <a:ext cx="192" cy="192"/>
                <a:chOff x="1824" y="2352"/>
                <a:chExt cx="192" cy="192"/>
              </a:xfrm>
            </p:grpSpPr>
            <p:sp>
              <p:nvSpPr>
                <p:cNvPr id="68133" name="Rectangle 96">
                  <a:extLst>
                    <a:ext uri="{FF2B5EF4-FFF2-40B4-BE49-F238E27FC236}">
                      <a16:creationId xmlns:a16="http://schemas.microsoft.com/office/drawing/2014/main" id="{A324CFCF-D4D6-9B40-B2EA-84C92A6F927D}"/>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34" name="Oval 97">
                  <a:extLst>
                    <a:ext uri="{FF2B5EF4-FFF2-40B4-BE49-F238E27FC236}">
                      <a16:creationId xmlns:a16="http://schemas.microsoft.com/office/drawing/2014/main" id="{756F6707-F012-0742-83F8-03E36B72257E}"/>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30" name="Group 98">
                <a:extLst>
                  <a:ext uri="{FF2B5EF4-FFF2-40B4-BE49-F238E27FC236}">
                    <a16:creationId xmlns:a16="http://schemas.microsoft.com/office/drawing/2014/main" id="{C07D2940-DA45-1C41-9D4E-FEBC1B4F80D3}"/>
                  </a:ext>
                </a:extLst>
              </p:cNvPr>
              <p:cNvGrpSpPr>
                <a:grpSpLocks/>
              </p:cNvGrpSpPr>
              <p:nvPr/>
            </p:nvGrpSpPr>
            <p:grpSpPr bwMode="auto">
              <a:xfrm>
                <a:off x="480" y="2928"/>
                <a:ext cx="192" cy="192"/>
                <a:chOff x="1824" y="2352"/>
                <a:chExt cx="192" cy="192"/>
              </a:xfrm>
            </p:grpSpPr>
            <p:sp>
              <p:nvSpPr>
                <p:cNvPr id="68131" name="Rectangle 99">
                  <a:extLst>
                    <a:ext uri="{FF2B5EF4-FFF2-40B4-BE49-F238E27FC236}">
                      <a16:creationId xmlns:a16="http://schemas.microsoft.com/office/drawing/2014/main" id="{24E56A85-C7E8-C34C-A6ED-51853E3B49A7}"/>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32" name="Oval 100">
                  <a:extLst>
                    <a:ext uri="{FF2B5EF4-FFF2-40B4-BE49-F238E27FC236}">
                      <a16:creationId xmlns:a16="http://schemas.microsoft.com/office/drawing/2014/main" id="{E4DC7000-5A72-704A-A1A8-5CBBCFDBA430}"/>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68097" name="AutoShape 101">
              <a:extLst>
                <a:ext uri="{FF2B5EF4-FFF2-40B4-BE49-F238E27FC236}">
                  <a16:creationId xmlns:a16="http://schemas.microsoft.com/office/drawing/2014/main" id="{8EB7B085-F260-594D-B949-27CE4EFCFF7B}"/>
                </a:ext>
              </a:extLst>
            </p:cNvPr>
            <p:cNvSpPr>
              <a:spLocks noChangeArrowheads="1"/>
            </p:cNvSpPr>
            <p:nvPr/>
          </p:nvSpPr>
          <p:spPr bwMode="auto">
            <a:xfrm>
              <a:off x="432" y="2113"/>
              <a:ext cx="529" cy="462"/>
            </a:xfrm>
            <a:prstGeom prst="rightArrow">
              <a:avLst>
                <a:gd name="adj1" fmla="val 50000"/>
                <a:gd name="adj2" fmla="val 30825"/>
              </a:avLst>
            </a:prstGeom>
            <a:solidFill>
              <a:schemeClr val="bg1"/>
            </a:solidFill>
            <a:ln w="38100">
              <a:solidFill>
                <a:schemeClr val="tx1"/>
              </a:solidFill>
              <a:miter lim="800000"/>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W3</a:t>
              </a:r>
            </a:p>
          </p:txBody>
        </p:sp>
      </p:grpSp>
      <p:grpSp>
        <p:nvGrpSpPr>
          <p:cNvPr id="43429" name="Group 104">
            <a:extLst>
              <a:ext uri="{FF2B5EF4-FFF2-40B4-BE49-F238E27FC236}">
                <a16:creationId xmlns:a16="http://schemas.microsoft.com/office/drawing/2014/main" id="{2242DDD8-ED7E-4449-BF65-114FFD11DEA6}"/>
              </a:ext>
            </a:extLst>
          </p:cNvPr>
          <p:cNvGrpSpPr>
            <a:grpSpLocks/>
          </p:cNvGrpSpPr>
          <p:nvPr/>
        </p:nvGrpSpPr>
        <p:grpSpPr bwMode="auto">
          <a:xfrm>
            <a:off x="685800" y="2419350"/>
            <a:ext cx="3276600" cy="1549400"/>
            <a:chOff x="432" y="1376"/>
            <a:chExt cx="2064" cy="976"/>
          </a:xfrm>
        </p:grpSpPr>
        <p:grpSp>
          <p:nvGrpSpPr>
            <p:cNvPr id="67997" name="Group 105">
              <a:extLst>
                <a:ext uri="{FF2B5EF4-FFF2-40B4-BE49-F238E27FC236}">
                  <a16:creationId xmlns:a16="http://schemas.microsoft.com/office/drawing/2014/main" id="{4AE9FD54-8E6B-CD4A-9736-7867335FEF78}"/>
                </a:ext>
              </a:extLst>
            </p:cNvPr>
            <p:cNvGrpSpPr>
              <a:grpSpLocks/>
            </p:cNvGrpSpPr>
            <p:nvPr/>
          </p:nvGrpSpPr>
          <p:grpSpPr bwMode="auto">
            <a:xfrm>
              <a:off x="960" y="1584"/>
              <a:ext cx="1536" cy="768"/>
              <a:chOff x="480" y="1584"/>
              <a:chExt cx="1536" cy="768"/>
            </a:xfrm>
          </p:grpSpPr>
          <p:grpSp>
            <p:nvGrpSpPr>
              <p:cNvPr id="67999" name="Group 106">
                <a:extLst>
                  <a:ext uri="{FF2B5EF4-FFF2-40B4-BE49-F238E27FC236}">
                    <a16:creationId xmlns:a16="http://schemas.microsoft.com/office/drawing/2014/main" id="{64A477FB-D3B7-D641-A72A-5E32E544DF53}"/>
                  </a:ext>
                </a:extLst>
              </p:cNvPr>
              <p:cNvGrpSpPr>
                <a:grpSpLocks/>
              </p:cNvGrpSpPr>
              <p:nvPr/>
            </p:nvGrpSpPr>
            <p:grpSpPr bwMode="auto">
              <a:xfrm>
                <a:off x="1824" y="1584"/>
                <a:ext cx="192" cy="192"/>
                <a:chOff x="1824" y="1584"/>
                <a:chExt cx="192" cy="192"/>
              </a:xfrm>
            </p:grpSpPr>
            <p:sp>
              <p:nvSpPr>
                <p:cNvPr id="68094" name="Rectangle 107">
                  <a:extLst>
                    <a:ext uri="{FF2B5EF4-FFF2-40B4-BE49-F238E27FC236}">
                      <a16:creationId xmlns:a16="http://schemas.microsoft.com/office/drawing/2014/main" id="{90166A2D-FAC7-454A-A7A7-567F7E1F1ED0}"/>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95" name="Oval 108">
                  <a:extLst>
                    <a:ext uri="{FF2B5EF4-FFF2-40B4-BE49-F238E27FC236}">
                      <a16:creationId xmlns:a16="http://schemas.microsoft.com/office/drawing/2014/main" id="{0D4D528E-6CC0-8442-BA08-04A4D7845CA4}"/>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8000" name="Rectangle 109">
                <a:extLst>
                  <a:ext uri="{FF2B5EF4-FFF2-40B4-BE49-F238E27FC236}">
                    <a16:creationId xmlns:a16="http://schemas.microsoft.com/office/drawing/2014/main" id="{CF9ABF2A-DC8C-BE41-9980-F66FAABA5F04}"/>
                  </a:ext>
                </a:extLst>
              </p:cNvPr>
              <p:cNvSpPr>
                <a:spLocks noChangeArrowheads="1"/>
              </p:cNvSpPr>
              <p:nvPr/>
            </p:nvSpPr>
            <p:spPr bwMode="auto">
              <a:xfrm>
                <a:off x="480" y="1584"/>
                <a:ext cx="1536" cy="76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8001" name="Group 110">
                <a:extLst>
                  <a:ext uri="{FF2B5EF4-FFF2-40B4-BE49-F238E27FC236}">
                    <a16:creationId xmlns:a16="http://schemas.microsoft.com/office/drawing/2014/main" id="{EE0108F6-FFBC-4841-A875-46BA868EC140}"/>
                  </a:ext>
                </a:extLst>
              </p:cNvPr>
              <p:cNvGrpSpPr>
                <a:grpSpLocks/>
              </p:cNvGrpSpPr>
              <p:nvPr/>
            </p:nvGrpSpPr>
            <p:grpSpPr bwMode="auto">
              <a:xfrm>
                <a:off x="1824" y="1776"/>
                <a:ext cx="192" cy="192"/>
                <a:chOff x="1824" y="1584"/>
                <a:chExt cx="192" cy="192"/>
              </a:xfrm>
            </p:grpSpPr>
            <p:sp>
              <p:nvSpPr>
                <p:cNvPr id="68092" name="Rectangle 111">
                  <a:extLst>
                    <a:ext uri="{FF2B5EF4-FFF2-40B4-BE49-F238E27FC236}">
                      <a16:creationId xmlns:a16="http://schemas.microsoft.com/office/drawing/2014/main" id="{2817C604-3B37-8348-B64D-D31791FCF1DB}"/>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93" name="Oval 112">
                  <a:extLst>
                    <a:ext uri="{FF2B5EF4-FFF2-40B4-BE49-F238E27FC236}">
                      <a16:creationId xmlns:a16="http://schemas.microsoft.com/office/drawing/2014/main" id="{0D14A862-8416-4F4B-8A78-E109096BE154}"/>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02" name="Group 113">
                <a:extLst>
                  <a:ext uri="{FF2B5EF4-FFF2-40B4-BE49-F238E27FC236}">
                    <a16:creationId xmlns:a16="http://schemas.microsoft.com/office/drawing/2014/main" id="{DD83059E-8189-D044-8D99-30288A3D46FE}"/>
                  </a:ext>
                </a:extLst>
              </p:cNvPr>
              <p:cNvGrpSpPr>
                <a:grpSpLocks/>
              </p:cNvGrpSpPr>
              <p:nvPr/>
            </p:nvGrpSpPr>
            <p:grpSpPr bwMode="auto">
              <a:xfrm>
                <a:off x="1824" y="1968"/>
                <a:ext cx="192" cy="192"/>
                <a:chOff x="1824" y="1584"/>
                <a:chExt cx="192" cy="192"/>
              </a:xfrm>
            </p:grpSpPr>
            <p:sp>
              <p:nvSpPr>
                <p:cNvPr id="68090" name="Rectangle 114">
                  <a:extLst>
                    <a:ext uri="{FF2B5EF4-FFF2-40B4-BE49-F238E27FC236}">
                      <a16:creationId xmlns:a16="http://schemas.microsoft.com/office/drawing/2014/main" id="{494C0368-5FD4-CB4A-B5D9-BE4C782DF6B7}"/>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91" name="Oval 115">
                  <a:extLst>
                    <a:ext uri="{FF2B5EF4-FFF2-40B4-BE49-F238E27FC236}">
                      <a16:creationId xmlns:a16="http://schemas.microsoft.com/office/drawing/2014/main" id="{9B007102-7190-AB47-8410-210086798028}"/>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03" name="Group 116">
                <a:extLst>
                  <a:ext uri="{FF2B5EF4-FFF2-40B4-BE49-F238E27FC236}">
                    <a16:creationId xmlns:a16="http://schemas.microsoft.com/office/drawing/2014/main" id="{C183EC22-FF47-D647-A7CC-5CA99A7DC9D2}"/>
                  </a:ext>
                </a:extLst>
              </p:cNvPr>
              <p:cNvGrpSpPr>
                <a:grpSpLocks/>
              </p:cNvGrpSpPr>
              <p:nvPr/>
            </p:nvGrpSpPr>
            <p:grpSpPr bwMode="auto">
              <a:xfrm>
                <a:off x="1824" y="2160"/>
                <a:ext cx="192" cy="192"/>
                <a:chOff x="1824" y="1584"/>
                <a:chExt cx="192" cy="192"/>
              </a:xfrm>
            </p:grpSpPr>
            <p:sp>
              <p:nvSpPr>
                <p:cNvPr id="68088" name="Rectangle 117">
                  <a:extLst>
                    <a:ext uri="{FF2B5EF4-FFF2-40B4-BE49-F238E27FC236}">
                      <a16:creationId xmlns:a16="http://schemas.microsoft.com/office/drawing/2014/main" id="{2424C08B-5152-0B42-B2B9-9B9A05F3367E}"/>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89" name="Oval 118">
                  <a:extLst>
                    <a:ext uri="{FF2B5EF4-FFF2-40B4-BE49-F238E27FC236}">
                      <a16:creationId xmlns:a16="http://schemas.microsoft.com/office/drawing/2014/main" id="{06130A2B-4515-9B45-B8F4-3F08F7AA5EA6}"/>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04" name="Group 119">
                <a:extLst>
                  <a:ext uri="{FF2B5EF4-FFF2-40B4-BE49-F238E27FC236}">
                    <a16:creationId xmlns:a16="http://schemas.microsoft.com/office/drawing/2014/main" id="{CF4C6239-9622-6342-B84C-7B47DFE529B1}"/>
                  </a:ext>
                </a:extLst>
              </p:cNvPr>
              <p:cNvGrpSpPr>
                <a:grpSpLocks/>
              </p:cNvGrpSpPr>
              <p:nvPr/>
            </p:nvGrpSpPr>
            <p:grpSpPr bwMode="auto">
              <a:xfrm>
                <a:off x="1632" y="1584"/>
                <a:ext cx="192" cy="192"/>
                <a:chOff x="1824" y="1584"/>
                <a:chExt cx="192" cy="192"/>
              </a:xfrm>
            </p:grpSpPr>
            <p:sp>
              <p:nvSpPr>
                <p:cNvPr id="68086" name="Rectangle 120">
                  <a:extLst>
                    <a:ext uri="{FF2B5EF4-FFF2-40B4-BE49-F238E27FC236}">
                      <a16:creationId xmlns:a16="http://schemas.microsoft.com/office/drawing/2014/main" id="{A10114E9-DCB7-5644-B56D-D0C2EA0A585D}"/>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87" name="Oval 121">
                  <a:extLst>
                    <a:ext uri="{FF2B5EF4-FFF2-40B4-BE49-F238E27FC236}">
                      <a16:creationId xmlns:a16="http://schemas.microsoft.com/office/drawing/2014/main" id="{D0792BCB-C5BF-454F-B638-01F582AF05A1}"/>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05" name="Group 122">
                <a:extLst>
                  <a:ext uri="{FF2B5EF4-FFF2-40B4-BE49-F238E27FC236}">
                    <a16:creationId xmlns:a16="http://schemas.microsoft.com/office/drawing/2014/main" id="{9202AC03-E693-5D42-B1E0-A856ED85AD62}"/>
                  </a:ext>
                </a:extLst>
              </p:cNvPr>
              <p:cNvGrpSpPr>
                <a:grpSpLocks/>
              </p:cNvGrpSpPr>
              <p:nvPr/>
            </p:nvGrpSpPr>
            <p:grpSpPr bwMode="auto">
              <a:xfrm>
                <a:off x="1632" y="1776"/>
                <a:ext cx="192" cy="192"/>
                <a:chOff x="1824" y="1584"/>
                <a:chExt cx="192" cy="192"/>
              </a:xfrm>
            </p:grpSpPr>
            <p:sp>
              <p:nvSpPr>
                <p:cNvPr id="68084" name="Rectangle 123">
                  <a:extLst>
                    <a:ext uri="{FF2B5EF4-FFF2-40B4-BE49-F238E27FC236}">
                      <a16:creationId xmlns:a16="http://schemas.microsoft.com/office/drawing/2014/main" id="{DF384EB1-4308-7241-AE47-FE9FCCD75F1A}"/>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85" name="Oval 124">
                  <a:extLst>
                    <a:ext uri="{FF2B5EF4-FFF2-40B4-BE49-F238E27FC236}">
                      <a16:creationId xmlns:a16="http://schemas.microsoft.com/office/drawing/2014/main" id="{2D6CC293-4B98-E940-AA45-B8412C75DF0C}"/>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06" name="Group 125">
                <a:extLst>
                  <a:ext uri="{FF2B5EF4-FFF2-40B4-BE49-F238E27FC236}">
                    <a16:creationId xmlns:a16="http://schemas.microsoft.com/office/drawing/2014/main" id="{8009C536-434C-D34F-9983-28450F3B48FE}"/>
                  </a:ext>
                </a:extLst>
              </p:cNvPr>
              <p:cNvGrpSpPr>
                <a:grpSpLocks/>
              </p:cNvGrpSpPr>
              <p:nvPr/>
            </p:nvGrpSpPr>
            <p:grpSpPr bwMode="auto">
              <a:xfrm>
                <a:off x="1632" y="1968"/>
                <a:ext cx="192" cy="192"/>
                <a:chOff x="1824" y="1584"/>
                <a:chExt cx="192" cy="192"/>
              </a:xfrm>
            </p:grpSpPr>
            <p:sp>
              <p:nvSpPr>
                <p:cNvPr id="68082" name="Rectangle 126">
                  <a:extLst>
                    <a:ext uri="{FF2B5EF4-FFF2-40B4-BE49-F238E27FC236}">
                      <a16:creationId xmlns:a16="http://schemas.microsoft.com/office/drawing/2014/main" id="{0C5D7378-735B-C543-9224-CF8B4426DBBB}"/>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83" name="Oval 127">
                  <a:extLst>
                    <a:ext uri="{FF2B5EF4-FFF2-40B4-BE49-F238E27FC236}">
                      <a16:creationId xmlns:a16="http://schemas.microsoft.com/office/drawing/2014/main" id="{023E134A-0ED2-6641-B424-8EF7EE0B0027}"/>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07" name="Group 128">
                <a:extLst>
                  <a:ext uri="{FF2B5EF4-FFF2-40B4-BE49-F238E27FC236}">
                    <a16:creationId xmlns:a16="http://schemas.microsoft.com/office/drawing/2014/main" id="{CFD20960-E6A5-6943-B09B-62C98865DE95}"/>
                  </a:ext>
                </a:extLst>
              </p:cNvPr>
              <p:cNvGrpSpPr>
                <a:grpSpLocks/>
              </p:cNvGrpSpPr>
              <p:nvPr/>
            </p:nvGrpSpPr>
            <p:grpSpPr bwMode="auto">
              <a:xfrm>
                <a:off x="1632" y="2160"/>
                <a:ext cx="192" cy="192"/>
                <a:chOff x="1824" y="1584"/>
                <a:chExt cx="192" cy="192"/>
              </a:xfrm>
            </p:grpSpPr>
            <p:sp>
              <p:nvSpPr>
                <p:cNvPr id="68080" name="Rectangle 129">
                  <a:extLst>
                    <a:ext uri="{FF2B5EF4-FFF2-40B4-BE49-F238E27FC236}">
                      <a16:creationId xmlns:a16="http://schemas.microsoft.com/office/drawing/2014/main" id="{11D37D9B-86DD-3A4D-B702-EFBFDE07B6FE}"/>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81" name="Oval 130">
                  <a:extLst>
                    <a:ext uri="{FF2B5EF4-FFF2-40B4-BE49-F238E27FC236}">
                      <a16:creationId xmlns:a16="http://schemas.microsoft.com/office/drawing/2014/main" id="{60BA4546-8EE6-D34A-B9BD-EE914336938B}"/>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08" name="Group 131">
                <a:extLst>
                  <a:ext uri="{FF2B5EF4-FFF2-40B4-BE49-F238E27FC236}">
                    <a16:creationId xmlns:a16="http://schemas.microsoft.com/office/drawing/2014/main" id="{0D2CE62B-48B2-7743-B63D-D63933739249}"/>
                  </a:ext>
                </a:extLst>
              </p:cNvPr>
              <p:cNvGrpSpPr>
                <a:grpSpLocks/>
              </p:cNvGrpSpPr>
              <p:nvPr/>
            </p:nvGrpSpPr>
            <p:grpSpPr bwMode="auto">
              <a:xfrm>
                <a:off x="1440" y="1584"/>
                <a:ext cx="192" cy="192"/>
                <a:chOff x="1824" y="1584"/>
                <a:chExt cx="192" cy="192"/>
              </a:xfrm>
            </p:grpSpPr>
            <p:sp>
              <p:nvSpPr>
                <p:cNvPr id="68078" name="Rectangle 132">
                  <a:extLst>
                    <a:ext uri="{FF2B5EF4-FFF2-40B4-BE49-F238E27FC236}">
                      <a16:creationId xmlns:a16="http://schemas.microsoft.com/office/drawing/2014/main" id="{8A502577-F5BB-FB40-83A8-E101C10DC01C}"/>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79" name="Oval 133">
                  <a:extLst>
                    <a:ext uri="{FF2B5EF4-FFF2-40B4-BE49-F238E27FC236}">
                      <a16:creationId xmlns:a16="http://schemas.microsoft.com/office/drawing/2014/main" id="{777555C4-E343-D242-B871-BF335BAB9AD0}"/>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09" name="Group 134">
                <a:extLst>
                  <a:ext uri="{FF2B5EF4-FFF2-40B4-BE49-F238E27FC236}">
                    <a16:creationId xmlns:a16="http://schemas.microsoft.com/office/drawing/2014/main" id="{48BD605A-DE9A-D947-B654-B1184346AFCD}"/>
                  </a:ext>
                </a:extLst>
              </p:cNvPr>
              <p:cNvGrpSpPr>
                <a:grpSpLocks/>
              </p:cNvGrpSpPr>
              <p:nvPr/>
            </p:nvGrpSpPr>
            <p:grpSpPr bwMode="auto">
              <a:xfrm>
                <a:off x="1440" y="1776"/>
                <a:ext cx="192" cy="192"/>
                <a:chOff x="1824" y="1584"/>
                <a:chExt cx="192" cy="192"/>
              </a:xfrm>
            </p:grpSpPr>
            <p:sp>
              <p:nvSpPr>
                <p:cNvPr id="68076" name="Rectangle 135">
                  <a:extLst>
                    <a:ext uri="{FF2B5EF4-FFF2-40B4-BE49-F238E27FC236}">
                      <a16:creationId xmlns:a16="http://schemas.microsoft.com/office/drawing/2014/main" id="{32091094-7CDD-8348-90AC-795F09D04F76}"/>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77" name="Oval 136">
                  <a:extLst>
                    <a:ext uri="{FF2B5EF4-FFF2-40B4-BE49-F238E27FC236}">
                      <a16:creationId xmlns:a16="http://schemas.microsoft.com/office/drawing/2014/main" id="{58E78C7C-E116-6744-BABA-497982A49E95}"/>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10" name="Group 137">
                <a:extLst>
                  <a:ext uri="{FF2B5EF4-FFF2-40B4-BE49-F238E27FC236}">
                    <a16:creationId xmlns:a16="http://schemas.microsoft.com/office/drawing/2014/main" id="{C4092BE5-2019-C04E-AC73-39500834689C}"/>
                  </a:ext>
                </a:extLst>
              </p:cNvPr>
              <p:cNvGrpSpPr>
                <a:grpSpLocks/>
              </p:cNvGrpSpPr>
              <p:nvPr/>
            </p:nvGrpSpPr>
            <p:grpSpPr bwMode="auto">
              <a:xfrm>
                <a:off x="1440" y="1968"/>
                <a:ext cx="192" cy="192"/>
                <a:chOff x="1824" y="1584"/>
                <a:chExt cx="192" cy="192"/>
              </a:xfrm>
            </p:grpSpPr>
            <p:sp>
              <p:nvSpPr>
                <p:cNvPr id="68074" name="Rectangle 138">
                  <a:extLst>
                    <a:ext uri="{FF2B5EF4-FFF2-40B4-BE49-F238E27FC236}">
                      <a16:creationId xmlns:a16="http://schemas.microsoft.com/office/drawing/2014/main" id="{9358E628-56A1-A74A-9235-C9217893B1AF}"/>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75" name="Oval 139">
                  <a:extLst>
                    <a:ext uri="{FF2B5EF4-FFF2-40B4-BE49-F238E27FC236}">
                      <a16:creationId xmlns:a16="http://schemas.microsoft.com/office/drawing/2014/main" id="{BC37E5E4-E4B4-F44E-9979-509CBFA8652D}"/>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11" name="Group 140">
                <a:extLst>
                  <a:ext uri="{FF2B5EF4-FFF2-40B4-BE49-F238E27FC236}">
                    <a16:creationId xmlns:a16="http://schemas.microsoft.com/office/drawing/2014/main" id="{76D263FF-3E1B-2743-AD72-6CF8FA9DC021}"/>
                  </a:ext>
                </a:extLst>
              </p:cNvPr>
              <p:cNvGrpSpPr>
                <a:grpSpLocks/>
              </p:cNvGrpSpPr>
              <p:nvPr/>
            </p:nvGrpSpPr>
            <p:grpSpPr bwMode="auto">
              <a:xfrm>
                <a:off x="1440" y="2160"/>
                <a:ext cx="192" cy="192"/>
                <a:chOff x="1824" y="1584"/>
                <a:chExt cx="192" cy="192"/>
              </a:xfrm>
            </p:grpSpPr>
            <p:sp>
              <p:nvSpPr>
                <p:cNvPr id="68072" name="Rectangle 141">
                  <a:extLst>
                    <a:ext uri="{FF2B5EF4-FFF2-40B4-BE49-F238E27FC236}">
                      <a16:creationId xmlns:a16="http://schemas.microsoft.com/office/drawing/2014/main" id="{7B6935E6-D418-C045-960D-A4D4AF6B4282}"/>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73" name="Oval 142">
                  <a:extLst>
                    <a:ext uri="{FF2B5EF4-FFF2-40B4-BE49-F238E27FC236}">
                      <a16:creationId xmlns:a16="http://schemas.microsoft.com/office/drawing/2014/main" id="{CE41A962-198D-A245-82C6-781C39C375C9}"/>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12" name="Group 143">
                <a:extLst>
                  <a:ext uri="{FF2B5EF4-FFF2-40B4-BE49-F238E27FC236}">
                    <a16:creationId xmlns:a16="http://schemas.microsoft.com/office/drawing/2014/main" id="{6C65AEB2-9270-A44F-B0E1-54EBB7BD172C}"/>
                  </a:ext>
                </a:extLst>
              </p:cNvPr>
              <p:cNvGrpSpPr>
                <a:grpSpLocks/>
              </p:cNvGrpSpPr>
              <p:nvPr/>
            </p:nvGrpSpPr>
            <p:grpSpPr bwMode="auto">
              <a:xfrm>
                <a:off x="1248" y="1584"/>
                <a:ext cx="192" cy="192"/>
                <a:chOff x="1824" y="1584"/>
                <a:chExt cx="192" cy="192"/>
              </a:xfrm>
            </p:grpSpPr>
            <p:sp>
              <p:nvSpPr>
                <p:cNvPr id="68070" name="Rectangle 144">
                  <a:extLst>
                    <a:ext uri="{FF2B5EF4-FFF2-40B4-BE49-F238E27FC236}">
                      <a16:creationId xmlns:a16="http://schemas.microsoft.com/office/drawing/2014/main" id="{7224A242-6CB5-1D4D-A02E-D984E7DC6E0E}"/>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71" name="Oval 145">
                  <a:extLst>
                    <a:ext uri="{FF2B5EF4-FFF2-40B4-BE49-F238E27FC236}">
                      <a16:creationId xmlns:a16="http://schemas.microsoft.com/office/drawing/2014/main" id="{144AF967-F6BC-2D4D-8C8D-593F44CF7EB2}"/>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13" name="Group 146">
                <a:extLst>
                  <a:ext uri="{FF2B5EF4-FFF2-40B4-BE49-F238E27FC236}">
                    <a16:creationId xmlns:a16="http://schemas.microsoft.com/office/drawing/2014/main" id="{E3DE64F0-2E0D-1447-92CF-2ED9A71B7344}"/>
                  </a:ext>
                </a:extLst>
              </p:cNvPr>
              <p:cNvGrpSpPr>
                <a:grpSpLocks/>
              </p:cNvGrpSpPr>
              <p:nvPr/>
            </p:nvGrpSpPr>
            <p:grpSpPr bwMode="auto">
              <a:xfrm>
                <a:off x="1248" y="1776"/>
                <a:ext cx="192" cy="192"/>
                <a:chOff x="1824" y="1584"/>
                <a:chExt cx="192" cy="192"/>
              </a:xfrm>
            </p:grpSpPr>
            <p:sp>
              <p:nvSpPr>
                <p:cNvPr id="68068" name="Rectangle 147">
                  <a:extLst>
                    <a:ext uri="{FF2B5EF4-FFF2-40B4-BE49-F238E27FC236}">
                      <a16:creationId xmlns:a16="http://schemas.microsoft.com/office/drawing/2014/main" id="{B0D37D7A-3AB7-3241-81C3-4E84946E9FCD}"/>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69" name="Oval 148">
                  <a:extLst>
                    <a:ext uri="{FF2B5EF4-FFF2-40B4-BE49-F238E27FC236}">
                      <a16:creationId xmlns:a16="http://schemas.microsoft.com/office/drawing/2014/main" id="{9F492164-9DA6-8E45-BCA4-888ACE3B452D}"/>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14" name="Group 149">
                <a:extLst>
                  <a:ext uri="{FF2B5EF4-FFF2-40B4-BE49-F238E27FC236}">
                    <a16:creationId xmlns:a16="http://schemas.microsoft.com/office/drawing/2014/main" id="{004F2511-C51E-704D-B752-43C5F1481370}"/>
                  </a:ext>
                </a:extLst>
              </p:cNvPr>
              <p:cNvGrpSpPr>
                <a:grpSpLocks/>
              </p:cNvGrpSpPr>
              <p:nvPr/>
            </p:nvGrpSpPr>
            <p:grpSpPr bwMode="auto">
              <a:xfrm>
                <a:off x="1248" y="1968"/>
                <a:ext cx="192" cy="192"/>
                <a:chOff x="1824" y="1584"/>
                <a:chExt cx="192" cy="192"/>
              </a:xfrm>
            </p:grpSpPr>
            <p:sp>
              <p:nvSpPr>
                <p:cNvPr id="68066" name="Rectangle 150">
                  <a:extLst>
                    <a:ext uri="{FF2B5EF4-FFF2-40B4-BE49-F238E27FC236}">
                      <a16:creationId xmlns:a16="http://schemas.microsoft.com/office/drawing/2014/main" id="{5F86302B-9B0F-6E4E-B546-D0C939AF564B}"/>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67" name="Oval 151">
                  <a:extLst>
                    <a:ext uri="{FF2B5EF4-FFF2-40B4-BE49-F238E27FC236}">
                      <a16:creationId xmlns:a16="http://schemas.microsoft.com/office/drawing/2014/main" id="{B72C0D2C-0407-004D-BF6D-09D4312EE235}"/>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15" name="Group 152">
                <a:extLst>
                  <a:ext uri="{FF2B5EF4-FFF2-40B4-BE49-F238E27FC236}">
                    <a16:creationId xmlns:a16="http://schemas.microsoft.com/office/drawing/2014/main" id="{A66A3758-2634-E94B-8E64-6DFDC5A6739E}"/>
                  </a:ext>
                </a:extLst>
              </p:cNvPr>
              <p:cNvGrpSpPr>
                <a:grpSpLocks/>
              </p:cNvGrpSpPr>
              <p:nvPr/>
            </p:nvGrpSpPr>
            <p:grpSpPr bwMode="auto">
              <a:xfrm>
                <a:off x="1248" y="2160"/>
                <a:ext cx="192" cy="192"/>
                <a:chOff x="1824" y="1584"/>
                <a:chExt cx="192" cy="192"/>
              </a:xfrm>
            </p:grpSpPr>
            <p:sp>
              <p:nvSpPr>
                <p:cNvPr id="68064" name="Rectangle 153">
                  <a:extLst>
                    <a:ext uri="{FF2B5EF4-FFF2-40B4-BE49-F238E27FC236}">
                      <a16:creationId xmlns:a16="http://schemas.microsoft.com/office/drawing/2014/main" id="{C94BB93D-A6BD-C244-BC63-C73F674F9C40}"/>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65" name="Oval 154">
                  <a:extLst>
                    <a:ext uri="{FF2B5EF4-FFF2-40B4-BE49-F238E27FC236}">
                      <a16:creationId xmlns:a16="http://schemas.microsoft.com/office/drawing/2014/main" id="{14F698F7-A272-C141-A842-D8041FFE3521}"/>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16" name="Group 155">
                <a:extLst>
                  <a:ext uri="{FF2B5EF4-FFF2-40B4-BE49-F238E27FC236}">
                    <a16:creationId xmlns:a16="http://schemas.microsoft.com/office/drawing/2014/main" id="{0BBD411C-17D1-DE40-A98C-A8C7B76142C3}"/>
                  </a:ext>
                </a:extLst>
              </p:cNvPr>
              <p:cNvGrpSpPr>
                <a:grpSpLocks/>
              </p:cNvGrpSpPr>
              <p:nvPr/>
            </p:nvGrpSpPr>
            <p:grpSpPr bwMode="auto">
              <a:xfrm>
                <a:off x="1056" y="1584"/>
                <a:ext cx="192" cy="192"/>
                <a:chOff x="1824" y="1584"/>
                <a:chExt cx="192" cy="192"/>
              </a:xfrm>
            </p:grpSpPr>
            <p:sp>
              <p:nvSpPr>
                <p:cNvPr id="68062" name="Rectangle 156">
                  <a:extLst>
                    <a:ext uri="{FF2B5EF4-FFF2-40B4-BE49-F238E27FC236}">
                      <a16:creationId xmlns:a16="http://schemas.microsoft.com/office/drawing/2014/main" id="{ED92C6C4-A64B-B149-903A-918E26667CC9}"/>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63" name="Oval 157">
                  <a:extLst>
                    <a:ext uri="{FF2B5EF4-FFF2-40B4-BE49-F238E27FC236}">
                      <a16:creationId xmlns:a16="http://schemas.microsoft.com/office/drawing/2014/main" id="{3893829D-2DFD-9346-86B0-3C287AD43789}"/>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17" name="Group 158">
                <a:extLst>
                  <a:ext uri="{FF2B5EF4-FFF2-40B4-BE49-F238E27FC236}">
                    <a16:creationId xmlns:a16="http://schemas.microsoft.com/office/drawing/2014/main" id="{970B6BA1-546F-2443-AA33-7013BC82CEF5}"/>
                  </a:ext>
                </a:extLst>
              </p:cNvPr>
              <p:cNvGrpSpPr>
                <a:grpSpLocks/>
              </p:cNvGrpSpPr>
              <p:nvPr/>
            </p:nvGrpSpPr>
            <p:grpSpPr bwMode="auto">
              <a:xfrm>
                <a:off x="1056" y="1776"/>
                <a:ext cx="192" cy="192"/>
                <a:chOff x="1824" y="1584"/>
                <a:chExt cx="192" cy="192"/>
              </a:xfrm>
            </p:grpSpPr>
            <p:sp>
              <p:nvSpPr>
                <p:cNvPr id="68060" name="Rectangle 159">
                  <a:extLst>
                    <a:ext uri="{FF2B5EF4-FFF2-40B4-BE49-F238E27FC236}">
                      <a16:creationId xmlns:a16="http://schemas.microsoft.com/office/drawing/2014/main" id="{521E5139-E1D9-BA42-8113-F2AC84E0EF25}"/>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61" name="Oval 160">
                  <a:extLst>
                    <a:ext uri="{FF2B5EF4-FFF2-40B4-BE49-F238E27FC236}">
                      <a16:creationId xmlns:a16="http://schemas.microsoft.com/office/drawing/2014/main" id="{FA8065A1-D15D-8449-9315-93E260EF4482}"/>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18" name="Group 161">
                <a:extLst>
                  <a:ext uri="{FF2B5EF4-FFF2-40B4-BE49-F238E27FC236}">
                    <a16:creationId xmlns:a16="http://schemas.microsoft.com/office/drawing/2014/main" id="{3B1FD3D7-639A-6647-BB91-228B7CAF394B}"/>
                  </a:ext>
                </a:extLst>
              </p:cNvPr>
              <p:cNvGrpSpPr>
                <a:grpSpLocks/>
              </p:cNvGrpSpPr>
              <p:nvPr/>
            </p:nvGrpSpPr>
            <p:grpSpPr bwMode="auto">
              <a:xfrm>
                <a:off x="1056" y="1968"/>
                <a:ext cx="192" cy="192"/>
                <a:chOff x="1824" y="1584"/>
                <a:chExt cx="192" cy="192"/>
              </a:xfrm>
            </p:grpSpPr>
            <p:sp>
              <p:nvSpPr>
                <p:cNvPr id="68058" name="Rectangle 162">
                  <a:extLst>
                    <a:ext uri="{FF2B5EF4-FFF2-40B4-BE49-F238E27FC236}">
                      <a16:creationId xmlns:a16="http://schemas.microsoft.com/office/drawing/2014/main" id="{316D8635-2851-9B4B-BCA0-F50D0141912A}"/>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59" name="Oval 163">
                  <a:extLst>
                    <a:ext uri="{FF2B5EF4-FFF2-40B4-BE49-F238E27FC236}">
                      <a16:creationId xmlns:a16="http://schemas.microsoft.com/office/drawing/2014/main" id="{CA1BEDA9-D8D9-B842-B585-0CFBCE926A26}"/>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19" name="Group 164">
                <a:extLst>
                  <a:ext uri="{FF2B5EF4-FFF2-40B4-BE49-F238E27FC236}">
                    <a16:creationId xmlns:a16="http://schemas.microsoft.com/office/drawing/2014/main" id="{060E657A-8ED9-EB48-AC88-4D664F92488B}"/>
                  </a:ext>
                </a:extLst>
              </p:cNvPr>
              <p:cNvGrpSpPr>
                <a:grpSpLocks/>
              </p:cNvGrpSpPr>
              <p:nvPr/>
            </p:nvGrpSpPr>
            <p:grpSpPr bwMode="auto">
              <a:xfrm>
                <a:off x="1056" y="2160"/>
                <a:ext cx="192" cy="192"/>
                <a:chOff x="1824" y="1584"/>
                <a:chExt cx="192" cy="192"/>
              </a:xfrm>
            </p:grpSpPr>
            <p:sp>
              <p:nvSpPr>
                <p:cNvPr id="68056" name="Rectangle 165">
                  <a:extLst>
                    <a:ext uri="{FF2B5EF4-FFF2-40B4-BE49-F238E27FC236}">
                      <a16:creationId xmlns:a16="http://schemas.microsoft.com/office/drawing/2014/main" id="{BDF074D4-8414-6949-A2C8-935F0540DCDA}"/>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57" name="Oval 166">
                  <a:extLst>
                    <a:ext uri="{FF2B5EF4-FFF2-40B4-BE49-F238E27FC236}">
                      <a16:creationId xmlns:a16="http://schemas.microsoft.com/office/drawing/2014/main" id="{05971A2D-02D4-2540-A571-F603FACAB048}"/>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20" name="Group 167">
                <a:extLst>
                  <a:ext uri="{FF2B5EF4-FFF2-40B4-BE49-F238E27FC236}">
                    <a16:creationId xmlns:a16="http://schemas.microsoft.com/office/drawing/2014/main" id="{7819EC0B-E199-D147-803E-3B2DC23BF97A}"/>
                  </a:ext>
                </a:extLst>
              </p:cNvPr>
              <p:cNvGrpSpPr>
                <a:grpSpLocks/>
              </p:cNvGrpSpPr>
              <p:nvPr/>
            </p:nvGrpSpPr>
            <p:grpSpPr bwMode="auto">
              <a:xfrm>
                <a:off x="864" y="1584"/>
                <a:ext cx="192" cy="192"/>
                <a:chOff x="1824" y="1584"/>
                <a:chExt cx="192" cy="192"/>
              </a:xfrm>
            </p:grpSpPr>
            <p:sp>
              <p:nvSpPr>
                <p:cNvPr id="68054" name="Rectangle 168">
                  <a:extLst>
                    <a:ext uri="{FF2B5EF4-FFF2-40B4-BE49-F238E27FC236}">
                      <a16:creationId xmlns:a16="http://schemas.microsoft.com/office/drawing/2014/main" id="{D6C7CAF3-7C5A-1A47-8261-CEB8884084A5}"/>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55" name="Oval 169">
                  <a:extLst>
                    <a:ext uri="{FF2B5EF4-FFF2-40B4-BE49-F238E27FC236}">
                      <a16:creationId xmlns:a16="http://schemas.microsoft.com/office/drawing/2014/main" id="{DA0B0D05-CDD3-9C49-945B-EC7BA00EA633}"/>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21" name="Group 170">
                <a:extLst>
                  <a:ext uri="{FF2B5EF4-FFF2-40B4-BE49-F238E27FC236}">
                    <a16:creationId xmlns:a16="http://schemas.microsoft.com/office/drawing/2014/main" id="{F58A2595-9615-274E-9AF3-446583314E15}"/>
                  </a:ext>
                </a:extLst>
              </p:cNvPr>
              <p:cNvGrpSpPr>
                <a:grpSpLocks/>
              </p:cNvGrpSpPr>
              <p:nvPr/>
            </p:nvGrpSpPr>
            <p:grpSpPr bwMode="auto">
              <a:xfrm>
                <a:off x="864" y="1776"/>
                <a:ext cx="192" cy="192"/>
                <a:chOff x="1824" y="1584"/>
                <a:chExt cx="192" cy="192"/>
              </a:xfrm>
            </p:grpSpPr>
            <p:sp>
              <p:nvSpPr>
                <p:cNvPr id="68052" name="Rectangle 171">
                  <a:extLst>
                    <a:ext uri="{FF2B5EF4-FFF2-40B4-BE49-F238E27FC236}">
                      <a16:creationId xmlns:a16="http://schemas.microsoft.com/office/drawing/2014/main" id="{4A4BFE0F-8460-DF4B-AB07-8E5622EA5DFE}"/>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53" name="Oval 172">
                  <a:extLst>
                    <a:ext uri="{FF2B5EF4-FFF2-40B4-BE49-F238E27FC236}">
                      <a16:creationId xmlns:a16="http://schemas.microsoft.com/office/drawing/2014/main" id="{AFC0301D-1780-094E-88F7-8F9FCBD6DC97}"/>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22" name="Group 173">
                <a:extLst>
                  <a:ext uri="{FF2B5EF4-FFF2-40B4-BE49-F238E27FC236}">
                    <a16:creationId xmlns:a16="http://schemas.microsoft.com/office/drawing/2014/main" id="{59E1029E-78A1-4840-B979-13A6027F82A7}"/>
                  </a:ext>
                </a:extLst>
              </p:cNvPr>
              <p:cNvGrpSpPr>
                <a:grpSpLocks/>
              </p:cNvGrpSpPr>
              <p:nvPr/>
            </p:nvGrpSpPr>
            <p:grpSpPr bwMode="auto">
              <a:xfrm>
                <a:off x="864" y="1968"/>
                <a:ext cx="192" cy="192"/>
                <a:chOff x="1824" y="1584"/>
                <a:chExt cx="192" cy="192"/>
              </a:xfrm>
            </p:grpSpPr>
            <p:sp>
              <p:nvSpPr>
                <p:cNvPr id="68050" name="Rectangle 174">
                  <a:extLst>
                    <a:ext uri="{FF2B5EF4-FFF2-40B4-BE49-F238E27FC236}">
                      <a16:creationId xmlns:a16="http://schemas.microsoft.com/office/drawing/2014/main" id="{6A4A84C3-3CD4-6146-ACC5-F7DB87BF6274}"/>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51" name="Oval 175">
                  <a:extLst>
                    <a:ext uri="{FF2B5EF4-FFF2-40B4-BE49-F238E27FC236}">
                      <a16:creationId xmlns:a16="http://schemas.microsoft.com/office/drawing/2014/main" id="{985F890B-4E47-3144-9171-B8EA8D7A758C}"/>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23" name="Group 176">
                <a:extLst>
                  <a:ext uri="{FF2B5EF4-FFF2-40B4-BE49-F238E27FC236}">
                    <a16:creationId xmlns:a16="http://schemas.microsoft.com/office/drawing/2014/main" id="{FCD2152B-898B-9D4C-8C7B-113A2F044778}"/>
                  </a:ext>
                </a:extLst>
              </p:cNvPr>
              <p:cNvGrpSpPr>
                <a:grpSpLocks/>
              </p:cNvGrpSpPr>
              <p:nvPr/>
            </p:nvGrpSpPr>
            <p:grpSpPr bwMode="auto">
              <a:xfrm>
                <a:off x="864" y="2160"/>
                <a:ext cx="192" cy="192"/>
                <a:chOff x="1824" y="1584"/>
                <a:chExt cx="192" cy="192"/>
              </a:xfrm>
            </p:grpSpPr>
            <p:sp>
              <p:nvSpPr>
                <p:cNvPr id="68048" name="Rectangle 177">
                  <a:extLst>
                    <a:ext uri="{FF2B5EF4-FFF2-40B4-BE49-F238E27FC236}">
                      <a16:creationId xmlns:a16="http://schemas.microsoft.com/office/drawing/2014/main" id="{62B55550-A8C3-484F-9ED0-1090A23D6075}"/>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49" name="Oval 178">
                  <a:extLst>
                    <a:ext uri="{FF2B5EF4-FFF2-40B4-BE49-F238E27FC236}">
                      <a16:creationId xmlns:a16="http://schemas.microsoft.com/office/drawing/2014/main" id="{32A07995-7E34-E346-80E5-D6688D061B87}"/>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24" name="Group 179">
                <a:extLst>
                  <a:ext uri="{FF2B5EF4-FFF2-40B4-BE49-F238E27FC236}">
                    <a16:creationId xmlns:a16="http://schemas.microsoft.com/office/drawing/2014/main" id="{660C6857-7FCA-2648-9760-5FCAFE2D19EB}"/>
                  </a:ext>
                </a:extLst>
              </p:cNvPr>
              <p:cNvGrpSpPr>
                <a:grpSpLocks/>
              </p:cNvGrpSpPr>
              <p:nvPr/>
            </p:nvGrpSpPr>
            <p:grpSpPr bwMode="auto">
              <a:xfrm>
                <a:off x="672" y="1584"/>
                <a:ext cx="192" cy="192"/>
                <a:chOff x="1824" y="1584"/>
                <a:chExt cx="192" cy="192"/>
              </a:xfrm>
            </p:grpSpPr>
            <p:sp>
              <p:nvSpPr>
                <p:cNvPr id="68046" name="Rectangle 180">
                  <a:extLst>
                    <a:ext uri="{FF2B5EF4-FFF2-40B4-BE49-F238E27FC236}">
                      <a16:creationId xmlns:a16="http://schemas.microsoft.com/office/drawing/2014/main" id="{BEE87C68-0D42-8847-A58F-F4C90F45B2E4}"/>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47" name="Oval 181">
                  <a:extLst>
                    <a:ext uri="{FF2B5EF4-FFF2-40B4-BE49-F238E27FC236}">
                      <a16:creationId xmlns:a16="http://schemas.microsoft.com/office/drawing/2014/main" id="{2FF70C16-A066-984B-A1D6-44F8E4F31F21}"/>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25" name="Group 182">
                <a:extLst>
                  <a:ext uri="{FF2B5EF4-FFF2-40B4-BE49-F238E27FC236}">
                    <a16:creationId xmlns:a16="http://schemas.microsoft.com/office/drawing/2014/main" id="{BA3C2090-E729-DA45-9601-16CCF106B503}"/>
                  </a:ext>
                </a:extLst>
              </p:cNvPr>
              <p:cNvGrpSpPr>
                <a:grpSpLocks/>
              </p:cNvGrpSpPr>
              <p:nvPr/>
            </p:nvGrpSpPr>
            <p:grpSpPr bwMode="auto">
              <a:xfrm>
                <a:off x="672" y="1776"/>
                <a:ext cx="192" cy="192"/>
                <a:chOff x="1824" y="1584"/>
                <a:chExt cx="192" cy="192"/>
              </a:xfrm>
            </p:grpSpPr>
            <p:sp>
              <p:nvSpPr>
                <p:cNvPr id="68044" name="Rectangle 183">
                  <a:extLst>
                    <a:ext uri="{FF2B5EF4-FFF2-40B4-BE49-F238E27FC236}">
                      <a16:creationId xmlns:a16="http://schemas.microsoft.com/office/drawing/2014/main" id="{1F466912-7C22-B441-A6C2-9317D38AC7FF}"/>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45" name="Oval 184">
                  <a:extLst>
                    <a:ext uri="{FF2B5EF4-FFF2-40B4-BE49-F238E27FC236}">
                      <a16:creationId xmlns:a16="http://schemas.microsoft.com/office/drawing/2014/main" id="{FA4CB5B3-6410-AD4E-82D5-353FDFD9319C}"/>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26" name="Group 185">
                <a:extLst>
                  <a:ext uri="{FF2B5EF4-FFF2-40B4-BE49-F238E27FC236}">
                    <a16:creationId xmlns:a16="http://schemas.microsoft.com/office/drawing/2014/main" id="{D898F1A2-A76A-D749-80FA-60E8CA907BB8}"/>
                  </a:ext>
                </a:extLst>
              </p:cNvPr>
              <p:cNvGrpSpPr>
                <a:grpSpLocks/>
              </p:cNvGrpSpPr>
              <p:nvPr/>
            </p:nvGrpSpPr>
            <p:grpSpPr bwMode="auto">
              <a:xfrm>
                <a:off x="672" y="1968"/>
                <a:ext cx="192" cy="192"/>
                <a:chOff x="1824" y="1584"/>
                <a:chExt cx="192" cy="192"/>
              </a:xfrm>
            </p:grpSpPr>
            <p:sp>
              <p:nvSpPr>
                <p:cNvPr id="68042" name="Rectangle 186">
                  <a:extLst>
                    <a:ext uri="{FF2B5EF4-FFF2-40B4-BE49-F238E27FC236}">
                      <a16:creationId xmlns:a16="http://schemas.microsoft.com/office/drawing/2014/main" id="{8A5BAA65-D39C-704A-9101-B450E8AD0662}"/>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43" name="Oval 187">
                  <a:extLst>
                    <a:ext uri="{FF2B5EF4-FFF2-40B4-BE49-F238E27FC236}">
                      <a16:creationId xmlns:a16="http://schemas.microsoft.com/office/drawing/2014/main" id="{349DD7C5-9C0F-634D-956F-B2FC300FCA7B}"/>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27" name="Group 188">
                <a:extLst>
                  <a:ext uri="{FF2B5EF4-FFF2-40B4-BE49-F238E27FC236}">
                    <a16:creationId xmlns:a16="http://schemas.microsoft.com/office/drawing/2014/main" id="{1E5EB8DA-A196-5C46-9546-90C5380C0595}"/>
                  </a:ext>
                </a:extLst>
              </p:cNvPr>
              <p:cNvGrpSpPr>
                <a:grpSpLocks/>
              </p:cNvGrpSpPr>
              <p:nvPr/>
            </p:nvGrpSpPr>
            <p:grpSpPr bwMode="auto">
              <a:xfrm>
                <a:off x="672" y="2160"/>
                <a:ext cx="192" cy="192"/>
                <a:chOff x="1824" y="1584"/>
                <a:chExt cx="192" cy="192"/>
              </a:xfrm>
            </p:grpSpPr>
            <p:sp>
              <p:nvSpPr>
                <p:cNvPr id="68040" name="Rectangle 189">
                  <a:extLst>
                    <a:ext uri="{FF2B5EF4-FFF2-40B4-BE49-F238E27FC236}">
                      <a16:creationId xmlns:a16="http://schemas.microsoft.com/office/drawing/2014/main" id="{F2BC9188-414A-6541-86A2-6217DF07F962}"/>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41" name="Oval 190">
                  <a:extLst>
                    <a:ext uri="{FF2B5EF4-FFF2-40B4-BE49-F238E27FC236}">
                      <a16:creationId xmlns:a16="http://schemas.microsoft.com/office/drawing/2014/main" id="{80A25F8E-0E53-9148-B0BD-0A6B33CEF2CA}"/>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28" name="Group 191">
                <a:extLst>
                  <a:ext uri="{FF2B5EF4-FFF2-40B4-BE49-F238E27FC236}">
                    <a16:creationId xmlns:a16="http://schemas.microsoft.com/office/drawing/2014/main" id="{06537AA3-6984-9D46-B33F-5A2AC6B1AB31}"/>
                  </a:ext>
                </a:extLst>
              </p:cNvPr>
              <p:cNvGrpSpPr>
                <a:grpSpLocks/>
              </p:cNvGrpSpPr>
              <p:nvPr/>
            </p:nvGrpSpPr>
            <p:grpSpPr bwMode="auto">
              <a:xfrm>
                <a:off x="480" y="1584"/>
                <a:ext cx="192" cy="192"/>
                <a:chOff x="1824" y="1584"/>
                <a:chExt cx="192" cy="192"/>
              </a:xfrm>
            </p:grpSpPr>
            <p:sp>
              <p:nvSpPr>
                <p:cNvPr id="68038" name="Rectangle 192">
                  <a:extLst>
                    <a:ext uri="{FF2B5EF4-FFF2-40B4-BE49-F238E27FC236}">
                      <a16:creationId xmlns:a16="http://schemas.microsoft.com/office/drawing/2014/main" id="{86409102-5BA6-7649-9064-F59C92968F6D}"/>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39" name="Oval 193">
                  <a:extLst>
                    <a:ext uri="{FF2B5EF4-FFF2-40B4-BE49-F238E27FC236}">
                      <a16:creationId xmlns:a16="http://schemas.microsoft.com/office/drawing/2014/main" id="{5D79BCC5-67A5-904F-85C1-52DC9C2ADB7B}"/>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29" name="Group 194">
                <a:extLst>
                  <a:ext uri="{FF2B5EF4-FFF2-40B4-BE49-F238E27FC236}">
                    <a16:creationId xmlns:a16="http://schemas.microsoft.com/office/drawing/2014/main" id="{45663803-FB75-6A41-8A0A-B31FA1141862}"/>
                  </a:ext>
                </a:extLst>
              </p:cNvPr>
              <p:cNvGrpSpPr>
                <a:grpSpLocks/>
              </p:cNvGrpSpPr>
              <p:nvPr/>
            </p:nvGrpSpPr>
            <p:grpSpPr bwMode="auto">
              <a:xfrm>
                <a:off x="480" y="1776"/>
                <a:ext cx="192" cy="192"/>
                <a:chOff x="1824" y="1584"/>
                <a:chExt cx="192" cy="192"/>
              </a:xfrm>
            </p:grpSpPr>
            <p:sp>
              <p:nvSpPr>
                <p:cNvPr id="68036" name="Rectangle 195">
                  <a:extLst>
                    <a:ext uri="{FF2B5EF4-FFF2-40B4-BE49-F238E27FC236}">
                      <a16:creationId xmlns:a16="http://schemas.microsoft.com/office/drawing/2014/main" id="{62B9B19B-3261-7F45-9E82-35FC522DD666}"/>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37" name="Oval 196">
                  <a:extLst>
                    <a:ext uri="{FF2B5EF4-FFF2-40B4-BE49-F238E27FC236}">
                      <a16:creationId xmlns:a16="http://schemas.microsoft.com/office/drawing/2014/main" id="{632138C2-2A00-5B45-BBDB-2CA47A3059FC}"/>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30" name="Group 197">
                <a:extLst>
                  <a:ext uri="{FF2B5EF4-FFF2-40B4-BE49-F238E27FC236}">
                    <a16:creationId xmlns:a16="http://schemas.microsoft.com/office/drawing/2014/main" id="{92EBDD30-621C-0A4E-BF0C-7EA14C80FDCC}"/>
                  </a:ext>
                </a:extLst>
              </p:cNvPr>
              <p:cNvGrpSpPr>
                <a:grpSpLocks/>
              </p:cNvGrpSpPr>
              <p:nvPr/>
            </p:nvGrpSpPr>
            <p:grpSpPr bwMode="auto">
              <a:xfrm>
                <a:off x="480" y="1968"/>
                <a:ext cx="192" cy="192"/>
                <a:chOff x="1824" y="1584"/>
                <a:chExt cx="192" cy="192"/>
              </a:xfrm>
            </p:grpSpPr>
            <p:sp>
              <p:nvSpPr>
                <p:cNvPr id="68034" name="Rectangle 198">
                  <a:extLst>
                    <a:ext uri="{FF2B5EF4-FFF2-40B4-BE49-F238E27FC236}">
                      <a16:creationId xmlns:a16="http://schemas.microsoft.com/office/drawing/2014/main" id="{9C1F77C0-D034-A448-A11E-E5D017D921D3}"/>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35" name="Oval 199">
                  <a:extLst>
                    <a:ext uri="{FF2B5EF4-FFF2-40B4-BE49-F238E27FC236}">
                      <a16:creationId xmlns:a16="http://schemas.microsoft.com/office/drawing/2014/main" id="{9E8F3FB6-8B46-C342-AAC9-3458896D01A3}"/>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31" name="Group 200">
                <a:extLst>
                  <a:ext uri="{FF2B5EF4-FFF2-40B4-BE49-F238E27FC236}">
                    <a16:creationId xmlns:a16="http://schemas.microsoft.com/office/drawing/2014/main" id="{73B43E4F-AEF8-3948-BCF1-4259783778FD}"/>
                  </a:ext>
                </a:extLst>
              </p:cNvPr>
              <p:cNvGrpSpPr>
                <a:grpSpLocks/>
              </p:cNvGrpSpPr>
              <p:nvPr/>
            </p:nvGrpSpPr>
            <p:grpSpPr bwMode="auto">
              <a:xfrm>
                <a:off x="480" y="2160"/>
                <a:ext cx="192" cy="192"/>
                <a:chOff x="1824" y="1584"/>
                <a:chExt cx="192" cy="192"/>
              </a:xfrm>
            </p:grpSpPr>
            <p:sp>
              <p:nvSpPr>
                <p:cNvPr id="68032" name="Rectangle 201">
                  <a:extLst>
                    <a:ext uri="{FF2B5EF4-FFF2-40B4-BE49-F238E27FC236}">
                      <a16:creationId xmlns:a16="http://schemas.microsoft.com/office/drawing/2014/main" id="{BA089FFE-E20E-FC43-9E45-D27BBD74DDEC}"/>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33" name="Oval 202">
                  <a:extLst>
                    <a:ext uri="{FF2B5EF4-FFF2-40B4-BE49-F238E27FC236}">
                      <a16:creationId xmlns:a16="http://schemas.microsoft.com/office/drawing/2014/main" id="{D4C1DAFA-0A79-5244-8ED9-069B5F10C46C}"/>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67998" name="AutoShape 203">
              <a:extLst>
                <a:ext uri="{FF2B5EF4-FFF2-40B4-BE49-F238E27FC236}">
                  <a16:creationId xmlns:a16="http://schemas.microsoft.com/office/drawing/2014/main" id="{95CFC143-B292-2A4F-B532-FA954C842FAC}"/>
                </a:ext>
              </a:extLst>
            </p:cNvPr>
            <p:cNvSpPr>
              <a:spLocks noChangeArrowheads="1"/>
            </p:cNvSpPr>
            <p:nvPr/>
          </p:nvSpPr>
          <p:spPr bwMode="auto">
            <a:xfrm>
              <a:off x="432" y="1376"/>
              <a:ext cx="529" cy="462"/>
            </a:xfrm>
            <a:prstGeom prst="rightArrow">
              <a:avLst>
                <a:gd name="adj1" fmla="val 50000"/>
                <a:gd name="adj2" fmla="val 30825"/>
              </a:avLst>
            </a:prstGeom>
            <a:solidFill>
              <a:schemeClr val="bg1"/>
            </a:solidFill>
            <a:ln w="38100">
              <a:solidFill>
                <a:schemeClr val="tx1"/>
              </a:solidFill>
              <a:miter lim="800000"/>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W0</a:t>
              </a:r>
            </a:p>
          </p:txBody>
        </p:sp>
      </p:grpSp>
      <p:grpSp>
        <p:nvGrpSpPr>
          <p:cNvPr id="43529" name="Group 204">
            <a:extLst>
              <a:ext uri="{FF2B5EF4-FFF2-40B4-BE49-F238E27FC236}">
                <a16:creationId xmlns:a16="http://schemas.microsoft.com/office/drawing/2014/main" id="{AB3EFB1D-5592-2241-B96B-64ADEE505D10}"/>
              </a:ext>
            </a:extLst>
          </p:cNvPr>
          <p:cNvGrpSpPr>
            <a:grpSpLocks/>
          </p:cNvGrpSpPr>
          <p:nvPr/>
        </p:nvGrpSpPr>
        <p:grpSpPr bwMode="auto">
          <a:xfrm>
            <a:off x="3200400" y="2674938"/>
            <a:ext cx="3200400" cy="1598612"/>
            <a:chOff x="2016" y="1537"/>
            <a:chExt cx="2016" cy="1007"/>
          </a:xfrm>
        </p:grpSpPr>
        <p:grpSp>
          <p:nvGrpSpPr>
            <p:cNvPr id="67898" name="Group 205">
              <a:extLst>
                <a:ext uri="{FF2B5EF4-FFF2-40B4-BE49-F238E27FC236}">
                  <a16:creationId xmlns:a16="http://schemas.microsoft.com/office/drawing/2014/main" id="{E9CD91FC-525B-9C41-A425-C41A6B2E8057}"/>
                </a:ext>
              </a:extLst>
            </p:cNvPr>
            <p:cNvGrpSpPr>
              <a:grpSpLocks/>
            </p:cNvGrpSpPr>
            <p:nvPr/>
          </p:nvGrpSpPr>
          <p:grpSpPr bwMode="auto">
            <a:xfrm>
              <a:off x="2496" y="1776"/>
              <a:ext cx="1536" cy="768"/>
              <a:chOff x="2016" y="1776"/>
              <a:chExt cx="1536" cy="768"/>
            </a:xfrm>
          </p:grpSpPr>
          <p:grpSp>
            <p:nvGrpSpPr>
              <p:cNvPr id="67900" name="Group 206">
                <a:extLst>
                  <a:ext uri="{FF2B5EF4-FFF2-40B4-BE49-F238E27FC236}">
                    <a16:creationId xmlns:a16="http://schemas.microsoft.com/office/drawing/2014/main" id="{B8035DBD-3641-8B4B-AD10-695DAB4AB863}"/>
                  </a:ext>
                </a:extLst>
              </p:cNvPr>
              <p:cNvGrpSpPr>
                <a:grpSpLocks/>
              </p:cNvGrpSpPr>
              <p:nvPr/>
            </p:nvGrpSpPr>
            <p:grpSpPr bwMode="auto">
              <a:xfrm>
                <a:off x="2016" y="1776"/>
                <a:ext cx="192" cy="192"/>
                <a:chOff x="2016" y="1776"/>
                <a:chExt cx="192" cy="192"/>
              </a:xfrm>
            </p:grpSpPr>
            <p:sp>
              <p:nvSpPr>
                <p:cNvPr id="67995" name="Rectangle 207">
                  <a:extLst>
                    <a:ext uri="{FF2B5EF4-FFF2-40B4-BE49-F238E27FC236}">
                      <a16:creationId xmlns:a16="http://schemas.microsoft.com/office/drawing/2014/main" id="{8FFCC455-5C86-8949-899C-1841E04BDF4E}"/>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96" name="Freeform 208">
                  <a:extLst>
                    <a:ext uri="{FF2B5EF4-FFF2-40B4-BE49-F238E27FC236}">
                      <a16:creationId xmlns:a16="http://schemas.microsoft.com/office/drawing/2014/main" id="{F664F021-93D7-8B45-8A82-7F921EB42EC6}"/>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7901" name="Rectangle 209">
                <a:extLst>
                  <a:ext uri="{FF2B5EF4-FFF2-40B4-BE49-F238E27FC236}">
                    <a16:creationId xmlns:a16="http://schemas.microsoft.com/office/drawing/2014/main" id="{0FC47C07-2CEB-B941-A4D2-6A181B9F676B}"/>
                  </a:ext>
                </a:extLst>
              </p:cNvPr>
              <p:cNvSpPr>
                <a:spLocks noChangeArrowheads="1"/>
              </p:cNvSpPr>
              <p:nvPr/>
            </p:nvSpPr>
            <p:spPr bwMode="auto">
              <a:xfrm>
                <a:off x="2016" y="1776"/>
                <a:ext cx="1536" cy="76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7902" name="Group 210">
                <a:extLst>
                  <a:ext uri="{FF2B5EF4-FFF2-40B4-BE49-F238E27FC236}">
                    <a16:creationId xmlns:a16="http://schemas.microsoft.com/office/drawing/2014/main" id="{C40E3939-883B-E448-A02B-2F489381747E}"/>
                  </a:ext>
                </a:extLst>
              </p:cNvPr>
              <p:cNvGrpSpPr>
                <a:grpSpLocks/>
              </p:cNvGrpSpPr>
              <p:nvPr/>
            </p:nvGrpSpPr>
            <p:grpSpPr bwMode="auto">
              <a:xfrm>
                <a:off x="2016" y="1968"/>
                <a:ext cx="192" cy="192"/>
                <a:chOff x="2016" y="1776"/>
                <a:chExt cx="192" cy="192"/>
              </a:xfrm>
            </p:grpSpPr>
            <p:sp>
              <p:nvSpPr>
                <p:cNvPr id="67993" name="Rectangle 211">
                  <a:extLst>
                    <a:ext uri="{FF2B5EF4-FFF2-40B4-BE49-F238E27FC236}">
                      <a16:creationId xmlns:a16="http://schemas.microsoft.com/office/drawing/2014/main" id="{199572F5-138F-1440-ADC6-2AE5E7BC7602}"/>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94" name="Freeform 212">
                  <a:extLst>
                    <a:ext uri="{FF2B5EF4-FFF2-40B4-BE49-F238E27FC236}">
                      <a16:creationId xmlns:a16="http://schemas.microsoft.com/office/drawing/2014/main" id="{9A7B972D-F952-8D49-A245-487EDAAD798D}"/>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03" name="Group 213">
                <a:extLst>
                  <a:ext uri="{FF2B5EF4-FFF2-40B4-BE49-F238E27FC236}">
                    <a16:creationId xmlns:a16="http://schemas.microsoft.com/office/drawing/2014/main" id="{C94EB3DC-DDE0-B641-B3C0-BE78A7A9802F}"/>
                  </a:ext>
                </a:extLst>
              </p:cNvPr>
              <p:cNvGrpSpPr>
                <a:grpSpLocks/>
              </p:cNvGrpSpPr>
              <p:nvPr/>
            </p:nvGrpSpPr>
            <p:grpSpPr bwMode="auto">
              <a:xfrm>
                <a:off x="2016" y="2160"/>
                <a:ext cx="192" cy="192"/>
                <a:chOff x="2016" y="1776"/>
                <a:chExt cx="192" cy="192"/>
              </a:xfrm>
            </p:grpSpPr>
            <p:sp>
              <p:nvSpPr>
                <p:cNvPr id="67991" name="Rectangle 214">
                  <a:extLst>
                    <a:ext uri="{FF2B5EF4-FFF2-40B4-BE49-F238E27FC236}">
                      <a16:creationId xmlns:a16="http://schemas.microsoft.com/office/drawing/2014/main" id="{07A0514D-FF2F-7440-9DEF-591884DD9E78}"/>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92" name="Freeform 215">
                  <a:extLst>
                    <a:ext uri="{FF2B5EF4-FFF2-40B4-BE49-F238E27FC236}">
                      <a16:creationId xmlns:a16="http://schemas.microsoft.com/office/drawing/2014/main" id="{791A609C-38EE-D243-8EF5-AA41170097CB}"/>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04" name="Group 216">
                <a:extLst>
                  <a:ext uri="{FF2B5EF4-FFF2-40B4-BE49-F238E27FC236}">
                    <a16:creationId xmlns:a16="http://schemas.microsoft.com/office/drawing/2014/main" id="{0632C06B-8292-DC46-AD88-5F99FF228DD3}"/>
                  </a:ext>
                </a:extLst>
              </p:cNvPr>
              <p:cNvGrpSpPr>
                <a:grpSpLocks/>
              </p:cNvGrpSpPr>
              <p:nvPr/>
            </p:nvGrpSpPr>
            <p:grpSpPr bwMode="auto">
              <a:xfrm>
                <a:off x="2016" y="2352"/>
                <a:ext cx="192" cy="192"/>
                <a:chOff x="2016" y="1776"/>
                <a:chExt cx="192" cy="192"/>
              </a:xfrm>
            </p:grpSpPr>
            <p:sp>
              <p:nvSpPr>
                <p:cNvPr id="67989" name="Rectangle 217">
                  <a:extLst>
                    <a:ext uri="{FF2B5EF4-FFF2-40B4-BE49-F238E27FC236}">
                      <a16:creationId xmlns:a16="http://schemas.microsoft.com/office/drawing/2014/main" id="{C164A965-9C65-2940-B811-940BC83AECB8}"/>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90" name="Freeform 218">
                  <a:extLst>
                    <a:ext uri="{FF2B5EF4-FFF2-40B4-BE49-F238E27FC236}">
                      <a16:creationId xmlns:a16="http://schemas.microsoft.com/office/drawing/2014/main" id="{413CF3EF-2A15-DC49-9FA5-63EC884F936E}"/>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05" name="Group 219">
                <a:extLst>
                  <a:ext uri="{FF2B5EF4-FFF2-40B4-BE49-F238E27FC236}">
                    <a16:creationId xmlns:a16="http://schemas.microsoft.com/office/drawing/2014/main" id="{13629F8B-3B46-794A-827A-63F5A5A8B82E}"/>
                  </a:ext>
                </a:extLst>
              </p:cNvPr>
              <p:cNvGrpSpPr>
                <a:grpSpLocks/>
              </p:cNvGrpSpPr>
              <p:nvPr/>
            </p:nvGrpSpPr>
            <p:grpSpPr bwMode="auto">
              <a:xfrm>
                <a:off x="2208" y="1776"/>
                <a:ext cx="192" cy="192"/>
                <a:chOff x="2016" y="1776"/>
                <a:chExt cx="192" cy="192"/>
              </a:xfrm>
            </p:grpSpPr>
            <p:sp>
              <p:nvSpPr>
                <p:cNvPr id="67987" name="Rectangle 220">
                  <a:extLst>
                    <a:ext uri="{FF2B5EF4-FFF2-40B4-BE49-F238E27FC236}">
                      <a16:creationId xmlns:a16="http://schemas.microsoft.com/office/drawing/2014/main" id="{7B9F048D-A712-434D-945C-7D4AD54F9C3D}"/>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88" name="Freeform 221">
                  <a:extLst>
                    <a:ext uri="{FF2B5EF4-FFF2-40B4-BE49-F238E27FC236}">
                      <a16:creationId xmlns:a16="http://schemas.microsoft.com/office/drawing/2014/main" id="{3BFF839F-B8C7-2948-AA50-5F7FB9F33E90}"/>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06" name="Group 222">
                <a:extLst>
                  <a:ext uri="{FF2B5EF4-FFF2-40B4-BE49-F238E27FC236}">
                    <a16:creationId xmlns:a16="http://schemas.microsoft.com/office/drawing/2014/main" id="{9D95328B-2EFB-7949-A445-678CB03D28CA}"/>
                  </a:ext>
                </a:extLst>
              </p:cNvPr>
              <p:cNvGrpSpPr>
                <a:grpSpLocks/>
              </p:cNvGrpSpPr>
              <p:nvPr/>
            </p:nvGrpSpPr>
            <p:grpSpPr bwMode="auto">
              <a:xfrm>
                <a:off x="2208" y="1968"/>
                <a:ext cx="192" cy="192"/>
                <a:chOff x="2016" y="1776"/>
                <a:chExt cx="192" cy="192"/>
              </a:xfrm>
            </p:grpSpPr>
            <p:sp>
              <p:nvSpPr>
                <p:cNvPr id="67985" name="Rectangle 223">
                  <a:extLst>
                    <a:ext uri="{FF2B5EF4-FFF2-40B4-BE49-F238E27FC236}">
                      <a16:creationId xmlns:a16="http://schemas.microsoft.com/office/drawing/2014/main" id="{A1740721-B8EF-C94A-AE5B-99C6C9F62B67}"/>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86" name="Freeform 224">
                  <a:extLst>
                    <a:ext uri="{FF2B5EF4-FFF2-40B4-BE49-F238E27FC236}">
                      <a16:creationId xmlns:a16="http://schemas.microsoft.com/office/drawing/2014/main" id="{ECE189E3-60B2-C047-AE87-62498EB92A92}"/>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07" name="Group 225">
                <a:extLst>
                  <a:ext uri="{FF2B5EF4-FFF2-40B4-BE49-F238E27FC236}">
                    <a16:creationId xmlns:a16="http://schemas.microsoft.com/office/drawing/2014/main" id="{11F83FA5-1C19-ED41-BCD5-205243F7E04E}"/>
                  </a:ext>
                </a:extLst>
              </p:cNvPr>
              <p:cNvGrpSpPr>
                <a:grpSpLocks/>
              </p:cNvGrpSpPr>
              <p:nvPr/>
            </p:nvGrpSpPr>
            <p:grpSpPr bwMode="auto">
              <a:xfrm>
                <a:off x="2208" y="2160"/>
                <a:ext cx="192" cy="192"/>
                <a:chOff x="2016" y="1776"/>
                <a:chExt cx="192" cy="192"/>
              </a:xfrm>
            </p:grpSpPr>
            <p:sp>
              <p:nvSpPr>
                <p:cNvPr id="67983" name="Rectangle 226">
                  <a:extLst>
                    <a:ext uri="{FF2B5EF4-FFF2-40B4-BE49-F238E27FC236}">
                      <a16:creationId xmlns:a16="http://schemas.microsoft.com/office/drawing/2014/main" id="{22EA3C42-E52A-1445-BEA8-B49206394BED}"/>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84" name="Freeform 227">
                  <a:extLst>
                    <a:ext uri="{FF2B5EF4-FFF2-40B4-BE49-F238E27FC236}">
                      <a16:creationId xmlns:a16="http://schemas.microsoft.com/office/drawing/2014/main" id="{16789303-2764-3A4D-93C5-09DF84A326F5}"/>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08" name="Group 228">
                <a:extLst>
                  <a:ext uri="{FF2B5EF4-FFF2-40B4-BE49-F238E27FC236}">
                    <a16:creationId xmlns:a16="http://schemas.microsoft.com/office/drawing/2014/main" id="{BA6A39B8-B950-D94E-91AA-A8002BD1A382}"/>
                  </a:ext>
                </a:extLst>
              </p:cNvPr>
              <p:cNvGrpSpPr>
                <a:grpSpLocks/>
              </p:cNvGrpSpPr>
              <p:nvPr/>
            </p:nvGrpSpPr>
            <p:grpSpPr bwMode="auto">
              <a:xfrm>
                <a:off x="2208" y="2352"/>
                <a:ext cx="192" cy="192"/>
                <a:chOff x="2016" y="1776"/>
                <a:chExt cx="192" cy="192"/>
              </a:xfrm>
            </p:grpSpPr>
            <p:sp>
              <p:nvSpPr>
                <p:cNvPr id="67981" name="Rectangle 229">
                  <a:extLst>
                    <a:ext uri="{FF2B5EF4-FFF2-40B4-BE49-F238E27FC236}">
                      <a16:creationId xmlns:a16="http://schemas.microsoft.com/office/drawing/2014/main" id="{34215B31-CA02-2444-BAC3-5858C96CCFE4}"/>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82" name="Freeform 230">
                  <a:extLst>
                    <a:ext uri="{FF2B5EF4-FFF2-40B4-BE49-F238E27FC236}">
                      <a16:creationId xmlns:a16="http://schemas.microsoft.com/office/drawing/2014/main" id="{F27E753E-8926-1E40-80AB-4A862759C347}"/>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09" name="Group 231">
                <a:extLst>
                  <a:ext uri="{FF2B5EF4-FFF2-40B4-BE49-F238E27FC236}">
                    <a16:creationId xmlns:a16="http://schemas.microsoft.com/office/drawing/2014/main" id="{4F6C7E48-412C-DD42-8446-14E1F63999DA}"/>
                  </a:ext>
                </a:extLst>
              </p:cNvPr>
              <p:cNvGrpSpPr>
                <a:grpSpLocks/>
              </p:cNvGrpSpPr>
              <p:nvPr/>
            </p:nvGrpSpPr>
            <p:grpSpPr bwMode="auto">
              <a:xfrm>
                <a:off x="2400" y="1776"/>
                <a:ext cx="192" cy="192"/>
                <a:chOff x="2016" y="1776"/>
                <a:chExt cx="192" cy="192"/>
              </a:xfrm>
            </p:grpSpPr>
            <p:sp>
              <p:nvSpPr>
                <p:cNvPr id="67979" name="Rectangle 232">
                  <a:extLst>
                    <a:ext uri="{FF2B5EF4-FFF2-40B4-BE49-F238E27FC236}">
                      <a16:creationId xmlns:a16="http://schemas.microsoft.com/office/drawing/2014/main" id="{34F04E17-E26B-C64D-A5EF-AC9B68930C18}"/>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80" name="Freeform 233">
                  <a:extLst>
                    <a:ext uri="{FF2B5EF4-FFF2-40B4-BE49-F238E27FC236}">
                      <a16:creationId xmlns:a16="http://schemas.microsoft.com/office/drawing/2014/main" id="{EF3E8B7F-7423-8E4F-BE84-D3AA7339FC6F}"/>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10" name="Group 234">
                <a:extLst>
                  <a:ext uri="{FF2B5EF4-FFF2-40B4-BE49-F238E27FC236}">
                    <a16:creationId xmlns:a16="http://schemas.microsoft.com/office/drawing/2014/main" id="{07BCD8CC-8D58-E24B-85C7-275D5F8BB296}"/>
                  </a:ext>
                </a:extLst>
              </p:cNvPr>
              <p:cNvGrpSpPr>
                <a:grpSpLocks/>
              </p:cNvGrpSpPr>
              <p:nvPr/>
            </p:nvGrpSpPr>
            <p:grpSpPr bwMode="auto">
              <a:xfrm>
                <a:off x="2400" y="1968"/>
                <a:ext cx="192" cy="192"/>
                <a:chOff x="2016" y="1776"/>
                <a:chExt cx="192" cy="192"/>
              </a:xfrm>
            </p:grpSpPr>
            <p:sp>
              <p:nvSpPr>
                <p:cNvPr id="67977" name="Rectangle 235">
                  <a:extLst>
                    <a:ext uri="{FF2B5EF4-FFF2-40B4-BE49-F238E27FC236}">
                      <a16:creationId xmlns:a16="http://schemas.microsoft.com/office/drawing/2014/main" id="{DA282213-8E05-D24B-AD3B-C0F2B112AE54}"/>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78" name="Freeform 236">
                  <a:extLst>
                    <a:ext uri="{FF2B5EF4-FFF2-40B4-BE49-F238E27FC236}">
                      <a16:creationId xmlns:a16="http://schemas.microsoft.com/office/drawing/2014/main" id="{4B578E42-3EC6-884F-9EC0-D649C1441E21}"/>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11" name="Group 237">
                <a:extLst>
                  <a:ext uri="{FF2B5EF4-FFF2-40B4-BE49-F238E27FC236}">
                    <a16:creationId xmlns:a16="http://schemas.microsoft.com/office/drawing/2014/main" id="{53D3C9F2-8416-B64F-9D19-5C34D1A74197}"/>
                  </a:ext>
                </a:extLst>
              </p:cNvPr>
              <p:cNvGrpSpPr>
                <a:grpSpLocks/>
              </p:cNvGrpSpPr>
              <p:nvPr/>
            </p:nvGrpSpPr>
            <p:grpSpPr bwMode="auto">
              <a:xfrm>
                <a:off x="2400" y="2160"/>
                <a:ext cx="192" cy="192"/>
                <a:chOff x="2016" y="1776"/>
                <a:chExt cx="192" cy="192"/>
              </a:xfrm>
            </p:grpSpPr>
            <p:sp>
              <p:nvSpPr>
                <p:cNvPr id="67975" name="Rectangle 238">
                  <a:extLst>
                    <a:ext uri="{FF2B5EF4-FFF2-40B4-BE49-F238E27FC236}">
                      <a16:creationId xmlns:a16="http://schemas.microsoft.com/office/drawing/2014/main" id="{7EF78159-ACC1-BA4F-AA58-C15932FE1A72}"/>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76" name="Freeform 239">
                  <a:extLst>
                    <a:ext uri="{FF2B5EF4-FFF2-40B4-BE49-F238E27FC236}">
                      <a16:creationId xmlns:a16="http://schemas.microsoft.com/office/drawing/2014/main" id="{7267534F-6C4C-974A-9077-52326D1652BB}"/>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12" name="Group 240">
                <a:extLst>
                  <a:ext uri="{FF2B5EF4-FFF2-40B4-BE49-F238E27FC236}">
                    <a16:creationId xmlns:a16="http://schemas.microsoft.com/office/drawing/2014/main" id="{74CF7EFC-39DC-FC4D-95B5-6A6AD3CF0115}"/>
                  </a:ext>
                </a:extLst>
              </p:cNvPr>
              <p:cNvGrpSpPr>
                <a:grpSpLocks/>
              </p:cNvGrpSpPr>
              <p:nvPr/>
            </p:nvGrpSpPr>
            <p:grpSpPr bwMode="auto">
              <a:xfrm>
                <a:off x="2400" y="2352"/>
                <a:ext cx="192" cy="192"/>
                <a:chOff x="2016" y="1776"/>
                <a:chExt cx="192" cy="192"/>
              </a:xfrm>
            </p:grpSpPr>
            <p:sp>
              <p:nvSpPr>
                <p:cNvPr id="67973" name="Rectangle 241">
                  <a:extLst>
                    <a:ext uri="{FF2B5EF4-FFF2-40B4-BE49-F238E27FC236}">
                      <a16:creationId xmlns:a16="http://schemas.microsoft.com/office/drawing/2014/main" id="{9FF28683-6EF0-EB42-B4D6-D7BA05284D7A}"/>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74" name="Freeform 242">
                  <a:extLst>
                    <a:ext uri="{FF2B5EF4-FFF2-40B4-BE49-F238E27FC236}">
                      <a16:creationId xmlns:a16="http://schemas.microsoft.com/office/drawing/2014/main" id="{B5743A7D-DD7E-CB41-BD4F-E912C8AD61B0}"/>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13" name="Group 243">
                <a:extLst>
                  <a:ext uri="{FF2B5EF4-FFF2-40B4-BE49-F238E27FC236}">
                    <a16:creationId xmlns:a16="http://schemas.microsoft.com/office/drawing/2014/main" id="{464DE709-F28B-734B-A47A-D80E732F7B20}"/>
                  </a:ext>
                </a:extLst>
              </p:cNvPr>
              <p:cNvGrpSpPr>
                <a:grpSpLocks/>
              </p:cNvGrpSpPr>
              <p:nvPr/>
            </p:nvGrpSpPr>
            <p:grpSpPr bwMode="auto">
              <a:xfrm>
                <a:off x="2592" y="1776"/>
                <a:ext cx="192" cy="192"/>
                <a:chOff x="2016" y="1776"/>
                <a:chExt cx="192" cy="192"/>
              </a:xfrm>
            </p:grpSpPr>
            <p:sp>
              <p:nvSpPr>
                <p:cNvPr id="67971" name="Rectangle 244">
                  <a:extLst>
                    <a:ext uri="{FF2B5EF4-FFF2-40B4-BE49-F238E27FC236}">
                      <a16:creationId xmlns:a16="http://schemas.microsoft.com/office/drawing/2014/main" id="{1AD01E9E-7680-B244-A776-FF21DB3C7F94}"/>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72" name="Freeform 245">
                  <a:extLst>
                    <a:ext uri="{FF2B5EF4-FFF2-40B4-BE49-F238E27FC236}">
                      <a16:creationId xmlns:a16="http://schemas.microsoft.com/office/drawing/2014/main" id="{6579762D-E30E-CE43-A9F6-E0164A8ACFA7}"/>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14" name="Group 246">
                <a:extLst>
                  <a:ext uri="{FF2B5EF4-FFF2-40B4-BE49-F238E27FC236}">
                    <a16:creationId xmlns:a16="http://schemas.microsoft.com/office/drawing/2014/main" id="{D245A3AE-0A9A-DC4E-901B-8C6E93686838}"/>
                  </a:ext>
                </a:extLst>
              </p:cNvPr>
              <p:cNvGrpSpPr>
                <a:grpSpLocks/>
              </p:cNvGrpSpPr>
              <p:nvPr/>
            </p:nvGrpSpPr>
            <p:grpSpPr bwMode="auto">
              <a:xfrm>
                <a:off x="2592" y="1968"/>
                <a:ext cx="192" cy="192"/>
                <a:chOff x="2016" y="1776"/>
                <a:chExt cx="192" cy="192"/>
              </a:xfrm>
            </p:grpSpPr>
            <p:sp>
              <p:nvSpPr>
                <p:cNvPr id="67969" name="Rectangle 247">
                  <a:extLst>
                    <a:ext uri="{FF2B5EF4-FFF2-40B4-BE49-F238E27FC236}">
                      <a16:creationId xmlns:a16="http://schemas.microsoft.com/office/drawing/2014/main" id="{744CB578-D315-9B49-81A7-37EA2416AA0E}"/>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70" name="Freeform 248">
                  <a:extLst>
                    <a:ext uri="{FF2B5EF4-FFF2-40B4-BE49-F238E27FC236}">
                      <a16:creationId xmlns:a16="http://schemas.microsoft.com/office/drawing/2014/main" id="{6873A56B-D24E-B749-950F-4AA5F634720E}"/>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15" name="Group 249">
                <a:extLst>
                  <a:ext uri="{FF2B5EF4-FFF2-40B4-BE49-F238E27FC236}">
                    <a16:creationId xmlns:a16="http://schemas.microsoft.com/office/drawing/2014/main" id="{6C6A24A2-32E3-B74E-8913-4C6EAF6AD39C}"/>
                  </a:ext>
                </a:extLst>
              </p:cNvPr>
              <p:cNvGrpSpPr>
                <a:grpSpLocks/>
              </p:cNvGrpSpPr>
              <p:nvPr/>
            </p:nvGrpSpPr>
            <p:grpSpPr bwMode="auto">
              <a:xfrm>
                <a:off x="2592" y="2160"/>
                <a:ext cx="192" cy="192"/>
                <a:chOff x="2016" y="1776"/>
                <a:chExt cx="192" cy="192"/>
              </a:xfrm>
            </p:grpSpPr>
            <p:sp>
              <p:nvSpPr>
                <p:cNvPr id="67967" name="Rectangle 250">
                  <a:extLst>
                    <a:ext uri="{FF2B5EF4-FFF2-40B4-BE49-F238E27FC236}">
                      <a16:creationId xmlns:a16="http://schemas.microsoft.com/office/drawing/2014/main" id="{F94F67E3-CAAE-CF4A-89E5-5A7EB2FC05E5}"/>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68" name="Freeform 251">
                  <a:extLst>
                    <a:ext uri="{FF2B5EF4-FFF2-40B4-BE49-F238E27FC236}">
                      <a16:creationId xmlns:a16="http://schemas.microsoft.com/office/drawing/2014/main" id="{E27D4E1A-0E7C-1347-A580-5033EB0081D0}"/>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16" name="Group 252">
                <a:extLst>
                  <a:ext uri="{FF2B5EF4-FFF2-40B4-BE49-F238E27FC236}">
                    <a16:creationId xmlns:a16="http://schemas.microsoft.com/office/drawing/2014/main" id="{ED6468C9-41B4-A742-AC14-9D9F32485D97}"/>
                  </a:ext>
                </a:extLst>
              </p:cNvPr>
              <p:cNvGrpSpPr>
                <a:grpSpLocks/>
              </p:cNvGrpSpPr>
              <p:nvPr/>
            </p:nvGrpSpPr>
            <p:grpSpPr bwMode="auto">
              <a:xfrm>
                <a:off x="2592" y="2352"/>
                <a:ext cx="192" cy="192"/>
                <a:chOff x="2016" y="1776"/>
                <a:chExt cx="192" cy="192"/>
              </a:xfrm>
            </p:grpSpPr>
            <p:sp>
              <p:nvSpPr>
                <p:cNvPr id="67965" name="Rectangle 253">
                  <a:extLst>
                    <a:ext uri="{FF2B5EF4-FFF2-40B4-BE49-F238E27FC236}">
                      <a16:creationId xmlns:a16="http://schemas.microsoft.com/office/drawing/2014/main" id="{10492F7B-DAED-7D4C-9FD0-E28C351FFE81}"/>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66" name="Freeform 254">
                  <a:extLst>
                    <a:ext uri="{FF2B5EF4-FFF2-40B4-BE49-F238E27FC236}">
                      <a16:creationId xmlns:a16="http://schemas.microsoft.com/office/drawing/2014/main" id="{92B5BBF4-4DCA-A544-A760-C3E421A8C4DF}"/>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17" name="Group 255">
                <a:extLst>
                  <a:ext uri="{FF2B5EF4-FFF2-40B4-BE49-F238E27FC236}">
                    <a16:creationId xmlns:a16="http://schemas.microsoft.com/office/drawing/2014/main" id="{49F98DE4-95A7-2E4B-BEA1-C9753FE6EEA7}"/>
                  </a:ext>
                </a:extLst>
              </p:cNvPr>
              <p:cNvGrpSpPr>
                <a:grpSpLocks/>
              </p:cNvGrpSpPr>
              <p:nvPr/>
            </p:nvGrpSpPr>
            <p:grpSpPr bwMode="auto">
              <a:xfrm>
                <a:off x="2784" y="1776"/>
                <a:ext cx="192" cy="192"/>
                <a:chOff x="2016" y="1776"/>
                <a:chExt cx="192" cy="192"/>
              </a:xfrm>
            </p:grpSpPr>
            <p:sp>
              <p:nvSpPr>
                <p:cNvPr id="67963" name="Rectangle 256">
                  <a:extLst>
                    <a:ext uri="{FF2B5EF4-FFF2-40B4-BE49-F238E27FC236}">
                      <a16:creationId xmlns:a16="http://schemas.microsoft.com/office/drawing/2014/main" id="{B0C7C930-11A9-8F43-86BA-0CD55F6668F2}"/>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64" name="Freeform 257">
                  <a:extLst>
                    <a:ext uri="{FF2B5EF4-FFF2-40B4-BE49-F238E27FC236}">
                      <a16:creationId xmlns:a16="http://schemas.microsoft.com/office/drawing/2014/main" id="{CA8C278B-DBA5-EC4B-9C38-C3945C6B0B70}"/>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18" name="Group 258">
                <a:extLst>
                  <a:ext uri="{FF2B5EF4-FFF2-40B4-BE49-F238E27FC236}">
                    <a16:creationId xmlns:a16="http://schemas.microsoft.com/office/drawing/2014/main" id="{B0DFB0FE-10BC-2C4A-9134-5ADF0892C9FF}"/>
                  </a:ext>
                </a:extLst>
              </p:cNvPr>
              <p:cNvGrpSpPr>
                <a:grpSpLocks/>
              </p:cNvGrpSpPr>
              <p:nvPr/>
            </p:nvGrpSpPr>
            <p:grpSpPr bwMode="auto">
              <a:xfrm>
                <a:off x="2784" y="1968"/>
                <a:ext cx="192" cy="192"/>
                <a:chOff x="2016" y="1776"/>
                <a:chExt cx="192" cy="192"/>
              </a:xfrm>
            </p:grpSpPr>
            <p:sp>
              <p:nvSpPr>
                <p:cNvPr id="67961" name="Rectangle 259">
                  <a:extLst>
                    <a:ext uri="{FF2B5EF4-FFF2-40B4-BE49-F238E27FC236}">
                      <a16:creationId xmlns:a16="http://schemas.microsoft.com/office/drawing/2014/main" id="{DF3706DE-6D94-9B40-82A9-AC849EA8E5B8}"/>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62" name="Freeform 260">
                  <a:extLst>
                    <a:ext uri="{FF2B5EF4-FFF2-40B4-BE49-F238E27FC236}">
                      <a16:creationId xmlns:a16="http://schemas.microsoft.com/office/drawing/2014/main" id="{AA6E9DA9-298E-F041-8202-1F4CA2026FC2}"/>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19" name="Group 261">
                <a:extLst>
                  <a:ext uri="{FF2B5EF4-FFF2-40B4-BE49-F238E27FC236}">
                    <a16:creationId xmlns:a16="http://schemas.microsoft.com/office/drawing/2014/main" id="{E483EDA4-2646-B642-A262-ECC72CB17CC2}"/>
                  </a:ext>
                </a:extLst>
              </p:cNvPr>
              <p:cNvGrpSpPr>
                <a:grpSpLocks/>
              </p:cNvGrpSpPr>
              <p:nvPr/>
            </p:nvGrpSpPr>
            <p:grpSpPr bwMode="auto">
              <a:xfrm>
                <a:off x="2784" y="2160"/>
                <a:ext cx="192" cy="192"/>
                <a:chOff x="2016" y="1776"/>
                <a:chExt cx="192" cy="192"/>
              </a:xfrm>
            </p:grpSpPr>
            <p:sp>
              <p:nvSpPr>
                <p:cNvPr id="67959" name="Rectangle 262">
                  <a:extLst>
                    <a:ext uri="{FF2B5EF4-FFF2-40B4-BE49-F238E27FC236}">
                      <a16:creationId xmlns:a16="http://schemas.microsoft.com/office/drawing/2014/main" id="{C7DCEC93-DEEE-7B45-A08C-7E2F89DA0BB9}"/>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60" name="Freeform 263">
                  <a:extLst>
                    <a:ext uri="{FF2B5EF4-FFF2-40B4-BE49-F238E27FC236}">
                      <a16:creationId xmlns:a16="http://schemas.microsoft.com/office/drawing/2014/main" id="{329E71A8-7371-7049-BFE0-1C16D495E488}"/>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20" name="Group 264">
                <a:extLst>
                  <a:ext uri="{FF2B5EF4-FFF2-40B4-BE49-F238E27FC236}">
                    <a16:creationId xmlns:a16="http://schemas.microsoft.com/office/drawing/2014/main" id="{B40965CF-C62A-794E-8884-45DA2D71E7A2}"/>
                  </a:ext>
                </a:extLst>
              </p:cNvPr>
              <p:cNvGrpSpPr>
                <a:grpSpLocks/>
              </p:cNvGrpSpPr>
              <p:nvPr/>
            </p:nvGrpSpPr>
            <p:grpSpPr bwMode="auto">
              <a:xfrm>
                <a:off x="2784" y="2352"/>
                <a:ext cx="192" cy="192"/>
                <a:chOff x="2016" y="1776"/>
                <a:chExt cx="192" cy="192"/>
              </a:xfrm>
            </p:grpSpPr>
            <p:sp>
              <p:nvSpPr>
                <p:cNvPr id="67957" name="Rectangle 265">
                  <a:extLst>
                    <a:ext uri="{FF2B5EF4-FFF2-40B4-BE49-F238E27FC236}">
                      <a16:creationId xmlns:a16="http://schemas.microsoft.com/office/drawing/2014/main" id="{AE083930-77AE-A448-80CA-50F4471F87D2}"/>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58" name="Freeform 266">
                  <a:extLst>
                    <a:ext uri="{FF2B5EF4-FFF2-40B4-BE49-F238E27FC236}">
                      <a16:creationId xmlns:a16="http://schemas.microsoft.com/office/drawing/2014/main" id="{EBE54F6A-EEA7-484B-A6B7-AF44D5F4FD5A}"/>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21" name="Group 267">
                <a:extLst>
                  <a:ext uri="{FF2B5EF4-FFF2-40B4-BE49-F238E27FC236}">
                    <a16:creationId xmlns:a16="http://schemas.microsoft.com/office/drawing/2014/main" id="{99523AF5-E70C-7548-9749-66E58FF5E07B}"/>
                  </a:ext>
                </a:extLst>
              </p:cNvPr>
              <p:cNvGrpSpPr>
                <a:grpSpLocks/>
              </p:cNvGrpSpPr>
              <p:nvPr/>
            </p:nvGrpSpPr>
            <p:grpSpPr bwMode="auto">
              <a:xfrm>
                <a:off x="2976" y="1776"/>
                <a:ext cx="192" cy="192"/>
                <a:chOff x="2016" y="1776"/>
                <a:chExt cx="192" cy="192"/>
              </a:xfrm>
            </p:grpSpPr>
            <p:sp>
              <p:nvSpPr>
                <p:cNvPr id="67955" name="Rectangle 268">
                  <a:extLst>
                    <a:ext uri="{FF2B5EF4-FFF2-40B4-BE49-F238E27FC236}">
                      <a16:creationId xmlns:a16="http://schemas.microsoft.com/office/drawing/2014/main" id="{6F6865A7-8593-704E-A4E7-F34B1F1192AE}"/>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56" name="Freeform 269">
                  <a:extLst>
                    <a:ext uri="{FF2B5EF4-FFF2-40B4-BE49-F238E27FC236}">
                      <a16:creationId xmlns:a16="http://schemas.microsoft.com/office/drawing/2014/main" id="{9A57BAFE-FFD0-7D4A-983F-BFB01104B7D6}"/>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22" name="Group 270">
                <a:extLst>
                  <a:ext uri="{FF2B5EF4-FFF2-40B4-BE49-F238E27FC236}">
                    <a16:creationId xmlns:a16="http://schemas.microsoft.com/office/drawing/2014/main" id="{DAFBE217-0B95-C945-9C41-87587C2EC966}"/>
                  </a:ext>
                </a:extLst>
              </p:cNvPr>
              <p:cNvGrpSpPr>
                <a:grpSpLocks/>
              </p:cNvGrpSpPr>
              <p:nvPr/>
            </p:nvGrpSpPr>
            <p:grpSpPr bwMode="auto">
              <a:xfrm>
                <a:off x="2976" y="1968"/>
                <a:ext cx="192" cy="192"/>
                <a:chOff x="2016" y="1776"/>
                <a:chExt cx="192" cy="192"/>
              </a:xfrm>
            </p:grpSpPr>
            <p:sp>
              <p:nvSpPr>
                <p:cNvPr id="67953" name="Rectangle 271">
                  <a:extLst>
                    <a:ext uri="{FF2B5EF4-FFF2-40B4-BE49-F238E27FC236}">
                      <a16:creationId xmlns:a16="http://schemas.microsoft.com/office/drawing/2014/main" id="{CAF34DFD-EE03-4F4F-B4F8-3B20E7D77934}"/>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54" name="Freeform 272">
                  <a:extLst>
                    <a:ext uri="{FF2B5EF4-FFF2-40B4-BE49-F238E27FC236}">
                      <a16:creationId xmlns:a16="http://schemas.microsoft.com/office/drawing/2014/main" id="{437B401C-B9F8-5C49-81DC-8ADE1204DE52}"/>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23" name="Group 273">
                <a:extLst>
                  <a:ext uri="{FF2B5EF4-FFF2-40B4-BE49-F238E27FC236}">
                    <a16:creationId xmlns:a16="http://schemas.microsoft.com/office/drawing/2014/main" id="{0F407281-38C9-B049-A5BC-9E1ED95ED89F}"/>
                  </a:ext>
                </a:extLst>
              </p:cNvPr>
              <p:cNvGrpSpPr>
                <a:grpSpLocks/>
              </p:cNvGrpSpPr>
              <p:nvPr/>
            </p:nvGrpSpPr>
            <p:grpSpPr bwMode="auto">
              <a:xfrm>
                <a:off x="2976" y="2160"/>
                <a:ext cx="192" cy="192"/>
                <a:chOff x="2016" y="1776"/>
                <a:chExt cx="192" cy="192"/>
              </a:xfrm>
            </p:grpSpPr>
            <p:sp>
              <p:nvSpPr>
                <p:cNvPr id="67951" name="Rectangle 274">
                  <a:extLst>
                    <a:ext uri="{FF2B5EF4-FFF2-40B4-BE49-F238E27FC236}">
                      <a16:creationId xmlns:a16="http://schemas.microsoft.com/office/drawing/2014/main" id="{9CB53838-D8CB-0B4A-AE01-A522F7BBAF02}"/>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52" name="Freeform 275">
                  <a:extLst>
                    <a:ext uri="{FF2B5EF4-FFF2-40B4-BE49-F238E27FC236}">
                      <a16:creationId xmlns:a16="http://schemas.microsoft.com/office/drawing/2014/main" id="{1097D2FC-0ACF-F74C-BB2F-52653E9291EF}"/>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24" name="Group 276">
                <a:extLst>
                  <a:ext uri="{FF2B5EF4-FFF2-40B4-BE49-F238E27FC236}">
                    <a16:creationId xmlns:a16="http://schemas.microsoft.com/office/drawing/2014/main" id="{6355E548-A022-704B-82BC-4C1ECAC250D1}"/>
                  </a:ext>
                </a:extLst>
              </p:cNvPr>
              <p:cNvGrpSpPr>
                <a:grpSpLocks/>
              </p:cNvGrpSpPr>
              <p:nvPr/>
            </p:nvGrpSpPr>
            <p:grpSpPr bwMode="auto">
              <a:xfrm>
                <a:off x="2976" y="2352"/>
                <a:ext cx="192" cy="192"/>
                <a:chOff x="2016" y="1776"/>
                <a:chExt cx="192" cy="192"/>
              </a:xfrm>
            </p:grpSpPr>
            <p:sp>
              <p:nvSpPr>
                <p:cNvPr id="67949" name="Rectangle 277">
                  <a:extLst>
                    <a:ext uri="{FF2B5EF4-FFF2-40B4-BE49-F238E27FC236}">
                      <a16:creationId xmlns:a16="http://schemas.microsoft.com/office/drawing/2014/main" id="{21A72DDD-B2FF-174E-A094-C25873417425}"/>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50" name="Freeform 278">
                  <a:extLst>
                    <a:ext uri="{FF2B5EF4-FFF2-40B4-BE49-F238E27FC236}">
                      <a16:creationId xmlns:a16="http://schemas.microsoft.com/office/drawing/2014/main" id="{2F31965E-FA90-4745-9E8A-71B4D6293836}"/>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25" name="Group 279">
                <a:extLst>
                  <a:ext uri="{FF2B5EF4-FFF2-40B4-BE49-F238E27FC236}">
                    <a16:creationId xmlns:a16="http://schemas.microsoft.com/office/drawing/2014/main" id="{6D1E55D0-9E51-FE4B-8DC9-8CF71A5E79C1}"/>
                  </a:ext>
                </a:extLst>
              </p:cNvPr>
              <p:cNvGrpSpPr>
                <a:grpSpLocks/>
              </p:cNvGrpSpPr>
              <p:nvPr/>
            </p:nvGrpSpPr>
            <p:grpSpPr bwMode="auto">
              <a:xfrm>
                <a:off x="3168" y="1776"/>
                <a:ext cx="192" cy="192"/>
                <a:chOff x="2016" y="1776"/>
                <a:chExt cx="192" cy="192"/>
              </a:xfrm>
            </p:grpSpPr>
            <p:sp>
              <p:nvSpPr>
                <p:cNvPr id="67947" name="Rectangle 280">
                  <a:extLst>
                    <a:ext uri="{FF2B5EF4-FFF2-40B4-BE49-F238E27FC236}">
                      <a16:creationId xmlns:a16="http://schemas.microsoft.com/office/drawing/2014/main" id="{1DAA8371-C5CD-E040-A84F-AE3A29CBEABD}"/>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48" name="Freeform 281">
                  <a:extLst>
                    <a:ext uri="{FF2B5EF4-FFF2-40B4-BE49-F238E27FC236}">
                      <a16:creationId xmlns:a16="http://schemas.microsoft.com/office/drawing/2014/main" id="{53FEA5D2-01FF-D241-ACA4-303CC188359F}"/>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26" name="Group 282">
                <a:extLst>
                  <a:ext uri="{FF2B5EF4-FFF2-40B4-BE49-F238E27FC236}">
                    <a16:creationId xmlns:a16="http://schemas.microsoft.com/office/drawing/2014/main" id="{D16D7351-4450-4F4D-9E91-1750992E38B5}"/>
                  </a:ext>
                </a:extLst>
              </p:cNvPr>
              <p:cNvGrpSpPr>
                <a:grpSpLocks/>
              </p:cNvGrpSpPr>
              <p:nvPr/>
            </p:nvGrpSpPr>
            <p:grpSpPr bwMode="auto">
              <a:xfrm>
                <a:off x="3168" y="1968"/>
                <a:ext cx="192" cy="192"/>
                <a:chOff x="2016" y="1776"/>
                <a:chExt cx="192" cy="192"/>
              </a:xfrm>
            </p:grpSpPr>
            <p:sp>
              <p:nvSpPr>
                <p:cNvPr id="67945" name="Rectangle 283">
                  <a:extLst>
                    <a:ext uri="{FF2B5EF4-FFF2-40B4-BE49-F238E27FC236}">
                      <a16:creationId xmlns:a16="http://schemas.microsoft.com/office/drawing/2014/main" id="{A7C90F9F-7332-A942-B009-4892368F0082}"/>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46" name="Freeform 284">
                  <a:extLst>
                    <a:ext uri="{FF2B5EF4-FFF2-40B4-BE49-F238E27FC236}">
                      <a16:creationId xmlns:a16="http://schemas.microsoft.com/office/drawing/2014/main" id="{FE4D34D0-A5BF-1841-A157-78823E701270}"/>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27" name="Group 285">
                <a:extLst>
                  <a:ext uri="{FF2B5EF4-FFF2-40B4-BE49-F238E27FC236}">
                    <a16:creationId xmlns:a16="http://schemas.microsoft.com/office/drawing/2014/main" id="{E8C34E57-C4DD-8C4D-87F1-02D99206AD29}"/>
                  </a:ext>
                </a:extLst>
              </p:cNvPr>
              <p:cNvGrpSpPr>
                <a:grpSpLocks/>
              </p:cNvGrpSpPr>
              <p:nvPr/>
            </p:nvGrpSpPr>
            <p:grpSpPr bwMode="auto">
              <a:xfrm>
                <a:off x="3168" y="2160"/>
                <a:ext cx="192" cy="192"/>
                <a:chOff x="2016" y="1776"/>
                <a:chExt cx="192" cy="192"/>
              </a:xfrm>
            </p:grpSpPr>
            <p:sp>
              <p:nvSpPr>
                <p:cNvPr id="67943" name="Rectangle 286">
                  <a:extLst>
                    <a:ext uri="{FF2B5EF4-FFF2-40B4-BE49-F238E27FC236}">
                      <a16:creationId xmlns:a16="http://schemas.microsoft.com/office/drawing/2014/main" id="{9C049981-D70C-F849-8DC1-FEC4D882363F}"/>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44" name="Freeform 287">
                  <a:extLst>
                    <a:ext uri="{FF2B5EF4-FFF2-40B4-BE49-F238E27FC236}">
                      <a16:creationId xmlns:a16="http://schemas.microsoft.com/office/drawing/2014/main" id="{9B81F35A-2639-D747-8988-6F9CECC57484}"/>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28" name="Group 288">
                <a:extLst>
                  <a:ext uri="{FF2B5EF4-FFF2-40B4-BE49-F238E27FC236}">
                    <a16:creationId xmlns:a16="http://schemas.microsoft.com/office/drawing/2014/main" id="{81D19987-D796-3E40-A85B-834B92062F6A}"/>
                  </a:ext>
                </a:extLst>
              </p:cNvPr>
              <p:cNvGrpSpPr>
                <a:grpSpLocks/>
              </p:cNvGrpSpPr>
              <p:nvPr/>
            </p:nvGrpSpPr>
            <p:grpSpPr bwMode="auto">
              <a:xfrm>
                <a:off x="3168" y="2352"/>
                <a:ext cx="192" cy="192"/>
                <a:chOff x="2016" y="1776"/>
                <a:chExt cx="192" cy="192"/>
              </a:xfrm>
            </p:grpSpPr>
            <p:sp>
              <p:nvSpPr>
                <p:cNvPr id="67941" name="Rectangle 289">
                  <a:extLst>
                    <a:ext uri="{FF2B5EF4-FFF2-40B4-BE49-F238E27FC236}">
                      <a16:creationId xmlns:a16="http://schemas.microsoft.com/office/drawing/2014/main" id="{0631C6E0-24A5-864F-96AB-4B2AD1E8F817}"/>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42" name="Freeform 290">
                  <a:extLst>
                    <a:ext uri="{FF2B5EF4-FFF2-40B4-BE49-F238E27FC236}">
                      <a16:creationId xmlns:a16="http://schemas.microsoft.com/office/drawing/2014/main" id="{11F252F7-A911-2E47-B8F1-0ED8A953F4D2}"/>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29" name="Group 291">
                <a:extLst>
                  <a:ext uri="{FF2B5EF4-FFF2-40B4-BE49-F238E27FC236}">
                    <a16:creationId xmlns:a16="http://schemas.microsoft.com/office/drawing/2014/main" id="{BD6F44D5-8060-DF47-8AFE-75C1DD0F2BCE}"/>
                  </a:ext>
                </a:extLst>
              </p:cNvPr>
              <p:cNvGrpSpPr>
                <a:grpSpLocks/>
              </p:cNvGrpSpPr>
              <p:nvPr/>
            </p:nvGrpSpPr>
            <p:grpSpPr bwMode="auto">
              <a:xfrm>
                <a:off x="3360" y="1776"/>
                <a:ext cx="192" cy="192"/>
                <a:chOff x="2016" y="1776"/>
                <a:chExt cx="192" cy="192"/>
              </a:xfrm>
            </p:grpSpPr>
            <p:sp>
              <p:nvSpPr>
                <p:cNvPr id="67939" name="Rectangle 292">
                  <a:extLst>
                    <a:ext uri="{FF2B5EF4-FFF2-40B4-BE49-F238E27FC236}">
                      <a16:creationId xmlns:a16="http://schemas.microsoft.com/office/drawing/2014/main" id="{26FE4EE3-5EE2-474E-BDB1-5F6A268F66B4}"/>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40" name="Freeform 293">
                  <a:extLst>
                    <a:ext uri="{FF2B5EF4-FFF2-40B4-BE49-F238E27FC236}">
                      <a16:creationId xmlns:a16="http://schemas.microsoft.com/office/drawing/2014/main" id="{27805B64-DEE6-9345-9940-88C384B075C6}"/>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30" name="Group 294">
                <a:extLst>
                  <a:ext uri="{FF2B5EF4-FFF2-40B4-BE49-F238E27FC236}">
                    <a16:creationId xmlns:a16="http://schemas.microsoft.com/office/drawing/2014/main" id="{33AD7058-EC0A-9F45-B48C-521A25022B2B}"/>
                  </a:ext>
                </a:extLst>
              </p:cNvPr>
              <p:cNvGrpSpPr>
                <a:grpSpLocks/>
              </p:cNvGrpSpPr>
              <p:nvPr/>
            </p:nvGrpSpPr>
            <p:grpSpPr bwMode="auto">
              <a:xfrm>
                <a:off x="3360" y="1968"/>
                <a:ext cx="192" cy="192"/>
                <a:chOff x="2016" y="1776"/>
                <a:chExt cx="192" cy="192"/>
              </a:xfrm>
            </p:grpSpPr>
            <p:sp>
              <p:nvSpPr>
                <p:cNvPr id="67937" name="Rectangle 295">
                  <a:extLst>
                    <a:ext uri="{FF2B5EF4-FFF2-40B4-BE49-F238E27FC236}">
                      <a16:creationId xmlns:a16="http://schemas.microsoft.com/office/drawing/2014/main" id="{16F369B9-619D-C64F-95DF-E98EA2E2E49F}"/>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38" name="Freeform 296">
                  <a:extLst>
                    <a:ext uri="{FF2B5EF4-FFF2-40B4-BE49-F238E27FC236}">
                      <a16:creationId xmlns:a16="http://schemas.microsoft.com/office/drawing/2014/main" id="{ACE8ACD5-CFA7-234C-BF4C-B56A3BF724F5}"/>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31" name="Group 297">
                <a:extLst>
                  <a:ext uri="{FF2B5EF4-FFF2-40B4-BE49-F238E27FC236}">
                    <a16:creationId xmlns:a16="http://schemas.microsoft.com/office/drawing/2014/main" id="{A64C15B4-6C70-3249-BBB1-733DD7320A21}"/>
                  </a:ext>
                </a:extLst>
              </p:cNvPr>
              <p:cNvGrpSpPr>
                <a:grpSpLocks/>
              </p:cNvGrpSpPr>
              <p:nvPr/>
            </p:nvGrpSpPr>
            <p:grpSpPr bwMode="auto">
              <a:xfrm>
                <a:off x="3360" y="2160"/>
                <a:ext cx="192" cy="192"/>
                <a:chOff x="2016" y="1776"/>
                <a:chExt cx="192" cy="192"/>
              </a:xfrm>
            </p:grpSpPr>
            <p:sp>
              <p:nvSpPr>
                <p:cNvPr id="67935" name="Rectangle 298">
                  <a:extLst>
                    <a:ext uri="{FF2B5EF4-FFF2-40B4-BE49-F238E27FC236}">
                      <a16:creationId xmlns:a16="http://schemas.microsoft.com/office/drawing/2014/main" id="{84547CC5-64E5-804B-9DFB-3271E860FC58}"/>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36" name="Freeform 299">
                  <a:extLst>
                    <a:ext uri="{FF2B5EF4-FFF2-40B4-BE49-F238E27FC236}">
                      <a16:creationId xmlns:a16="http://schemas.microsoft.com/office/drawing/2014/main" id="{771CCF7C-63D0-B64A-9B89-86F1D75B9C34}"/>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32" name="Group 300">
                <a:extLst>
                  <a:ext uri="{FF2B5EF4-FFF2-40B4-BE49-F238E27FC236}">
                    <a16:creationId xmlns:a16="http://schemas.microsoft.com/office/drawing/2014/main" id="{71FCE8C6-9068-874A-AB2C-E3F89D93E702}"/>
                  </a:ext>
                </a:extLst>
              </p:cNvPr>
              <p:cNvGrpSpPr>
                <a:grpSpLocks/>
              </p:cNvGrpSpPr>
              <p:nvPr/>
            </p:nvGrpSpPr>
            <p:grpSpPr bwMode="auto">
              <a:xfrm>
                <a:off x="3360" y="2352"/>
                <a:ext cx="192" cy="192"/>
                <a:chOff x="2016" y="1776"/>
                <a:chExt cx="192" cy="192"/>
              </a:xfrm>
            </p:grpSpPr>
            <p:sp>
              <p:nvSpPr>
                <p:cNvPr id="67933" name="Rectangle 301">
                  <a:extLst>
                    <a:ext uri="{FF2B5EF4-FFF2-40B4-BE49-F238E27FC236}">
                      <a16:creationId xmlns:a16="http://schemas.microsoft.com/office/drawing/2014/main" id="{2BA53819-40CB-D645-AC2C-BB266450DE2E}"/>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34" name="Freeform 302">
                  <a:extLst>
                    <a:ext uri="{FF2B5EF4-FFF2-40B4-BE49-F238E27FC236}">
                      <a16:creationId xmlns:a16="http://schemas.microsoft.com/office/drawing/2014/main" id="{312F6456-FF2F-3848-9F08-A9A52D857356}"/>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67899" name="AutoShape 303">
              <a:extLst>
                <a:ext uri="{FF2B5EF4-FFF2-40B4-BE49-F238E27FC236}">
                  <a16:creationId xmlns:a16="http://schemas.microsoft.com/office/drawing/2014/main" id="{DE4BEDC8-E4A0-E64E-A9E1-96858522964D}"/>
                </a:ext>
              </a:extLst>
            </p:cNvPr>
            <p:cNvSpPr>
              <a:spLocks noChangeArrowheads="1"/>
            </p:cNvSpPr>
            <p:nvPr/>
          </p:nvSpPr>
          <p:spPr bwMode="auto">
            <a:xfrm>
              <a:off x="2016" y="1537"/>
              <a:ext cx="481" cy="462"/>
            </a:xfrm>
            <a:prstGeom prst="rightArrow">
              <a:avLst>
                <a:gd name="adj1" fmla="val 50000"/>
                <a:gd name="adj2" fmla="val 28028"/>
              </a:avLst>
            </a:prstGeom>
            <a:solidFill>
              <a:schemeClr val="bg1"/>
            </a:solidFill>
            <a:ln w="38100">
              <a:solidFill>
                <a:schemeClr val="tx1"/>
              </a:solidFill>
              <a:miter lim="800000"/>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W1</a:t>
              </a:r>
            </a:p>
          </p:txBody>
        </p:sp>
      </p:grpSp>
      <p:grpSp>
        <p:nvGrpSpPr>
          <p:cNvPr id="43627" name="Group 304">
            <a:extLst>
              <a:ext uri="{FF2B5EF4-FFF2-40B4-BE49-F238E27FC236}">
                <a16:creationId xmlns:a16="http://schemas.microsoft.com/office/drawing/2014/main" id="{1720FC6E-3281-DA4B-A526-D1E9F031C6BF}"/>
              </a:ext>
            </a:extLst>
          </p:cNvPr>
          <p:cNvGrpSpPr>
            <a:grpSpLocks/>
          </p:cNvGrpSpPr>
          <p:nvPr/>
        </p:nvGrpSpPr>
        <p:grpSpPr bwMode="auto">
          <a:xfrm>
            <a:off x="3200400" y="3894138"/>
            <a:ext cx="3200400" cy="1598612"/>
            <a:chOff x="2016" y="2305"/>
            <a:chExt cx="2016" cy="1007"/>
          </a:xfrm>
        </p:grpSpPr>
        <p:grpSp>
          <p:nvGrpSpPr>
            <p:cNvPr id="67799" name="Group 305">
              <a:extLst>
                <a:ext uri="{FF2B5EF4-FFF2-40B4-BE49-F238E27FC236}">
                  <a16:creationId xmlns:a16="http://schemas.microsoft.com/office/drawing/2014/main" id="{F338B89C-FF0C-C249-80FA-AF1AD6541D4B}"/>
                </a:ext>
              </a:extLst>
            </p:cNvPr>
            <p:cNvGrpSpPr>
              <a:grpSpLocks/>
            </p:cNvGrpSpPr>
            <p:nvPr/>
          </p:nvGrpSpPr>
          <p:grpSpPr bwMode="auto">
            <a:xfrm>
              <a:off x="2496" y="2544"/>
              <a:ext cx="1536" cy="768"/>
              <a:chOff x="2016" y="2544"/>
              <a:chExt cx="1536" cy="768"/>
            </a:xfrm>
          </p:grpSpPr>
          <p:grpSp>
            <p:nvGrpSpPr>
              <p:cNvPr id="67801" name="Group 306">
                <a:extLst>
                  <a:ext uri="{FF2B5EF4-FFF2-40B4-BE49-F238E27FC236}">
                    <a16:creationId xmlns:a16="http://schemas.microsoft.com/office/drawing/2014/main" id="{44FBFD43-EFF1-3447-9630-2F57D5A489EB}"/>
                  </a:ext>
                </a:extLst>
              </p:cNvPr>
              <p:cNvGrpSpPr>
                <a:grpSpLocks/>
              </p:cNvGrpSpPr>
              <p:nvPr/>
            </p:nvGrpSpPr>
            <p:grpSpPr bwMode="auto">
              <a:xfrm>
                <a:off x="2016" y="2544"/>
                <a:ext cx="192" cy="192"/>
                <a:chOff x="2016" y="2544"/>
                <a:chExt cx="192" cy="192"/>
              </a:xfrm>
            </p:grpSpPr>
            <p:sp>
              <p:nvSpPr>
                <p:cNvPr id="67896" name="Rectangle 307">
                  <a:extLst>
                    <a:ext uri="{FF2B5EF4-FFF2-40B4-BE49-F238E27FC236}">
                      <a16:creationId xmlns:a16="http://schemas.microsoft.com/office/drawing/2014/main" id="{03B962E8-F5F2-3E4D-827F-0170F239F139}"/>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97" name="Freeform 308">
                  <a:extLst>
                    <a:ext uri="{FF2B5EF4-FFF2-40B4-BE49-F238E27FC236}">
                      <a16:creationId xmlns:a16="http://schemas.microsoft.com/office/drawing/2014/main" id="{7DDFDE0A-9CFF-8545-9203-4D6B155AE646}"/>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7802" name="Rectangle 309">
                <a:extLst>
                  <a:ext uri="{FF2B5EF4-FFF2-40B4-BE49-F238E27FC236}">
                    <a16:creationId xmlns:a16="http://schemas.microsoft.com/office/drawing/2014/main" id="{32B6E524-8628-B74D-93B4-5FF1E8C0CE05}"/>
                  </a:ext>
                </a:extLst>
              </p:cNvPr>
              <p:cNvSpPr>
                <a:spLocks noChangeArrowheads="1"/>
              </p:cNvSpPr>
              <p:nvPr/>
            </p:nvSpPr>
            <p:spPr bwMode="auto">
              <a:xfrm>
                <a:off x="2016" y="2544"/>
                <a:ext cx="1536" cy="76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7803" name="Group 310">
                <a:extLst>
                  <a:ext uri="{FF2B5EF4-FFF2-40B4-BE49-F238E27FC236}">
                    <a16:creationId xmlns:a16="http://schemas.microsoft.com/office/drawing/2014/main" id="{40DC9C30-78E8-FF4F-AA54-9B89EFFFE51F}"/>
                  </a:ext>
                </a:extLst>
              </p:cNvPr>
              <p:cNvGrpSpPr>
                <a:grpSpLocks/>
              </p:cNvGrpSpPr>
              <p:nvPr/>
            </p:nvGrpSpPr>
            <p:grpSpPr bwMode="auto">
              <a:xfrm>
                <a:off x="2016" y="2736"/>
                <a:ext cx="192" cy="192"/>
                <a:chOff x="2016" y="2544"/>
                <a:chExt cx="192" cy="192"/>
              </a:xfrm>
            </p:grpSpPr>
            <p:sp>
              <p:nvSpPr>
                <p:cNvPr id="67894" name="Rectangle 311">
                  <a:extLst>
                    <a:ext uri="{FF2B5EF4-FFF2-40B4-BE49-F238E27FC236}">
                      <a16:creationId xmlns:a16="http://schemas.microsoft.com/office/drawing/2014/main" id="{DFEC9698-A703-7E44-BF84-8C0A344B1631}"/>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95" name="Freeform 312">
                  <a:extLst>
                    <a:ext uri="{FF2B5EF4-FFF2-40B4-BE49-F238E27FC236}">
                      <a16:creationId xmlns:a16="http://schemas.microsoft.com/office/drawing/2014/main" id="{29A3F2E7-9E79-5440-AA80-3EE49B300B7A}"/>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04" name="Group 313">
                <a:extLst>
                  <a:ext uri="{FF2B5EF4-FFF2-40B4-BE49-F238E27FC236}">
                    <a16:creationId xmlns:a16="http://schemas.microsoft.com/office/drawing/2014/main" id="{FC1FD171-E510-FE42-8FDC-7484A39F4C8B}"/>
                  </a:ext>
                </a:extLst>
              </p:cNvPr>
              <p:cNvGrpSpPr>
                <a:grpSpLocks/>
              </p:cNvGrpSpPr>
              <p:nvPr/>
            </p:nvGrpSpPr>
            <p:grpSpPr bwMode="auto">
              <a:xfrm>
                <a:off x="2016" y="2928"/>
                <a:ext cx="192" cy="192"/>
                <a:chOff x="2016" y="2544"/>
                <a:chExt cx="192" cy="192"/>
              </a:xfrm>
            </p:grpSpPr>
            <p:sp>
              <p:nvSpPr>
                <p:cNvPr id="67892" name="Rectangle 314">
                  <a:extLst>
                    <a:ext uri="{FF2B5EF4-FFF2-40B4-BE49-F238E27FC236}">
                      <a16:creationId xmlns:a16="http://schemas.microsoft.com/office/drawing/2014/main" id="{81824630-C1C4-2C40-8DD4-01D26E7D4DCA}"/>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93" name="Freeform 315">
                  <a:extLst>
                    <a:ext uri="{FF2B5EF4-FFF2-40B4-BE49-F238E27FC236}">
                      <a16:creationId xmlns:a16="http://schemas.microsoft.com/office/drawing/2014/main" id="{D0D1E15E-C51D-6340-A2C9-9BA0FE94C7DC}"/>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05" name="Group 316">
                <a:extLst>
                  <a:ext uri="{FF2B5EF4-FFF2-40B4-BE49-F238E27FC236}">
                    <a16:creationId xmlns:a16="http://schemas.microsoft.com/office/drawing/2014/main" id="{1DA2C50F-1C7E-AE43-95FE-6BC98B1707FE}"/>
                  </a:ext>
                </a:extLst>
              </p:cNvPr>
              <p:cNvGrpSpPr>
                <a:grpSpLocks/>
              </p:cNvGrpSpPr>
              <p:nvPr/>
            </p:nvGrpSpPr>
            <p:grpSpPr bwMode="auto">
              <a:xfrm>
                <a:off x="2016" y="3120"/>
                <a:ext cx="192" cy="192"/>
                <a:chOff x="2016" y="2544"/>
                <a:chExt cx="192" cy="192"/>
              </a:xfrm>
            </p:grpSpPr>
            <p:sp>
              <p:nvSpPr>
                <p:cNvPr id="67890" name="Rectangle 317">
                  <a:extLst>
                    <a:ext uri="{FF2B5EF4-FFF2-40B4-BE49-F238E27FC236}">
                      <a16:creationId xmlns:a16="http://schemas.microsoft.com/office/drawing/2014/main" id="{2F38C94F-44BB-DB46-9D65-211745B65A29}"/>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91" name="Freeform 318">
                  <a:extLst>
                    <a:ext uri="{FF2B5EF4-FFF2-40B4-BE49-F238E27FC236}">
                      <a16:creationId xmlns:a16="http://schemas.microsoft.com/office/drawing/2014/main" id="{5B7E90F4-51CB-AA46-865C-082AAAA338D2}"/>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06" name="Group 319">
                <a:extLst>
                  <a:ext uri="{FF2B5EF4-FFF2-40B4-BE49-F238E27FC236}">
                    <a16:creationId xmlns:a16="http://schemas.microsoft.com/office/drawing/2014/main" id="{9F573C05-BAA0-3B41-A7D4-A22372E3BC56}"/>
                  </a:ext>
                </a:extLst>
              </p:cNvPr>
              <p:cNvGrpSpPr>
                <a:grpSpLocks/>
              </p:cNvGrpSpPr>
              <p:nvPr/>
            </p:nvGrpSpPr>
            <p:grpSpPr bwMode="auto">
              <a:xfrm>
                <a:off x="2208" y="2544"/>
                <a:ext cx="192" cy="192"/>
                <a:chOff x="2016" y="2544"/>
                <a:chExt cx="192" cy="192"/>
              </a:xfrm>
            </p:grpSpPr>
            <p:sp>
              <p:nvSpPr>
                <p:cNvPr id="67888" name="Rectangle 320">
                  <a:extLst>
                    <a:ext uri="{FF2B5EF4-FFF2-40B4-BE49-F238E27FC236}">
                      <a16:creationId xmlns:a16="http://schemas.microsoft.com/office/drawing/2014/main" id="{66FCAE52-DB1A-074E-BBFC-D5CAE00BEB9B}"/>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89" name="Freeform 321">
                  <a:extLst>
                    <a:ext uri="{FF2B5EF4-FFF2-40B4-BE49-F238E27FC236}">
                      <a16:creationId xmlns:a16="http://schemas.microsoft.com/office/drawing/2014/main" id="{CD5F5CB8-B2DB-8C42-989F-03CFB1C92349}"/>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07" name="Group 322">
                <a:extLst>
                  <a:ext uri="{FF2B5EF4-FFF2-40B4-BE49-F238E27FC236}">
                    <a16:creationId xmlns:a16="http://schemas.microsoft.com/office/drawing/2014/main" id="{346F2F04-7F5C-2D45-A574-06CEA10B17C7}"/>
                  </a:ext>
                </a:extLst>
              </p:cNvPr>
              <p:cNvGrpSpPr>
                <a:grpSpLocks/>
              </p:cNvGrpSpPr>
              <p:nvPr/>
            </p:nvGrpSpPr>
            <p:grpSpPr bwMode="auto">
              <a:xfrm>
                <a:off x="2208" y="2736"/>
                <a:ext cx="192" cy="192"/>
                <a:chOff x="2016" y="2544"/>
                <a:chExt cx="192" cy="192"/>
              </a:xfrm>
            </p:grpSpPr>
            <p:sp>
              <p:nvSpPr>
                <p:cNvPr id="67886" name="Rectangle 323">
                  <a:extLst>
                    <a:ext uri="{FF2B5EF4-FFF2-40B4-BE49-F238E27FC236}">
                      <a16:creationId xmlns:a16="http://schemas.microsoft.com/office/drawing/2014/main" id="{43A6EAA4-4484-404E-88FC-434F2E226ED5}"/>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87" name="Freeform 324">
                  <a:extLst>
                    <a:ext uri="{FF2B5EF4-FFF2-40B4-BE49-F238E27FC236}">
                      <a16:creationId xmlns:a16="http://schemas.microsoft.com/office/drawing/2014/main" id="{D0305A60-7A17-B14D-9A61-92D41BA3FF14}"/>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08" name="Group 325">
                <a:extLst>
                  <a:ext uri="{FF2B5EF4-FFF2-40B4-BE49-F238E27FC236}">
                    <a16:creationId xmlns:a16="http://schemas.microsoft.com/office/drawing/2014/main" id="{5B3CB7F0-D9AD-A24E-9341-D4AEB0B70393}"/>
                  </a:ext>
                </a:extLst>
              </p:cNvPr>
              <p:cNvGrpSpPr>
                <a:grpSpLocks/>
              </p:cNvGrpSpPr>
              <p:nvPr/>
            </p:nvGrpSpPr>
            <p:grpSpPr bwMode="auto">
              <a:xfrm>
                <a:off x="2208" y="2928"/>
                <a:ext cx="192" cy="192"/>
                <a:chOff x="2016" y="2544"/>
                <a:chExt cx="192" cy="192"/>
              </a:xfrm>
            </p:grpSpPr>
            <p:sp>
              <p:nvSpPr>
                <p:cNvPr id="67884" name="Rectangle 326">
                  <a:extLst>
                    <a:ext uri="{FF2B5EF4-FFF2-40B4-BE49-F238E27FC236}">
                      <a16:creationId xmlns:a16="http://schemas.microsoft.com/office/drawing/2014/main" id="{EBA23549-FE2B-5E40-93DF-18B6EBB34FF2}"/>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85" name="Freeform 327">
                  <a:extLst>
                    <a:ext uri="{FF2B5EF4-FFF2-40B4-BE49-F238E27FC236}">
                      <a16:creationId xmlns:a16="http://schemas.microsoft.com/office/drawing/2014/main" id="{BE552033-7070-734C-888C-D3AB30E555CF}"/>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09" name="Group 328">
                <a:extLst>
                  <a:ext uri="{FF2B5EF4-FFF2-40B4-BE49-F238E27FC236}">
                    <a16:creationId xmlns:a16="http://schemas.microsoft.com/office/drawing/2014/main" id="{82D48174-B5D9-904B-9CF0-7C7F20D0F73C}"/>
                  </a:ext>
                </a:extLst>
              </p:cNvPr>
              <p:cNvGrpSpPr>
                <a:grpSpLocks/>
              </p:cNvGrpSpPr>
              <p:nvPr/>
            </p:nvGrpSpPr>
            <p:grpSpPr bwMode="auto">
              <a:xfrm>
                <a:off x="2208" y="3120"/>
                <a:ext cx="192" cy="192"/>
                <a:chOff x="2016" y="2544"/>
                <a:chExt cx="192" cy="192"/>
              </a:xfrm>
            </p:grpSpPr>
            <p:sp>
              <p:nvSpPr>
                <p:cNvPr id="67882" name="Rectangle 329">
                  <a:extLst>
                    <a:ext uri="{FF2B5EF4-FFF2-40B4-BE49-F238E27FC236}">
                      <a16:creationId xmlns:a16="http://schemas.microsoft.com/office/drawing/2014/main" id="{EAF7D384-6713-1A42-9C97-43BDC3F56873}"/>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83" name="Freeform 330">
                  <a:extLst>
                    <a:ext uri="{FF2B5EF4-FFF2-40B4-BE49-F238E27FC236}">
                      <a16:creationId xmlns:a16="http://schemas.microsoft.com/office/drawing/2014/main" id="{DB96D962-DD35-F049-9B52-FDE91433F4E5}"/>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10" name="Group 331">
                <a:extLst>
                  <a:ext uri="{FF2B5EF4-FFF2-40B4-BE49-F238E27FC236}">
                    <a16:creationId xmlns:a16="http://schemas.microsoft.com/office/drawing/2014/main" id="{00B7CF90-D1B9-6D4A-9BB0-B304F758FB53}"/>
                  </a:ext>
                </a:extLst>
              </p:cNvPr>
              <p:cNvGrpSpPr>
                <a:grpSpLocks/>
              </p:cNvGrpSpPr>
              <p:nvPr/>
            </p:nvGrpSpPr>
            <p:grpSpPr bwMode="auto">
              <a:xfrm>
                <a:off x="2400" y="2544"/>
                <a:ext cx="192" cy="192"/>
                <a:chOff x="2016" y="2544"/>
                <a:chExt cx="192" cy="192"/>
              </a:xfrm>
            </p:grpSpPr>
            <p:sp>
              <p:nvSpPr>
                <p:cNvPr id="67880" name="Rectangle 332">
                  <a:extLst>
                    <a:ext uri="{FF2B5EF4-FFF2-40B4-BE49-F238E27FC236}">
                      <a16:creationId xmlns:a16="http://schemas.microsoft.com/office/drawing/2014/main" id="{A87B4F16-161D-D541-992C-5D5603A10D0A}"/>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81" name="Freeform 333">
                  <a:extLst>
                    <a:ext uri="{FF2B5EF4-FFF2-40B4-BE49-F238E27FC236}">
                      <a16:creationId xmlns:a16="http://schemas.microsoft.com/office/drawing/2014/main" id="{ACFD6D7B-ACF9-1E4A-B916-0AE73F1D423F}"/>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11" name="Group 334">
                <a:extLst>
                  <a:ext uri="{FF2B5EF4-FFF2-40B4-BE49-F238E27FC236}">
                    <a16:creationId xmlns:a16="http://schemas.microsoft.com/office/drawing/2014/main" id="{F49F6C11-9D82-E746-99F4-E43B8303A60F}"/>
                  </a:ext>
                </a:extLst>
              </p:cNvPr>
              <p:cNvGrpSpPr>
                <a:grpSpLocks/>
              </p:cNvGrpSpPr>
              <p:nvPr/>
            </p:nvGrpSpPr>
            <p:grpSpPr bwMode="auto">
              <a:xfrm>
                <a:off x="2400" y="2736"/>
                <a:ext cx="192" cy="192"/>
                <a:chOff x="2016" y="2544"/>
                <a:chExt cx="192" cy="192"/>
              </a:xfrm>
            </p:grpSpPr>
            <p:sp>
              <p:nvSpPr>
                <p:cNvPr id="67878" name="Rectangle 335">
                  <a:extLst>
                    <a:ext uri="{FF2B5EF4-FFF2-40B4-BE49-F238E27FC236}">
                      <a16:creationId xmlns:a16="http://schemas.microsoft.com/office/drawing/2014/main" id="{A00ACF73-0F7B-4543-A322-F6836236DCED}"/>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79" name="Freeform 336">
                  <a:extLst>
                    <a:ext uri="{FF2B5EF4-FFF2-40B4-BE49-F238E27FC236}">
                      <a16:creationId xmlns:a16="http://schemas.microsoft.com/office/drawing/2014/main" id="{78CCCEF5-F18F-1841-BF69-0227CAB29A60}"/>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12" name="Group 337">
                <a:extLst>
                  <a:ext uri="{FF2B5EF4-FFF2-40B4-BE49-F238E27FC236}">
                    <a16:creationId xmlns:a16="http://schemas.microsoft.com/office/drawing/2014/main" id="{A1EC8CAB-C903-6C48-A97F-50CCE1AC3EF8}"/>
                  </a:ext>
                </a:extLst>
              </p:cNvPr>
              <p:cNvGrpSpPr>
                <a:grpSpLocks/>
              </p:cNvGrpSpPr>
              <p:nvPr/>
            </p:nvGrpSpPr>
            <p:grpSpPr bwMode="auto">
              <a:xfrm>
                <a:off x="2400" y="2928"/>
                <a:ext cx="192" cy="192"/>
                <a:chOff x="2016" y="2544"/>
                <a:chExt cx="192" cy="192"/>
              </a:xfrm>
            </p:grpSpPr>
            <p:sp>
              <p:nvSpPr>
                <p:cNvPr id="67876" name="Rectangle 338">
                  <a:extLst>
                    <a:ext uri="{FF2B5EF4-FFF2-40B4-BE49-F238E27FC236}">
                      <a16:creationId xmlns:a16="http://schemas.microsoft.com/office/drawing/2014/main" id="{E808B3B2-42A6-3148-A38A-7D5FF4DE4F70}"/>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77" name="Freeform 339">
                  <a:extLst>
                    <a:ext uri="{FF2B5EF4-FFF2-40B4-BE49-F238E27FC236}">
                      <a16:creationId xmlns:a16="http://schemas.microsoft.com/office/drawing/2014/main" id="{3AB59AE9-021D-1E4C-9A9C-F3148CE9F24E}"/>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13" name="Group 340">
                <a:extLst>
                  <a:ext uri="{FF2B5EF4-FFF2-40B4-BE49-F238E27FC236}">
                    <a16:creationId xmlns:a16="http://schemas.microsoft.com/office/drawing/2014/main" id="{202FCA25-BF67-2E40-9F49-74C9D34E3453}"/>
                  </a:ext>
                </a:extLst>
              </p:cNvPr>
              <p:cNvGrpSpPr>
                <a:grpSpLocks/>
              </p:cNvGrpSpPr>
              <p:nvPr/>
            </p:nvGrpSpPr>
            <p:grpSpPr bwMode="auto">
              <a:xfrm>
                <a:off x="2400" y="3120"/>
                <a:ext cx="192" cy="192"/>
                <a:chOff x="2016" y="2544"/>
                <a:chExt cx="192" cy="192"/>
              </a:xfrm>
            </p:grpSpPr>
            <p:sp>
              <p:nvSpPr>
                <p:cNvPr id="67874" name="Rectangle 341">
                  <a:extLst>
                    <a:ext uri="{FF2B5EF4-FFF2-40B4-BE49-F238E27FC236}">
                      <a16:creationId xmlns:a16="http://schemas.microsoft.com/office/drawing/2014/main" id="{8D9DF084-E7BD-7C42-841F-36A653667EA7}"/>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75" name="Freeform 342">
                  <a:extLst>
                    <a:ext uri="{FF2B5EF4-FFF2-40B4-BE49-F238E27FC236}">
                      <a16:creationId xmlns:a16="http://schemas.microsoft.com/office/drawing/2014/main" id="{97DA1E7B-CDD2-4C42-A97C-631CDF4973EB}"/>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14" name="Group 343">
                <a:extLst>
                  <a:ext uri="{FF2B5EF4-FFF2-40B4-BE49-F238E27FC236}">
                    <a16:creationId xmlns:a16="http://schemas.microsoft.com/office/drawing/2014/main" id="{F95DCA17-F813-2149-8535-453A19794A52}"/>
                  </a:ext>
                </a:extLst>
              </p:cNvPr>
              <p:cNvGrpSpPr>
                <a:grpSpLocks/>
              </p:cNvGrpSpPr>
              <p:nvPr/>
            </p:nvGrpSpPr>
            <p:grpSpPr bwMode="auto">
              <a:xfrm>
                <a:off x="2592" y="2544"/>
                <a:ext cx="192" cy="192"/>
                <a:chOff x="2016" y="2544"/>
                <a:chExt cx="192" cy="192"/>
              </a:xfrm>
            </p:grpSpPr>
            <p:sp>
              <p:nvSpPr>
                <p:cNvPr id="67872" name="Rectangle 344">
                  <a:extLst>
                    <a:ext uri="{FF2B5EF4-FFF2-40B4-BE49-F238E27FC236}">
                      <a16:creationId xmlns:a16="http://schemas.microsoft.com/office/drawing/2014/main" id="{6F29F3D8-9BA3-B842-933F-483EB032CEE0}"/>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73" name="Freeform 345">
                  <a:extLst>
                    <a:ext uri="{FF2B5EF4-FFF2-40B4-BE49-F238E27FC236}">
                      <a16:creationId xmlns:a16="http://schemas.microsoft.com/office/drawing/2014/main" id="{449882E6-793C-EB45-B821-4DD9849DDA15}"/>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15" name="Group 346">
                <a:extLst>
                  <a:ext uri="{FF2B5EF4-FFF2-40B4-BE49-F238E27FC236}">
                    <a16:creationId xmlns:a16="http://schemas.microsoft.com/office/drawing/2014/main" id="{58040DF0-81F7-8A4D-8AF0-40D279823365}"/>
                  </a:ext>
                </a:extLst>
              </p:cNvPr>
              <p:cNvGrpSpPr>
                <a:grpSpLocks/>
              </p:cNvGrpSpPr>
              <p:nvPr/>
            </p:nvGrpSpPr>
            <p:grpSpPr bwMode="auto">
              <a:xfrm>
                <a:off x="2592" y="2736"/>
                <a:ext cx="192" cy="192"/>
                <a:chOff x="2016" y="2544"/>
                <a:chExt cx="192" cy="192"/>
              </a:xfrm>
            </p:grpSpPr>
            <p:sp>
              <p:nvSpPr>
                <p:cNvPr id="67870" name="Rectangle 347">
                  <a:extLst>
                    <a:ext uri="{FF2B5EF4-FFF2-40B4-BE49-F238E27FC236}">
                      <a16:creationId xmlns:a16="http://schemas.microsoft.com/office/drawing/2014/main" id="{94BAB288-26EB-2741-A77A-EB7FE0BF577E}"/>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71" name="Freeform 348">
                  <a:extLst>
                    <a:ext uri="{FF2B5EF4-FFF2-40B4-BE49-F238E27FC236}">
                      <a16:creationId xmlns:a16="http://schemas.microsoft.com/office/drawing/2014/main" id="{B6E73DBD-6919-364D-9667-2321A67879F8}"/>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16" name="Group 349">
                <a:extLst>
                  <a:ext uri="{FF2B5EF4-FFF2-40B4-BE49-F238E27FC236}">
                    <a16:creationId xmlns:a16="http://schemas.microsoft.com/office/drawing/2014/main" id="{6BD5F651-7C52-BD4D-AD5A-4068E442DCFE}"/>
                  </a:ext>
                </a:extLst>
              </p:cNvPr>
              <p:cNvGrpSpPr>
                <a:grpSpLocks/>
              </p:cNvGrpSpPr>
              <p:nvPr/>
            </p:nvGrpSpPr>
            <p:grpSpPr bwMode="auto">
              <a:xfrm>
                <a:off x="2592" y="2928"/>
                <a:ext cx="192" cy="192"/>
                <a:chOff x="2016" y="2544"/>
                <a:chExt cx="192" cy="192"/>
              </a:xfrm>
            </p:grpSpPr>
            <p:sp>
              <p:nvSpPr>
                <p:cNvPr id="67868" name="Rectangle 350">
                  <a:extLst>
                    <a:ext uri="{FF2B5EF4-FFF2-40B4-BE49-F238E27FC236}">
                      <a16:creationId xmlns:a16="http://schemas.microsoft.com/office/drawing/2014/main" id="{CA0B2176-9DED-9B4B-A2E2-63EE2E7D470B}"/>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69" name="Freeform 351">
                  <a:extLst>
                    <a:ext uri="{FF2B5EF4-FFF2-40B4-BE49-F238E27FC236}">
                      <a16:creationId xmlns:a16="http://schemas.microsoft.com/office/drawing/2014/main" id="{A0C5C73F-AFBC-FD49-80E5-D7418E92E6A5}"/>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17" name="Group 352">
                <a:extLst>
                  <a:ext uri="{FF2B5EF4-FFF2-40B4-BE49-F238E27FC236}">
                    <a16:creationId xmlns:a16="http://schemas.microsoft.com/office/drawing/2014/main" id="{EB725B0E-53B5-4749-93DD-966B89CF2FE5}"/>
                  </a:ext>
                </a:extLst>
              </p:cNvPr>
              <p:cNvGrpSpPr>
                <a:grpSpLocks/>
              </p:cNvGrpSpPr>
              <p:nvPr/>
            </p:nvGrpSpPr>
            <p:grpSpPr bwMode="auto">
              <a:xfrm>
                <a:off x="2592" y="3120"/>
                <a:ext cx="192" cy="192"/>
                <a:chOff x="2016" y="2544"/>
                <a:chExt cx="192" cy="192"/>
              </a:xfrm>
            </p:grpSpPr>
            <p:sp>
              <p:nvSpPr>
                <p:cNvPr id="67866" name="Rectangle 353">
                  <a:extLst>
                    <a:ext uri="{FF2B5EF4-FFF2-40B4-BE49-F238E27FC236}">
                      <a16:creationId xmlns:a16="http://schemas.microsoft.com/office/drawing/2014/main" id="{6357CBD5-1920-E84F-8D9A-467A941657AC}"/>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67" name="Freeform 354">
                  <a:extLst>
                    <a:ext uri="{FF2B5EF4-FFF2-40B4-BE49-F238E27FC236}">
                      <a16:creationId xmlns:a16="http://schemas.microsoft.com/office/drawing/2014/main" id="{1675687C-860C-9540-92BB-E998A2A5546B}"/>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18" name="Group 355">
                <a:extLst>
                  <a:ext uri="{FF2B5EF4-FFF2-40B4-BE49-F238E27FC236}">
                    <a16:creationId xmlns:a16="http://schemas.microsoft.com/office/drawing/2014/main" id="{8D36AE07-D115-964C-8CAA-22696F51D7F3}"/>
                  </a:ext>
                </a:extLst>
              </p:cNvPr>
              <p:cNvGrpSpPr>
                <a:grpSpLocks/>
              </p:cNvGrpSpPr>
              <p:nvPr/>
            </p:nvGrpSpPr>
            <p:grpSpPr bwMode="auto">
              <a:xfrm>
                <a:off x="2784" y="2544"/>
                <a:ext cx="192" cy="192"/>
                <a:chOff x="2016" y="2544"/>
                <a:chExt cx="192" cy="192"/>
              </a:xfrm>
            </p:grpSpPr>
            <p:sp>
              <p:nvSpPr>
                <p:cNvPr id="67864" name="Rectangle 356">
                  <a:extLst>
                    <a:ext uri="{FF2B5EF4-FFF2-40B4-BE49-F238E27FC236}">
                      <a16:creationId xmlns:a16="http://schemas.microsoft.com/office/drawing/2014/main" id="{1D8DAE5C-56F0-F241-9781-C9340B886639}"/>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65" name="Freeform 357">
                  <a:extLst>
                    <a:ext uri="{FF2B5EF4-FFF2-40B4-BE49-F238E27FC236}">
                      <a16:creationId xmlns:a16="http://schemas.microsoft.com/office/drawing/2014/main" id="{989BC3F7-2F41-F546-A9EB-735F9D821864}"/>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19" name="Group 358">
                <a:extLst>
                  <a:ext uri="{FF2B5EF4-FFF2-40B4-BE49-F238E27FC236}">
                    <a16:creationId xmlns:a16="http://schemas.microsoft.com/office/drawing/2014/main" id="{478F14FC-7B58-D947-9E8A-AA848A27763F}"/>
                  </a:ext>
                </a:extLst>
              </p:cNvPr>
              <p:cNvGrpSpPr>
                <a:grpSpLocks/>
              </p:cNvGrpSpPr>
              <p:nvPr/>
            </p:nvGrpSpPr>
            <p:grpSpPr bwMode="auto">
              <a:xfrm>
                <a:off x="2784" y="2736"/>
                <a:ext cx="192" cy="192"/>
                <a:chOff x="2016" y="2544"/>
                <a:chExt cx="192" cy="192"/>
              </a:xfrm>
            </p:grpSpPr>
            <p:sp>
              <p:nvSpPr>
                <p:cNvPr id="67862" name="Rectangle 359">
                  <a:extLst>
                    <a:ext uri="{FF2B5EF4-FFF2-40B4-BE49-F238E27FC236}">
                      <a16:creationId xmlns:a16="http://schemas.microsoft.com/office/drawing/2014/main" id="{93307F7C-6192-A746-985B-9196F83C81DB}"/>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63" name="Freeform 360">
                  <a:extLst>
                    <a:ext uri="{FF2B5EF4-FFF2-40B4-BE49-F238E27FC236}">
                      <a16:creationId xmlns:a16="http://schemas.microsoft.com/office/drawing/2014/main" id="{BA82A256-B591-1B48-BF5C-F7C48257EA39}"/>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20" name="Group 361">
                <a:extLst>
                  <a:ext uri="{FF2B5EF4-FFF2-40B4-BE49-F238E27FC236}">
                    <a16:creationId xmlns:a16="http://schemas.microsoft.com/office/drawing/2014/main" id="{A461AE52-D3BD-A144-A1CC-0AE9846224A6}"/>
                  </a:ext>
                </a:extLst>
              </p:cNvPr>
              <p:cNvGrpSpPr>
                <a:grpSpLocks/>
              </p:cNvGrpSpPr>
              <p:nvPr/>
            </p:nvGrpSpPr>
            <p:grpSpPr bwMode="auto">
              <a:xfrm>
                <a:off x="2784" y="2928"/>
                <a:ext cx="192" cy="192"/>
                <a:chOff x="2016" y="2544"/>
                <a:chExt cx="192" cy="192"/>
              </a:xfrm>
            </p:grpSpPr>
            <p:sp>
              <p:nvSpPr>
                <p:cNvPr id="67860" name="Rectangle 362">
                  <a:extLst>
                    <a:ext uri="{FF2B5EF4-FFF2-40B4-BE49-F238E27FC236}">
                      <a16:creationId xmlns:a16="http://schemas.microsoft.com/office/drawing/2014/main" id="{CFE5C2EC-78CA-F241-BA22-B69FDAC96F77}"/>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61" name="Freeform 363">
                  <a:extLst>
                    <a:ext uri="{FF2B5EF4-FFF2-40B4-BE49-F238E27FC236}">
                      <a16:creationId xmlns:a16="http://schemas.microsoft.com/office/drawing/2014/main" id="{87853260-B15E-FE48-8133-53F6F3DEF3AB}"/>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21" name="Group 364">
                <a:extLst>
                  <a:ext uri="{FF2B5EF4-FFF2-40B4-BE49-F238E27FC236}">
                    <a16:creationId xmlns:a16="http://schemas.microsoft.com/office/drawing/2014/main" id="{9AA51F8B-7EB0-FA4A-9C6A-29138507D96F}"/>
                  </a:ext>
                </a:extLst>
              </p:cNvPr>
              <p:cNvGrpSpPr>
                <a:grpSpLocks/>
              </p:cNvGrpSpPr>
              <p:nvPr/>
            </p:nvGrpSpPr>
            <p:grpSpPr bwMode="auto">
              <a:xfrm>
                <a:off x="2784" y="3120"/>
                <a:ext cx="192" cy="192"/>
                <a:chOff x="2016" y="2544"/>
                <a:chExt cx="192" cy="192"/>
              </a:xfrm>
            </p:grpSpPr>
            <p:sp>
              <p:nvSpPr>
                <p:cNvPr id="67858" name="Rectangle 365">
                  <a:extLst>
                    <a:ext uri="{FF2B5EF4-FFF2-40B4-BE49-F238E27FC236}">
                      <a16:creationId xmlns:a16="http://schemas.microsoft.com/office/drawing/2014/main" id="{82D1383E-4958-5149-ABD1-4F1350B8AEB4}"/>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59" name="Freeform 366">
                  <a:extLst>
                    <a:ext uri="{FF2B5EF4-FFF2-40B4-BE49-F238E27FC236}">
                      <a16:creationId xmlns:a16="http://schemas.microsoft.com/office/drawing/2014/main" id="{B67EB8D2-8245-6E4A-B2C3-E7F091EC3B04}"/>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22" name="Group 367">
                <a:extLst>
                  <a:ext uri="{FF2B5EF4-FFF2-40B4-BE49-F238E27FC236}">
                    <a16:creationId xmlns:a16="http://schemas.microsoft.com/office/drawing/2014/main" id="{D76B8453-B33E-8742-A6C9-F9B8195AE02D}"/>
                  </a:ext>
                </a:extLst>
              </p:cNvPr>
              <p:cNvGrpSpPr>
                <a:grpSpLocks/>
              </p:cNvGrpSpPr>
              <p:nvPr/>
            </p:nvGrpSpPr>
            <p:grpSpPr bwMode="auto">
              <a:xfrm>
                <a:off x="2976" y="2544"/>
                <a:ext cx="192" cy="192"/>
                <a:chOff x="2016" y="2544"/>
                <a:chExt cx="192" cy="192"/>
              </a:xfrm>
            </p:grpSpPr>
            <p:sp>
              <p:nvSpPr>
                <p:cNvPr id="67856" name="Rectangle 368">
                  <a:extLst>
                    <a:ext uri="{FF2B5EF4-FFF2-40B4-BE49-F238E27FC236}">
                      <a16:creationId xmlns:a16="http://schemas.microsoft.com/office/drawing/2014/main" id="{C411EAB9-8FAA-DF4B-A70B-E2E63F03C813}"/>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57" name="Freeform 369">
                  <a:extLst>
                    <a:ext uri="{FF2B5EF4-FFF2-40B4-BE49-F238E27FC236}">
                      <a16:creationId xmlns:a16="http://schemas.microsoft.com/office/drawing/2014/main" id="{2012FBFA-48EE-5648-899F-DC5E68F886F6}"/>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23" name="Group 370">
                <a:extLst>
                  <a:ext uri="{FF2B5EF4-FFF2-40B4-BE49-F238E27FC236}">
                    <a16:creationId xmlns:a16="http://schemas.microsoft.com/office/drawing/2014/main" id="{D16AB5DA-30A7-4D4E-8FDC-F19850EC64D0}"/>
                  </a:ext>
                </a:extLst>
              </p:cNvPr>
              <p:cNvGrpSpPr>
                <a:grpSpLocks/>
              </p:cNvGrpSpPr>
              <p:nvPr/>
            </p:nvGrpSpPr>
            <p:grpSpPr bwMode="auto">
              <a:xfrm>
                <a:off x="2976" y="2736"/>
                <a:ext cx="192" cy="192"/>
                <a:chOff x="2016" y="2544"/>
                <a:chExt cx="192" cy="192"/>
              </a:xfrm>
            </p:grpSpPr>
            <p:sp>
              <p:nvSpPr>
                <p:cNvPr id="67854" name="Rectangle 371">
                  <a:extLst>
                    <a:ext uri="{FF2B5EF4-FFF2-40B4-BE49-F238E27FC236}">
                      <a16:creationId xmlns:a16="http://schemas.microsoft.com/office/drawing/2014/main" id="{AF58DCAC-73BA-DC4E-B479-FFECB244DEF3}"/>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55" name="Freeform 372">
                  <a:extLst>
                    <a:ext uri="{FF2B5EF4-FFF2-40B4-BE49-F238E27FC236}">
                      <a16:creationId xmlns:a16="http://schemas.microsoft.com/office/drawing/2014/main" id="{982BE369-CB41-3E4E-804D-857BF004BC8B}"/>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24" name="Group 373">
                <a:extLst>
                  <a:ext uri="{FF2B5EF4-FFF2-40B4-BE49-F238E27FC236}">
                    <a16:creationId xmlns:a16="http://schemas.microsoft.com/office/drawing/2014/main" id="{1E5741C4-BD8F-2943-89D1-D22A921914C5}"/>
                  </a:ext>
                </a:extLst>
              </p:cNvPr>
              <p:cNvGrpSpPr>
                <a:grpSpLocks/>
              </p:cNvGrpSpPr>
              <p:nvPr/>
            </p:nvGrpSpPr>
            <p:grpSpPr bwMode="auto">
              <a:xfrm>
                <a:off x="2976" y="2928"/>
                <a:ext cx="192" cy="192"/>
                <a:chOff x="2016" y="2544"/>
                <a:chExt cx="192" cy="192"/>
              </a:xfrm>
            </p:grpSpPr>
            <p:sp>
              <p:nvSpPr>
                <p:cNvPr id="67852" name="Rectangle 374">
                  <a:extLst>
                    <a:ext uri="{FF2B5EF4-FFF2-40B4-BE49-F238E27FC236}">
                      <a16:creationId xmlns:a16="http://schemas.microsoft.com/office/drawing/2014/main" id="{0C6D1FC8-887F-C847-8320-FBAF7B69E19D}"/>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53" name="Freeform 375">
                  <a:extLst>
                    <a:ext uri="{FF2B5EF4-FFF2-40B4-BE49-F238E27FC236}">
                      <a16:creationId xmlns:a16="http://schemas.microsoft.com/office/drawing/2014/main" id="{005C0C7F-5C7D-DA41-AA8D-5F419087A476}"/>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25" name="Group 376">
                <a:extLst>
                  <a:ext uri="{FF2B5EF4-FFF2-40B4-BE49-F238E27FC236}">
                    <a16:creationId xmlns:a16="http://schemas.microsoft.com/office/drawing/2014/main" id="{276055C3-3AAE-124E-96EB-639C282961CF}"/>
                  </a:ext>
                </a:extLst>
              </p:cNvPr>
              <p:cNvGrpSpPr>
                <a:grpSpLocks/>
              </p:cNvGrpSpPr>
              <p:nvPr/>
            </p:nvGrpSpPr>
            <p:grpSpPr bwMode="auto">
              <a:xfrm>
                <a:off x="2976" y="3120"/>
                <a:ext cx="192" cy="192"/>
                <a:chOff x="2016" y="2544"/>
                <a:chExt cx="192" cy="192"/>
              </a:xfrm>
            </p:grpSpPr>
            <p:sp>
              <p:nvSpPr>
                <p:cNvPr id="67850" name="Rectangle 377">
                  <a:extLst>
                    <a:ext uri="{FF2B5EF4-FFF2-40B4-BE49-F238E27FC236}">
                      <a16:creationId xmlns:a16="http://schemas.microsoft.com/office/drawing/2014/main" id="{A1525C99-968B-374E-9EAD-62668EFC08FA}"/>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51" name="Freeform 378">
                  <a:extLst>
                    <a:ext uri="{FF2B5EF4-FFF2-40B4-BE49-F238E27FC236}">
                      <a16:creationId xmlns:a16="http://schemas.microsoft.com/office/drawing/2014/main" id="{3A4BD911-5EE9-984B-A893-1E69B09BAE07}"/>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26" name="Group 379">
                <a:extLst>
                  <a:ext uri="{FF2B5EF4-FFF2-40B4-BE49-F238E27FC236}">
                    <a16:creationId xmlns:a16="http://schemas.microsoft.com/office/drawing/2014/main" id="{2E68354A-991C-9E42-8156-3F6AA53087FF}"/>
                  </a:ext>
                </a:extLst>
              </p:cNvPr>
              <p:cNvGrpSpPr>
                <a:grpSpLocks/>
              </p:cNvGrpSpPr>
              <p:nvPr/>
            </p:nvGrpSpPr>
            <p:grpSpPr bwMode="auto">
              <a:xfrm>
                <a:off x="3168" y="2544"/>
                <a:ext cx="192" cy="192"/>
                <a:chOff x="2016" y="2544"/>
                <a:chExt cx="192" cy="192"/>
              </a:xfrm>
            </p:grpSpPr>
            <p:sp>
              <p:nvSpPr>
                <p:cNvPr id="67848" name="Rectangle 380">
                  <a:extLst>
                    <a:ext uri="{FF2B5EF4-FFF2-40B4-BE49-F238E27FC236}">
                      <a16:creationId xmlns:a16="http://schemas.microsoft.com/office/drawing/2014/main" id="{1A5D4AAF-7C23-F047-9AAF-FD32D64BA2CF}"/>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49" name="Freeform 381">
                  <a:extLst>
                    <a:ext uri="{FF2B5EF4-FFF2-40B4-BE49-F238E27FC236}">
                      <a16:creationId xmlns:a16="http://schemas.microsoft.com/office/drawing/2014/main" id="{06CAE4DC-9387-FA4A-A507-B4EB55A54660}"/>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27" name="Group 382">
                <a:extLst>
                  <a:ext uri="{FF2B5EF4-FFF2-40B4-BE49-F238E27FC236}">
                    <a16:creationId xmlns:a16="http://schemas.microsoft.com/office/drawing/2014/main" id="{1DEF7E8A-B3D1-2843-A26B-09F83A6D75D0}"/>
                  </a:ext>
                </a:extLst>
              </p:cNvPr>
              <p:cNvGrpSpPr>
                <a:grpSpLocks/>
              </p:cNvGrpSpPr>
              <p:nvPr/>
            </p:nvGrpSpPr>
            <p:grpSpPr bwMode="auto">
              <a:xfrm>
                <a:off x="3168" y="2736"/>
                <a:ext cx="192" cy="192"/>
                <a:chOff x="2016" y="2544"/>
                <a:chExt cx="192" cy="192"/>
              </a:xfrm>
            </p:grpSpPr>
            <p:sp>
              <p:nvSpPr>
                <p:cNvPr id="67846" name="Rectangle 383">
                  <a:extLst>
                    <a:ext uri="{FF2B5EF4-FFF2-40B4-BE49-F238E27FC236}">
                      <a16:creationId xmlns:a16="http://schemas.microsoft.com/office/drawing/2014/main" id="{803AB0EF-7E50-2143-9015-1DC0C70233FC}"/>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47" name="Freeform 384">
                  <a:extLst>
                    <a:ext uri="{FF2B5EF4-FFF2-40B4-BE49-F238E27FC236}">
                      <a16:creationId xmlns:a16="http://schemas.microsoft.com/office/drawing/2014/main" id="{4A3F6C27-4500-C444-8119-7876015A851B}"/>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28" name="Group 385">
                <a:extLst>
                  <a:ext uri="{FF2B5EF4-FFF2-40B4-BE49-F238E27FC236}">
                    <a16:creationId xmlns:a16="http://schemas.microsoft.com/office/drawing/2014/main" id="{A053F602-AFEC-1245-B9A1-E77C9CBD06CF}"/>
                  </a:ext>
                </a:extLst>
              </p:cNvPr>
              <p:cNvGrpSpPr>
                <a:grpSpLocks/>
              </p:cNvGrpSpPr>
              <p:nvPr/>
            </p:nvGrpSpPr>
            <p:grpSpPr bwMode="auto">
              <a:xfrm>
                <a:off x="3168" y="2928"/>
                <a:ext cx="192" cy="192"/>
                <a:chOff x="2016" y="2544"/>
                <a:chExt cx="192" cy="192"/>
              </a:xfrm>
            </p:grpSpPr>
            <p:sp>
              <p:nvSpPr>
                <p:cNvPr id="67844" name="Rectangle 386">
                  <a:extLst>
                    <a:ext uri="{FF2B5EF4-FFF2-40B4-BE49-F238E27FC236}">
                      <a16:creationId xmlns:a16="http://schemas.microsoft.com/office/drawing/2014/main" id="{EB6A5ACE-58EA-524F-B48A-02B1A507678F}"/>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45" name="Freeform 387">
                  <a:extLst>
                    <a:ext uri="{FF2B5EF4-FFF2-40B4-BE49-F238E27FC236}">
                      <a16:creationId xmlns:a16="http://schemas.microsoft.com/office/drawing/2014/main" id="{B921DDDC-D7BC-674F-BAAA-632D7B358D29}"/>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29" name="Group 388">
                <a:extLst>
                  <a:ext uri="{FF2B5EF4-FFF2-40B4-BE49-F238E27FC236}">
                    <a16:creationId xmlns:a16="http://schemas.microsoft.com/office/drawing/2014/main" id="{0BE273C9-2C05-D248-BEF1-5A20C0DCEBEF}"/>
                  </a:ext>
                </a:extLst>
              </p:cNvPr>
              <p:cNvGrpSpPr>
                <a:grpSpLocks/>
              </p:cNvGrpSpPr>
              <p:nvPr/>
            </p:nvGrpSpPr>
            <p:grpSpPr bwMode="auto">
              <a:xfrm>
                <a:off x="3168" y="3120"/>
                <a:ext cx="192" cy="192"/>
                <a:chOff x="2016" y="2544"/>
                <a:chExt cx="192" cy="192"/>
              </a:xfrm>
            </p:grpSpPr>
            <p:sp>
              <p:nvSpPr>
                <p:cNvPr id="67842" name="Rectangle 389">
                  <a:extLst>
                    <a:ext uri="{FF2B5EF4-FFF2-40B4-BE49-F238E27FC236}">
                      <a16:creationId xmlns:a16="http://schemas.microsoft.com/office/drawing/2014/main" id="{0D3F7B39-CDFA-7F4B-8BEB-04EDD1C71C9F}"/>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43" name="Freeform 390">
                  <a:extLst>
                    <a:ext uri="{FF2B5EF4-FFF2-40B4-BE49-F238E27FC236}">
                      <a16:creationId xmlns:a16="http://schemas.microsoft.com/office/drawing/2014/main" id="{7C9839CB-A576-D948-BE0C-D67F7F58E398}"/>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30" name="Group 391">
                <a:extLst>
                  <a:ext uri="{FF2B5EF4-FFF2-40B4-BE49-F238E27FC236}">
                    <a16:creationId xmlns:a16="http://schemas.microsoft.com/office/drawing/2014/main" id="{6E93F78D-C966-314A-88A4-EBDE40ADC674}"/>
                  </a:ext>
                </a:extLst>
              </p:cNvPr>
              <p:cNvGrpSpPr>
                <a:grpSpLocks/>
              </p:cNvGrpSpPr>
              <p:nvPr/>
            </p:nvGrpSpPr>
            <p:grpSpPr bwMode="auto">
              <a:xfrm>
                <a:off x="3360" y="2544"/>
                <a:ext cx="192" cy="192"/>
                <a:chOff x="2016" y="2544"/>
                <a:chExt cx="192" cy="192"/>
              </a:xfrm>
            </p:grpSpPr>
            <p:sp>
              <p:nvSpPr>
                <p:cNvPr id="67840" name="Rectangle 392">
                  <a:extLst>
                    <a:ext uri="{FF2B5EF4-FFF2-40B4-BE49-F238E27FC236}">
                      <a16:creationId xmlns:a16="http://schemas.microsoft.com/office/drawing/2014/main" id="{961893C3-591B-0F45-B799-7BB274841EAA}"/>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41" name="Freeform 393">
                  <a:extLst>
                    <a:ext uri="{FF2B5EF4-FFF2-40B4-BE49-F238E27FC236}">
                      <a16:creationId xmlns:a16="http://schemas.microsoft.com/office/drawing/2014/main" id="{F1F8EA88-69F3-A64D-9D61-DBB2B6BD288C}"/>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31" name="Group 394">
                <a:extLst>
                  <a:ext uri="{FF2B5EF4-FFF2-40B4-BE49-F238E27FC236}">
                    <a16:creationId xmlns:a16="http://schemas.microsoft.com/office/drawing/2014/main" id="{1E3FA957-C44F-B140-9CF4-AA2E17853858}"/>
                  </a:ext>
                </a:extLst>
              </p:cNvPr>
              <p:cNvGrpSpPr>
                <a:grpSpLocks/>
              </p:cNvGrpSpPr>
              <p:nvPr/>
            </p:nvGrpSpPr>
            <p:grpSpPr bwMode="auto">
              <a:xfrm>
                <a:off x="3360" y="2736"/>
                <a:ext cx="192" cy="192"/>
                <a:chOff x="2016" y="2544"/>
                <a:chExt cx="192" cy="192"/>
              </a:xfrm>
            </p:grpSpPr>
            <p:sp>
              <p:nvSpPr>
                <p:cNvPr id="67838" name="Rectangle 395">
                  <a:extLst>
                    <a:ext uri="{FF2B5EF4-FFF2-40B4-BE49-F238E27FC236}">
                      <a16:creationId xmlns:a16="http://schemas.microsoft.com/office/drawing/2014/main" id="{431467D3-FBF0-A54A-BE7D-FE3D67009824}"/>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39" name="Freeform 396">
                  <a:extLst>
                    <a:ext uri="{FF2B5EF4-FFF2-40B4-BE49-F238E27FC236}">
                      <a16:creationId xmlns:a16="http://schemas.microsoft.com/office/drawing/2014/main" id="{057E75BB-744D-E14E-95B6-938CB6B3B5D0}"/>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32" name="Group 397">
                <a:extLst>
                  <a:ext uri="{FF2B5EF4-FFF2-40B4-BE49-F238E27FC236}">
                    <a16:creationId xmlns:a16="http://schemas.microsoft.com/office/drawing/2014/main" id="{B642078E-C8F1-5045-BC40-7A0E2980CC24}"/>
                  </a:ext>
                </a:extLst>
              </p:cNvPr>
              <p:cNvGrpSpPr>
                <a:grpSpLocks/>
              </p:cNvGrpSpPr>
              <p:nvPr/>
            </p:nvGrpSpPr>
            <p:grpSpPr bwMode="auto">
              <a:xfrm>
                <a:off x="3360" y="2928"/>
                <a:ext cx="192" cy="192"/>
                <a:chOff x="2016" y="2544"/>
                <a:chExt cx="192" cy="192"/>
              </a:xfrm>
            </p:grpSpPr>
            <p:sp>
              <p:nvSpPr>
                <p:cNvPr id="67836" name="Rectangle 398">
                  <a:extLst>
                    <a:ext uri="{FF2B5EF4-FFF2-40B4-BE49-F238E27FC236}">
                      <a16:creationId xmlns:a16="http://schemas.microsoft.com/office/drawing/2014/main" id="{28932A53-286E-B24A-8BC7-8DF04A504115}"/>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37" name="Freeform 399">
                  <a:extLst>
                    <a:ext uri="{FF2B5EF4-FFF2-40B4-BE49-F238E27FC236}">
                      <a16:creationId xmlns:a16="http://schemas.microsoft.com/office/drawing/2014/main" id="{CB10817A-9193-A749-BF9E-6B5954DCD01B}"/>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33" name="Group 400">
                <a:extLst>
                  <a:ext uri="{FF2B5EF4-FFF2-40B4-BE49-F238E27FC236}">
                    <a16:creationId xmlns:a16="http://schemas.microsoft.com/office/drawing/2014/main" id="{C78E47E7-B519-A042-9799-646ED159E12E}"/>
                  </a:ext>
                </a:extLst>
              </p:cNvPr>
              <p:cNvGrpSpPr>
                <a:grpSpLocks/>
              </p:cNvGrpSpPr>
              <p:nvPr/>
            </p:nvGrpSpPr>
            <p:grpSpPr bwMode="auto">
              <a:xfrm>
                <a:off x="3360" y="3120"/>
                <a:ext cx="192" cy="192"/>
                <a:chOff x="2016" y="2544"/>
                <a:chExt cx="192" cy="192"/>
              </a:xfrm>
            </p:grpSpPr>
            <p:sp>
              <p:nvSpPr>
                <p:cNvPr id="67834" name="Rectangle 401">
                  <a:extLst>
                    <a:ext uri="{FF2B5EF4-FFF2-40B4-BE49-F238E27FC236}">
                      <a16:creationId xmlns:a16="http://schemas.microsoft.com/office/drawing/2014/main" id="{3DF6BC1E-BDEA-8445-A652-4A3192B0F3FB}"/>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35" name="Freeform 402">
                  <a:extLst>
                    <a:ext uri="{FF2B5EF4-FFF2-40B4-BE49-F238E27FC236}">
                      <a16:creationId xmlns:a16="http://schemas.microsoft.com/office/drawing/2014/main" id="{1F6C39AB-B13E-2D44-8308-D014744A4856}"/>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67800" name="AutoShape 403">
              <a:extLst>
                <a:ext uri="{FF2B5EF4-FFF2-40B4-BE49-F238E27FC236}">
                  <a16:creationId xmlns:a16="http://schemas.microsoft.com/office/drawing/2014/main" id="{952544C6-2C27-2746-A220-840C280BC2E4}"/>
                </a:ext>
              </a:extLst>
            </p:cNvPr>
            <p:cNvSpPr>
              <a:spLocks noChangeArrowheads="1"/>
            </p:cNvSpPr>
            <p:nvPr/>
          </p:nvSpPr>
          <p:spPr bwMode="auto">
            <a:xfrm>
              <a:off x="2016" y="2305"/>
              <a:ext cx="481" cy="462"/>
            </a:xfrm>
            <a:prstGeom prst="rightArrow">
              <a:avLst>
                <a:gd name="adj1" fmla="val 50000"/>
                <a:gd name="adj2" fmla="val 28028"/>
              </a:avLst>
            </a:prstGeom>
            <a:solidFill>
              <a:schemeClr val="bg1"/>
            </a:solidFill>
            <a:ln w="38100">
              <a:solidFill>
                <a:schemeClr val="tx1"/>
              </a:solidFill>
              <a:miter lim="800000"/>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W4</a:t>
              </a:r>
            </a:p>
          </p:txBody>
        </p:sp>
      </p:grpSp>
      <p:grpSp>
        <p:nvGrpSpPr>
          <p:cNvPr id="43033" name="Group 404">
            <a:extLst>
              <a:ext uri="{FF2B5EF4-FFF2-40B4-BE49-F238E27FC236}">
                <a16:creationId xmlns:a16="http://schemas.microsoft.com/office/drawing/2014/main" id="{6ACBABA6-D405-384E-94EA-0B31516EBAB4}"/>
              </a:ext>
            </a:extLst>
          </p:cNvPr>
          <p:cNvGrpSpPr>
            <a:grpSpLocks/>
          </p:cNvGrpSpPr>
          <p:nvPr/>
        </p:nvGrpSpPr>
        <p:grpSpPr bwMode="auto">
          <a:xfrm>
            <a:off x="5638800" y="3055938"/>
            <a:ext cx="3200400" cy="1522412"/>
            <a:chOff x="3552" y="1777"/>
            <a:chExt cx="2016" cy="959"/>
          </a:xfrm>
        </p:grpSpPr>
        <p:grpSp>
          <p:nvGrpSpPr>
            <p:cNvPr id="67700" name="Group 405">
              <a:extLst>
                <a:ext uri="{FF2B5EF4-FFF2-40B4-BE49-F238E27FC236}">
                  <a16:creationId xmlns:a16="http://schemas.microsoft.com/office/drawing/2014/main" id="{B674D804-19A7-7646-BB22-625F985141DB}"/>
                </a:ext>
              </a:extLst>
            </p:cNvPr>
            <p:cNvGrpSpPr>
              <a:grpSpLocks/>
            </p:cNvGrpSpPr>
            <p:nvPr/>
          </p:nvGrpSpPr>
          <p:grpSpPr bwMode="auto">
            <a:xfrm>
              <a:off x="4032" y="1968"/>
              <a:ext cx="1536" cy="768"/>
              <a:chOff x="3552" y="1968"/>
              <a:chExt cx="1536" cy="768"/>
            </a:xfrm>
          </p:grpSpPr>
          <p:sp>
            <p:nvSpPr>
              <p:cNvPr id="67702" name="Rectangle 406">
                <a:extLst>
                  <a:ext uri="{FF2B5EF4-FFF2-40B4-BE49-F238E27FC236}">
                    <a16:creationId xmlns:a16="http://schemas.microsoft.com/office/drawing/2014/main" id="{67A60743-282E-8C47-AD87-8BBB2FF8B657}"/>
                  </a:ext>
                </a:extLst>
              </p:cNvPr>
              <p:cNvSpPr>
                <a:spLocks noChangeArrowheads="1"/>
              </p:cNvSpPr>
              <p:nvPr/>
            </p:nvSpPr>
            <p:spPr bwMode="auto">
              <a:xfrm>
                <a:off x="3552" y="1968"/>
                <a:ext cx="1536" cy="76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7703" name="Group 407">
                <a:extLst>
                  <a:ext uri="{FF2B5EF4-FFF2-40B4-BE49-F238E27FC236}">
                    <a16:creationId xmlns:a16="http://schemas.microsoft.com/office/drawing/2014/main" id="{FB1EAFEB-5447-9141-87D3-DC6045ED1416}"/>
                  </a:ext>
                </a:extLst>
              </p:cNvPr>
              <p:cNvGrpSpPr>
                <a:grpSpLocks/>
              </p:cNvGrpSpPr>
              <p:nvPr/>
            </p:nvGrpSpPr>
            <p:grpSpPr bwMode="auto">
              <a:xfrm>
                <a:off x="3552" y="1968"/>
                <a:ext cx="192" cy="192"/>
                <a:chOff x="3552" y="1968"/>
                <a:chExt cx="192" cy="192"/>
              </a:xfrm>
            </p:grpSpPr>
            <p:sp>
              <p:nvSpPr>
                <p:cNvPr id="67797" name="Rectangle 408">
                  <a:extLst>
                    <a:ext uri="{FF2B5EF4-FFF2-40B4-BE49-F238E27FC236}">
                      <a16:creationId xmlns:a16="http://schemas.microsoft.com/office/drawing/2014/main" id="{35BC8D6A-98D4-754D-916F-6F1FC323C9F8}"/>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98" name="Rectangle 409">
                  <a:extLst>
                    <a:ext uri="{FF2B5EF4-FFF2-40B4-BE49-F238E27FC236}">
                      <a16:creationId xmlns:a16="http://schemas.microsoft.com/office/drawing/2014/main" id="{D6FF09C5-DED8-3B45-93E1-BBF11D40F763}"/>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04" name="Group 410">
                <a:extLst>
                  <a:ext uri="{FF2B5EF4-FFF2-40B4-BE49-F238E27FC236}">
                    <a16:creationId xmlns:a16="http://schemas.microsoft.com/office/drawing/2014/main" id="{681D04EE-D15B-B543-AB94-8821F9418983}"/>
                  </a:ext>
                </a:extLst>
              </p:cNvPr>
              <p:cNvGrpSpPr>
                <a:grpSpLocks/>
              </p:cNvGrpSpPr>
              <p:nvPr/>
            </p:nvGrpSpPr>
            <p:grpSpPr bwMode="auto">
              <a:xfrm>
                <a:off x="3552" y="2160"/>
                <a:ext cx="192" cy="192"/>
                <a:chOff x="3552" y="1968"/>
                <a:chExt cx="192" cy="192"/>
              </a:xfrm>
            </p:grpSpPr>
            <p:sp>
              <p:nvSpPr>
                <p:cNvPr id="67795" name="Rectangle 411">
                  <a:extLst>
                    <a:ext uri="{FF2B5EF4-FFF2-40B4-BE49-F238E27FC236}">
                      <a16:creationId xmlns:a16="http://schemas.microsoft.com/office/drawing/2014/main" id="{BDBFCBAB-98F1-8E45-9333-E5D84472E616}"/>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96" name="Rectangle 412">
                  <a:extLst>
                    <a:ext uri="{FF2B5EF4-FFF2-40B4-BE49-F238E27FC236}">
                      <a16:creationId xmlns:a16="http://schemas.microsoft.com/office/drawing/2014/main" id="{17E42A41-EBB6-2945-A23A-53676257D49E}"/>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05" name="Group 413">
                <a:extLst>
                  <a:ext uri="{FF2B5EF4-FFF2-40B4-BE49-F238E27FC236}">
                    <a16:creationId xmlns:a16="http://schemas.microsoft.com/office/drawing/2014/main" id="{6692EEED-205D-214C-A84A-C9613F13FD4D}"/>
                  </a:ext>
                </a:extLst>
              </p:cNvPr>
              <p:cNvGrpSpPr>
                <a:grpSpLocks/>
              </p:cNvGrpSpPr>
              <p:nvPr/>
            </p:nvGrpSpPr>
            <p:grpSpPr bwMode="auto">
              <a:xfrm>
                <a:off x="3552" y="2352"/>
                <a:ext cx="192" cy="192"/>
                <a:chOff x="3552" y="1968"/>
                <a:chExt cx="192" cy="192"/>
              </a:xfrm>
            </p:grpSpPr>
            <p:sp>
              <p:nvSpPr>
                <p:cNvPr id="67793" name="Rectangle 414">
                  <a:extLst>
                    <a:ext uri="{FF2B5EF4-FFF2-40B4-BE49-F238E27FC236}">
                      <a16:creationId xmlns:a16="http://schemas.microsoft.com/office/drawing/2014/main" id="{83A5315D-5374-0A41-9DD7-E2A1DC5E4ADD}"/>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94" name="Rectangle 415">
                  <a:extLst>
                    <a:ext uri="{FF2B5EF4-FFF2-40B4-BE49-F238E27FC236}">
                      <a16:creationId xmlns:a16="http://schemas.microsoft.com/office/drawing/2014/main" id="{CD83E610-B15E-834C-9942-B2779D177E9D}"/>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06" name="Group 416">
                <a:extLst>
                  <a:ext uri="{FF2B5EF4-FFF2-40B4-BE49-F238E27FC236}">
                    <a16:creationId xmlns:a16="http://schemas.microsoft.com/office/drawing/2014/main" id="{D460B2D5-9053-444C-BFE1-B7485270C454}"/>
                  </a:ext>
                </a:extLst>
              </p:cNvPr>
              <p:cNvGrpSpPr>
                <a:grpSpLocks/>
              </p:cNvGrpSpPr>
              <p:nvPr/>
            </p:nvGrpSpPr>
            <p:grpSpPr bwMode="auto">
              <a:xfrm>
                <a:off x="3552" y="2544"/>
                <a:ext cx="192" cy="192"/>
                <a:chOff x="3552" y="1968"/>
                <a:chExt cx="192" cy="192"/>
              </a:xfrm>
            </p:grpSpPr>
            <p:sp>
              <p:nvSpPr>
                <p:cNvPr id="67791" name="Rectangle 417">
                  <a:extLst>
                    <a:ext uri="{FF2B5EF4-FFF2-40B4-BE49-F238E27FC236}">
                      <a16:creationId xmlns:a16="http://schemas.microsoft.com/office/drawing/2014/main" id="{D48C3CF4-78F0-B846-9744-E12D8A01B95A}"/>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92" name="Rectangle 418">
                  <a:extLst>
                    <a:ext uri="{FF2B5EF4-FFF2-40B4-BE49-F238E27FC236}">
                      <a16:creationId xmlns:a16="http://schemas.microsoft.com/office/drawing/2014/main" id="{74E61C8A-6512-D849-8437-E3FFEB66523F}"/>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07" name="Group 419">
                <a:extLst>
                  <a:ext uri="{FF2B5EF4-FFF2-40B4-BE49-F238E27FC236}">
                    <a16:creationId xmlns:a16="http://schemas.microsoft.com/office/drawing/2014/main" id="{44D9A8DB-849A-BE4A-9B17-98B71B8367EB}"/>
                  </a:ext>
                </a:extLst>
              </p:cNvPr>
              <p:cNvGrpSpPr>
                <a:grpSpLocks/>
              </p:cNvGrpSpPr>
              <p:nvPr/>
            </p:nvGrpSpPr>
            <p:grpSpPr bwMode="auto">
              <a:xfrm>
                <a:off x="3744" y="1968"/>
                <a:ext cx="192" cy="192"/>
                <a:chOff x="3552" y="1968"/>
                <a:chExt cx="192" cy="192"/>
              </a:xfrm>
            </p:grpSpPr>
            <p:sp>
              <p:nvSpPr>
                <p:cNvPr id="67789" name="Rectangle 420">
                  <a:extLst>
                    <a:ext uri="{FF2B5EF4-FFF2-40B4-BE49-F238E27FC236}">
                      <a16:creationId xmlns:a16="http://schemas.microsoft.com/office/drawing/2014/main" id="{8160F591-F894-9A4C-B6C7-94A95F7D3866}"/>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90" name="Rectangle 421">
                  <a:extLst>
                    <a:ext uri="{FF2B5EF4-FFF2-40B4-BE49-F238E27FC236}">
                      <a16:creationId xmlns:a16="http://schemas.microsoft.com/office/drawing/2014/main" id="{56D733E1-CAD9-5F4C-8A11-5D4B71F21B8C}"/>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08" name="Group 422">
                <a:extLst>
                  <a:ext uri="{FF2B5EF4-FFF2-40B4-BE49-F238E27FC236}">
                    <a16:creationId xmlns:a16="http://schemas.microsoft.com/office/drawing/2014/main" id="{7EF95525-2838-7343-A329-407DE360ECB2}"/>
                  </a:ext>
                </a:extLst>
              </p:cNvPr>
              <p:cNvGrpSpPr>
                <a:grpSpLocks/>
              </p:cNvGrpSpPr>
              <p:nvPr/>
            </p:nvGrpSpPr>
            <p:grpSpPr bwMode="auto">
              <a:xfrm>
                <a:off x="3744" y="2160"/>
                <a:ext cx="192" cy="192"/>
                <a:chOff x="3552" y="1968"/>
                <a:chExt cx="192" cy="192"/>
              </a:xfrm>
            </p:grpSpPr>
            <p:sp>
              <p:nvSpPr>
                <p:cNvPr id="67787" name="Rectangle 423">
                  <a:extLst>
                    <a:ext uri="{FF2B5EF4-FFF2-40B4-BE49-F238E27FC236}">
                      <a16:creationId xmlns:a16="http://schemas.microsoft.com/office/drawing/2014/main" id="{F9470DE1-6D76-6B41-957C-38DCEA633FA2}"/>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88" name="Rectangle 424">
                  <a:extLst>
                    <a:ext uri="{FF2B5EF4-FFF2-40B4-BE49-F238E27FC236}">
                      <a16:creationId xmlns:a16="http://schemas.microsoft.com/office/drawing/2014/main" id="{EA928087-783F-6943-A9B8-D685CB245710}"/>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09" name="Group 425">
                <a:extLst>
                  <a:ext uri="{FF2B5EF4-FFF2-40B4-BE49-F238E27FC236}">
                    <a16:creationId xmlns:a16="http://schemas.microsoft.com/office/drawing/2014/main" id="{4B8BD033-187A-8349-BD6A-D00302031946}"/>
                  </a:ext>
                </a:extLst>
              </p:cNvPr>
              <p:cNvGrpSpPr>
                <a:grpSpLocks/>
              </p:cNvGrpSpPr>
              <p:nvPr/>
            </p:nvGrpSpPr>
            <p:grpSpPr bwMode="auto">
              <a:xfrm>
                <a:off x="3744" y="2352"/>
                <a:ext cx="192" cy="192"/>
                <a:chOff x="3552" y="1968"/>
                <a:chExt cx="192" cy="192"/>
              </a:xfrm>
            </p:grpSpPr>
            <p:sp>
              <p:nvSpPr>
                <p:cNvPr id="67785" name="Rectangle 426">
                  <a:extLst>
                    <a:ext uri="{FF2B5EF4-FFF2-40B4-BE49-F238E27FC236}">
                      <a16:creationId xmlns:a16="http://schemas.microsoft.com/office/drawing/2014/main" id="{231D0FBD-D7C1-8948-A367-23EB008A524B}"/>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86" name="Rectangle 427">
                  <a:extLst>
                    <a:ext uri="{FF2B5EF4-FFF2-40B4-BE49-F238E27FC236}">
                      <a16:creationId xmlns:a16="http://schemas.microsoft.com/office/drawing/2014/main" id="{F6520622-58F8-EE4B-A8B3-73DE8906D203}"/>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10" name="Group 428">
                <a:extLst>
                  <a:ext uri="{FF2B5EF4-FFF2-40B4-BE49-F238E27FC236}">
                    <a16:creationId xmlns:a16="http://schemas.microsoft.com/office/drawing/2014/main" id="{75BB0EB2-F52D-4E42-B826-065496639918}"/>
                  </a:ext>
                </a:extLst>
              </p:cNvPr>
              <p:cNvGrpSpPr>
                <a:grpSpLocks/>
              </p:cNvGrpSpPr>
              <p:nvPr/>
            </p:nvGrpSpPr>
            <p:grpSpPr bwMode="auto">
              <a:xfrm>
                <a:off x="3744" y="2544"/>
                <a:ext cx="192" cy="192"/>
                <a:chOff x="3552" y="1968"/>
                <a:chExt cx="192" cy="192"/>
              </a:xfrm>
            </p:grpSpPr>
            <p:sp>
              <p:nvSpPr>
                <p:cNvPr id="67783" name="Rectangle 429">
                  <a:extLst>
                    <a:ext uri="{FF2B5EF4-FFF2-40B4-BE49-F238E27FC236}">
                      <a16:creationId xmlns:a16="http://schemas.microsoft.com/office/drawing/2014/main" id="{805303CE-C837-7C4E-8316-95A18DC1EEBB}"/>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84" name="Rectangle 430">
                  <a:extLst>
                    <a:ext uri="{FF2B5EF4-FFF2-40B4-BE49-F238E27FC236}">
                      <a16:creationId xmlns:a16="http://schemas.microsoft.com/office/drawing/2014/main" id="{E542ECE5-15D3-1D40-A04C-7F64D4D79BE0}"/>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11" name="Group 431">
                <a:extLst>
                  <a:ext uri="{FF2B5EF4-FFF2-40B4-BE49-F238E27FC236}">
                    <a16:creationId xmlns:a16="http://schemas.microsoft.com/office/drawing/2014/main" id="{2A935E08-3393-8946-9492-A4CC3772C66F}"/>
                  </a:ext>
                </a:extLst>
              </p:cNvPr>
              <p:cNvGrpSpPr>
                <a:grpSpLocks/>
              </p:cNvGrpSpPr>
              <p:nvPr/>
            </p:nvGrpSpPr>
            <p:grpSpPr bwMode="auto">
              <a:xfrm>
                <a:off x="3936" y="1968"/>
                <a:ext cx="192" cy="192"/>
                <a:chOff x="3552" y="1968"/>
                <a:chExt cx="192" cy="192"/>
              </a:xfrm>
            </p:grpSpPr>
            <p:sp>
              <p:nvSpPr>
                <p:cNvPr id="67781" name="Rectangle 432">
                  <a:extLst>
                    <a:ext uri="{FF2B5EF4-FFF2-40B4-BE49-F238E27FC236}">
                      <a16:creationId xmlns:a16="http://schemas.microsoft.com/office/drawing/2014/main" id="{64F463E8-A9D2-744A-90A9-3C1D073BD21A}"/>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82" name="Rectangle 433">
                  <a:extLst>
                    <a:ext uri="{FF2B5EF4-FFF2-40B4-BE49-F238E27FC236}">
                      <a16:creationId xmlns:a16="http://schemas.microsoft.com/office/drawing/2014/main" id="{7C09A464-FB18-174F-B1F8-8FD83FE20F7F}"/>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12" name="Group 434">
                <a:extLst>
                  <a:ext uri="{FF2B5EF4-FFF2-40B4-BE49-F238E27FC236}">
                    <a16:creationId xmlns:a16="http://schemas.microsoft.com/office/drawing/2014/main" id="{8B899E35-76B3-F34A-A51E-AE3799EB1DD2}"/>
                  </a:ext>
                </a:extLst>
              </p:cNvPr>
              <p:cNvGrpSpPr>
                <a:grpSpLocks/>
              </p:cNvGrpSpPr>
              <p:nvPr/>
            </p:nvGrpSpPr>
            <p:grpSpPr bwMode="auto">
              <a:xfrm>
                <a:off x="3936" y="2160"/>
                <a:ext cx="192" cy="192"/>
                <a:chOff x="3552" y="1968"/>
                <a:chExt cx="192" cy="192"/>
              </a:xfrm>
            </p:grpSpPr>
            <p:sp>
              <p:nvSpPr>
                <p:cNvPr id="67779" name="Rectangle 435">
                  <a:extLst>
                    <a:ext uri="{FF2B5EF4-FFF2-40B4-BE49-F238E27FC236}">
                      <a16:creationId xmlns:a16="http://schemas.microsoft.com/office/drawing/2014/main" id="{B53F3353-9645-D54A-A3A3-463AE216C928}"/>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80" name="Rectangle 436">
                  <a:extLst>
                    <a:ext uri="{FF2B5EF4-FFF2-40B4-BE49-F238E27FC236}">
                      <a16:creationId xmlns:a16="http://schemas.microsoft.com/office/drawing/2014/main" id="{88845997-1EC3-1441-AF16-1C5E90D2B7B4}"/>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13" name="Group 437">
                <a:extLst>
                  <a:ext uri="{FF2B5EF4-FFF2-40B4-BE49-F238E27FC236}">
                    <a16:creationId xmlns:a16="http://schemas.microsoft.com/office/drawing/2014/main" id="{373A3D25-1A1C-C744-97CC-2F37734F7C64}"/>
                  </a:ext>
                </a:extLst>
              </p:cNvPr>
              <p:cNvGrpSpPr>
                <a:grpSpLocks/>
              </p:cNvGrpSpPr>
              <p:nvPr/>
            </p:nvGrpSpPr>
            <p:grpSpPr bwMode="auto">
              <a:xfrm>
                <a:off x="3936" y="2352"/>
                <a:ext cx="192" cy="192"/>
                <a:chOff x="3552" y="1968"/>
                <a:chExt cx="192" cy="192"/>
              </a:xfrm>
            </p:grpSpPr>
            <p:sp>
              <p:nvSpPr>
                <p:cNvPr id="67777" name="Rectangle 438">
                  <a:extLst>
                    <a:ext uri="{FF2B5EF4-FFF2-40B4-BE49-F238E27FC236}">
                      <a16:creationId xmlns:a16="http://schemas.microsoft.com/office/drawing/2014/main" id="{4DDA9034-9CE7-1443-AD54-8875BF280B24}"/>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78" name="Rectangle 439">
                  <a:extLst>
                    <a:ext uri="{FF2B5EF4-FFF2-40B4-BE49-F238E27FC236}">
                      <a16:creationId xmlns:a16="http://schemas.microsoft.com/office/drawing/2014/main" id="{A4DAC3C5-6933-D94D-9012-B59BD30B41BA}"/>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14" name="Group 440">
                <a:extLst>
                  <a:ext uri="{FF2B5EF4-FFF2-40B4-BE49-F238E27FC236}">
                    <a16:creationId xmlns:a16="http://schemas.microsoft.com/office/drawing/2014/main" id="{2C7F5EBC-5406-904F-AC1E-D0FB1ECF75FE}"/>
                  </a:ext>
                </a:extLst>
              </p:cNvPr>
              <p:cNvGrpSpPr>
                <a:grpSpLocks/>
              </p:cNvGrpSpPr>
              <p:nvPr/>
            </p:nvGrpSpPr>
            <p:grpSpPr bwMode="auto">
              <a:xfrm>
                <a:off x="3936" y="2544"/>
                <a:ext cx="192" cy="192"/>
                <a:chOff x="3552" y="1968"/>
                <a:chExt cx="192" cy="192"/>
              </a:xfrm>
            </p:grpSpPr>
            <p:sp>
              <p:nvSpPr>
                <p:cNvPr id="67775" name="Rectangle 441">
                  <a:extLst>
                    <a:ext uri="{FF2B5EF4-FFF2-40B4-BE49-F238E27FC236}">
                      <a16:creationId xmlns:a16="http://schemas.microsoft.com/office/drawing/2014/main" id="{F7236688-157E-3249-A124-BBC488147A6E}"/>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76" name="Rectangle 442">
                  <a:extLst>
                    <a:ext uri="{FF2B5EF4-FFF2-40B4-BE49-F238E27FC236}">
                      <a16:creationId xmlns:a16="http://schemas.microsoft.com/office/drawing/2014/main" id="{ADF13913-8EC9-4B45-96BD-5FDCFC226445}"/>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15" name="Group 443">
                <a:extLst>
                  <a:ext uri="{FF2B5EF4-FFF2-40B4-BE49-F238E27FC236}">
                    <a16:creationId xmlns:a16="http://schemas.microsoft.com/office/drawing/2014/main" id="{A6AA1A3E-F679-854D-B77B-B836E78F7C7C}"/>
                  </a:ext>
                </a:extLst>
              </p:cNvPr>
              <p:cNvGrpSpPr>
                <a:grpSpLocks/>
              </p:cNvGrpSpPr>
              <p:nvPr/>
            </p:nvGrpSpPr>
            <p:grpSpPr bwMode="auto">
              <a:xfrm>
                <a:off x="4128" y="1968"/>
                <a:ext cx="192" cy="192"/>
                <a:chOff x="3552" y="1968"/>
                <a:chExt cx="192" cy="192"/>
              </a:xfrm>
            </p:grpSpPr>
            <p:sp>
              <p:nvSpPr>
                <p:cNvPr id="67773" name="Rectangle 444">
                  <a:extLst>
                    <a:ext uri="{FF2B5EF4-FFF2-40B4-BE49-F238E27FC236}">
                      <a16:creationId xmlns:a16="http://schemas.microsoft.com/office/drawing/2014/main" id="{3A22F5D9-4961-7C4A-B742-E0B79793E7F1}"/>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74" name="Rectangle 445">
                  <a:extLst>
                    <a:ext uri="{FF2B5EF4-FFF2-40B4-BE49-F238E27FC236}">
                      <a16:creationId xmlns:a16="http://schemas.microsoft.com/office/drawing/2014/main" id="{A55D25B2-A2F6-3742-9692-81005452B678}"/>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16" name="Group 446">
                <a:extLst>
                  <a:ext uri="{FF2B5EF4-FFF2-40B4-BE49-F238E27FC236}">
                    <a16:creationId xmlns:a16="http://schemas.microsoft.com/office/drawing/2014/main" id="{95DA1D58-2E30-2343-9FD4-55E5F65E2AB2}"/>
                  </a:ext>
                </a:extLst>
              </p:cNvPr>
              <p:cNvGrpSpPr>
                <a:grpSpLocks/>
              </p:cNvGrpSpPr>
              <p:nvPr/>
            </p:nvGrpSpPr>
            <p:grpSpPr bwMode="auto">
              <a:xfrm>
                <a:off x="4128" y="2160"/>
                <a:ext cx="192" cy="192"/>
                <a:chOff x="3552" y="1968"/>
                <a:chExt cx="192" cy="192"/>
              </a:xfrm>
            </p:grpSpPr>
            <p:sp>
              <p:nvSpPr>
                <p:cNvPr id="67771" name="Rectangle 447">
                  <a:extLst>
                    <a:ext uri="{FF2B5EF4-FFF2-40B4-BE49-F238E27FC236}">
                      <a16:creationId xmlns:a16="http://schemas.microsoft.com/office/drawing/2014/main" id="{4DAF55DF-8FEC-B649-96D8-64CCD31939F8}"/>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72" name="Rectangle 448">
                  <a:extLst>
                    <a:ext uri="{FF2B5EF4-FFF2-40B4-BE49-F238E27FC236}">
                      <a16:creationId xmlns:a16="http://schemas.microsoft.com/office/drawing/2014/main" id="{DADA737D-D55A-2B4A-8A23-FC84F388E347}"/>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17" name="Group 449">
                <a:extLst>
                  <a:ext uri="{FF2B5EF4-FFF2-40B4-BE49-F238E27FC236}">
                    <a16:creationId xmlns:a16="http://schemas.microsoft.com/office/drawing/2014/main" id="{6E130A17-A772-5C44-B398-23A5E40F7760}"/>
                  </a:ext>
                </a:extLst>
              </p:cNvPr>
              <p:cNvGrpSpPr>
                <a:grpSpLocks/>
              </p:cNvGrpSpPr>
              <p:nvPr/>
            </p:nvGrpSpPr>
            <p:grpSpPr bwMode="auto">
              <a:xfrm>
                <a:off x="4128" y="2352"/>
                <a:ext cx="192" cy="192"/>
                <a:chOff x="3552" y="1968"/>
                <a:chExt cx="192" cy="192"/>
              </a:xfrm>
            </p:grpSpPr>
            <p:sp>
              <p:nvSpPr>
                <p:cNvPr id="67769" name="Rectangle 450">
                  <a:extLst>
                    <a:ext uri="{FF2B5EF4-FFF2-40B4-BE49-F238E27FC236}">
                      <a16:creationId xmlns:a16="http://schemas.microsoft.com/office/drawing/2014/main" id="{66217333-342A-C14A-A6F0-EB795F49D3DA}"/>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70" name="Rectangle 451">
                  <a:extLst>
                    <a:ext uri="{FF2B5EF4-FFF2-40B4-BE49-F238E27FC236}">
                      <a16:creationId xmlns:a16="http://schemas.microsoft.com/office/drawing/2014/main" id="{4BBA36F1-94E1-0A41-8B53-A01828CB6EA9}"/>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18" name="Group 452">
                <a:extLst>
                  <a:ext uri="{FF2B5EF4-FFF2-40B4-BE49-F238E27FC236}">
                    <a16:creationId xmlns:a16="http://schemas.microsoft.com/office/drawing/2014/main" id="{F0DDD692-5B36-7C47-8766-98132C6FBBBC}"/>
                  </a:ext>
                </a:extLst>
              </p:cNvPr>
              <p:cNvGrpSpPr>
                <a:grpSpLocks/>
              </p:cNvGrpSpPr>
              <p:nvPr/>
            </p:nvGrpSpPr>
            <p:grpSpPr bwMode="auto">
              <a:xfrm>
                <a:off x="4128" y="2544"/>
                <a:ext cx="192" cy="192"/>
                <a:chOff x="3552" y="1968"/>
                <a:chExt cx="192" cy="192"/>
              </a:xfrm>
            </p:grpSpPr>
            <p:sp>
              <p:nvSpPr>
                <p:cNvPr id="67767" name="Rectangle 453">
                  <a:extLst>
                    <a:ext uri="{FF2B5EF4-FFF2-40B4-BE49-F238E27FC236}">
                      <a16:creationId xmlns:a16="http://schemas.microsoft.com/office/drawing/2014/main" id="{0A9000C9-06AA-F442-88BC-19444B8D024D}"/>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68" name="Rectangle 454">
                  <a:extLst>
                    <a:ext uri="{FF2B5EF4-FFF2-40B4-BE49-F238E27FC236}">
                      <a16:creationId xmlns:a16="http://schemas.microsoft.com/office/drawing/2014/main" id="{50804F0D-5633-A442-89A4-27F34CB4E4B9}"/>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19" name="Group 455">
                <a:extLst>
                  <a:ext uri="{FF2B5EF4-FFF2-40B4-BE49-F238E27FC236}">
                    <a16:creationId xmlns:a16="http://schemas.microsoft.com/office/drawing/2014/main" id="{82893BD5-26B5-FF43-A31C-0D393939BE60}"/>
                  </a:ext>
                </a:extLst>
              </p:cNvPr>
              <p:cNvGrpSpPr>
                <a:grpSpLocks/>
              </p:cNvGrpSpPr>
              <p:nvPr/>
            </p:nvGrpSpPr>
            <p:grpSpPr bwMode="auto">
              <a:xfrm>
                <a:off x="4320" y="1968"/>
                <a:ext cx="192" cy="192"/>
                <a:chOff x="3552" y="1968"/>
                <a:chExt cx="192" cy="192"/>
              </a:xfrm>
            </p:grpSpPr>
            <p:sp>
              <p:nvSpPr>
                <p:cNvPr id="67765" name="Rectangle 456">
                  <a:extLst>
                    <a:ext uri="{FF2B5EF4-FFF2-40B4-BE49-F238E27FC236}">
                      <a16:creationId xmlns:a16="http://schemas.microsoft.com/office/drawing/2014/main" id="{E4AF33F4-E59B-6A4B-8D68-4C02B7579E91}"/>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66" name="Rectangle 457">
                  <a:extLst>
                    <a:ext uri="{FF2B5EF4-FFF2-40B4-BE49-F238E27FC236}">
                      <a16:creationId xmlns:a16="http://schemas.microsoft.com/office/drawing/2014/main" id="{7D1070E7-317C-7342-AE67-0A166BF6257C}"/>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20" name="Group 458">
                <a:extLst>
                  <a:ext uri="{FF2B5EF4-FFF2-40B4-BE49-F238E27FC236}">
                    <a16:creationId xmlns:a16="http://schemas.microsoft.com/office/drawing/2014/main" id="{38A7FF1E-62AD-7C48-BD59-BCDBE285E20E}"/>
                  </a:ext>
                </a:extLst>
              </p:cNvPr>
              <p:cNvGrpSpPr>
                <a:grpSpLocks/>
              </p:cNvGrpSpPr>
              <p:nvPr/>
            </p:nvGrpSpPr>
            <p:grpSpPr bwMode="auto">
              <a:xfrm>
                <a:off x="4320" y="2160"/>
                <a:ext cx="192" cy="192"/>
                <a:chOff x="3552" y="1968"/>
                <a:chExt cx="192" cy="192"/>
              </a:xfrm>
            </p:grpSpPr>
            <p:sp>
              <p:nvSpPr>
                <p:cNvPr id="67763" name="Rectangle 459">
                  <a:extLst>
                    <a:ext uri="{FF2B5EF4-FFF2-40B4-BE49-F238E27FC236}">
                      <a16:creationId xmlns:a16="http://schemas.microsoft.com/office/drawing/2014/main" id="{FABB9AD9-BF9E-DC49-AD74-B3DDFB2BF42D}"/>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64" name="Rectangle 460">
                  <a:extLst>
                    <a:ext uri="{FF2B5EF4-FFF2-40B4-BE49-F238E27FC236}">
                      <a16:creationId xmlns:a16="http://schemas.microsoft.com/office/drawing/2014/main" id="{D4F4845F-3518-BE40-866A-D68EA766E072}"/>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21" name="Group 461">
                <a:extLst>
                  <a:ext uri="{FF2B5EF4-FFF2-40B4-BE49-F238E27FC236}">
                    <a16:creationId xmlns:a16="http://schemas.microsoft.com/office/drawing/2014/main" id="{64C4E198-497A-DE4E-8F9D-F6ECD899E6F8}"/>
                  </a:ext>
                </a:extLst>
              </p:cNvPr>
              <p:cNvGrpSpPr>
                <a:grpSpLocks/>
              </p:cNvGrpSpPr>
              <p:nvPr/>
            </p:nvGrpSpPr>
            <p:grpSpPr bwMode="auto">
              <a:xfrm>
                <a:off x="4320" y="2352"/>
                <a:ext cx="192" cy="192"/>
                <a:chOff x="3552" y="1968"/>
                <a:chExt cx="192" cy="192"/>
              </a:xfrm>
            </p:grpSpPr>
            <p:sp>
              <p:nvSpPr>
                <p:cNvPr id="67761" name="Rectangle 462">
                  <a:extLst>
                    <a:ext uri="{FF2B5EF4-FFF2-40B4-BE49-F238E27FC236}">
                      <a16:creationId xmlns:a16="http://schemas.microsoft.com/office/drawing/2014/main" id="{EDD63A9C-0ACC-A547-89DB-813DB5151A46}"/>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62" name="Rectangle 463">
                  <a:extLst>
                    <a:ext uri="{FF2B5EF4-FFF2-40B4-BE49-F238E27FC236}">
                      <a16:creationId xmlns:a16="http://schemas.microsoft.com/office/drawing/2014/main" id="{FB9DDC9F-358B-4E4C-B21D-54EEB21EEFD8}"/>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22" name="Group 464">
                <a:extLst>
                  <a:ext uri="{FF2B5EF4-FFF2-40B4-BE49-F238E27FC236}">
                    <a16:creationId xmlns:a16="http://schemas.microsoft.com/office/drawing/2014/main" id="{BF1EB99E-D98B-E349-8A67-E605D75D2B4B}"/>
                  </a:ext>
                </a:extLst>
              </p:cNvPr>
              <p:cNvGrpSpPr>
                <a:grpSpLocks/>
              </p:cNvGrpSpPr>
              <p:nvPr/>
            </p:nvGrpSpPr>
            <p:grpSpPr bwMode="auto">
              <a:xfrm>
                <a:off x="4320" y="2544"/>
                <a:ext cx="192" cy="192"/>
                <a:chOff x="3552" y="1968"/>
                <a:chExt cx="192" cy="192"/>
              </a:xfrm>
            </p:grpSpPr>
            <p:sp>
              <p:nvSpPr>
                <p:cNvPr id="67759" name="Rectangle 465">
                  <a:extLst>
                    <a:ext uri="{FF2B5EF4-FFF2-40B4-BE49-F238E27FC236}">
                      <a16:creationId xmlns:a16="http://schemas.microsoft.com/office/drawing/2014/main" id="{DE6F1265-A429-D048-92C1-5843C6068380}"/>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60" name="Rectangle 466">
                  <a:extLst>
                    <a:ext uri="{FF2B5EF4-FFF2-40B4-BE49-F238E27FC236}">
                      <a16:creationId xmlns:a16="http://schemas.microsoft.com/office/drawing/2014/main" id="{7CC1A204-EDA4-AB45-B661-4E16BE282F6B}"/>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23" name="Group 467">
                <a:extLst>
                  <a:ext uri="{FF2B5EF4-FFF2-40B4-BE49-F238E27FC236}">
                    <a16:creationId xmlns:a16="http://schemas.microsoft.com/office/drawing/2014/main" id="{07647B05-534C-6440-ADDD-81141A4B0C84}"/>
                  </a:ext>
                </a:extLst>
              </p:cNvPr>
              <p:cNvGrpSpPr>
                <a:grpSpLocks/>
              </p:cNvGrpSpPr>
              <p:nvPr/>
            </p:nvGrpSpPr>
            <p:grpSpPr bwMode="auto">
              <a:xfrm>
                <a:off x="4512" y="1968"/>
                <a:ext cx="192" cy="192"/>
                <a:chOff x="3552" y="1968"/>
                <a:chExt cx="192" cy="192"/>
              </a:xfrm>
            </p:grpSpPr>
            <p:sp>
              <p:nvSpPr>
                <p:cNvPr id="67757" name="Rectangle 468">
                  <a:extLst>
                    <a:ext uri="{FF2B5EF4-FFF2-40B4-BE49-F238E27FC236}">
                      <a16:creationId xmlns:a16="http://schemas.microsoft.com/office/drawing/2014/main" id="{6CE4E208-90D4-8146-BBBB-079DD9FA5070}"/>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58" name="Rectangle 469">
                  <a:extLst>
                    <a:ext uri="{FF2B5EF4-FFF2-40B4-BE49-F238E27FC236}">
                      <a16:creationId xmlns:a16="http://schemas.microsoft.com/office/drawing/2014/main" id="{AAD065C2-F0B0-6842-BD2F-CD3C9713AF44}"/>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24" name="Group 470">
                <a:extLst>
                  <a:ext uri="{FF2B5EF4-FFF2-40B4-BE49-F238E27FC236}">
                    <a16:creationId xmlns:a16="http://schemas.microsoft.com/office/drawing/2014/main" id="{FACA9DEC-8DD5-FD4B-BA53-326C76DA290E}"/>
                  </a:ext>
                </a:extLst>
              </p:cNvPr>
              <p:cNvGrpSpPr>
                <a:grpSpLocks/>
              </p:cNvGrpSpPr>
              <p:nvPr/>
            </p:nvGrpSpPr>
            <p:grpSpPr bwMode="auto">
              <a:xfrm>
                <a:off x="4512" y="2160"/>
                <a:ext cx="192" cy="192"/>
                <a:chOff x="3552" y="1968"/>
                <a:chExt cx="192" cy="192"/>
              </a:xfrm>
            </p:grpSpPr>
            <p:sp>
              <p:nvSpPr>
                <p:cNvPr id="67755" name="Rectangle 471">
                  <a:extLst>
                    <a:ext uri="{FF2B5EF4-FFF2-40B4-BE49-F238E27FC236}">
                      <a16:creationId xmlns:a16="http://schemas.microsoft.com/office/drawing/2014/main" id="{0B26C11C-F01B-F349-B2C8-451DD1EB37F2}"/>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56" name="Rectangle 472">
                  <a:extLst>
                    <a:ext uri="{FF2B5EF4-FFF2-40B4-BE49-F238E27FC236}">
                      <a16:creationId xmlns:a16="http://schemas.microsoft.com/office/drawing/2014/main" id="{540BAD9F-9CE3-A441-BEB3-5887FD867E05}"/>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25" name="Group 473">
                <a:extLst>
                  <a:ext uri="{FF2B5EF4-FFF2-40B4-BE49-F238E27FC236}">
                    <a16:creationId xmlns:a16="http://schemas.microsoft.com/office/drawing/2014/main" id="{3F43E2C4-50E4-8544-9064-B04B5C1A1387}"/>
                  </a:ext>
                </a:extLst>
              </p:cNvPr>
              <p:cNvGrpSpPr>
                <a:grpSpLocks/>
              </p:cNvGrpSpPr>
              <p:nvPr/>
            </p:nvGrpSpPr>
            <p:grpSpPr bwMode="auto">
              <a:xfrm>
                <a:off x="4512" y="2352"/>
                <a:ext cx="192" cy="192"/>
                <a:chOff x="3552" y="1968"/>
                <a:chExt cx="192" cy="192"/>
              </a:xfrm>
            </p:grpSpPr>
            <p:sp>
              <p:nvSpPr>
                <p:cNvPr id="67753" name="Rectangle 474">
                  <a:extLst>
                    <a:ext uri="{FF2B5EF4-FFF2-40B4-BE49-F238E27FC236}">
                      <a16:creationId xmlns:a16="http://schemas.microsoft.com/office/drawing/2014/main" id="{277E1B67-9671-DA4F-A027-212CE3A00CCA}"/>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54" name="Rectangle 475">
                  <a:extLst>
                    <a:ext uri="{FF2B5EF4-FFF2-40B4-BE49-F238E27FC236}">
                      <a16:creationId xmlns:a16="http://schemas.microsoft.com/office/drawing/2014/main" id="{599C5961-6387-1240-AA91-3CE6C2077687}"/>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26" name="Group 476">
                <a:extLst>
                  <a:ext uri="{FF2B5EF4-FFF2-40B4-BE49-F238E27FC236}">
                    <a16:creationId xmlns:a16="http://schemas.microsoft.com/office/drawing/2014/main" id="{2B42F27B-DF47-8D4B-BB42-0BA90CA9C316}"/>
                  </a:ext>
                </a:extLst>
              </p:cNvPr>
              <p:cNvGrpSpPr>
                <a:grpSpLocks/>
              </p:cNvGrpSpPr>
              <p:nvPr/>
            </p:nvGrpSpPr>
            <p:grpSpPr bwMode="auto">
              <a:xfrm>
                <a:off x="4512" y="2544"/>
                <a:ext cx="192" cy="192"/>
                <a:chOff x="3552" y="1968"/>
                <a:chExt cx="192" cy="192"/>
              </a:xfrm>
            </p:grpSpPr>
            <p:sp>
              <p:nvSpPr>
                <p:cNvPr id="67751" name="Rectangle 477">
                  <a:extLst>
                    <a:ext uri="{FF2B5EF4-FFF2-40B4-BE49-F238E27FC236}">
                      <a16:creationId xmlns:a16="http://schemas.microsoft.com/office/drawing/2014/main" id="{1C7BF947-AD46-5E4D-BCD1-BB339EE32425}"/>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52" name="Rectangle 478">
                  <a:extLst>
                    <a:ext uri="{FF2B5EF4-FFF2-40B4-BE49-F238E27FC236}">
                      <a16:creationId xmlns:a16="http://schemas.microsoft.com/office/drawing/2014/main" id="{CB7BD65A-6FCD-1A45-85AF-179C1E75F03A}"/>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27" name="Group 479">
                <a:extLst>
                  <a:ext uri="{FF2B5EF4-FFF2-40B4-BE49-F238E27FC236}">
                    <a16:creationId xmlns:a16="http://schemas.microsoft.com/office/drawing/2014/main" id="{1B234CE9-0A0F-FC4A-8A9F-5A50A741C076}"/>
                  </a:ext>
                </a:extLst>
              </p:cNvPr>
              <p:cNvGrpSpPr>
                <a:grpSpLocks/>
              </p:cNvGrpSpPr>
              <p:nvPr/>
            </p:nvGrpSpPr>
            <p:grpSpPr bwMode="auto">
              <a:xfrm>
                <a:off x="4704" y="1968"/>
                <a:ext cx="192" cy="192"/>
                <a:chOff x="3552" y="1968"/>
                <a:chExt cx="192" cy="192"/>
              </a:xfrm>
            </p:grpSpPr>
            <p:sp>
              <p:nvSpPr>
                <p:cNvPr id="67749" name="Rectangle 480">
                  <a:extLst>
                    <a:ext uri="{FF2B5EF4-FFF2-40B4-BE49-F238E27FC236}">
                      <a16:creationId xmlns:a16="http://schemas.microsoft.com/office/drawing/2014/main" id="{5C5AA4B8-F2CF-E047-B58F-0A42E315EB3F}"/>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50" name="Rectangle 481">
                  <a:extLst>
                    <a:ext uri="{FF2B5EF4-FFF2-40B4-BE49-F238E27FC236}">
                      <a16:creationId xmlns:a16="http://schemas.microsoft.com/office/drawing/2014/main" id="{140E2381-BC01-864E-B085-4EA5DCABF17E}"/>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28" name="Group 482">
                <a:extLst>
                  <a:ext uri="{FF2B5EF4-FFF2-40B4-BE49-F238E27FC236}">
                    <a16:creationId xmlns:a16="http://schemas.microsoft.com/office/drawing/2014/main" id="{17E7A3AA-8A56-974A-936D-468C2B7D4857}"/>
                  </a:ext>
                </a:extLst>
              </p:cNvPr>
              <p:cNvGrpSpPr>
                <a:grpSpLocks/>
              </p:cNvGrpSpPr>
              <p:nvPr/>
            </p:nvGrpSpPr>
            <p:grpSpPr bwMode="auto">
              <a:xfrm>
                <a:off x="4704" y="2160"/>
                <a:ext cx="192" cy="192"/>
                <a:chOff x="3552" y="1968"/>
                <a:chExt cx="192" cy="192"/>
              </a:xfrm>
            </p:grpSpPr>
            <p:sp>
              <p:nvSpPr>
                <p:cNvPr id="67747" name="Rectangle 483">
                  <a:extLst>
                    <a:ext uri="{FF2B5EF4-FFF2-40B4-BE49-F238E27FC236}">
                      <a16:creationId xmlns:a16="http://schemas.microsoft.com/office/drawing/2014/main" id="{FB3006DD-9078-EF4E-A672-B775F2D37A3E}"/>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48" name="Rectangle 484">
                  <a:extLst>
                    <a:ext uri="{FF2B5EF4-FFF2-40B4-BE49-F238E27FC236}">
                      <a16:creationId xmlns:a16="http://schemas.microsoft.com/office/drawing/2014/main" id="{0EBADD18-C438-C549-9294-F4A40DE606C2}"/>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29" name="Group 485">
                <a:extLst>
                  <a:ext uri="{FF2B5EF4-FFF2-40B4-BE49-F238E27FC236}">
                    <a16:creationId xmlns:a16="http://schemas.microsoft.com/office/drawing/2014/main" id="{A365564D-D1D0-CA4B-BE9E-6204116FE070}"/>
                  </a:ext>
                </a:extLst>
              </p:cNvPr>
              <p:cNvGrpSpPr>
                <a:grpSpLocks/>
              </p:cNvGrpSpPr>
              <p:nvPr/>
            </p:nvGrpSpPr>
            <p:grpSpPr bwMode="auto">
              <a:xfrm>
                <a:off x="4704" y="2352"/>
                <a:ext cx="192" cy="192"/>
                <a:chOff x="3552" y="1968"/>
                <a:chExt cx="192" cy="192"/>
              </a:xfrm>
            </p:grpSpPr>
            <p:sp>
              <p:nvSpPr>
                <p:cNvPr id="67745" name="Rectangle 486">
                  <a:extLst>
                    <a:ext uri="{FF2B5EF4-FFF2-40B4-BE49-F238E27FC236}">
                      <a16:creationId xmlns:a16="http://schemas.microsoft.com/office/drawing/2014/main" id="{BDB707C6-71A9-5640-9C21-50DC2CFF364C}"/>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46" name="Rectangle 487">
                  <a:extLst>
                    <a:ext uri="{FF2B5EF4-FFF2-40B4-BE49-F238E27FC236}">
                      <a16:creationId xmlns:a16="http://schemas.microsoft.com/office/drawing/2014/main" id="{38FEC91E-8F1E-B14B-8AAD-2755E100B5EF}"/>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30" name="Group 488">
                <a:extLst>
                  <a:ext uri="{FF2B5EF4-FFF2-40B4-BE49-F238E27FC236}">
                    <a16:creationId xmlns:a16="http://schemas.microsoft.com/office/drawing/2014/main" id="{33429788-1483-784E-A9CA-CD688DCE3E9C}"/>
                  </a:ext>
                </a:extLst>
              </p:cNvPr>
              <p:cNvGrpSpPr>
                <a:grpSpLocks/>
              </p:cNvGrpSpPr>
              <p:nvPr/>
            </p:nvGrpSpPr>
            <p:grpSpPr bwMode="auto">
              <a:xfrm>
                <a:off x="4704" y="2544"/>
                <a:ext cx="192" cy="192"/>
                <a:chOff x="3552" y="1968"/>
                <a:chExt cx="192" cy="192"/>
              </a:xfrm>
            </p:grpSpPr>
            <p:sp>
              <p:nvSpPr>
                <p:cNvPr id="67743" name="Rectangle 489">
                  <a:extLst>
                    <a:ext uri="{FF2B5EF4-FFF2-40B4-BE49-F238E27FC236}">
                      <a16:creationId xmlns:a16="http://schemas.microsoft.com/office/drawing/2014/main" id="{F85D224D-4549-B94B-9AA9-137BAB1813D9}"/>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44" name="Rectangle 490">
                  <a:extLst>
                    <a:ext uri="{FF2B5EF4-FFF2-40B4-BE49-F238E27FC236}">
                      <a16:creationId xmlns:a16="http://schemas.microsoft.com/office/drawing/2014/main" id="{123626A8-BA4B-214E-8561-18CA8DBD3509}"/>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31" name="Group 491">
                <a:extLst>
                  <a:ext uri="{FF2B5EF4-FFF2-40B4-BE49-F238E27FC236}">
                    <a16:creationId xmlns:a16="http://schemas.microsoft.com/office/drawing/2014/main" id="{7222D6A1-15B7-294C-A0BD-D5CB0542D22A}"/>
                  </a:ext>
                </a:extLst>
              </p:cNvPr>
              <p:cNvGrpSpPr>
                <a:grpSpLocks/>
              </p:cNvGrpSpPr>
              <p:nvPr/>
            </p:nvGrpSpPr>
            <p:grpSpPr bwMode="auto">
              <a:xfrm>
                <a:off x="4896" y="1968"/>
                <a:ext cx="192" cy="192"/>
                <a:chOff x="3552" y="1968"/>
                <a:chExt cx="192" cy="192"/>
              </a:xfrm>
            </p:grpSpPr>
            <p:sp>
              <p:nvSpPr>
                <p:cNvPr id="67741" name="Rectangle 492">
                  <a:extLst>
                    <a:ext uri="{FF2B5EF4-FFF2-40B4-BE49-F238E27FC236}">
                      <a16:creationId xmlns:a16="http://schemas.microsoft.com/office/drawing/2014/main" id="{29F1FA89-7048-0340-9ABF-7BDC03802EBD}"/>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42" name="Rectangle 493">
                  <a:extLst>
                    <a:ext uri="{FF2B5EF4-FFF2-40B4-BE49-F238E27FC236}">
                      <a16:creationId xmlns:a16="http://schemas.microsoft.com/office/drawing/2014/main" id="{9EA9ECF7-2046-6148-ACCB-89595DBC6910}"/>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32" name="Group 494">
                <a:extLst>
                  <a:ext uri="{FF2B5EF4-FFF2-40B4-BE49-F238E27FC236}">
                    <a16:creationId xmlns:a16="http://schemas.microsoft.com/office/drawing/2014/main" id="{DC5491BF-04A6-9B44-B9E6-9B5DBAF293EE}"/>
                  </a:ext>
                </a:extLst>
              </p:cNvPr>
              <p:cNvGrpSpPr>
                <a:grpSpLocks/>
              </p:cNvGrpSpPr>
              <p:nvPr/>
            </p:nvGrpSpPr>
            <p:grpSpPr bwMode="auto">
              <a:xfrm>
                <a:off x="4896" y="2160"/>
                <a:ext cx="192" cy="192"/>
                <a:chOff x="3552" y="1968"/>
                <a:chExt cx="192" cy="192"/>
              </a:xfrm>
            </p:grpSpPr>
            <p:sp>
              <p:nvSpPr>
                <p:cNvPr id="67739" name="Rectangle 495">
                  <a:extLst>
                    <a:ext uri="{FF2B5EF4-FFF2-40B4-BE49-F238E27FC236}">
                      <a16:creationId xmlns:a16="http://schemas.microsoft.com/office/drawing/2014/main" id="{5EEDBC5A-12DD-6B44-B9DA-8C359D9C6778}"/>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40" name="Rectangle 496">
                  <a:extLst>
                    <a:ext uri="{FF2B5EF4-FFF2-40B4-BE49-F238E27FC236}">
                      <a16:creationId xmlns:a16="http://schemas.microsoft.com/office/drawing/2014/main" id="{4391E070-930F-8846-963B-45B2F9E03898}"/>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33" name="Group 497">
                <a:extLst>
                  <a:ext uri="{FF2B5EF4-FFF2-40B4-BE49-F238E27FC236}">
                    <a16:creationId xmlns:a16="http://schemas.microsoft.com/office/drawing/2014/main" id="{524A0150-8A41-D74E-9752-5780B9382C29}"/>
                  </a:ext>
                </a:extLst>
              </p:cNvPr>
              <p:cNvGrpSpPr>
                <a:grpSpLocks/>
              </p:cNvGrpSpPr>
              <p:nvPr/>
            </p:nvGrpSpPr>
            <p:grpSpPr bwMode="auto">
              <a:xfrm>
                <a:off x="4896" y="2352"/>
                <a:ext cx="192" cy="192"/>
                <a:chOff x="3552" y="1968"/>
                <a:chExt cx="192" cy="192"/>
              </a:xfrm>
            </p:grpSpPr>
            <p:sp>
              <p:nvSpPr>
                <p:cNvPr id="67737" name="Rectangle 498">
                  <a:extLst>
                    <a:ext uri="{FF2B5EF4-FFF2-40B4-BE49-F238E27FC236}">
                      <a16:creationId xmlns:a16="http://schemas.microsoft.com/office/drawing/2014/main" id="{F88C7F26-26F0-A541-AE3F-6018B7C34787}"/>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38" name="Rectangle 499">
                  <a:extLst>
                    <a:ext uri="{FF2B5EF4-FFF2-40B4-BE49-F238E27FC236}">
                      <a16:creationId xmlns:a16="http://schemas.microsoft.com/office/drawing/2014/main" id="{550FE54E-5A40-9643-81FA-07A24F6A9BD9}"/>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34" name="Group 500">
                <a:extLst>
                  <a:ext uri="{FF2B5EF4-FFF2-40B4-BE49-F238E27FC236}">
                    <a16:creationId xmlns:a16="http://schemas.microsoft.com/office/drawing/2014/main" id="{959726EA-8621-7E4F-89CA-77DBD5FB87CC}"/>
                  </a:ext>
                </a:extLst>
              </p:cNvPr>
              <p:cNvGrpSpPr>
                <a:grpSpLocks/>
              </p:cNvGrpSpPr>
              <p:nvPr/>
            </p:nvGrpSpPr>
            <p:grpSpPr bwMode="auto">
              <a:xfrm>
                <a:off x="4896" y="2544"/>
                <a:ext cx="192" cy="192"/>
                <a:chOff x="3552" y="1968"/>
                <a:chExt cx="192" cy="192"/>
              </a:xfrm>
            </p:grpSpPr>
            <p:sp>
              <p:nvSpPr>
                <p:cNvPr id="67735" name="Rectangle 501">
                  <a:extLst>
                    <a:ext uri="{FF2B5EF4-FFF2-40B4-BE49-F238E27FC236}">
                      <a16:creationId xmlns:a16="http://schemas.microsoft.com/office/drawing/2014/main" id="{E19342E9-944B-1D4F-AAE9-8B3C10330039}"/>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36" name="Rectangle 502">
                  <a:extLst>
                    <a:ext uri="{FF2B5EF4-FFF2-40B4-BE49-F238E27FC236}">
                      <a16:creationId xmlns:a16="http://schemas.microsoft.com/office/drawing/2014/main" id="{4B12D228-D646-124D-A578-85A15F750332}"/>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67701" name="AutoShape 503">
              <a:extLst>
                <a:ext uri="{FF2B5EF4-FFF2-40B4-BE49-F238E27FC236}">
                  <a16:creationId xmlns:a16="http://schemas.microsoft.com/office/drawing/2014/main" id="{955643A0-EE97-7E40-84D8-C05F083964BB}"/>
                </a:ext>
              </a:extLst>
            </p:cNvPr>
            <p:cNvSpPr>
              <a:spLocks noChangeArrowheads="1"/>
            </p:cNvSpPr>
            <p:nvPr/>
          </p:nvSpPr>
          <p:spPr bwMode="auto">
            <a:xfrm>
              <a:off x="3552" y="1777"/>
              <a:ext cx="481" cy="462"/>
            </a:xfrm>
            <a:prstGeom prst="rightArrow">
              <a:avLst>
                <a:gd name="adj1" fmla="val 50000"/>
                <a:gd name="adj2" fmla="val 28028"/>
              </a:avLst>
            </a:prstGeom>
            <a:solidFill>
              <a:schemeClr val="bg1"/>
            </a:solidFill>
            <a:ln w="38100">
              <a:solidFill>
                <a:schemeClr val="tx1"/>
              </a:solidFill>
              <a:miter lim="800000"/>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W2</a:t>
              </a:r>
            </a:p>
          </p:txBody>
        </p:sp>
      </p:grpSp>
      <p:grpSp>
        <p:nvGrpSpPr>
          <p:cNvPr id="43133" name="Group 504">
            <a:extLst>
              <a:ext uri="{FF2B5EF4-FFF2-40B4-BE49-F238E27FC236}">
                <a16:creationId xmlns:a16="http://schemas.microsoft.com/office/drawing/2014/main" id="{89026F31-9C35-2A40-85A5-E66671787863}"/>
              </a:ext>
            </a:extLst>
          </p:cNvPr>
          <p:cNvGrpSpPr>
            <a:grpSpLocks/>
          </p:cNvGrpSpPr>
          <p:nvPr/>
        </p:nvGrpSpPr>
        <p:grpSpPr bwMode="auto">
          <a:xfrm>
            <a:off x="5638800" y="4275138"/>
            <a:ext cx="3200400" cy="1522412"/>
            <a:chOff x="3552" y="2545"/>
            <a:chExt cx="2016" cy="959"/>
          </a:xfrm>
        </p:grpSpPr>
        <p:grpSp>
          <p:nvGrpSpPr>
            <p:cNvPr id="67601" name="Group 505">
              <a:extLst>
                <a:ext uri="{FF2B5EF4-FFF2-40B4-BE49-F238E27FC236}">
                  <a16:creationId xmlns:a16="http://schemas.microsoft.com/office/drawing/2014/main" id="{F5FB6D33-2F08-1B4F-85E3-3656E559FB6E}"/>
                </a:ext>
              </a:extLst>
            </p:cNvPr>
            <p:cNvGrpSpPr>
              <a:grpSpLocks/>
            </p:cNvGrpSpPr>
            <p:nvPr/>
          </p:nvGrpSpPr>
          <p:grpSpPr bwMode="auto">
            <a:xfrm>
              <a:off x="4032" y="2736"/>
              <a:ext cx="1536" cy="768"/>
              <a:chOff x="3552" y="2736"/>
              <a:chExt cx="1536" cy="768"/>
            </a:xfrm>
          </p:grpSpPr>
          <p:sp>
            <p:nvSpPr>
              <p:cNvPr id="67603" name="Rectangle 506">
                <a:extLst>
                  <a:ext uri="{FF2B5EF4-FFF2-40B4-BE49-F238E27FC236}">
                    <a16:creationId xmlns:a16="http://schemas.microsoft.com/office/drawing/2014/main" id="{BD85E3AC-9D85-DA41-84FE-1F0ACB62802F}"/>
                  </a:ext>
                </a:extLst>
              </p:cNvPr>
              <p:cNvSpPr>
                <a:spLocks noChangeArrowheads="1"/>
              </p:cNvSpPr>
              <p:nvPr/>
            </p:nvSpPr>
            <p:spPr bwMode="auto">
              <a:xfrm>
                <a:off x="3552" y="2736"/>
                <a:ext cx="1536" cy="76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7604" name="Group 507">
                <a:extLst>
                  <a:ext uri="{FF2B5EF4-FFF2-40B4-BE49-F238E27FC236}">
                    <a16:creationId xmlns:a16="http://schemas.microsoft.com/office/drawing/2014/main" id="{59ED154A-722F-EF4D-8F9A-ED20B664471B}"/>
                  </a:ext>
                </a:extLst>
              </p:cNvPr>
              <p:cNvGrpSpPr>
                <a:grpSpLocks/>
              </p:cNvGrpSpPr>
              <p:nvPr/>
            </p:nvGrpSpPr>
            <p:grpSpPr bwMode="auto">
              <a:xfrm>
                <a:off x="3552" y="2736"/>
                <a:ext cx="192" cy="192"/>
                <a:chOff x="3552" y="2736"/>
                <a:chExt cx="192" cy="192"/>
              </a:xfrm>
            </p:grpSpPr>
            <p:sp>
              <p:nvSpPr>
                <p:cNvPr id="67698" name="Rectangle 508">
                  <a:extLst>
                    <a:ext uri="{FF2B5EF4-FFF2-40B4-BE49-F238E27FC236}">
                      <a16:creationId xmlns:a16="http://schemas.microsoft.com/office/drawing/2014/main" id="{70796019-E31C-4E4A-9DCA-B9A3B704F017}"/>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99" name="Rectangle 509">
                  <a:extLst>
                    <a:ext uri="{FF2B5EF4-FFF2-40B4-BE49-F238E27FC236}">
                      <a16:creationId xmlns:a16="http://schemas.microsoft.com/office/drawing/2014/main" id="{AEE5208D-AFBC-B348-B01E-742E76B57A3D}"/>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05" name="Group 510">
                <a:extLst>
                  <a:ext uri="{FF2B5EF4-FFF2-40B4-BE49-F238E27FC236}">
                    <a16:creationId xmlns:a16="http://schemas.microsoft.com/office/drawing/2014/main" id="{3E6CF625-FD35-8444-B425-FEEF77A84928}"/>
                  </a:ext>
                </a:extLst>
              </p:cNvPr>
              <p:cNvGrpSpPr>
                <a:grpSpLocks/>
              </p:cNvGrpSpPr>
              <p:nvPr/>
            </p:nvGrpSpPr>
            <p:grpSpPr bwMode="auto">
              <a:xfrm>
                <a:off x="3552" y="2928"/>
                <a:ext cx="192" cy="192"/>
                <a:chOff x="3552" y="2736"/>
                <a:chExt cx="192" cy="192"/>
              </a:xfrm>
            </p:grpSpPr>
            <p:sp>
              <p:nvSpPr>
                <p:cNvPr id="67696" name="Rectangle 511">
                  <a:extLst>
                    <a:ext uri="{FF2B5EF4-FFF2-40B4-BE49-F238E27FC236}">
                      <a16:creationId xmlns:a16="http://schemas.microsoft.com/office/drawing/2014/main" id="{584CB2FD-276D-6A4A-AF6D-1BC8E59D36DE}"/>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97" name="Rectangle 512">
                  <a:extLst>
                    <a:ext uri="{FF2B5EF4-FFF2-40B4-BE49-F238E27FC236}">
                      <a16:creationId xmlns:a16="http://schemas.microsoft.com/office/drawing/2014/main" id="{EE22DE7D-BEBD-E946-956F-F8117E170048}"/>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06" name="Group 513">
                <a:extLst>
                  <a:ext uri="{FF2B5EF4-FFF2-40B4-BE49-F238E27FC236}">
                    <a16:creationId xmlns:a16="http://schemas.microsoft.com/office/drawing/2014/main" id="{8233585C-0A9F-C143-A6E8-4B1FD5FF0056}"/>
                  </a:ext>
                </a:extLst>
              </p:cNvPr>
              <p:cNvGrpSpPr>
                <a:grpSpLocks/>
              </p:cNvGrpSpPr>
              <p:nvPr/>
            </p:nvGrpSpPr>
            <p:grpSpPr bwMode="auto">
              <a:xfrm>
                <a:off x="3552" y="3120"/>
                <a:ext cx="192" cy="192"/>
                <a:chOff x="3552" y="2736"/>
                <a:chExt cx="192" cy="192"/>
              </a:xfrm>
            </p:grpSpPr>
            <p:sp>
              <p:nvSpPr>
                <p:cNvPr id="67694" name="Rectangle 514">
                  <a:extLst>
                    <a:ext uri="{FF2B5EF4-FFF2-40B4-BE49-F238E27FC236}">
                      <a16:creationId xmlns:a16="http://schemas.microsoft.com/office/drawing/2014/main" id="{1C1F5B42-A4C5-4144-9FFC-FCCF06A5AA66}"/>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95" name="Rectangle 515">
                  <a:extLst>
                    <a:ext uri="{FF2B5EF4-FFF2-40B4-BE49-F238E27FC236}">
                      <a16:creationId xmlns:a16="http://schemas.microsoft.com/office/drawing/2014/main" id="{E752E583-867D-DB45-A554-727D86EF2284}"/>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07" name="Group 516">
                <a:extLst>
                  <a:ext uri="{FF2B5EF4-FFF2-40B4-BE49-F238E27FC236}">
                    <a16:creationId xmlns:a16="http://schemas.microsoft.com/office/drawing/2014/main" id="{D416EFD6-F74C-CC41-AE77-35408C278B34}"/>
                  </a:ext>
                </a:extLst>
              </p:cNvPr>
              <p:cNvGrpSpPr>
                <a:grpSpLocks/>
              </p:cNvGrpSpPr>
              <p:nvPr/>
            </p:nvGrpSpPr>
            <p:grpSpPr bwMode="auto">
              <a:xfrm>
                <a:off x="3552" y="3312"/>
                <a:ext cx="192" cy="192"/>
                <a:chOff x="3552" y="2736"/>
                <a:chExt cx="192" cy="192"/>
              </a:xfrm>
            </p:grpSpPr>
            <p:sp>
              <p:nvSpPr>
                <p:cNvPr id="67692" name="Rectangle 517">
                  <a:extLst>
                    <a:ext uri="{FF2B5EF4-FFF2-40B4-BE49-F238E27FC236}">
                      <a16:creationId xmlns:a16="http://schemas.microsoft.com/office/drawing/2014/main" id="{8EC794F8-F6F1-AA47-8E17-74E9D25D0B92}"/>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93" name="Rectangle 518">
                  <a:extLst>
                    <a:ext uri="{FF2B5EF4-FFF2-40B4-BE49-F238E27FC236}">
                      <a16:creationId xmlns:a16="http://schemas.microsoft.com/office/drawing/2014/main" id="{84631630-DC87-144A-BD02-B2647BAB3A52}"/>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08" name="Group 519">
                <a:extLst>
                  <a:ext uri="{FF2B5EF4-FFF2-40B4-BE49-F238E27FC236}">
                    <a16:creationId xmlns:a16="http://schemas.microsoft.com/office/drawing/2014/main" id="{BB0EC51B-4343-3749-84CE-213134C57289}"/>
                  </a:ext>
                </a:extLst>
              </p:cNvPr>
              <p:cNvGrpSpPr>
                <a:grpSpLocks/>
              </p:cNvGrpSpPr>
              <p:nvPr/>
            </p:nvGrpSpPr>
            <p:grpSpPr bwMode="auto">
              <a:xfrm>
                <a:off x="3744" y="2736"/>
                <a:ext cx="192" cy="192"/>
                <a:chOff x="3552" y="2736"/>
                <a:chExt cx="192" cy="192"/>
              </a:xfrm>
            </p:grpSpPr>
            <p:sp>
              <p:nvSpPr>
                <p:cNvPr id="67690" name="Rectangle 520">
                  <a:extLst>
                    <a:ext uri="{FF2B5EF4-FFF2-40B4-BE49-F238E27FC236}">
                      <a16:creationId xmlns:a16="http://schemas.microsoft.com/office/drawing/2014/main" id="{7460586D-9F56-194C-A96F-AEE00AD25CAF}"/>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91" name="Rectangle 521">
                  <a:extLst>
                    <a:ext uri="{FF2B5EF4-FFF2-40B4-BE49-F238E27FC236}">
                      <a16:creationId xmlns:a16="http://schemas.microsoft.com/office/drawing/2014/main" id="{FDB3F814-3F8A-B241-B0D1-A6FD47D98DD9}"/>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09" name="Group 522">
                <a:extLst>
                  <a:ext uri="{FF2B5EF4-FFF2-40B4-BE49-F238E27FC236}">
                    <a16:creationId xmlns:a16="http://schemas.microsoft.com/office/drawing/2014/main" id="{65CA0C7A-8FE9-094A-95D6-D93D97E5F0BF}"/>
                  </a:ext>
                </a:extLst>
              </p:cNvPr>
              <p:cNvGrpSpPr>
                <a:grpSpLocks/>
              </p:cNvGrpSpPr>
              <p:nvPr/>
            </p:nvGrpSpPr>
            <p:grpSpPr bwMode="auto">
              <a:xfrm>
                <a:off x="3744" y="2928"/>
                <a:ext cx="192" cy="192"/>
                <a:chOff x="3552" y="2736"/>
                <a:chExt cx="192" cy="192"/>
              </a:xfrm>
            </p:grpSpPr>
            <p:sp>
              <p:nvSpPr>
                <p:cNvPr id="67688" name="Rectangle 523">
                  <a:extLst>
                    <a:ext uri="{FF2B5EF4-FFF2-40B4-BE49-F238E27FC236}">
                      <a16:creationId xmlns:a16="http://schemas.microsoft.com/office/drawing/2014/main" id="{C73F53DE-1613-1747-8B49-315E4D1059BA}"/>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89" name="Rectangle 524">
                  <a:extLst>
                    <a:ext uri="{FF2B5EF4-FFF2-40B4-BE49-F238E27FC236}">
                      <a16:creationId xmlns:a16="http://schemas.microsoft.com/office/drawing/2014/main" id="{AE774288-40C9-594F-8F5D-ABFB0E3923F4}"/>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10" name="Group 525">
                <a:extLst>
                  <a:ext uri="{FF2B5EF4-FFF2-40B4-BE49-F238E27FC236}">
                    <a16:creationId xmlns:a16="http://schemas.microsoft.com/office/drawing/2014/main" id="{46A3D8ED-79AA-6540-8AC3-849E170413CA}"/>
                  </a:ext>
                </a:extLst>
              </p:cNvPr>
              <p:cNvGrpSpPr>
                <a:grpSpLocks/>
              </p:cNvGrpSpPr>
              <p:nvPr/>
            </p:nvGrpSpPr>
            <p:grpSpPr bwMode="auto">
              <a:xfrm>
                <a:off x="3744" y="3120"/>
                <a:ext cx="192" cy="192"/>
                <a:chOff x="3552" y="2736"/>
                <a:chExt cx="192" cy="192"/>
              </a:xfrm>
            </p:grpSpPr>
            <p:sp>
              <p:nvSpPr>
                <p:cNvPr id="67686" name="Rectangle 526">
                  <a:extLst>
                    <a:ext uri="{FF2B5EF4-FFF2-40B4-BE49-F238E27FC236}">
                      <a16:creationId xmlns:a16="http://schemas.microsoft.com/office/drawing/2014/main" id="{D1738B96-2554-CE45-A78E-5B20B6AF34DE}"/>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87" name="Rectangle 527">
                  <a:extLst>
                    <a:ext uri="{FF2B5EF4-FFF2-40B4-BE49-F238E27FC236}">
                      <a16:creationId xmlns:a16="http://schemas.microsoft.com/office/drawing/2014/main" id="{67A8D8E1-CEA3-854B-AF1D-663705069F08}"/>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11" name="Group 528">
                <a:extLst>
                  <a:ext uri="{FF2B5EF4-FFF2-40B4-BE49-F238E27FC236}">
                    <a16:creationId xmlns:a16="http://schemas.microsoft.com/office/drawing/2014/main" id="{9569AAB7-C452-5343-A6EA-F328A0A22418}"/>
                  </a:ext>
                </a:extLst>
              </p:cNvPr>
              <p:cNvGrpSpPr>
                <a:grpSpLocks/>
              </p:cNvGrpSpPr>
              <p:nvPr/>
            </p:nvGrpSpPr>
            <p:grpSpPr bwMode="auto">
              <a:xfrm>
                <a:off x="3744" y="3312"/>
                <a:ext cx="192" cy="192"/>
                <a:chOff x="3552" y="2736"/>
                <a:chExt cx="192" cy="192"/>
              </a:xfrm>
            </p:grpSpPr>
            <p:sp>
              <p:nvSpPr>
                <p:cNvPr id="67684" name="Rectangle 529">
                  <a:extLst>
                    <a:ext uri="{FF2B5EF4-FFF2-40B4-BE49-F238E27FC236}">
                      <a16:creationId xmlns:a16="http://schemas.microsoft.com/office/drawing/2014/main" id="{DA8D9C58-0A6A-E34A-83DA-A64EFBDB618F}"/>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85" name="Rectangle 530">
                  <a:extLst>
                    <a:ext uri="{FF2B5EF4-FFF2-40B4-BE49-F238E27FC236}">
                      <a16:creationId xmlns:a16="http://schemas.microsoft.com/office/drawing/2014/main" id="{7016DE23-476B-2942-8320-D563FC16C615}"/>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12" name="Group 531">
                <a:extLst>
                  <a:ext uri="{FF2B5EF4-FFF2-40B4-BE49-F238E27FC236}">
                    <a16:creationId xmlns:a16="http://schemas.microsoft.com/office/drawing/2014/main" id="{DAF30E7F-6C71-7E49-827F-63DA6860A5D9}"/>
                  </a:ext>
                </a:extLst>
              </p:cNvPr>
              <p:cNvGrpSpPr>
                <a:grpSpLocks/>
              </p:cNvGrpSpPr>
              <p:nvPr/>
            </p:nvGrpSpPr>
            <p:grpSpPr bwMode="auto">
              <a:xfrm>
                <a:off x="3936" y="2736"/>
                <a:ext cx="192" cy="192"/>
                <a:chOff x="3552" y="2736"/>
                <a:chExt cx="192" cy="192"/>
              </a:xfrm>
            </p:grpSpPr>
            <p:sp>
              <p:nvSpPr>
                <p:cNvPr id="67682" name="Rectangle 532">
                  <a:extLst>
                    <a:ext uri="{FF2B5EF4-FFF2-40B4-BE49-F238E27FC236}">
                      <a16:creationId xmlns:a16="http://schemas.microsoft.com/office/drawing/2014/main" id="{3A39CB43-752A-1C48-829C-D1E14E045855}"/>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83" name="Rectangle 533">
                  <a:extLst>
                    <a:ext uri="{FF2B5EF4-FFF2-40B4-BE49-F238E27FC236}">
                      <a16:creationId xmlns:a16="http://schemas.microsoft.com/office/drawing/2014/main" id="{CBD88C56-493E-A746-A7B4-7F70296185BC}"/>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13" name="Group 534">
                <a:extLst>
                  <a:ext uri="{FF2B5EF4-FFF2-40B4-BE49-F238E27FC236}">
                    <a16:creationId xmlns:a16="http://schemas.microsoft.com/office/drawing/2014/main" id="{22966203-CD22-E449-8626-5F6AF378F8F3}"/>
                  </a:ext>
                </a:extLst>
              </p:cNvPr>
              <p:cNvGrpSpPr>
                <a:grpSpLocks/>
              </p:cNvGrpSpPr>
              <p:nvPr/>
            </p:nvGrpSpPr>
            <p:grpSpPr bwMode="auto">
              <a:xfrm>
                <a:off x="3936" y="2928"/>
                <a:ext cx="192" cy="192"/>
                <a:chOff x="3552" y="2736"/>
                <a:chExt cx="192" cy="192"/>
              </a:xfrm>
            </p:grpSpPr>
            <p:sp>
              <p:nvSpPr>
                <p:cNvPr id="67680" name="Rectangle 535">
                  <a:extLst>
                    <a:ext uri="{FF2B5EF4-FFF2-40B4-BE49-F238E27FC236}">
                      <a16:creationId xmlns:a16="http://schemas.microsoft.com/office/drawing/2014/main" id="{86A7476A-8A6F-284A-91B8-D58316B471DE}"/>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81" name="Rectangle 536">
                  <a:extLst>
                    <a:ext uri="{FF2B5EF4-FFF2-40B4-BE49-F238E27FC236}">
                      <a16:creationId xmlns:a16="http://schemas.microsoft.com/office/drawing/2014/main" id="{4235CF49-D724-0445-8A75-92EB30AA1CF3}"/>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14" name="Group 537">
                <a:extLst>
                  <a:ext uri="{FF2B5EF4-FFF2-40B4-BE49-F238E27FC236}">
                    <a16:creationId xmlns:a16="http://schemas.microsoft.com/office/drawing/2014/main" id="{49857E80-5634-364B-BB79-578CD582B2DE}"/>
                  </a:ext>
                </a:extLst>
              </p:cNvPr>
              <p:cNvGrpSpPr>
                <a:grpSpLocks/>
              </p:cNvGrpSpPr>
              <p:nvPr/>
            </p:nvGrpSpPr>
            <p:grpSpPr bwMode="auto">
              <a:xfrm>
                <a:off x="3936" y="3120"/>
                <a:ext cx="192" cy="192"/>
                <a:chOff x="3552" y="2736"/>
                <a:chExt cx="192" cy="192"/>
              </a:xfrm>
            </p:grpSpPr>
            <p:sp>
              <p:nvSpPr>
                <p:cNvPr id="67678" name="Rectangle 538">
                  <a:extLst>
                    <a:ext uri="{FF2B5EF4-FFF2-40B4-BE49-F238E27FC236}">
                      <a16:creationId xmlns:a16="http://schemas.microsoft.com/office/drawing/2014/main" id="{3AE49184-18AE-574F-9DC4-E2DBEB672606}"/>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79" name="Rectangle 539">
                  <a:extLst>
                    <a:ext uri="{FF2B5EF4-FFF2-40B4-BE49-F238E27FC236}">
                      <a16:creationId xmlns:a16="http://schemas.microsoft.com/office/drawing/2014/main" id="{A793234E-44E8-6342-8349-92635D1879CF}"/>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15" name="Group 540">
                <a:extLst>
                  <a:ext uri="{FF2B5EF4-FFF2-40B4-BE49-F238E27FC236}">
                    <a16:creationId xmlns:a16="http://schemas.microsoft.com/office/drawing/2014/main" id="{ECE5983F-D478-A045-9F73-06079358EEFD}"/>
                  </a:ext>
                </a:extLst>
              </p:cNvPr>
              <p:cNvGrpSpPr>
                <a:grpSpLocks/>
              </p:cNvGrpSpPr>
              <p:nvPr/>
            </p:nvGrpSpPr>
            <p:grpSpPr bwMode="auto">
              <a:xfrm>
                <a:off x="3936" y="3312"/>
                <a:ext cx="192" cy="192"/>
                <a:chOff x="3552" y="2736"/>
                <a:chExt cx="192" cy="192"/>
              </a:xfrm>
            </p:grpSpPr>
            <p:sp>
              <p:nvSpPr>
                <p:cNvPr id="67676" name="Rectangle 541">
                  <a:extLst>
                    <a:ext uri="{FF2B5EF4-FFF2-40B4-BE49-F238E27FC236}">
                      <a16:creationId xmlns:a16="http://schemas.microsoft.com/office/drawing/2014/main" id="{F16A0D3D-89F5-144E-BDA7-2BFAFBB7C172}"/>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77" name="Rectangle 542">
                  <a:extLst>
                    <a:ext uri="{FF2B5EF4-FFF2-40B4-BE49-F238E27FC236}">
                      <a16:creationId xmlns:a16="http://schemas.microsoft.com/office/drawing/2014/main" id="{F1F5DE96-C874-9840-87AF-51C6B35E3C3C}"/>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16" name="Group 543">
                <a:extLst>
                  <a:ext uri="{FF2B5EF4-FFF2-40B4-BE49-F238E27FC236}">
                    <a16:creationId xmlns:a16="http://schemas.microsoft.com/office/drawing/2014/main" id="{A698F0F9-DED7-2841-85BA-4B9D5E47EB3C}"/>
                  </a:ext>
                </a:extLst>
              </p:cNvPr>
              <p:cNvGrpSpPr>
                <a:grpSpLocks/>
              </p:cNvGrpSpPr>
              <p:nvPr/>
            </p:nvGrpSpPr>
            <p:grpSpPr bwMode="auto">
              <a:xfrm>
                <a:off x="4128" y="2736"/>
                <a:ext cx="192" cy="192"/>
                <a:chOff x="3552" y="2736"/>
                <a:chExt cx="192" cy="192"/>
              </a:xfrm>
            </p:grpSpPr>
            <p:sp>
              <p:nvSpPr>
                <p:cNvPr id="67674" name="Rectangle 544">
                  <a:extLst>
                    <a:ext uri="{FF2B5EF4-FFF2-40B4-BE49-F238E27FC236}">
                      <a16:creationId xmlns:a16="http://schemas.microsoft.com/office/drawing/2014/main" id="{6487D69F-BF77-3C4F-BB2B-B8EAE88C3F60}"/>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75" name="Rectangle 545">
                  <a:extLst>
                    <a:ext uri="{FF2B5EF4-FFF2-40B4-BE49-F238E27FC236}">
                      <a16:creationId xmlns:a16="http://schemas.microsoft.com/office/drawing/2014/main" id="{BCA9DDF8-FF3C-4048-A2B5-B6E29123E608}"/>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17" name="Group 546">
                <a:extLst>
                  <a:ext uri="{FF2B5EF4-FFF2-40B4-BE49-F238E27FC236}">
                    <a16:creationId xmlns:a16="http://schemas.microsoft.com/office/drawing/2014/main" id="{E11ED17A-8E78-4143-A0D7-D35ABAE65E4F}"/>
                  </a:ext>
                </a:extLst>
              </p:cNvPr>
              <p:cNvGrpSpPr>
                <a:grpSpLocks/>
              </p:cNvGrpSpPr>
              <p:nvPr/>
            </p:nvGrpSpPr>
            <p:grpSpPr bwMode="auto">
              <a:xfrm>
                <a:off x="4128" y="2928"/>
                <a:ext cx="192" cy="192"/>
                <a:chOff x="3552" y="2736"/>
                <a:chExt cx="192" cy="192"/>
              </a:xfrm>
            </p:grpSpPr>
            <p:sp>
              <p:nvSpPr>
                <p:cNvPr id="67672" name="Rectangle 547">
                  <a:extLst>
                    <a:ext uri="{FF2B5EF4-FFF2-40B4-BE49-F238E27FC236}">
                      <a16:creationId xmlns:a16="http://schemas.microsoft.com/office/drawing/2014/main" id="{FE1BCA7C-9BCA-3345-8B0C-B86E971B9A87}"/>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73" name="Rectangle 548">
                  <a:extLst>
                    <a:ext uri="{FF2B5EF4-FFF2-40B4-BE49-F238E27FC236}">
                      <a16:creationId xmlns:a16="http://schemas.microsoft.com/office/drawing/2014/main" id="{3AD13DB7-03FC-3742-9E58-E559B8A9E3C4}"/>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18" name="Group 549">
                <a:extLst>
                  <a:ext uri="{FF2B5EF4-FFF2-40B4-BE49-F238E27FC236}">
                    <a16:creationId xmlns:a16="http://schemas.microsoft.com/office/drawing/2014/main" id="{3A7465C3-FF72-3341-96D8-02DA38D158B2}"/>
                  </a:ext>
                </a:extLst>
              </p:cNvPr>
              <p:cNvGrpSpPr>
                <a:grpSpLocks/>
              </p:cNvGrpSpPr>
              <p:nvPr/>
            </p:nvGrpSpPr>
            <p:grpSpPr bwMode="auto">
              <a:xfrm>
                <a:off x="4128" y="3120"/>
                <a:ext cx="192" cy="192"/>
                <a:chOff x="3552" y="2736"/>
                <a:chExt cx="192" cy="192"/>
              </a:xfrm>
            </p:grpSpPr>
            <p:sp>
              <p:nvSpPr>
                <p:cNvPr id="67670" name="Rectangle 550">
                  <a:extLst>
                    <a:ext uri="{FF2B5EF4-FFF2-40B4-BE49-F238E27FC236}">
                      <a16:creationId xmlns:a16="http://schemas.microsoft.com/office/drawing/2014/main" id="{61FD7C31-E71D-BC49-A10F-B6BB536EFA52}"/>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71" name="Rectangle 551">
                  <a:extLst>
                    <a:ext uri="{FF2B5EF4-FFF2-40B4-BE49-F238E27FC236}">
                      <a16:creationId xmlns:a16="http://schemas.microsoft.com/office/drawing/2014/main" id="{8567BDA3-015D-A645-9F65-79D22016AC51}"/>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19" name="Group 552">
                <a:extLst>
                  <a:ext uri="{FF2B5EF4-FFF2-40B4-BE49-F238E27FC236}">
                    <a16:creationId xmlns:a16="http://schemas.microsoft.com/office/drawing/2014/main" id="{98F368F4-1DD1-6543-B14D-900A618DD7E4}"/>
                  </a:ext>
                </a:extLst>
              </p:cNvPr>
              <p:cNvGrpSpPr>
                <a:grpSpLocks/>
              </p:cNvGrpSpPr>
              <p:nvPr/>
            </p:nvGrpSpPr>
            <p:grpSpPr bwMode="auto">
              <a:xfrm>
                <a:off x="4128" y="3312"/>
                <a:ext cx="192" cy="192"/>
                <a:chOff x="3552" y="2736"/>
                <a:chExt cx="192" cy="192"/>
              </a:xfrm>
            </p:grpSpPr>
            <p:sp>
              <p:nvSpPr>
                <p:cNvPr id="67668" name="Rectangle 553">
                  <a:extLst>
                    <a:ext uri="{FF2B5EF4-FFF2-40B4-BE49-F238E27FC236}">
                      <a16:creationId xmlns:a16="http://schemas.microsoft.com/office/drawing/2014/main" id="{E194006D-BAE9-6D4E-836A-BC0AEAABCF0C}"/>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69" name="Rectangle 554">
                  <a:extLst>
                    <a:ext uri="{FF2B5EF4-FFF2-40B4-BE49-F238E27FC236}">
                      <a16:creationId xmlns:a16="http://schemas.microsoft.com/office/drawing/2014/main" id="{CC7C2A9A-6419-F547-8978-1F33DDE2800E}"/>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20" name="Group 555">
                <a:extLst>
                  <a:ext uri="{FF2B5EF4-FFF2-40B4-BE49-F238E27FC236}">
                    <a16:creationId xmlns:a16="http://schemas.microsoft.com/office/drawing/2014/main" id="{C035134F-94AB-A74F-8245-F679B96039A9}"/>
                  </a:ext>
                </a:extLst>
              </p:cNvPr>
              <p:cNvGrpSpPr>
                <a:grpSpLocks/>
              </p:cNvGrpSpPr>
              <p:nvPr/>
            </p:nvGrpSpPr>
            <p:grpSpPr bwMode="auto">
              <a:xfrm>
                <a:off x="4320" y="2736"/>
                <a:ext cx="192" cy="192"/>
                <a:chOff x="3552" y="2736"/>
                <a:chExt cx="192" cy="192"/>
              </a:xfrm>
            </p:grpSpPr>
            <p:sp>
              <p:nvSpPr>
                <p:cNvPr id="67666" name="Rectangle 556">
                  <a:extLst>
                    <a:ext uri="{FF2B5EF4-FFF2-40B4-BE49-F238E27FC236}">
                      <a16:creationId xmlns:a16="http://schemas.microsoft.com/office/drawing/2014/main" id="{C9CDA5F7-1493-3D47-A673-C6862EC029FF}"/>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67" name="Rectangle 557">
                  <a:extLst>
                    <a:ext uri="{FF2B5EF4-FFF2-40B4-BE49-F238E27FC236}">
                      <a16:creationId xmlns:a16="http://schemas.microsoft.com/office/drawing/2014/main" id="{5A465EB3-CA7C-9C4F-AA2B-943CA0E6ABDF}"/>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21" name="Group 558">
                <a:extLst>
                  <a:ext uri="{FF2B5EF4-FFF2-40B4-BE49-F238E27FC236}">
                    <a16:creationId xmlns:a16="http://schemas.microsoft.com/office/drawing/2014/main" id="{76D1B2E2-B7F0-3D4E-8D13-873C2F89C792}"/>
                  </a:ext>
                </a:extLst>
              </p:cNvPr>
              <p:cNvGrpSpPr>
                <a:grpSpLocks/>
              </p:cNvGrpSpPr>
              <p:nvPr/>
            </p:nvGrpSpPr>
            <p:grpSpPr bwMode="auto">
              <a:xfrm>
                <a:off x="4320" y="2928"/>
                <a:ext cx="192" cy="192"/>
                <a:chOff x="3552" y="2736"/>
                <a:chExt cx="192" cy="192"/>
              </a:xfrm>
            </p:grpSpPr>
            <p:sp>
              <p:nvSpPr>
                <p:cNvPr id="67664" name="Rectangle 559">
                  <a:extLst>
                    <a:ext uri="{FF2B5EF4-FFF2-40B4-BE49-F238E27FC236}">
                      <a16:creationId xmlns:a16="http://schemas.microsoft.com/office/drawing/2014/main" id="{7A571582-F403-444F-8E84-30502B7FB237}"/>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65" name="Rectangle 560">
                  <a:extLst>
                    <a:ext uri="{FF2B5EF4-FFF2-40B4-BE49-F238E27FC236}">
                      <a16:creationId xmlns:a16="http://schemas.microsoft.com/office/drawing/2014/main" id="{505FD5E3-DEE1-1646-8FB6-17D1F4B3A6A0}"/>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22" name="Group 561">
                <a:extLst>
                  <a:ext uri="{FF2B5EF4-FFF2-40B4-BE49-F238E27FC236}">
                    <a16:creationId xmlns:a16="http://schemas.microsoft.com/office/drawing/2014/main" id="{A98C1E46-C3B1-3D44-9B46-C5963F5B39B8}"/>
                  </a:ext>
                </a:extLst>
              </p:cNvPr>
              <p:cNvGrpSpPr>
                <a:grpSpLocks/>
              </p:cNvGrpSpPr>
              <p:nvPr/>
            </p:nvGrpSpPr>
            <p:grpSpPr bwMode="auto">
              <a:xfrm>
                <a:off x="4320" y="3120"/>
                <a:ext cx="192" cy="192"/>
                <a:chOff x="3552" y="2736"/>
                <a:chExt cx="192" cy="192"/>
              </a:xfrm>
            </p:grpSpPr>
            <p:sp>
              <p:nvSpPr>
                <p:cNvPr id="67662" name="Rectangle 562">
                  <a:extLst>
                    <a:ext uri="{FF2B5EF4-FFF2-40B4-BE49-F238E27FC236}">
                      <a16:creationId xmlns:a16="http://schemas.microsoft.com/office/drawing/2014/main" id="{5FD6B994-30F9-FE43-80BF-33A85836A9A4}"/>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63" name="Rectangle 563">
                  <a:extLst>
                    <a:ext uri="{FF2B5EF4-FFF2-40B4-BE49-F238E27FC236}">
                      <a16:creationId xmlns:a16="http://schemas.microsoft.com/office/drawing/2014/main" id="{CE2C8A67-D401-EB46-9429-A41A137B7D20}"/>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23" name="Group 564">
                <a:extLst>
                  <a:ext uri="{FF2B5EF4-FFF2-40B4-BE49-F238E27FC236}">
                    <a16:creationId xmlns:a16="http://schemas.microsoft.com/office/drawing/2014/main" id="{2CD7FC01-4D54-3141-9A24-1683D21618CD}"/>
                  </a:ext>
                </a:extLst>
              </p:cNvPr>
              <p:cNvGrpSpPr>
                <a:grpSpLocks/>
              </p:cNvGrpSpPr>
              <p:nvPr/>
            </p:nvGrpSpPr>
            <p:grpSpPr bwMode="auto">
              <a:xfrm>
                <a:off x="4320" y="3312"/>
                <a:ext cx="192" cy="192"/>
                <a:chOff x="3552" y="2736"/>
                <a:chExt cx="192" cy="192"/>
              </a:xfrm>
            </p:grpSpPr>
            <p:sp>
              <p:nvSpPr>
                <p:cNvPr id="67660" name="Rectangle 565">
                  <a:extLst>
                    <a:ext uri="{FF2B5EF4-FFF2-40B4-BE49-F238E27FC236}">
                      <a16:creationId xmlns:a16="http://schemas.microsoft.com/office/drawing/2014/main" id="{10A51C3C-DC7B-854A-924D-784CB3091A4B}"/>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61" name="Rectangle 566">
                  <a:extLst>
                    <a:ext uri="{FF2B5EF4-FFF2-40B4-BE49-F238E27FC236}">
                      <a16:creationId xmlns:a16="http://schemas.microsoft.com/office/drawing/2014/main" id="{3EDD74B0-8A9B-5147-B45A-AAF7D28021FF}"/>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24" name="Group 567">
                <a:extLst>
                  <a:ext uri="{FF2B5EF4-FFF2-40B4-BE49-F238E27FC236}">
                    <a16:creationId xmlns:a16="http://schemas.microsoft.com/office/drawing/2014/main" id="{376FF679-E097-744C-8FD9-44D7F20B754F}"/>
                  </a:ext>
                </a:extLst>
              </p:cNvPr>
              <p:cNvGrpSpPr>
                <a:grpSpLocks/>
              </p:cNvGrpSpPr>
              <p:nvPr/>
            </p:nvGrpSpPr>
            <p:grpSpPr bwMode="auto">
              <a:xfrm>
                <a:off x="4512" y="2736"/>
                <a:ext cx="192" cy="192"/>
                <a:chOff x="3552" y="2736"/>
                <a:chExt cx="192" cy="192"/>
              </a:xfrm>
            </p:grpSpPr>
            <p:sp>
              <p:nvSpPr>
                <p:cNvPr id="67658" name="Rectangle 568">
                  <a:extLst>
                    <a:ext uri="{FF2B5EF4-FFF2-40B4-BE49-F238E27FC236}">
                      <a16:creationId xmlns:a16="http://schemas.microsoft.com/office/drawing/2014/main" id="{F9EE8818-BB25-534D-B528-C85C645A11A4}"/>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59" name="Rectangle 569">
                  <a:extLst>
                    <a:ext uri="{FF2B5EF4-FFF2-40B4-BE49-F238E27FC236}">
                      <a16:creationId xmlns:a16="http://schemas.microsoft.com/office/drawing/2014/main" id="{4FA2710B-5BE0-3642-88A6-2324FBEEA5F8}"/>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25" name="Group 570">
                <a:extLst>
                  <a:ext uri="{FF2B5EF4-FFF2-40B4-BE49-F238E27FC236}">
                    <a16:creationId xmlns:a16="http://schemas.microsoft.com/office/drawing/2014/main" id="{62F4C443-6837-3F4C-9748-80BAAD2E199C}"/>
                  </a:ext>
                </a:extLst>
              </p:cNvPr>
              <p:cNvGrpSpPr>
                <a:grpSpLocks/>
              </p:cNvGrpSpPr>
              <p:nvPr/>
            </p:nvGrpSpPr>
            <p:grpSpPr bwMode="auto">
              <a:xfrm>
                <a:off x="4512" y="2928"/>
                <a:ext cx="192" cy="192"/>
                <a:chOff x="3552" y="2736"/>
                <a:chExt cx="192" cy="192"/>
              </a:xfrm>
            </p:grpSpPr>
            <p:sp>
              <p:nvSpPr>
                <p:cNvPr id="67656" name="Rectangle 571">
                  <a:extLst>
                    <a:ext uri="{FF2B5EF4-FFF2-40B4-BE49-F238E27FC236}">
                      <a16:creationId xmlns:a16="http://schemas.microsoft.com/office/drawing/2014/main" id="{4E9E9D9E-A99A-6648-8882-8DF8523CC32E}"/>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57" name="Rectangle 572">
                  <a:extLst>
                    <a:ext uri="{FF2B5EF4-FFF2-40B4-BE49-F238E27FC236}">
                      <a16:creationId xmlns:a16="http://schemas.microsoft.com/office/drawing/2014/main" id="{B3DFDA83-FEDB-844B-8D7D-0EA2B5C54954}"/>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26" name="Group 573">
                <a:extLst>
                  <a:ext uri="{FF2B5EF4-FFF2-40B4-BE49-F238E27FC236}">
                    <a16:creationId xmlns:a16="http://schemas.microsoft.com/office/drawing/2014/main" id="{3263E1E1-06AA-D648-BA4D-193240361847}"/>
                  </a:ext>
                </a:extLst>
              </p:cNvPr>
              <p:cNvGrpSpPr>
                <a:grpSpLocks/>
              </p:cNvGrpSpPr>
              <p:nvPr/>
            </p:nvGrpSpPr>
            <p:grpSpPr bwMode="auto">
              <a:xfrm>
                <a:off x="4512" y="3120"/>
                <a:ext cx="192" cy="192"/>
                <a:chOff x="3552" y="2736"/>
                <a:chExt cx="192" cy="192"/>
              </a:xfrm>
            </p:grpSpPr>
            <p:sp>
              <p:nvSpPr>
                <p:cNvPr id="67654" name="Rectangle 574">
                  <a:extLst>
                    <a:ext uri="{FF2B5EF4-FFF2-40B4-BE49-F238E27FC236}">
                      <a16:creationId xmlns:a16="http://schemas.microsoft.com/office/drawing/2014/main" id="{046FA060-8972-6349-8EF0-E3A1F6763313}"/>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55" name="Rectangle 575">
                  <a:extLst>
                    <a:ext uri="{FF2B5EF4-FFF2-40B4-BE49-F238E27FC236}">
                      <a16:creationId xmlns:a16="http://schemas.microsoft.com/office/drawing/2014/main" id="{AD861A1E-8E43-FE43-8F0C-7CD58FF1C451}"/>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27" name="Group 576">
                <a:extLst>
                  <a:ext uri="{FF2B5EF4-FFF2-40B4-BE49-F238E27FC236}">
                    <a16:creationId xmlns:a16="http://schemas.microsoft.com/office/drawing/2014/main" id="{7F19C4FC-0D94-B54C-8035-6E3EB5BE0486}"/>
                  </a:ext>
                </a:extLst>
              </p:cNvPr>
              <p:cNvGrpSpPr>
                <a:grpSpLocks/>
              </p:cNvGrpSpPr>
              <p:nvPr/>
            </p:nvGrpSpPr>
            <p:grpSpPr bwMode="auto">
              <a:xfrm>
                <a:off x="4512" y="3312"/>
                <a:ext cx="192" cy="192"/>
                <a:chOff x="3552" y="2736"/>
                <a:chExt cx="192" cy="192"/>
              </a:xfrm>
            </p:grpSpPr>
            <p:sp>
              <p:nvSpPr>
                <p:cNvPr id="67652" name="Rectangle 577">
                  <a:extLst>
                    <a:ext uri="{FF2B5EF4-FFF2-40B4-BE49-F238E27FC236}">
                      <a16:creationId xmlns:a16="http://schemas.microsoft.com/office/drawing/2014/main" id="{75ACBD1E-CF02-C144-9815-865154530711}"/>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53" name="Rectangle 578">
                  <a:extLst>
                    <a:ext uri="{FF2B5EF4-FFF2-40B4-BE49-F238E27FC236}">
                      <a16:creationId xmlns:a16="http://schemas.microsoft.com/office/drawing/2014/main" id="{AC305BA0-B802-A544-92B6-83C2EA2BE1ED}"/>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28" name="Group 579">
                <a:extLst>
                  <a:ext uri="{FF2B5EF4-FFF2-40B4-BE49-F238E27FC236}">
                    <a16:creationId xmlns:a16="http://schemas.microsoft.com/office/drawing/2014/main" id="{8D11B660-1753-2542-B37E-FC0843C62EFE}"/>
                  </a:ext>
                </a:extLst>
              </p:cNvPr>
              <p:cNvGrpSpPr>
                <a:grpSpLocks/>
              </p:cNvGrpSpPr>
              <p:nvPr/>
            </p:nvGrpSpPr>
            <p:grpSpPr bwMode="auto">
              <a:xfrm>
                <a:off x="4704" y="2736"/>
                <a:ext cx="192" cy="192"/>
                <a:chOff x="3552" y="2736"/>
                <a:chExt cx="192" cy="192"/>
              </a:xfrm>
            </p:grpSpPr>
            <p:sp>
              <p:nvSpPr>
                <p:cNvPr id="67650" name="Rectangle 580">
                  <a:extLst>
                    <a:ext uri="{FF2B5EF4-FFF2-40B4-BE49-F238E27FC236}">
                      <a16:creationId xmlns:a16="http://schemas.microsoft.com/office/drawing/2014/main" id="{0433DCA4-2665-1349-B9D6-7D17DBAC5A88}"/>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51" name="Rectangle 581">
                  <a:extLst>
                    <a:ext uri="{FF2B5EF4-FFF2-40B4-BE49-F238E27FC236}">
                      <a16:creationId xmlns:a16="http://schemas.microsoft.com/office/drawing/2014/main" id="{499AEC1C-F9C5-1A48-B198-1D3EF86694B0}"/>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29" name="Group 582">
                <a:extLst>
                  <a:ext uri="{FF2B5EF4-FFF2-40B4-BE49-F238E27FC236}">
                    <a16:creationId xmlns:a16="http://schemas.microsoft.com/office/drawing/2014/main" id="{9D7D6F6A-F4BB-8C44-81B4-B85B71AB2AE3}"/>
                  </a:ext>
                </a:extLst>
              </p:cNvPr>
              <p:cNvGrpSpPr>
                <a:grpSpLocks/>
              </p:cNvGrpSpPr>
              <p:nvPr/>
            </p:nvGrpSpPr>
            <p:grpSpPr bwMode="auto">
              <a:xfrm>
                <a:off x="4704" y="2928"/>
                <a:ext cx="192" cy="192"/>
                <a:chOff x="3552" y="2736"/>
                <a:chExt cx="192" cy="192"/>
              </a:xfrm>
            </p:grpSpPr>
            <p:sp>
              <p:nvSpPr>
                <p:cNvPr id="67648" name="Rectangle 583">
                  <a:extLst>
                    <a:ext uri="{FF2B5EF4-FFF2-40B4-BE49-F238E27FC236}">
                      <a16:creationId xmlns:a16="http://schemas.microsoft.com/office/drawing/2014/main" id="{3CF2B1C2-46AD-7249-83B1-6607EF862DB3}"/>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49" name="Rectangle 584">
                  <a:extLst>
                    <a:ext uri="{FF2B5EF4-FFF2-40B4-BE49-F238E27FC236}">
                      <a16:creationId xmlns:a16="http://schemas.microsoft.com/office/drawing/2014/main" id="{D2AF9075-CA08-5A49-B6E4-0920D219259D}"/>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30" name="Group 585">
                <a:extLst>
                  <a:ext uri="{FF2B5EF4-FFF2-40B4-BE49-F238E27FC236}">
                    <a16:creationId xmlns:a16="http://schemas.microsoft.com/office/drawing/2014/main" id="{F5E2F884-AAFC-A044-AD94-04F462D8AA41}"/>
                  </a:ext>
                </a:extLst>
              </p:cNvPr>
              <p:cNvGrpSpPr>
                <a:grpSpLocks/>
              </p:cNvGrpSpPr>
              <p:nvPr/>
            </p:nvGrpSpPr>
            <p:grpSpPr bwMode="auto">
              <a:xfrm>
                <a:off x="4704" y="3120"/>
                <a:ext cx="192" cy="192"/>
                <a:chOff x="3552" y="2736"/>
                <a:chExt cx="192" cy="192"/>
              </a:xfrm>
            </p:grpSpPr>
            <p:sp>
              <p:nvSpPr>
                <p:cNvPr id="67646" name="Rectangle 586">
                  <a:extLst>
                    <a:ext uri="{FF2B5EF4-FFF2-40B4-BE49-F238E27FC236}">
                      <a16:creationId xmlns:a16="http://schemas.microsoft.com/office/drawing/2014/main" id="{AC54B28C-849B-4646-B3DB-3510F2ABE186}"/>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47" name="Rectangle 587">
                  <a:extLst>
                    <a:ext uri="{FF2B5EF4-FFF2-40B4-BE49-F238E27FC236}">
                      <a16:creationId xmlns:a16="http://schemas.microsoft.com/office/drawing/2014/main" id="{2F5F9583-E6FF-C24C-9495-98B6CE90BD0A}"/>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31" name="Group 588">
                <a:extLst>
                  <a:ext uri="{FF2B5EF4-FFF2-40B4-BE49-F238E27FC236}">
                    <a16:creationId xmlns:a16="http://schemas.microsoft.com/office/drawing/2014/main" id="{1315374E-05C5-4D49-90E2-AF7158279630}"/>
                  </a:ext>
                </a:extLst>
              </p:cNvPr>
              <p:cNvGrpSpPr>
                <a:grpSpLocks/>
              </p:cNvGrpSpPr>
              <p:nvPr/>
            </p:nvGrpSpPr>
            <p:grpSpPr bwMode="auto">
              <a:xfrm>
                <a:off x="4704" y="3312"/>
                <a:ext cx="192" cy="192"/>
                <a:chOff x="3552" y="2736"/>
                <a:chExt cx="192" cy="192"/>
              </a:xfrm>
            </p:grpSpPr>
            <p:sp>
              <p:nvSpPr>
                <p:cNvPr id="67644" name="Rectangle 589">
                  <a:extLst>
                    <a:ext uri="{FF2B5EF4-FFF2-40B4-BE49-F238E27FC236}">
                      <a16:creationId xmlns:a16="http://schemas.microsoft.com/office/drawing/2014/main" id="{C54761DD-5BA8-B04A-844F-3461F28CF0CF}"/>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45" name="Rectangle 590">
                  <a:extLst>
                    <a:ext uri="{FF2B5EF4-FFF2-40B4-BE49-F238E27FC236}">
                      <a16:creationId xmlns:a16="http://schemas.microsoft.com/office/drawing/2014/main" id="{961E0F3E-0F6F-F04A-85E6-E835168A9185}"/>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32" name="Group 591">
                <a:extLst>
                  <a:ext uri="{FF2B5EF4-FFF2-40B4-BE49-F238E27FC236}">
                    <a16:creationId xmlns:a16="http://schemas.microsoft.com/office/drawing/2014/main" id="{2DBC7EC0-621E-E544-9B4B-29B2E4D7A4D6}"/>
                  </a:ext>
                </a:extLst>
              </p:cNvPr>
              <p:cNvGrpSpPr>
                <a:grpSpLocks/>
              </p:cNvGrpSpPr>
              <p:nvPr/>
            </p:nvGrpSpPr>
            <p:grpSpPr bwMode="auto">
              <a:xfrm>
                <a:off x="4896" y="2736"/>
                <a:ext cx="192" cy="192"/>
                <a:chOff x="3552" y="2736"/>
                <a:chExt cx="192" cy="192"/>
              </a:xfrm>
            </p:grpSpPr>
            <p:sp>
              <p:nvSpPr>
                <p:cNvPr id="67642" name="Rectangle 592">
                  <a:extLst>
                    <a:ext uri="{FF2B5EF4-FFF2-40B4-BE49-F238E27FC236}">
                      <a16:creationId xmlns:a16="http://schemas.microsoft.com/office/drawing/2014/main" id="{C9B67DC8-2CC3-AB4D-9F07-763F83A813BC}"/>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43" name="Rectangle 593">
                  <a:extLst>
                    <a:ext uri="{FF2B5EF4-FFF2-40B4-BE49-F238E27FC236}">
                      <a16:creationId xmlns:a16="http://schemas.microsoft.com/office/drawing/2014/main" id="{E61ED91F-6378-2246-A4FD-A1300F088452}"/>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33" name="Group 594">
                <a:extLst>
                  <a:ext uri="{FF2B5EF4-FFF2-40B4-BE49-F238E27FC236}">
                    <a16:creationId xmlns:a16="http://schemas.microsoft.com/office/drawing/2014/main" id="{E1A9F32C-C070-FB43-8C93-2AAF2661A812}"/>
                  </a:ext>
                </a:extLst>
              </p:cNvPr>
              <p:cNvGrpSpPr>
                <a:grpSpLocks/>
              </p:cNvGrpSpPr>
              <p:nvPr/>
            </p:nvGrpSpPr>
            <p:grpSpPr bwMode="auto">
              <a:xfrm>
                <a:off x="4896" y="2928"/>
                <a:ext cx="192" cy="192"/>
                <a:chOff x="3552" y="2736"/>
                <a:chExt cx="192" cy="192"/>
              </a:xfrm>
            </p:grpSpPr>
            <p:sp>
              <p:nvSpPr>
                <p:cNvPr id="67640" name="Rectangle 595">
                  <a:extLst>
                    <a:ext uri="{FF2B5EF4-FFF2-40B4-BE49-F238E27FC236}">
                      <a16:creationId xmlns:a16="http://schemas.microsoft.com/office/drawing/2014/main" id="{0ACDFAC0-AAC5-5848-A398-D1FBBC2246FB}"/>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41" name="Rectangle 596">
                  <a:extLst>
                    <a:ext uri="{FF2B5EF4-FFF2-40B4-BE49-F238E27FC236}">
                      <a16:creationId xmlns:a16="http://schemas.microsoft.com/office/drawing/2014/main" id="{2079A81E-B342-2B4C-A87E-92164EF98839}"/>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34" name="Group 597">
                <a:extLst>
                  <a:ext uri="{FF2B5EF4-FFF2-40B4-BE49-F238E27FC236}">
                    <a16:creationId xmlns:a16="http://schemas.microsoft.com/office/drawing/2014/main" id="{170FF582-2CB8-CA4D-BE33-89A6226E60E9}"/>
                  </a:ext>
                </a:extLst>
              </p:cNvPr>
              <p:cNvGrpSpPr>
                <a:grpSpLocks/>
              </p:cNvGrpSpPr>
              <p:nvPr/>
            </p:nvGrpSpPr>
            <p:grpSpPr bwMode="auto">
              <a:xfrm>
                <a:off x="4896" y="3120"/>
                <a:ext cx="192" cy="192"/>
                <a:chOff x="3552" y="2736"/>
                <a:chExt cx="192" cy="192"/>
              </a:xfrm>
            </p:grpSpPr>
            <p:sp>
              <p:nvSpPr>
                <p:cNvPr id="67638" name="Rectangle 598">
                  <a:extLst>
                    <a:ext uri="{FF2B5EF4-FFF2-40B4-BE49-F238E27FC236}">
                      <a16:creationId xmlns:a16="http://schemas.microsoft.com/office/drawing/2014/main" id="{0AE6EA3A-E3A0-BB47-9003-20452A33443B}"/>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39" name="Rectangle 599">
                  <a:extLst>
                    <a:ext uri="{FF2B5EF4-FFF2-40B4-BE49-F238E27FC236}">
                      <a16:creationId xmlns:a16="http://schemas.microsoft.com/office/drawing/2014/main" id="{34FA8571-B555-4942-8D16-AB6EFB8B7A83}"/>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35" name="Group 600">
                <a:extLst>
                  <a:ext uri="{FF2B5EF4-FFF2-40B4-BE49-F238E27FC236}">
                    <a16:creationId xmlns:a16="http://schemas.microsoft.com/office/drawing/2014/main" id="{5EADAD18-891E-0D44-992F-7BC48E9A0987}"/>
                  </a:ext>
                </a:extLst>
              </p:cNvPr>
              <p:cNvGrpSpPr>
                <a:grpSpLocks/>
              </p:cNvGrpSpPr>
              <p:nvPr/>
            </p:nvGrpSpPr>
            <p:grpSpPr bwMode="auto">
              <a:xfrm>
                <a:off x="4896" y="3312"/>
                <a:ext cx="192" cy="192"/>
                <a:chOff x="3552" y="2736"/>
                <a:chExt cx="192" cy="192"/>
              </a:xfrm>
            </p:grpSpPr>
            <p:sp>
              <p:nvSpPr>
                <p:cNvPr id="67636" name="Rectangle 601">
                  <a:extLst>
                    <a:ext uri="{FF2B5EF4-FFF2-40B4-BE49-F238E27FC236}">
                      <a16:creationId xmlns:a16="http://schemas.microsoft.com/office/drawing/2014/main" id="{3D5FDD9F-B85F-4749-9501-45078566B0C7}"/>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37" name="Rectangle 602">
                  <a:extLst>
                    <a:ext uri="{FF2B5EF4-FFF2-40B4-BE49-F238E27FC236}">
                      <a16:creationId xmlns:a16="http://schemas.microsoft.com/office/drawing/2014/main" id="{BB9CFB19-C93A-7043-8908-664388ABC0B2}"/>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67602" name="AutoShape 603">
              <a:extLst>
                <a:ext uri="{FF2B5EF4-FFF2-40B4-BE49-F238E27FC236}">
                  <a16:creationId xmlns:a16="http://schemas.microsoft.com/office/drawing/2014/main" id="{DA3B293D-A9B1-374B-AC49-0019E16BAAFB}"/>
                </a:ext>
              </a:extLst>
            </p:cNvPr>
            <p:cNvSpPr>
              <a:spLocks noChangeArrowheads="1"/>
            </p:cNvSpPr>
            <p:nvPr/>
          </p:nvSpPr>
          <p:spPr bwMode="auto">
            <a:xfrm>
              <a:off x="3552" y="2545"/>
              <a:ext cx="481" cy="462"/>
            </a:xfrm>
            <a:prstGeom prst="rightArrow">
              <a:avLst>
                <a:gd name="adj1" fmla="val 50000"/>
                <a:gd name="adj2" fmla="val 28028"/>
              </a:avLst>
            </a:prstGeom>
            <a:solidFill>
              <a:schemeClr val="bg1"/>
            </a:solidFill>
            <a:ln w="38100">
              <a:solidFill>
                <a:schemeClr val="tx1"/>
              </a:solidFill>
              <a:miter lim="800000"/>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W5</a:t>
              </a:r>
            </a:p>
          </p:txBody>
        </p:sp>
      </p:grpSp>
      <p:sp>
        <p:nvSpPr>
          <p:cNvPr id="67594" name="Text Box 604">
            <a:extLst>
              <a:ext uri="{FF2B5EF4-FFF2-40B4-BE49-F238E27FC236}">
                <a16:creationId xmlns:a16="http://schemas.microsoft.com/office/drawing/2014/main" id="{5D7816B0-CD7C-BA40-9984-3C36D342D440}"/>
              </a:ext>
            </a:extLst>
          </p:cNvPr>
          <p:cNvSpPr txBox="1">
            <a:spLocks noChangeArrowheads="1"/>
          </p:cNvSpPr>
          <p:nvPr/>
        </p:nvSpPr>
        <p:spPr bwMode="auto">
          <a:xfrm>
            <a:off x="2097088" y="2230438"/>
            <a:ext cx="12747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Load Unit</a:t>
            </a:r>
          </a:p>
        </p:txBody>
      </p:sp>
      <p:sp>
        <p:nvSpPr>
          <p:cNvPr id="67595" name="Text Box 605">
            <a:extLst>
              <a:ext uri="{FF2B5EF4-FFF2-40B4-BE49-F238E27FC236}">
                <a16:creationId xmlns:a16="http://schemas.microsoft.com/office/drawing/2014/main" id="{D8C39046-8CA3-BB4A-B465-96D327CADF19}"/>
              </a:ext>
            </a:extLst>
          </p:cNvPr>
          <p:cNvSpPr txBox="1">
            <a:spLocks noChangeArrowheads="1"/>
          </p:cNvSpPr>
          <p:nvPr/>
        </p:nvSpPr>
        <p:spPr bwMode="auto">
          <a:xfrm>
            <a:off x="4384675" y="2230438"/>
            <a:ext cx="16224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Multiply Unit</a:t>
            </a:r>
          </a:p>
        </p:txBody>
      </p:sp>
      <p:sp>
        <p:nvSpPr>
          <p:cNvPr id="67596" name="Text Box 606">
            <a:extLst>
              <a:ext uri="{FF2B5EF4-FFF2-40B4-BE49-F238E27FC236}">
                <a16:creationId xmlns:a16="http://schemas.microsoft.com/office/drawing/2014/main" id="{3AD0D7A6-67A8-1142-BFF3-E770020E8524}"/>
              </a:ext>
            </a:extLst>
          </p:cNvPr>
          <p:cNvSpPr txBox="1">
            <a:spLocks noChangeArrowheads="1"/>
          </p:cNvSpPr>
          <p:nvPr/>
        </p:nvSpPr>
        <p:spPr bwMode="auto">
          <a:xfrm>
            <a:off x="7045325" y="2230438"/>
            <a:ext cx="11699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Add Unit</a:t>
            </a:r>
          </a:p>
        </p:txBody>
      </p:sp>
      <p:sp>
        <p:nvSpPr>
          <p:cNvPr id="67597" name="Line 607">
            <a:extLst>
              <a:ext uri="{FF2B5EF4-FFF2-40B4-BE49-F238E27FC236}">
                <a16:creationId xmlns:a16="http://schemas.microsoft.com/office/drawing/2014/main" id="{CB0B6173-907F-284F-BB2A-95A26FF893D2}"/>
              </a:ext>
            </a:extLst>
          </p:cNvPr>
          <p:cNvSpPr>
            <a:spLocks noChangeShapeType="1"/>
          </p:cNvSpPr>
          <p:nvPr/>
        </p:nvSpPr>
        <p:spPr bwMode="auto">
          <a:xfrm>
            <a:off x="228600" y="3130550"/>
            <a:ext cx="0" cy="914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598" name="Text Box 608">
            <a:extLst>
              <a:ext uri="{FF2B5EF4-FFF2-40B4-BE49-F238E27FC236}">
                <a16:creationId xmlns:a16="http://schemas.microsoft.com/office/drawing/2014/main" id="{F3EAD9D0-3FCA-0E46-B065-4A664737D154}"/>
              </a:ext>
            </a:extLst>
          </p:cNvPr>
          <p:cNvSpPr txBox="1">
            <a:spLocks noChangeArrowheads="1"/>
          </p:cNvSpPr>
          <p:nvPr/>
        </p:nvSpPr>
        <p:spPr bwMode="auto">
          <a:xfrm>
            <a:off x="231775" y="3373438"/>
            <a:ext cx="6953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1"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time</a:t>
            </a:r>
          </a:p>
        </p:txBody>
      </p:sp>
      <p:sp>
        <p:nvSpPr>
          <p:cNvPr id="67599" name="AutoShape 609">
            <a:extLst>
              <a:ext uri="{FF2B5EF4-FFF2-40B4-BE49-F238E27FC236}">
                <a16:creationId xmlns:a16="http://schemas.microsoft.com/office/drawing/2014/main" id="{06120BAD-A1AF-DF42-991B-A9833FBB5980}"/>
              </a:ext>
            </a:extLst>
          </p:cNvPr>
          <p:cNvSpPr>
            <a:spLocks noChangeArrowheads="1"/>
          </p:cNvSpPr>
          <p:nvPr/>
        </p:nvSpPr>
        <p:spPr bwMode="auto">
          <a:xfrm>
            <a:off x="838200" y="5588000"/>
            <a:ext cx="1449388" cy="612775"/>
          </a:xfrm>
          <a:prstGeom prst="rightArrow">
            <a:avLst>
              <a:gd name="adj1" fmla="val 50000"/>
              <a:gd name="adj2" fmla="val 36848"/>
            </a:avLst>
          </a:prstGeom>
          <a:solidFill>
            <a:schemeClr val="bg1"/>
          </a:solidFill>
          <a:ln w="38100">
            <a:solidFill>
              <a:schemeClr val="tx1"/>
            </a:solidFill>
            <a:miter lim="800000"/>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0" i="1"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Warp issue</a:t>
            </a:r>
          </a:p>
        </p:txBody>
      </p:sp>
      <p:sp>
        <p:nvSpPr>
          <p:cNvPr id="67600" name="TextBox 610">
            <a:extLst>
              <a:ext uri="{FF2B5EF4-FFF2-40B4-BE49-F238E27FC236}">
                <a16:creationId xmlns:a16="http://schemas.microsoft.com/office/drawing/2014/main" id="{513FFC57-9CFD-8F43-956F-548F9CB97802}"/>
              </a:ext>
            </a:extLst>
          </p:cNvPr>
          <p:cNvSpPr txBox="1">
            <a:spLocks noChangeArrowheads="1"/>
          </p:cNvSpPr>
          <p:nvPr/>
        </p:nvSpPr>
        <p:spPr bwMode="auto">
          <a:xfrm>
            <a:off x="152400" y="6535738"/>
            <a:ext cx="173831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Krste Asanovic</a:t>
            </a:r>
          </a:p>
        </p:txBody>
      </p:sp>
    </p:spTree>
    <p:extLst>
      <p:ext uri="{BB962C8B-B14F-4D97-AF65-F5344CB8AC3E}">
        <p14:creationId xmlns:p14="http://schemas.microsoft.com/office/powerpoint/2010/main" val="338299320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342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352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303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4362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43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68F9301F-200A-4C9F-9BC7-A9CA02E8A85A}"/>
              </a:ext>
            </a:extLst>
          </p:cNvPr>
          <p:cNvSpPr/>
          <p:nvPr/>
        </p:nvSpPr>
        <p:spPr>
          <a:xfrm>
            <a:off x="2069292" y="951862"/>
            <a:ext cx="4788490" cy="461665"/>
          </a:xfrm>
          <a:prstGeom prst="rect">
            <a:avLst/>
          </a:prstGeom>
        </p:spPr>
        <p:txBody>
          <a:bodyPr wrap="none">
            <a:spAutoFit/>
          </a:bodyPr>
          <a:lstStyle/>
          <a:p>
            <a:r>
              <a:rPr lang="en-US" altLang="zh-CN" sz="2400" dirty="0">
                <a:solidFill>
                  <a:srgbClr val="C00000"/>
                </a:solidFill>
                <a:cs typeface="+mj-cs"/>
              </a:rPr>
              <a:t>Motivation of In-network Computing</a:t>
            </a:r>
            <a:endParaRPr lang="zh-CN" altLang="en-US" sz="1200" dirty="0"/>
          </a:p>
        </p:txBody>
      </p:sp>
      <p:sp>
        <p:nvSpPr>
          <p:cNvPr id="54" name="Rectangle 2">
            <a:extLst>
              <a:ext uri="{FF2B5EF4-FFF2-40B4-BE49-F238E27FC236}">
                <a16:creationId xmlns:a16="http://schemas.microsoft.com/office/drawing/2014/main" id="{82D9D992-8110-4752-809A-6133FEB65846}"/>
              </a:ext>
            </a:extLst>
          </p:cNvPr>
          <p:cNvSpPr/>
          <p:nvPr/>
        </p:nvSpPr>
        <p:spPr>
          <a:xfrm>
            <a:off x="-106251" y="-203200"/>
            <a:ext cx="9382259" cy="70612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55" name="TextBox 3">
            <a:extLst>
              <a:ext uri="{FF2B5EF4-FFF2-40B4-BE49-F238E27FC236}">
                <a16:creationId xmlns:a16="http://schemas.microsoft.com/office/drawing/2014/main" id="{1B997306-FA4F-4F7B-8126-9FAAA79FA40E}"/>
              </a:ext>
            </a:extLst>
          </p:cNvPr>
          <p:cNvSpPr txBox="1"/>
          <p:nvPr/>
        </p:nvSpPr>
        <p:spPr>
          <a:xfrm>
            <a:off x="1600200" y="2732465"/>
            <a:ext cx="5866592" cy="584775"/>
          </a:xfrm>
          <a:prstGeom prst="rect">
            <a:avLst/>
          </a:prstGeom>
          <a:noFill/>
        </p:spPr>
        <p:txBody>
          <a:bodyPr wrap="square" rtlCol="0">
            <a:spAutoFit/>
          </a:bodyPr>
          <a:lstStyle/>
          <a:p>
            <a:pPr algn="ctr"/>
            <a:r>
              <a:rPr lang="en-US" sz="3200" b="1" dirty="0">
                <a:solidFill>
                  <a:schemeClr val="bg1"/>
                </a:solidFill>
              </a:rPr>
              <a:t>SIMT </a:t>
            </a:r>
            <a:r>
              <a:rPr lang="en-US" altLang="zh-CN" sz="3200" b="1" dirty="0">
                <a:solidFill>
                  <a:schemeClr val="bg1"/>
                </a:solidFill>
              </a:rPr>
              <a:t>is not SIMD!</a:t>
            </a:r>
            <a:endParaRPr lang="en-US" sz="3200" b="1" u="sng" dirty="0">
              <a:solidFill>
                <a:srgbClr val="DA9100"/>
              </a:solidFill>
            </a:endParaRPr>
          </a:p>
        </p:txBody>
      </p:sp>
    </p:spTree>
    <p:custDataLst>
      <p:tags r:id="rId1"/>
    </p:custDataLst>
    <p:extLst>
      <p:ext uri="{BB962C8B-B14F-4D97-AF65-F5344CB8AC3E}">
        <p14:creationId xmlns:p14="http://schemas.microsoft.com/office/powerpoint/2010/main" val="2051143219"/>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a:extLst>
              <a:ext uri="{FF2B5EF4-FFF2-40B4-BE49-F238E27FC236}">
                <a16:creationId xmlns:a16="http://schemas.microsoft.com/office/drawing/2014/main" id="{260A4906-15D6-9842-8493-08E81182E954}"/>
              </a:ext>
            </a:extLst>
          </p:cNvPr>
          <p:cNvSpPr>
            <a:spLocks noGrp="1"/>
          </p:cNvSpPr>
          <p:nvPr>
            <p:ph type="title"/>
          </p:nvPr>
        </p:nvSpPr>
        <p:spPr/>
        <p:txBody>
          <a:bodyPr/>
          <a:lstStyle/>
          <a:p>
            <a:r>
              <a:rPr lang="en-US" altLang="en-US">
                <a:ea typeface="ＭＳ Ｐゴシック" panose="020B0600070205080204" pitchFamily="34" charset="-128"/>
              </a:rPr>
              <a:t>SIMD vs. SIMT Execution Model</a:t>
            </a:r>
          </a:p>
        </p:txBody>
      </p:sp>
      <p:sp>
        <p:nvSpPr>
          <p:cNvPr id="73730" name="Content Placeholder 2">
            <a:extLst>
              <a:ext uri="{FF2B5EF4-FFF2-40B4-BE49-F238E27FC236}">
                <a16:creationId xmlns:a16="http://schemas.microsoft.com/office/drawing/2014/main" id="{4BED5FCD-6B58-124A-A46B-CA071A0E0C59}"/>
              </a:ext>
            </a:extLst>
          </p:cNvPr>
          <p:cNvSpPr>
            <a:spLocks noGrp="1"/>
          </p:cNvSpPr>
          <p:nvPr>
            <p:ph idx="1"/>
          </p:nvPr>
        </p:nvSpPr>
        <p:spPr>
          <a:xfrm>
            <a:off x="0" y="996950"/>
            <a:ext cx="9144000" cy="5194300"/>
          </a:xfrm>
        </p:spPr>
        <p:txBody>
          <a:bodyPr/>
          <a:lstStyle/>
          <a:p>
            <a:r>
              <a:rPr lang="en-US" altLang="en-US" b="1" dirty="0">
                <a:ea typeface="ＭＳ Ｐゴシック" panose="020B0600070205080204" pitchFamily="34" charset="-128"/>
              </a:rPr>
              <a:t>SIMD</a:t>
            </a:r>
            <a:r>
              <a:rPr lang="en-US" altLang="en-US" dirty="0">
                <a:ea typeface="ＭＳ Ｐゴシック" panose="020B0600070205080204" pitchFamily="34" charset="-128"/>
              </a:rPr>
              <a:t>: A single </a:t>
            </a:r>
            <a:r>
              <a:rPr lang="en-US" altLang="en-US" dirty="0">
                <a:solidFill>
                  <a:srgbClr val="0000FF"/>
                </a:solidFill>
                <a:ea typeface="ＭＳ Ｐゴシック" panose="020B0600070205080204" pitchFamily="34" charset="-128"/>
              </a:rPr>
              <a:t>sequential</a:t>
            </a:r>
            <a:r>
              <a:rPr lang="en-US" altLang="en-US" dirty="0">
                <a:ea typeface="ＭＳ Ｐゴシック" panose="020B0600070205080204" pitchFamily="34" charset="-128"/>
              </a:rPr>
              <a:t> </a:t>
            </a:r>
            <a:r>
              <a:rPr lang="en-US" altLang="en-US" dirty="0">
                <a:solidFill>
                  <a:srgbClr val="0000FF"/>
                </a:solidFill>
                <a:ea typeface="ＭＳ Ｐゴシック" panose="020B0600070205080204" pitchFamily="34" charset="-128"/>
              </a:rPr>
              <a:t>instruction stream </a:t>
            </a:r>
            <a:r>
              <a:rPr lang="en-US" altLang="en-US" dirty="0">
                <a:ea typeface="ＭＳ Ｐゴシック" panose="020B0600070205080204" pitchFamily="34" charset="-128"/>
              </a:rPr>
              <a:t>of </a:t>
            </a:r>
            <a:r>
              <a:rPr lang="en-US" altLang="en-US" dirty="0">
                <a:solidFill>
                  <a:srgbClr val="0000FF"/>
                </a:solidFill>
                <a:ea typeface="ＭＳ Ｐゴシック" panose="020B0600070205080204" pitchFamily="34" charset="-128"/>
              </a:rPr>
              <a:t>SIMD instructions </a:t>
            </a:r>
            <a:r>
              <a:rPr lang="en-US" altLang="en-US" dirty="0">
                <a:ea typeface="ＭＳ Ｐゴシック" panose="020B0600070205080204" pitchFamily="34" charset="-128"/>
                <a:sym typeface="Wingdings" pitchFamily="2" charset="2"/>
              </a:rPr>
              <a:t> each instruction specifies multiple data inputs</a:t>
            </a:r>
            <a:endParaRPr lang="en-US" altLang="en-US" dirty="0">
              <a:ea typeface="ＭＳ Ｐゴシック" panose="020B0600070205080204" pitchFamily="34" charset="-128"/>
            </a:endParaRPr>
          </a:p>
          <a:p>
            <a:pPr lvl="1"/>
            <a:r>
              <a:rPr lang="en-US" altLang="en-US" dirty="0">
                <a:ea typeface="ＭＳ Ｐゴシック" panose="020B0600070205080204" pitchFamily="34" charset="-128"/>
              </a:rPr>
              <a:t>[VLD, VLD, VADD, VST], VLEN</a:t>
            </a:r>
          </a:p>
          <a:p>
            <a:pPr lvl="1"/>
            <a:endParaRPr lang="en-US" altLang="en-US" dirty="0">
              <a:ea typeface="ＭＳ Ｐゴシック" panose="020B0600070205080204" pitchFamily="34" charset="-128"/>
            </a:endParaRPr>
          </a:p>
          <a:p>
            <a:r>
              <a:rPr lang="en-US" altLang="en-US" b="1" dirty="0">
                <a:ea typeface="ＭＳ Ｐゴシック" panose="020B0600070205080204" pitchFamily="34" charset="-128"/>
              </a:rPr>
              <a:t>SIMT</a:t>
            </a:r>
            <a:r>
              <a:rPr lang="en-US" altLang="en-US" dirty="0">
                <a:ea typeface="ＭＳ Ｐゴシック" panose="020B0600070205080204" pitchFamily="34" charset="-128"/>
              </a:rPr>
              <a:t>: </a:t>
            </a:r>
            <a:r>
              <a:rPr lang="en-US" altLang="en-US" dirty="0">
                <a:solidFill>
                  <a:srgbClr val="0000FF"/>
                </a:solidFill>
                <a:ea typeface="ＭＳ Ｐゴシック" panose="020B0600070205080204" pitchFamily="34" charset="-128"/>
              </a:rPr>
              <a:t>Multiple instruction streams </a:t>
            </a:r>
            <a:r>
              <a:rPr lang="en-US" altLang="en-US" dirty="0">
                <a:ea typeface="ＭＳ Ｐゴシック" panose="020B0600070205080204" pitchFamily="34" charset="-128"/>
              </a:rPr>
              <a:t>of </a:t>
            </a:r>
            <a:r>
              <a:rPr lang="en-US" altLang="en-US" dirty="0">
                <a:solidFill>
                  <a:srgbClr val="0000FF"/>
                </a:solidFill>
                <a:ea typeface="ＭＳ Ｐゴシック" panose="020B0600070205080204" pitchFamily="34" charset="-128"/>
              </a:rPr>
              <a:t>scalar instructions </a:t>
            </a:r>
            <a:r>
              <a:rPr lang="en-US" altLang="en-US" dirty="0">
                <a:ea typeface="ＭＳ Ｐゴシック" panose="020B0600070205080204" pitchFamily="34" charset="-128"/>
                <a:sym typeface="Wingdings" pitchFamily="2" charset="2"/>
              </a:rPr>
              <a:t> threads grouped dynamically into warps</a:t>
            </a:r>
            <a:endParaRPr lang="en-US" altLang="en-US" dirty="0">
              <a:ea typeface="ＭＳ Ｐゴシック" panose="020B0600070205080204" pitchFamily="34" charset="-128"/>
            </a:endParaRPr>
          </a:p>
          <a:p>
            <a:pPr lvl="1"/>
            <a:r>
              <a:rPr lang="en-US" altLang="en-US" dirty="0">
                <a:ea typeface="ＭＳ Ｐゴシック" panose="020B0600070205080204" pitchFamily="34" charset="-128"/>
              </a:rPr>
              <a:t>[LD, LD, ADD, ST], </a:t>
            </a:r>
            <a:r>
              <a:rPr lang="en-US" altLang="en-US" dirty="0" err="1">
                <a:ea typeface="ＭＳ Ｐゴシック" panose="020B0600070205080204" pitchFamily="34" charset="-128"/>
              </a:rPr>
              <a:t>NumThreads</a:t>
            </a:r>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r>
              <a:rPr lang="en-US" altLang="en-US" dirty="0">
                <a:ea typeface="ＭＳ Ｐゴシック" panose="020B0600070205080204" pitchFamily="34" charset="-128"/>
              </a:rPr>
              <a:t>Two Major SIMT Advantages: </a:t>
            </a:r>
          </a:p>
          <a:p>
            <a:pPr lvl="1"/>
            <a:r>
              <a:rPr lang="en-US" altLang="en-US" dirty="0">
                <a:solidFill>
                  <a:srgbClr val="0000FF"/>
                </a:solidFill>
                <a:ea typeface="ＭＳ Ｐゴシック" panose="020B0600070205080204" pitchFamily="34" charset="-128"/>
              </a:rPr>
              <a:t>Can treat each thread separately </a:t>
            </a:r>
            <a:r>
              <a:rPr lang="en-US" altLang="en-US" dirty="0">
                <a:ea typeface="ＭＳ Ｐゴシック" panose="020B0600070205080204" pitchFamily="34" charset="-128"/>
                <a:sym typeface="Wingdings" pitchFamily="2" charset="2"/>
              </a:rPr>
              <a:t> i.e., can execute each thread independently on any type of scalar pipeline  MIMD processing</a:t>
            </a:r>
          </a:p>
          <a:p>
            <a:pPr lvl="1"/>
            <a:r>
              <a:rPr lang="en-US" altLang="en-US" dirty="0">
                <a:solidFill>
                  <a:srgbClr val="0000FF"/>
                </a:solidFill>
                <a:ea typeface="ＭＳ Ｐゴシック" panose="020B0600070205080204" pitchFamily="34" charset="-128"/>
              </a:rPr>
              <a:t>Can group threads into warps flexibly </a:t>
            </a:r>
            <a:r>
              <a:rPr lang="en-US" altLang="en-US" dirty="0">
                <a:ea typeface="ＭＳ Ｐゴシック" panose="020B0600070205080204" pitchFamily="34" charset="-128"/>
                <a:sym typeface="Wingdings" pitchFamily="2" charset="2"/>
              </a:rPr>
              <a:t> i.e., can group threads that are supposed to </a:t>
            </a:r>
            <a:r>
              <a:rPr lang="en-US" altLang="en-US" i="1" dirty="0">
                <a:ea typeface="ＭＳ Ｐゴシック" panose="020B0600070205080204" pitchFamily="34" charset="-128"/>
                <a:sym typeface="Wingdings" pitchFamily="2" charset="2"/>
              </a:rPr>
              <a:t>truly</a:t>
            </a:r>
            <a:r>
              <a:rPr lang="en-US" altLang="en-US" dirty="0">
                <a:ea typeface="ＭＳ Ｐゴシック" panose="020B0600070205080204" pitchFamily="34" charset="-128"/>
                <a:sym typeface="Wingdings" pitchFamily="2" charset="2"/>
              </a:rPr>
              <a:t> execute the same instruction  dynamically obtain and maximize benefits of SIMD processing</a:t>
            </a:r>
            <a:endParaRPr lang="en-US" altLang="en-US" dirty="0">
              <a:ea typeface="ＭＳ Ｐゴシック" panose="020B0600070205080204" pitchFamily="34" charset="-128"/>
            </a:endParaRPr>
          </a:p>
        </p:txBody>
      </p:sp>
      <p:sp>
        <p:nvSpPr>
          <p:cNvPr id="73731" name="Slide Number Placeholder 3">
            <a:extLst>
              <a:ext uri="{FF2B5EF4-FFF2-40B4-BE49-F238E27FC236}">
                <a16:creationId xmlns:a16="http://schemas.microsoft.com/office/drawing/2014/main" id="{482C74E1-8488-FF4C-8722-CD2DC80A827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36760A-0F51-9B49-A5E0-2F6EEA64335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74</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5" name="Rounded Rectangle 130">
            <a:extLst>
              <a:ext uri="{FF2B5EF4-FFF2-40B4-BE49-F238E27FC236}">
                <a16:creationId xmlns:a16="http://schemas.microsoft.com/office/drawing/2014/main" id="{03BAFC8F-404F-B54A-821B-3B87EC3EE73B}"/>
              </a:ext>
            </a:extLst>
          </p:cNvPr>
          <p:cNvSpPr>
            <a:spLocks noChangeArrowheads="1"/>
          </p:cNvSpPr>
          <p:nvPr/>
        </p:nvSpPr>
        <p:spPr bwMode="auto">
          <a:xfrm>
            <a:off x="152400" y="4191000"/>
            <a:ext cx="8839200" cy="2286000"/>
          </a:xfrm>
          <a:prstGeom prst="roundRect">
            <a:avLst>
              <a:gd name="adj" fmla="val 16667"/>
            </a:avLst>
          </a:prstGeom>
          <a:noFill/>
          <a:ln w="539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5212759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9" name="TextBox 134">
            <a:extLst>
              <a:ext uri="{FF2B5EF4-FFF2-40B4-BE49-F238E27FC236}">
                <a16:creationId xmlns:a16="http://schemas.microsoft.com/office/drawing/2014/main" id="{F939BEB8-FA20-AF49-9693-A23D370E1D20}"/>
              </a:ext>
            </a:extLst>
          </p:cNvPr>
          <p:cNvSpPr txBox="1">
            <a:spLocks noChangeArrowheads="1"/>
          </p:cNvSpPr>
          <p:nvPr/>
        </p:nvSpPr>
        <p:spPr bwMode="auto">
          <a:xfrm>
            <a:off x="152400" y="6535738"/>
            <a:ext cx="165258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Hyesoon Kim</a:t>
            </a:r>
          </a:p>
        </p:txBody>
      </p:sp>
      <p:sp>
        <p:nvSpPr>
          <p:cNvPr id="9" name="Slide Number Placeholder 3">
            <a:extLst>
              <a:ext uri="{FF2B5EF4-FFF2-40B4-BE49-F238E27FC236}">
                <a16:creationId xmlns:a16="http://schemas.microsoft.com/office/drawing/2014/main" id="{91D9459B-F5D2-E34A-9ADC-C5A396E51A40}"/>
              </a:ext>
            </a:extLst>
          </p:cNvPr>
          <p:cNvSpPr>
            <a:spLocks noGrp="1"/>
          </p:cNvSpPr>
          <p:nvPr>
            <p:ph type="sldNum" sz="quarter" idx="11"/>
          </p:nvPr>
        </p:nvSpPr>
        <p:spPr>
          <a:xfrm>
            <a:off x="6777038" y="63246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17A79AA-CD33-9448-B7F6-6F507EA8DB0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75</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2" name="矩形 1">
            <a:extLst>
              <a:ext uri="{FF2B5EF4-FFF2-40B4-BE49-F238E27FC236}">
                <a16:creationId xmlns:a16="http://schemas.microsoft.com/office/drawing/2014/main" id="{0CF77098-46D8-46D6-A912-28E462BDF1C0}"/>
              </a:ext>
            </a:extLst>
          </p:cNvPr>
          <p:cNvSpPr/>
          <p:nvPr/>
        </p:nvSpPr>
        <p:spPr>
          <a:xfrm>
            <a:off x="304800" y="1600200"/>
            <a:ext cx="7772400" cy="3416320"/>
          </a:xfrm>
          <a:prstGeom prst="rect">
            <a:avLst/>
          </a:prstGeom>
        </p:spPr>
        <p:txBody>
          <a:bodyPr wrap="square">
            <a:spAutoFit/>
          </a:bodyPr>
          <a:lstStyle/>
          <a:p>
            <a:pPr algn="just"/>
            <a:r>
              <a:rPr lang="en-US" altLang="zh-CN" sz="2400" i="1" dirty="0">
                <a:solidFill>
                  <a:srgbClr val="2F76C3"/>
                </a:solidFill>
                <a:latin typeface="PingFang SC"/>
              </a:rPr>
              <a:t>GPUs were invented and </a:t>
            </a:r>
            <a:r>
              <a:rPr lang="en-US" altLang="zh-CN" sz="2400" i="1" dirty="0" err="1">
                <a:solidFill>
                  <a:srgbClr val="2F76C3"/>
                </a:solidFill>
                <a:latin typeface="PingFang SC"/>
              </a:rPr>
              <a:t>gpus</a:t>
            </a:r>
            <a:r>
              <a:rPr lang="en-US" altLang="zh-CN" sz="2400" i="1" dirty="0">
                <a:solidFill>
                  <a:srgbClr val="2F76C3"/>
                </a:solidFill>
                <a:latin typeface="PingFang SC"/>
              </a:rPr>
              <a:t> are a kind vector computer which is really wild because while </a:t>
            </a:r>
            <a:r>
              <a:rPr lang="en-US" altLang="zh-CN" sz="2400" i="1" dirty="0" err="1">
                <a:solidFill>
                  <a:srgbClr val="2F76C3"/>
                </a:solidFill>
                <a:latin typeface="PingFang SC"/>
              </a:rPr>
              <a:t>gpus</a:t>
            </a:r>
            <a:r>
              <a:rPr lang="en-US" altLang="zh-CN" sz="2400" i="1" dirty="0">
                <a:solidFill>
                  <a:srgbClr val="2F76C3"/>
                </a:solidFill>
                <a:latin typeface="PingFang SC"/>
              </a:rPr>
              <a:t> have big vectors they essentially run scalar programs on each element and you can think of them as running a vector of scalar programs which by the way was a </a:t>
            </a:r>
            <a:r>
              <a:rPr lang="en-US" altLang="zh-CN" sz="2400" b="1" i="1" dirty="0">
                <a:solidFill>
                  <a:srgbClr val="2F76C3"/>
                </a:solidFill>
                <a:latin typeface="PingFang SC"/>
              </a:rPr>
              <a:t>genius abstraction</a:t>
            </a:r>
            <a:r>
              <a:rPr lang="en-US" altLang="zh-CN" sz="2400" i="1" dirty="0">
                <a:solidFill>
                  <a:srgbClr val="2F76C3"/>
                </a:solidFill>
                <a:latin typeface="PingFang SC"/>
              </a:rPr>
              <a:t> because everybody can write a scalar program almost nobody can write a vector program but suddenly we had all kinds of people doing vector programs on GPUs</a:t>
            </a:r>
            <a:r>
              <a:rPr lang="en-US" altLang="zh-CN" sz="2400" dirty="0">
                <a:latin typeface="PingFang SC"/>
              </a:rPr>
              <a:t>”</a:t>
            </a:r>
          </a:p>
          <a:p>
            <a:pPr algn="just"/>
            <a:r>
              <a:rPr lang="en-US" altLang="zh-CN" sz="2400" b="0" i="0" dirty="0">
                <a:effectLst/>
                <a:latin typeface="PingFang SC"/>
              </a:rPr>
              <a:t>                                                               --- </a:t>
            </a:r>
            <a:r>
              <a:rPr lang="en-US" altLang="zh-CN" sz="2400" dirty="0">
                <a:latin typeface="PingFang SC"/>
              </a:rPr>
              <a:t>Jim Keller</a:t>
            </a:r>
            <a:r>
              <a:rPr lang="zh-CN" altLang="en-US" sz="2400" dirty="0">
                <a:latin typeface="PingFang SC"/>
              </a:rPr>
              <a:t> </a:t>
            </a:r>
            <a:r>
              <a:rPr lang="en-US" altLang="zh-CN" sz="2400" dirty="0">
                <a:latin typeface="PingFang SC"/>
              </a:rPr>
              <a:t>@DAC’24</a:t>
            </a:r>
            <a:endParaRPr lang="zh-CN" altLang="en-US" sz="2400" dirty="0">
              <a:latin typeface="PingFang SC"/>
            </a:endParaRPr>
          </a:p>
        </p:txBody>
      </p:sp>
      <p:sp>
        <p:nvSpPr>
          <p:cNvPr id="4" name="标题 3">
            <a:extLst>
              <a:ext uri="{FF2B5EF4-FFF2-40B4-BE49-F238E27FC236}">
                <a16:creationId xmlns:a16="http://schemas.microsoft.com/office/drawing/2014/main" id="{5877C2F4-5D48-498E-BBA7-A7C69332E897}"/>
              </a:ext>
            </a:extLst>
          </p:cNvPr>
          <p:cNvSpPr>
            <a:spLocks noGrp="1"/>
          </p:cNvSpPr>
          <p:nvPr>
            <p:ph type="title"/>
          </p:nvPr>
        </p:nvSpPr>
        <p:spPr/>
        <p:txBody>
          <a:bodyPr/>
          <a:lstStyle/>
          <a:p>
            <a:r>
              <a:rPr lang="en-US" altLang="zh-CN" dirty="0"/>
              <a:t>SPMD: Genius Abstraction</a:t>
            </a:r>
            <a:endParaRPr lang="zh-CN" altLang="en-US" dirty="0"/>
          </a:p>
        </p:txBody>
      </p:sp>
    </p:spTree>
    <p:extLst>
      <p:ext uri="{BB962C8B-B14F-4D97-AF65-F5344CB8AC3E}">
        <p14:creationId xmlns:p14="http://schemas.microsoft.com/office/powerpoint/2010/main" val="602764066"/>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2">
            <a:extLst>
              <a:ext uri="{FF2B5EF4-FFF2-40B4-BE49-F238E27FC236}">
                <a16:creationId xmlns:a16="http://schemas.microsoft.com/office/drawing/2014/main" id="{3A81DD4D-8A15-A64D-87B9-7187C44EF47E}"/>
              </a:ext>
            </a:extLst>
          </p:cNvPr>
          <p:cNvSpPr>
            <a:spLocks noGrp="1"/>
          </p:cNvSpPr>
          <p:nvPr>
            <p:ph type="title"/>
          </p:nvPr>
        </p:nvSpPr>
        <p:spPr/>
        <p:txBody>
          <a:bodyPr/>
          <a:lstStyle/>
          <a:p>
            <a:r>
              <a:rPr lang="en-US" altLang="en-US" dirty="0">
                <a:ea typeface="ＭＳ Ｐゴシック" panose="020B0600070205080204" pitchFamily="34" charset="-128"/>
              </a:rPr>
              <a:t>SIMT Code vs. SIMD Code</a:t>
            </a:r>
          </a:p>
        </p:txBody>
      </p:sp>
      <p:sp>
        <p:nvSpPr>
          <p:cNvPr id="21" name="Rounded Rectangle 20">
            <a:extLst>
              <a:ext uri="{FF2B5EF4-FFF2-40B4-BE49-F238E27FC236}">
                <a16:creationId xmlns:a16="http://schemas.microsoft.com/office/drawing/2014/main" id="{CA7AAC85-C993-594D-A141-2B0077E118B0}"/>
              </a:ext>
            </a:extLst>
          </p:cNvPr>
          <p:cNvSpPr/>
          <p:nvPr/>
        </p:nvSpPr>
        <p:spPr bwMode="auto">
          <a:xfrm>
            <a:off x="3336822" y="1459468"/>
            <a:ext cx="2614613" cy="762000"/>
          </a:xfrm>
          <a:prstGeom prst="roundRect">
            <a:avLst/>
          </a:prstGeom>
          <a:solidFill>
            <a:sysClr val="window" lastClr="FFFFFF"/>
          </a:solidFill>
          <a:ln w="25400" cap="flat" cmpd="sng" algn="ctr">
            <a:solidFill>
              <a:srgbClr val="4F81BD"/>
            </a:solidFill>
            <a:prstDash val="soli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latin typeface="Tahoma" pitchFamily="34" charset="0"/>
                <a:ea typeface="Tahoma" pitchFamily="34" charset="0"/>
                <a:cs typeface="Tahoma" pitchFamily="34" charset="0"/>
              </a:rPr>
              <a:t>for (ii = 0; ii &lt; 100000; ++ii)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latin typeface="Tahoma" pitchFamily="34" charset="0"/>
                <a:ea typeface="Tahoma" pitchFamily="34" charset="0"/>
                <a:cs typeface="Tahoma" pitchFamily="34" charset="0"/>
              </a:rPr>
              <a:t>C[ii] = A[ii] + B[ii];</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latin typeface="Tahoma" pitchFamily="34" charset="0"/>
                <a:ea typeface="Tahoma" pitchFamily="34" charset="0"/>
                <a:cs typeface="Tahoma" pitchFamily="34" charset="0"/>
              </a:rPr>
              <a:t>}</a:t>
            </a:r>
          </a:p>
        </p:txBody>
      </p:sp>
      <p:sp>
        <p:nvSpPr>
          <p:cNvPr id="22" name="Rounded Rectangle 21">
            <a:extLst>
              <a:ext uri="{FF2B5EF4-FFF2-40B4-BE49-F238E27FC236}">
                <a16:creationId xmlns:a16="http://schemas.microsoft.com/office/drawing/2014/main" id="{806843B5-8282-F146-8F8A-D03C5242A408}"/>
              </a:ext>
            </a:extLst>
          </p:cNvPr>
          <p:cNvSpPr/>
          <p:nvPr/>
        </p:nvSpPr>
        <p:spPr bwMode="auto">
          <a:xfrm>
            <a:off x="533400" y="3276600"/>
            <a:ext cx="4171950" cy="1655763"/>
          </a:xfrm>
          <a:prstGeom prst="roundRect">
            <a:avLst/>
          </a:prstGeom>
          <a:solidFill>
            <a:sysClr val="window" lastClr="FFFFFF"/>
          </a:solidFill>
          <a:ln w="25400" cap="flat" cmpd="sng" algn="ctr">
            <a:solidFill>
              <a:srgbClr val="9BBB59"/>
            </a:solidFill>
            <a:prstDash val="solid"/>
            <a:headEnd type="none" w="sm" len="sm"/>
            <a:tailEnd type="none" w="sm" len="sm"/>
          </a:ln>
          <a:effec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 there are 100000 threads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__global__ void KernelFunction(…)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  </a:t>
            </a:r>
            <a:r>
              <a:rPr kumimoji="0" lang="en-US" altLang="en-US" sz="1400" b="0" i="0" u="none" strike="noStrike" kern="1200" cap="none" spc="0" normalizeH="0" baseline="0" noProof="0">
                <a:ln>
                  <a:noFill/>
                </a:ln>
                <a:solidFill>
                  <a:srgbClr val="FF0000"/>
                </a:solidFill>
                <a:effectLst/>
                <a:uLnTx/>
                <a:uFillTx/>
                <a:latin typeface="Tahoma" panose="020B0604030504040204" pitchFamily="34" charset="0"/>
                <a:ea typeface="ＭＳ Ｐゴシック" panose="020B0600070205080204" pitchFamily="34" charset="-128"/>
                <a:cs typeface="+mn-cs"/>
              </a:rPr>
              <a:t>int tid = blockDim.x * blockIdx.x + threadIdx.x</a:t>
            </a:r>
            <a:r>
              <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  int varA = aa[tid];</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  int varB = bb[tid];</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  C[tid] = varA + varB;</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t>
            </a:r>
          </a:p>
        </p:txBody>
      </p:sp>
      <p:sp>
        <p:nvSpPr>
          <p:cNvPr id="23" name="Down Arrow 22">
            <a:extLst>
              <a:ext uri="{FF2B5EF4-FFF2-40B4-BE49-F238E27FC236}">
                <a16:creationId xmlns:a16="http://schemas.microsoft.com/office/drawing/2014/main" id="{F3CF69E7-C60A-B042-B693-A9F181885164}"/>
              </a:ext>
            </a:extLst>
          </p:cNvPr>
          <p:cNvSpPr>
            <a:spLocks noChangeArrowheads="1"/>
          </p:cNvSpPr>
          <p:nvPr/>
        </p:nvSpPr>
        <p:spPr bwMode="auto">
          <a:xfrm>
            <a:off x="4400550" y="2328028"/>
            <a:ext cx="609600" cy="533400"/>
          </a:xfrm>
          <a:prstGeom prst="downArrow">
            <a:avLst>
              <a:gd name="adj1" fmla="val 50000"/>
              <a:gd name="adj2" fmla="val 50000"/>
            </a:avLst>
          </a:prstGeom>
          <a:gradFill rotWithShape="1">
            <a:gsLst>
              <a:gs pos="0">
                <a:srgbClr val="9BC1FF"/>
              </a:gs>
              <a:gs pos="100000">
                <a:srgbClr val="3F80CD"/>
              </a:gs>
            </a:gsLst>
            <a:lin ang="5400000"/>
          </a:gradFill>
          <a:ln w="9525">
            <a:solidFill>
              <a:srgbClr val="4A7EBB"/>
            </a:solidFill>
            <a:miter lim="800000"/>
            <a:headEnd/>
            <a:tailEnd/>
          </a:ln>
          <a:effectLst>
            <a:outerShdw blurRad="40000" dist="23000" dir="5400000" rotWithShape="0">
              <a:srgbClr val="808080">
                <a:alpha val="34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ＭＳ Ｐゴシック" charset="0"/>
              <a:cs typeface="ＭＳ Ｐゴシック" charset="0"/>
            </a:endParaRPr>
          </a:p>
        </p:txBody>
      </p:sp>
      <p:sp>
        <p:nvSpPr>
          <p:cNvPr id="24" name="TextBox 23">
            <a:extLst>
              <a:ext uri="{FF2B5EF4-FFF2-40B4-BE49-F238E27FC236}">
                <a16:creationId xmlns:a16="http://schemas.microsoft.com/office/drawing/2014/main" id="{162C65D9-75EE-DE4C-86A4-8CF5F221E4B2}"/>
              </a:ext>
            </a:extLst>
          </p:cNvPr>
          <p:cNvSpPr txBox="1"/>
          <p:nvPr/>
        </p:nvSpPr>
        <p:spPr>
          <a:xfrm>
            <a:off x="3686175" y="1002268"/>
            <a:ext cx="2005677"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latin typeface="Arial" charset="0"/>
                <a:ea typeface="ＭＳ Ｐゴシック" charset="0"/>
                <a:cs typeface="ＭＳ Ｐゴシック" charset="0"/>
              </a:rPr>
              <a:t>CPU scalar code</a:t>
            </a:r>
          </a:p>
        </p:txBody>
      </p:sp>
      <p:sp>
        <p:nvSpPr>
          <p:cNvPr id="25" name="TextBox 24">
            <a:extLst>
              <a:ext uri="{FF2B5EF4-FFF2-40B4-BE49-F238E27FC236}">
                <a16:creationId xmlns:a16="http://schemas.microsoft.com/office/drawing/2014/main" id="{14997BED-6134-D541-9A3B-7E7C69FC5A5E}"/>
              </a:ext>
            </a:extLst>
          </p:cNvPr>
          <p:cNvSpPr txBox="1"/>
          <p:nvPr/>
        </p:nvSpPr>
        <p:spPr>
          <a:xfrm>
            <a:off x="1676400" y="5135563"/>
            <a:ext cx="1454244"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latin typeface="Arial" charset="0"/>
                <a:ea typeface="ＭＳ Ｐゴシック" charset="0"/>
                <a:cs typeface="ＭＳ Ｐゴシック" charset="0"/>
              </a:rPr>
              <a:t>CUDA code</a:t>
            </a:r>
          </a:p>
        </p:txBody>
      </p:sp>
      <p:sp>
        <p:nvSpPr>
          <p:cNvPr id="69639" name="TextBox 134">
            <a:extLst>
              <a:ext uri="{FF2B5EF4-FFF2-40B4-BE49-F238E27FC236}">
                <a16:creationId xmlns:a16="http://schemas.microsoft.com/office/drawing/2014/main" id="{F939BEB8-FA20-AF49-9693-A23D370E1D20}"/>
              </a:ext>
            </a:extLst>
          </p:cNvPr>
          <p:cNvSpPr txBox="1">
            <a:spLocks noChangeArrowheads="1"/>
          </p:cNvSpPr>
          <p:nvPr/>
        </p:nvSpPr>
        <p:spPr bwMode="auto">
          <a:xfrm>
            <a:off x="152400" y="6535738"/>
            <a:ext cx="165258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Hyesoon Kim</a:t>
            </a:r>
          </a:p>
        </p:txBody>
      </p:sp>
      <p:sp>
        <p:nvSpPr>
          <p:cNvPr id="9" name="Slide Number Placeholder 3">
            <a:extLst>
              <a:ext uri="{FF2B5EF4-FFF2-40B4-BE49-F238E27FC236}">
                <a16:creationId xmlns:a16="http://schemas.microsoft.com/office/drawing/2014/main" id="{91D9459B-F5D2-E34A-9ADC-C5A396E51A40}"/>
              </a:ext>
            </a:extLst>
          </p:cNvPr>
          <p:cNvSpPr>
            <a:spLocks noGrp="1"/>
          </p:cNvSpPr>
          <p:nvPr>
            <p:ph type="sldNum" sz="quarter" idx="11"/>
          </p:nvPr>
        </p:nvSpPr>
        <p:spPr>
          <a:xfrm>
            <a:off x="6777038" y="63246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17A79AA-CD33-9448-B7F6-6F507EA8DB0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76</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10" name="Rounded Rectangle 21">
            <a:extLst>
              <a:ext uri="{FF2B5EF4-FFF2-40B4-BE49-F238E27FC236}">
                <a16:creationId xmlns:a16="http://schemas.microsoft.com/office/drawing/2014/main" id="{E72B7D8E-4A5E-457C-996D-E9A4313F7CE3}"/>
              </a:ext>
            </a:extLst>
          </p:cNvPr>
          <p:cNvSpPr/>
          <p:nvPr/>
        </p:nvSpPr>
        <p:spPr bwMode="auto">
          <a:xfrm>
            <a:off x="5029373" y="3019940"/>
            <a:ext cx="3505200" cy="2031683"/>
          </a:xfrm>
          <a:prstGeom prst="roundRect">
            <a:avLst/>
          </a:prstGeom>
          <a:solidFill>
            <a:sysClr val="window" lastClr="FFFFFF"/>
          </a:solidFill>
          <a:ln w="25400" cap="flat" cmpd="sng" algn="ctr">
            <a:solidFill>
              <a:srgbClr val="9BBB59"/>
            </a:solidFill>
            <a:prstDash val="solid"/>
            <a:headEnd type="none" w="sm" len="sm"/>
            <a:tailEnd type="none" w="sm" len="sm"/>
          </a:ln>
          <a:effec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 there are 25000 loops with SIMD=4</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en-US" sz="1400" dirty="0">
                <a:solidFill>
                  <a:srgbClr val="000000"/>
                </a:solidFill>
                <a:latin typeface="Tahoma" panose="020B0604030504040204" pitchFamily="34" charset="0"/>
              </a:rPr>
              <a:t>…</a:t>
            </a:r>
          </a:p>
          <a:p>
            <a:pPr lvl="0" eaLnBrk="1" hangingPunct="1">
              <a:defRPr/>
            </a:pPr>
            <a:r>
              <a:rPr lang="en-US" altLang="en-US" sz="1400" dirty="0" err="1">
                <a:solidFill>
                  <a:srgbClr val="000000"/>
                </a:solidFill>
                <a:latin typeface="Tahoma" panose="020B0604030504040204" pitchFamily="34" charset="0"/>
              </a:rPr>
              <a:t>v_A</a:t>
            </a:r>
            <a:r>
              <a:rPr lang="en-US" altLang="en-US" sz="1400" dirty="0">
                <a:solidFill>
                  <a:srgbClr val="000000"/>
                </a:solidFill>
                <a:latin typeface="Tahoma" panose="020B0604030504040204" pitchFamily="34" charset="0"/>
              </a:rPr>
              <a:t> = </a:t>
            </a:r>
            <a:r>
              <a:rPr kumimoji="0" lang="en-US" altLang="en-US" sz="1400" b="0" i="0" u="none" strike="noStrike" kern="1200" cap="none" spc="0" normalizeH="0" baseline="0" noProof="0" dirty="0" err="1">
                <a:ln>
                  <a:noFill/>
                </a:ln>
                <a:solidFill>
                  <a:srgbClr val="000000"/>
                </a:solidFill>
                <a:effectLst/>
                <a:uLnTx/>
                <a:uFillTx/>
                <a:latin typeface="Tahoma" panose="020B0604030504040204" pitchFamily="34" charset="0"/>
                <a:ea typeface="ＭＳ Ｐゴシック" panose="020B0600070205080204" pitchFamily="34" charset="-128"/>
                <a:cs typeface="+mn-cs"/>
              </a:rPr>
              <a:t>vec_load</a:t>
            </a:r>
            <a:r>
              <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 (A);</a:t>
            </a:r>
          </a:p>
          <a:p>
            <a:pPr eaLnBrk="1" hangingPunct="1">
              <a:defRPr/>
            </a:pPr>
            <a:r>
              <a:rPr lang="en-US" altLang="en-US" sz="1400" dirty="0" err="1">
                <a:solidFill>
                  <a:srgbClr val="000000"/>
                </a:solidFill>
                <a:latin typeface="Tahoma" panose="020B0604030504040204" pitchFamily="34" charset="0"/>
              </a:rPr>
              <a:t>v_B</a:t>
            </a:r>
            <a:r>
              <a:rPr lang="en-US" altLang="en-US" sz="1400" dirty="0">
                <a:solidFill>
                  <a:srgbClr val="000000"/>
                </a:solidFill>
                <a:latin typeface="Tahoma" panose="020B0604030504040204" pitchFamily="34" charset="0"/>
              </a:rPr>
              <a:t> = </a:t>
            </a:r>
            <a:r>
              <a:rPr lang="en-US" altLang="en-US" sz="1400" dirty="0" err="1">
                <a:solidFill>
                  <a:srgbClr val="000000"/>
                </a:solidFill>
                <a:latin typeface="Tahoma" panose="020B0604030504040204" pitchFamily="34" charset="0"/>
              </a:rPr>
              <a:t>vec_load</a:t>
            </a:r>
            <a:r>
              <a:rPr lang="en-US" altLang="en-US" sz="1400" dirty="0">
                <a:solidFill>
                  <a:srgbClr val="000000"/>
                </a:solidFill>
                <a:latin typeface="Tahoma" panose="020B0604030504040204" pitchFamily="34" charset="0"/>
              </a:rPr>
              <a:t> (B);</a:t>
            </a:r>
            <a:endPar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 </a:t>
            </a:r>
            <a:r>
              <a:rPr kumimoji="0" lang="en-US" altLang="en-US" sz="1400" b="0" i="0" u="none" strike="noStrike" kern="1200" cap="none" spc="0" normalizeH="0" baseline="0" noProof="0" dirty="0" err="1">
                <a:ln>
                  <a:noFill/>
                </a:ln>
                <a:solidFill>
                  <a:srgbClr val="000000"/>
                </a:solidFill>
                <a:effectLst/>
                <a:uLnTx/>
                <a:uFillTx/>
                <a:latin typeface="Tahoma" panose="020B0604030504040204" pitchFamily="34" charset="0"/>
                <a:ea typeface="ＭＳ Ｐゴシック" panose="020B0600070205080204" pitchFamily="34" charset="-128"/>
                <a:cs typeface="+mn-cs"/>
              </a:rPr>
              <a:t>v_C</a:t>
            </a:r>
            <a:r>
              <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 = </a:t>
            </a:r>
            <a:r>
              <a:rPr kumimoji="0" lang="en-US" altLang="en-US" sz="1400" b="0" i="0" u="none" strike="noStrike" kern="1200" cap="none" spc="0" normalizeH="0" baseline="0" noProof="0" dirty="0" err="1">
                <a:ln>
                  <a:noFill/>
                </a:ln>
                <a:solidFill>
                  <a:srgbClr val="000000"/>
                </a:solidFill>
                <a:effectLst/>
                <a:uLnTx/>
                <a:uFillTx/>
                <a:latin typeface="Tahoma" panose="020B0604030504040204" pitchFamily="34" charset="0"/>
                <a:ea typeface="ＭＳ Ｐゴシック" panose="020B0600070205080204" pitchFamily="34" charset="-128"/>
                <a:cs typeface="+mn-cs"/>
              </a:rPr>
              <a:t>vec_add</a:t>
            </a:r>
            <a:r>
              <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t>
            </a:r>
            <a:r>
              <a:rPr kumimoji="0" lang="en-US" altLang="en-US" sz="1400" b="0" i="0" u="none" strike="noStrike" kern="1200" cap="none" spc="0" normalizeH="0" baseline="0" noProof="0" dirty="0" err="1">
                <a:ln>
                  <a:noFill/>
                </a:ln>
                <a:solidFill>
                  <a:srgbClr val="000000"/>
                </a:solidFill>
                <a:effectLst/>
                <a:uLnTx/>
                <a:uFillTx/>
                <a:latin typeface="Tahoma" panose="020B0604030504040204" pitchFamily="34" charset="0"/>
                <a:ea typeface="ＭＳ Ｐゴシック" panose="020B0600070205080204" pitchFamily="34" charset="-128"/>
                <a:cs typeface="+mn-cs"/>
              </a:rPr>
              <a:t>v_A</a:t>
            </a:r>
            <a:r>
              <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 </a:t>
            </a:r>
            <a:r>
              <a:rPr kumimoji="0" lang="en-US" altLang="en-US" sz="1400" b="0" i="0" u="none" strike="noStrike" kern="1200" cap="none" spc="0" normalizeH="0" baseline="0" noProof="0" dirty="0" err="1">
                <a:ln>
                  <a:noFill/>
                </a:ln>
                <a:solidFill>
                  <a:srgbClr val="000000"/>
                </a:solidFill>
                <a:effectLst/>
                <a:uLnTx/>
                <a:uFillTx/>
                <a:latin typeface="Tahoma" panose="020B0604030504040204" pitchFamily="34" charset="0"/>
                <a:ea typeface="ＭＳ Ｐゴシック" panose="020B0600070205080204" pitchFamily="34" charset="-128"/>
                <a:cs typeface="+mn-cs"/>
              </a:rPr>
              <a:t>v_B</a:t>
            </a:r>
            <a:r>
              <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en-US" sz="1400" dirty="0" err="1">
                <a:solidFill>
                  <a:srgbClr val="000000"/>
                </a:solidFill>
                <a:latin typeface="Tahoma" panose="020B0604030504040204" pitchFamily="34" charset="0"/>
              </a:rPr>
              <a:t>Vec_store</a:t>
            </a:r>
            <a:r>
              <a:rPr lang="en-US" altLang="en-US" sz="1400" dirty="0">
                <a:solidFill>
                  <a:srgbClr val="000000"/>
                </a:solidFill>
                <a:latin typeface="Tahoma" panose="020B0604030504040204" pitchFamily="34" charset="0"/>
              </a:rPr>
              <a:t>(</a:t>
            </a:r>
            <a:r>
              <a:rPr lang="en-US" altLang="en-US" sz="1400" dirty="0" err="1">
                <a:solidFill>
                  <a:srgbClr val="000000"/>
                </a:solidFill>
                <a:latin typeface="Tahoma" panose="020B0604030504040204" pitchFamily="34" charset="0"/>
              </a:rPr>
              <a:t>v_C</a:t>
            </a:r>
            <a:r>
              <a:rPr lang="en-US" altLang="en-US" sz="1400" dirty="0">
                <a:solidFill>
                  <a:srgbClr val="000000"/>
                </a:solidFill>
                <a:latin typeface="Tahoma" panose="020B0604030504040204" pitchFamily="34" charset="0"/>
              </a:rPr>
              <a:t>, C)</a:t>
            </a:r>
            <a:endPar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en-US" sz="1400" dirty="0">
                <a:solidFill>
                  <a:srgbClr val="000000"/>
                </a:solidFill>
                <a:latin typeface="Tahoma" panose="020B0604030504040204" pitchFamily="34" charset="0"/>
              </a:rPr>
              <a:t>…</a:t>
            </a:r>
            <a:endPar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t>
            </a:r>
          </a:p>
        </p:txBody>
      </p:sp>
      <p:sp>
        <p:nvSpPr>
          <p:cNvPr id="11" name="TextBox 23">
            <a:extLst>
              <a:ext uri="{FF2B5EF4-FFF2-40B4-BE49-F238E27FC236}">
                <a16:creationId xmlns:a16="http://schemas.microsoft.com/office/drawing/2014/main" id="{D29521CC-90EA-49E0-9403-88A5B087A2CA}"/>
              </a:ext>
            </a:extLst>
          </p:cNvPr>
          <p:cNvSpPr txBox="1"/>
          <p:nvPr/>
        </p:nvSpPr>
        <p:spPr>
          <a:xfrm>
            <a:off x="5761375" y="5134113"/>
            <a:ext cx="2031325"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latin typeface="Arial" charset="0"/>
                <a:ea typeface="ＭＳ Ｐゴシック" charset="0"/>
                <a:cs typeface="ＭＳ Ｐゴシック" charset="0"/>
              </a:rPr>
              <a:t>CPU vector code</a:t>
            </a:r>
          </a:p>
        </p:txBody>
      </p:sp>
    </p:spTree>
    <p:extLst>
      <p:ext uri="{BB962C8B-B14F-4D97-AF65-F5344CB8AC3E}">
        <p14:creationId xmlns:p14="http://schemas.microsoft.com/office/powerpoint/2010/main" val="2461059954"/>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172847E3-342C-964F-BD6F-94AA6D50C643}"/>
              </a:ext>
            </a:extLst>
          </p:cNvPr>
          <p:cNvSpPr>
            <a:spLocks noGrp="1"/>
          </p:cNvSpPr>
          <p:nvPr>
            <p:ph type="title"/>
          </p:nvPr>
        </p:nvSpPr>
        <p:spPr/>
        <p:txBody>
          <a:bodyPr/>
          <a:lstStyle/>
          <a:p>
            <a:r>
              <a:rPr lang="en-US" altLang="en-US">
                <a:ea typeface="ＭＳ Ｐゴシック" panose="020B0600070205080204" pitchFamily="34" charset="-128"/>
              </a:rPr>
              <a:t>Warp-based SIMD vs. Traditional SIMD</a:t>
            </a:r>
          </a:p>
        </p:txBody>
      </p:sp>
      <p:sp>
        <p:nvSpPr>
          <p:cNvPr id="3" name="Content Placeholder 2">
            <a:extLst>
              <a:ext uri="{FF2B5EF4-FFF2-40B4-BE49-F238E27FC236}">
                <a16:creationId xmlns:a16="http://schemas.microsoft.com/office/drawing/2014/main" id="{0AA84B9A-FBF3-3341-A7D2-95716DA8A268}"/>
              </a:ext>
            </a:extLst>
          </p:cNvPr>
          <p:cNvSpPr>
            <a:spLocks noGrp="1"/>
          </p:cNvSpPr>
          <p:nvPr>
            <p:ph idx="1"/>
          </p:nvPr>
        </p:nvSpPr>
        <p:spPr>
          <a:xfrm>
            <a:off x="76200" y="838200"/>
            <a:ext cx="9067800" cy="5638800"/>
          </a:xfrm>
        </p:spPr>
        <p:txBody>
          <a:bodyPr/>
          <a:lstStyle/>
          <a:p>
            <a:r>
              <a:rPr lang="en-US" altLang="en-US" sz="2200" dirty="0">
                <a:ea typeface="ＭＳ Ｐゴシック" panose="020B0600070205080204" pitchFamily="34" charset="-128"/>
              </a:rPr>
              <a:t>Traditional </a:t>
            </a:r>
            <a:r>
              <a:rPr lang="en-US" altLang="en-US" sz="2200" dirty="0">
                <a:solidFill>
                  <a:srgbClr val="0432FF"/>
                </a:solidFill>
                <a:ea typeface="ＭＳ Ｐゴシック" panose="020B0600070205080204" pitchFamily="34" charset="-128"/>
              </a:rPr>
              <a:t>SIMD </a:t>
            </a:r>
            <a:r>
              <a:rPr lang="en-US" altLang="en-US" sz="2200" dirty="0">
                <a:ea typeface="ＭＳ Ｐゴシック" panose="020B0600070205080204" pitchFamily="34" charset="-128"/>
              </a:rPr>
              <a:t>contains a single thread </a:t>
            </a:r>
          </a:p>
          <a:p>
            <a:pPr lvl="1"/>
            <a:r>
              <a:rPr lang="en-US" altLang="en-US" sz="1900" dirty="0">
                <a:solidFill>
                  <a:srgbClr val="00B050"/>
                </a:solidFill>
                <a:ea typeface="ＭＳ Ｐゴシック" panose="020B0600070205080204" pitchFamily="34" charset="-128"/>
              </a:rPr>
              <a:t>Sequential instruction execution</a:t>
            </a:r>
            <a:r>
              <a:rPr lang="en-US" altLang="en-US" sz="1900" dirty="0">
                <a:ea typeface="ＭＳ Ｐゴシック" panose="020B0600070205080204" pitchFamily="34" charset="-128"/>
              </a:rPr>
              <a:t>; lock-step operations in a SIMD instruction</a:t>
            </a:r>
          </a:p>
          <a:p>
            <a:pPr lvl="1"/>
            <a:r>
              <a:rPr lang="en-US" altLang="en-US" sz="1900" dirty="0">
                <a:solidFill>
                  <a:srgbClr val="00B050"/>
                </a:solidFill>
                <a:ea typeface="ＭＳ Ｐゴシック" panose="020B0600070205080204" pitchFamily="34" charset="-128"/>
              </a:rPr>
              <a:t>Programming model is SIMD </a:t>
            </a:r>
            <a:r>
              <a:rPr lang="en-US" altLang="en-US" sz="1900" dirty="0">
                <a:ea typeface="ＭＳ Ｐゴシック" panose="020B0600070205080204" pitchFamily="34" charset="-128"/>
              </a:rPr>
              <a:t>(no extra threads) </a:t>
            </a:r>
            <a:r>
              <a:rPr lang="en-US" altLang="en-US" sz="1900" dirty="0">
                <a:ea typeface="ＭＳ Ｐゴシック" panose="020B0600070205080204" pitchFamily="34" charset="-128"/>
                <a:sym typeface="Wingdings" pitchFamily="2" charset="2"/>
              </a:rPr>
              <a:t> SW needs to know vector length</a:t>
            </a:r>
            <a:endParaRPr lang="en-US" altLang="en-US" sz="1900" dirty="0">
              <a:ea typeface="ＭＳ Ｐゴシック" panose="020B0600070205080204" pitchFamily="34" charset="-128"/>
            </a:endParaRPr>
          </a:p>
          <a:p>
            <a:pPr lvl="1"/>
            <a:r>
              <a:rPr lang="en-US" altLang="en-US" sz="1900" dirty="0">
                <a:ea typeface="ＭＳ Ｐゴシック" panose="020B0600070205080204" pitchFamily="34" charset="-128"/>
              </a:rPr>
              <a:t>ISA contains </a:t>
            </a:r>
            <a:r>
              <a:rPr lang="en-US" altLang="en-US" sz="1900" dirty="0">
                <a:solidFill>
                  <a:srgbClr val="00B050"/>
                </a:solidFill>
                <a:ea typeface="ＭＳ Ｐゴシック" panose="020B0600070205080204" pitchFamily="34" charset="-128"/>
              </a:rPr>
              <a:t>vector/SIMD instructions</a:t>
            </a:r>
          </a:p>
          <a:p>
            <a:pPr lvl="1"/>
            <a:endParaRPr lang="en-US" altLang="en-US" dirty="0">
              <a:ea typeface="ＭＳ Ｐゴシック" panose="020B0600070205080204" pitchFamily="34" charset="-128"/>
            </a:endParaRPr>
          </a:p>
          <a:p>
            <a:r>
              <a:rPr lang="en-US" altLang="en-US" sz="2200" dirty="0">
                <a:solidFill>
                  <a:srgbClr val="0432FF"/>
                </a:solidFill>
                <a:ea typeface="ＭＳ Ｐゴシック" panose="020B0600070205080204" pitchFamily="34" charset="-128"/>
              </a:rPr>
              <a:t>Warp-based SIMD </a:t>
            </a:r>
            <a:r>
              <a:rPr lang="en-US" altLang="en-US" sz="2200" dirty="0">
                <a:ea typeface="ＭＳ Ｐゴシック" panose="020B0600070205080204" pitchFamily="34" charset="-128"/>
              </a:rPr>
              <a:t>consists of multiple scalar threads executing in a SIMD manner (i.e., same instruction executed by all threads)</a:t>
            </a:r>
          </a:p>
          <a:p>
            <a:pPr lvl="1"/>
            <a:r>
              <a:rPr lang="en-US" altLang="en-US" sz="2000" dirty="0">
                <a:ea typeface="ＭＳ Ｐゴシック" panose="020B0600070205080204" pitchFamily="34" charset="-128"/>
              </a:rPr>
              <a:t>Does not have to be lock step</a:t>
            </a:r>
          </a:p>
          <a:p>
            <a:pPr lvl="1"/>
            <a:r>
              <a:rPr lang="en-US" altLang="en-US" sz="2000" dirty="0">
                <a:solidFill>
                  <a:srgbClr val="00B050"/>
                </a:solidFill>
                <a:ea typeface="ＭＳ Ｐゴシック" panose="020B0600070205080204" pitchFamily="34" charset="-128"/>
              </a:rPr>
              <a:t>Each thread can be treated individually </a:t>
            </a:r>
            <a:r>
              <a:rPr lang="en-US" altLang="en-US" sz="2000" dirty="0">
                <a:ea typeface="ＭＳ Ｐゴシック" panose="020B0600070205080204" pitchFamily="34" charset="-128"/>
              </a:rPr>
              <a:t>(i.e., placed in a different warp) </a:t>
            </a:r>
            <a:r>
              <a:rPr lang="en-US" altLang="en-US" sz="2000" dirty="0">
                <a:ea typeface="ＭＳ Ｐゴシック" panose="020B0600070205080204" pitchFamily="34" charset="-128"/>
                <a:sym typeface="Wingdings" pitchFamily="2" charset="2"/>
              </a:rPr>
              <a:t> </a:t>
            </a:r>
            <a:r>
              <a:rPr lang="en-US" altLang="en-US" sz="2000" dirty="0">
                <a:solidFill>
                  <a:srgbClr val="FF0000"/>
                </a:solidFill>
                <a:ea typeface="ＭＳ Ｐゴシック" panose="020B0600070205080204" pitchFamily="34" charset="-128"/>
                <a:sym typeface="Wingdings" pitchFamily="2" charset="2"/>
              </a:rPr>
              <a:t>programming model not SIMD</a:t>
            </a:r>
            <a:endParaRPr lang="en-US" altLang="en-US" sz="2000" dirty="0">
              <a:solidFill>
                <a:srgbClr val="FF0000"/>
              </a:solidFill>
              <a:ea typeface="ＭＳ Ｐゴシック" panose="020B0600070205080204" pitchFamily="34" charset="-128"/>
            </a:endParaRPr>
          </a:p>
          <a:p>
            <a:pPr lvl="2"/>
            <a:r>
              <a:rPr lang="en-US" altLang="en-US" dirty="0">
                <a:ea typeface="ＭＳ Ｐゴシック" panose="020B0600070205080204" pitchFamily="34" charset="-128"/>
              </a:rPr>
              <a:t>SW does </a:t>
            </a:r>
            <a:r>
              <a:rPr lang="en-US" altLang="en-US" dirty="0">
                <a:solidFill>
                  <a:srgbClr val="0432FF"/>
                </a:solidFill>
                <a:ea typeface="ＭＳ Ｐゴシック" panose="020B0600070205080204" pitchFamily="34" charset="-128"/>
              </a:rPr>
              <a:t>not need to know vector length</a:t>
            </a:r>
          </a:p>
          <a:p>
            <a:pPr lvl="2"/>
            <a:r>
              <a:rPr lang="en-US" altLang="en-US" dirty="0">
                <a:ea typeface="ＭＳ Ｐゴシック" panose="020B0600070205080204" pitchFamily="34" charset="-128"/>
              </a:rPr>
              <a:t>Enables multithreading and flexible dynamic grouping of threads</a:t>
            </a:r>
          </a:p>
          <a:p>
            <a:pPr lvl="1"/>
            <a:r>
              <a:rPr lang="en-US" altLang="en-US" sz="2000" dirty="0">
                <a:solidFill>
                  <a:srgbClr val="00B050"/>
                </a:solidFill>
                <a:ea typeface="ＭＳ Ｐゴシック" panose="020B0600070205080204" pitchFamily="34" charset="-128"/>
              </a:rPr>
              <a:t>ISA is scalar </a:t>
            </a:r>
            <a:r>
              <a:rPr lang="en-US" altLang="en-US" sz="2000" dirty="0">
                <a:ea typeface="ＭＳ Ｐゴシック" panose="020B0600070205080204" pitchFamily="34" charset="-128"/>
                <a:sym typeface="Wingdings" pitchFamily="2" charset="2"/>
              </a:rPr>
              <a:t> SIMD operations can be formed dynamically</a:t>
            </a:r>
          </a:p>
          <a:p>
            <a:pPr lvl="1"/>
            <a:r>
              <a:rPr lang="en-US" altLang="en-US" sz="2000" dirty="0">
                <a:ea typeface="ＭＳ Ｐゴシック" panose="020B0600070205080204" pitchFamily="34" charset="-128"/>
              </a:rPr>
              <a:t>Essentially, it is </a:t>
            </a:r>
            <a:r>
              <a:rPr lang="en-US" altLang="en-US" sz="2000" dirty="0">
                <a:solidFill>
                  <a:srgbClr val="0432FF"/>
                </a:solidFill>
                <a:ea typeface="ＭＳ Ｐゴシック" panose="020B0600070205080204" pitchFamily="34" charset="-128"/>
              </a:rPr>
              <a:t>SPMD programming model implemented on SIMD hardware</a:t>
            </a:r>
          </a:p>
        </p:txBody>
      </p:sp>
      <p:sp>
        <p:nvSpPr>
          <p:cNvPr id="71683" name="Slide Number Placeholder 3">
            <a:extLst>
              <a:ext uri="{FF2B5EF4-FFF2-40B4-BE49-F238E27FC236}">
                <a16:creationId xmlns:a16="http://schemas.microsoft.com/office/drawing/2014/main" id="{F1A69D0F-14E0-BE4F-BC52-801634AEB16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ED984C7-637A-E14E-8B73-45A4C050C845}"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77</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5165225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a:extLst>
              <a:ext uri="{FF2B5EF4-FFF2-40B4-BE49-F238E27FC236}">
                <a16:creationId xmlns:a16="http://schemas.microsoft.com/office/drawing/2014/main" id="{3F3BEF55-502B-E543-9F01-780C791BF653}"/>
              </a:ext>
            </a:extLst>
          </p:cNvPr>
          <p:cNvSpPr>
            <a:spLocks noGrp="1"/>
          </p:cNvSpPr>
          <p:nvPr>
            <p:ph type="title"/>
          </p:nvPr>
        </p:nvSpPr>
        <p:spPr/>
        <p:txBody>
          <a:bodyPr/>
          <a:lstStyle/>
          <a:p>
            <a:r>
              <a:rPr lang="en-US" altLang="en-US" sz="3000" dirty="0">
                <a:ea typeface="ＭＳ Ｐゴシック" panose="020B0600070205080204" pitchFamily="34" charset="-128"/>
              </a:rPr>
              <a:t>Threads Can Take Different Paths in Warp-based SIMD</a:t>
            </a:r>
          </a:p>
        </p:txBody>
      </p:sp>
      <p:sp>
        <p:nvSpPr>
          <p:cNvPr id="74754" name="Content Placeholder 2">
            <a:extLst>
              <a:ext uri="{FF2B5EF4-FFF2-40B4-BE49-F238E27FC236}">
                <a16:creationId xmlns:a16="http://schemas.microsoft.com/office/drawing/2014/main" id="{A839ED51-1224-694E-8165-46E0370E3B58}"/>
              </a:ext>
            </a:extLst>
          </p:cNvPr>
          <p:cNvSpPr>
            <a:spLocks noGrp="1"/>
          </p:cNvSpPr>
          <p:nvPr>
            <p:ph idx="1"/>
          </p:nvPr>
        </p:nvSpPr>
        <p:spPr>
          <a:xfrm>
            <a:off x="228600" y="996950"/>
            <a:ext cx="8610600" cy="5194300"/>
          </a:xfrm>
        </p:spPr>
        <p:txBody>
          <a:bodyPr/>
          <a:lstStyle/>
          <a:p>
            <a:r>
              <a:rPr lang="en-CA" altLang="en-US" dirty="0">
                <a:latin typeface="Arial  " charset="0"/>
                <a:ea typeface="ＭＳ Ｐゴシック" panose="020B0600070205080204" pitchFamily="34" charset="-128"/>
              </a:rPr>
              <a:t>Each thread can have </a:t>
            </a:r>
            <a:r>
              <a:rPr lang="en-CA" altLang="en-US" dirty="0">
                <a:solidFill>
                  <a:srgbClr val="0432FF"/>
                </a:solidFill>
                <a:latin typeface="Arial  " charset="0"/>
                <a:ea typeface="ＭＳ Ｐゴシック" panose="020B0600070205080204" pitchFamily="34" charset="-128"/>
              </a:rPr>
              <a:t>conditional control flow instructions</a:t>
            </a:r>
          </a:p>
          <a:p>
            <a:r>
              <a:rPr lang="en-CA" altLang="en-US" dirty="0">
                <a:latin typeface="Arial  " charset="0"/>
                <a:ea typeface="ＭＳ Ｐゴシック" panose="020B0600070205080204" pitchFamily="34" charset="-128"/>
              </a:rPr>
              <a:t>Threads can execute different control flow paths</a:t>
            </a:r>
            <a:endParaRPr lang="en-US" altLang="en-US" dirty="0">
              <a:ea typeface="ＭＳ Ｐゴシック" panose="020B0600070205080204" pitchFamily="34" charset="-128"/>
            </a:endParaRPr>
          </a:p>
        </p:txBody>
      </p:sp>
      <p:sp>
        <p:nvSpPr>
          <p:cNvPr id="74755" name="Slide Number Placeholder 3">
            <a:extLst>
              <a:ext uri="{FF2B5EF4-FFF2-40B4-BE49-F238E27FC236}">
                <a16:creationId xmlns:a16="http://schemas.microsoft.com/office/drawing/2014/main" id="{72F8444A-20B4-8A42-868D-CA95820175C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5594703-842D-BE41-9AF0-496458107D79}"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78</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grpSp>
        <p:nvGrpSpPr>
          <p:cNvPr id="2" name="Group 82">
            <a:extLst>
              <a:ext uri="{FF2B5EF4-FFF2-40B4-BE49-F238E27FC236}">
                <a16:creationId xmlns:a16="http://schemas.microsoft.com/office/drawing/2014/main" id="{4A5C4837-71FF-2E4E-9013-32E87F3F4D6B}"/>
              </a:ext>
            </a:extLst>
          </p:cNvPr>
          <p:cNvGrpSpPr>
            <a:grpSpLocks/>
          </p:cNvGrpSpPr>
          <p:nvPr/>
        </p:nvGrpSpPr>
        <p:grpSpPr bwMode="auto">
          <a:xfrm>
            <a:off x="3957638" y="3409950"/>
            <a:ext cx="4648200" cy="1143000"/>
            <a:chOff x="2541" y="1241"/>
            <a:chExt cx="2928" cy="720"/>
          </a:xfrm>
        </p:grpSpPr>
        <p:sp>
          <p:nvSpPr>
            <p:cNvPr id="74785" name="Rectangle 74">
              <a:extLst>
                <a:ext uri="{FF2B5EF4-FFF2-40B4-BE49-F238E27FC236}">
                  <a16:creationId xmlns:a16="http://schemas.microsoft.com/office/drawing/2014/main" id="{8236E1DA-53F3-A444-A813-1BBC3830D609}"/>
                </a:ext>
              </a:extLst>
            </p:cNvPr>
            <p:cNvSpPr>
              <a:spLocks noChangeArrowheads="1"/>
            </p:cNvSpPr>
            <p:nvPr/>
          </p:nvSpPr>
          <p:spPr bwMode="auto">
            <a:xfrm>
              <a:off x="2541" y="1241"/>
              <a:ext cx="2928" cy="720"/>
            </a:xfrm>
            <a:prstGeom prst="rect">
              <a:avLst/>
            </a:prstGeom>
            <a:solidFill>
              <a:srgbClr val="FFBFDF"/>
            </a:solidFill>
            <a:ln w="19050">
              <a:solidFill>
                <a:schemeClr val="tx1"/>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4786" name="Rectangle 75">
              <a:extLst>
                <a:ext uri="{FF2B5EF4-FFF2-40B4-BE49-F238E27FC236}">
                  <a16:creationId xmlns:a16="http://schemas.microsoft.com/office/drawing/2014/main" id="{0052BC61-4A95-E54C-94F7-DD90700CE71C}"/>
                </a:ext>
              </a:extLst>
            </p:cNvPr>
            <p:cNvSpPr>
              <a:spLocks noChangeArrowheads="1"/>
            </p:cNvSpPr>
            <p:nvPr/>
          </p:nvSpPr>
          <p:spPr bwMode="auto">
            <a:xfrm>
              <a:off x="2605" y="1280"/>
              <a:ext cx="75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 Warp</a:t>
              </a:r>
            </a:p>
          </p:txBody>
        </p:sp>
        <p:sp>
          <p:nvSpPr>
            <p:cNvPr id="74787" name="Rectangle 76">
              <a:extLst>
                <a:ext uri="{FF2B5EF4-FFF2-40B4-BE49-F238E27FC236}">
                  <a16:creationId xmlns:a16="http://schemas.microsoft.com/office/drawing/2014/main" id="{EC2FC70C-F923-0B41-9A5E-2D48D04E63BF}"/>
                </a:ext>
              </a:extLst>
            </p:cNvPr>
            <p:cNvSpPr>
              <a:spLocks noChangeArrowheads="1"/>
            </p:cNvSpPr>
            <p:nvPr/>
          </p:nvSpPr>
          <p:spPr bwMode="auto">
            <a:xfrm>
              <a:off x="4438" y="1241"/>
              <a:ext cx="1031" cy="203"/>
            </a:xfrm>
            <a:prstGeom prst="rect">
              <a:avLst/>
            </a:prstGeom>
            <a:solidFill>
              <a:srgbClr val="FFEAF4"/>
            </a:solidFill>
            <a:ln w="19050">
              <a:solidFill>
                <a:schemeClr val="tx1"/>
              </a:solidFill>
              <a:miter lim="800000"/>
              <a:headEnd/>
              <a:tailEnd/>
            </a:ln>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Common PC</a:t>
              </a:r>
            </a:p>
          </p:txBody>
        </p:sp>
      </p:grpSp>
      <p:sp>
        <p:nvSpPr>
          <p:cNvPr id="9" name="Rectangle 51">
            <a:extLst>
              <a:ext uri="{FF2B5EF4-FFF2-40B4-BE49-F238E27FC236}">
                <a16:creationId xmlns:a16="http://schemas.microsoft.com/office/drawing/2014/main" id="{727E6ED2-739B-2C4C-8F3D-319CDAC8C57C}"/>
              </a:ext>
            </a:extLst>
          </p:cNvPr>
          <p:cNvSpPr>
            <a:spLocks noChangeArrowheads="1"/>
          </p:cNvSpPr>
          <p:nvPr/>
        </p:nvSpPr>
        <p:spPr bwMode="auto">
          <a:xfrm>
            <a:off x="5378450" y="3910013"/>
            <a:ext cx="838200" cy="533400"/>
          </a:xfrm>
          <a:prstGeom prst="rect">
            <a:avLst/>
          </a:prstGeom>
          <a:solidFill>
            <a:srgbClr val="FFEAF4"/>
          </a:solidFill>
          <a:ln w="17526" cap="rnd">
            <a:solidFill>
              <a:srgbClr val="000000"/>
            </a:solidFill>
            <a:round/>
            <a:headEnd/>
            <a:tailEnd/>
          </a:ln>
        </p:spPr>
        <p:txBody>
          <a:bodyPr lIns="0" r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sp>
        <p:nvSpPr>
          <p:cNvPr id="10" name="Rectangle 52">
            <a:extLst>
              <a:ext uri="{FF2B5EF4-FFF2-40B4-BE49-F238E27FC236}">
                <a16:creationId xmlns:a16="http://schemas.microsoft.com/office/drawing/2014/main" id="{87A7D427-C3D7-D540-ADB6-4697BD2E87F4}"/>
              </a:ext>
            </a:extLst>
          </p:cNvPr>
          <p:cNvSpPr>
            <a:spLocks noChangeArrowheads="1"/>
          </p:cNvSpPr>
          <p:nvPr/>
        </p:nvSpPr>
        <p:spPr bwMode="auto">
          <a:xfrm>
            <a:off x="6223000" y="3910013"/>
            <a:ext cx="838200" cy="533400"/>
          </a:xfrm>
          <a:prstGeom prst="rect">
            <a:avLst/>
          </a:prstGeom>
          <a:solidFill>
            <a:srgbClr val="FFEAF4"/>
          </a:solidFill>
          <a:ln w="17526" cap="rnd">
            <a:solidFill>
              <a:srgbClr val="000000"/>
            </a:solidFill>
            <a:round/>
            <a:headEnd/>
            <a:tailEnd/>
          </a:ln>
        </p:spPr>
        <p:txBody>
          <a:bodyPr lIns="0" r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3</a:t>
            </a:r>
          </a:p>
        </p:txBody>
      </p:sp>
      <p:sp>
        <p:nvSpPr>
          <p:cNvPr id="11" name="Rectangle 53">
            <a:extLst>
              <a:ext uri="{FF2B5EF4-FFF2-40B4-BE49-F238E27FC236}">
                <a16:creationId xmlns:a16="http://schemas.microsoft.com/office/drawing/2014/main" id="{93161DB7-BB89-9B45-8AC1-841CA6491E08}"/>
              </a:ext>
            </a:extLst>
          </p:cNvPr>
          <p:cNvSpPr>
            <a:spLocks noChangeArrowheads="1"/>
          </p:cNvSpPr>
          <p:nvPr/>
        </p:nvSpPr>
        <p:spPr bwMode="auto">
          <a:xfrm>
            <a:off x="7069138" y="3910013"/>
            <a:ext cx="838200" cy="533400"/>
          </a:xfrm>
          <a:prstGeom prst="rect">
            <a:avLst/>
          </a:prstGeom>
          <a:solidFill>
            <a:srgbClr val="FFEAF4"/>
          </a:solidFill>
          <a:ln w="17526" cap="rnd">
            <a:solidFill>
              <a:srgbClr val="000000"/>
            </a:solidFill>
            <a:round/>
            <a:headEnd/>
            <a:tailEnd/>
          </a:ln>
        </p:spPr>
        <p:txBody>
          <a:bodyPr lIns="0" r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4</a:t>
            </a:r>
          </a:p>
        </p:txBody>
      </p:sp>
      <p:sp>
        <p:nvSpPr>
          <p:cNvPr id="12" name="Rectangle 55">
            <a:extLst>
              <a:ext uri="{FF2B5EF4-FFF2-40B4-BE49-F238E27FC236}">
                <a16:creationId xmlns:a16="http://schemas.microsoft.com/office/drawing/2014/main" id="{5E9AE57F-165C-994A-A781-F987CFBA8C46}"/>
              </a:ext>
            </a:extLst>
          </p:cNvPr>
          <p:cNvSpPr>
            <a:spLocks noChangeArrowheads="1"/>
          </p:cNvSpPr>
          <p:nvPr/>
        </p:nvSpPr>
        <p:spPr bwMode="auto">
          <a:xfrm>
            <a:off x="4533900" y="3910013"/>
            <a:ext cx="838200" cy="533400"/>
          </a:xfrm>
          <a:prstGeom prst="rect">
            <a:avLst/>
          </a:prstGeom>
          <a:solidFill>
            <a:srgbClr val="FFEAF4"/>
          </a:solidFill>
          <a:ln w="17526" cap="rnd">
            <a:solidFill>
              <a:srgbClr val="000000"/>
            </a:solidFill>
            <a:round/>
            <a:headEnd/>
            <a:tailEnd/>
          </a:ln>
        </p:spPr>
        <p:txBody>
          <a:bodyPr lIns="0" r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grpSp>
        <p:nvGrpSpPr>
          <p:cNvPr id="74761" name="Group 85">
            <a:extLst>
              <a:ext uri="{FF2B5EF4-FFF2-40B4-BE49-F238E27FC236}">
                <a16:creationId xmlns:a16="http://schemas.microsoft.com/office/drawing/2014/main" id="{914A5AA1-2167-FE44-A7DE-1A767E43CA68}"/>
              </a:ext>
            </a:extLst>
          </p:cNvPr>
          <p:cNvGrpSpPr>
            <a:grpSpLocks/>
          </p:cNvGrpSpPr>
          <p:nvPr/>
        </p:nvGrpSpPr>
        <p:grpSpPr bwMode="auto">
          <a:xfrm>
            <a:off x="1076325" y="2897188"/>
            <a:ext cx="2509838" cy="2689225"/>
            <a:chOff x="678" y="1595"/>
            <a:chExt cx="1581" cy="1694"/>
          </a:xfrm>
        </p:grpSpPr>
        <p:sp>
          <p:nvSpPr>
            <p:cNvPr id="74769" name="Rectangle 6">
              <a:extLst>
                <a:ext uri="{FF2B5EF4-FFF2-40B4-BE49-F238E27FC236}">
                  <a16:creationId xmlns:a16="http://schemas.microsoft.com/office/drawing/2014/main" id="{837DF8B7-D6D8-CD4B-809A-4F1905C5DDEA}"/>
                </a:ext>
              </a:extLst>
            </p:cNvPr>
            <p:cNvSpPr>
              <a:spLocks noChangeArrowheads="1"/>
            </p:cNvSpPr>
            <p:nvPr/>
          </p:nvSpPr>
          <p:spPr bwMode="auto">
            <a:xfrm>
              <a:off x="945" y="2039"/>
              <a:ext cx="468" cy="177"/>
            </a:xfrm>
            <a:prstGeom prst="rect">
              <a:avLst/>
            </a:prstGeom>
            <a:solidFill>
              <a:srgbClr val="CCCCFF"/>
            </a:solidFill>
            <a:ln w="28575">
              <a:solidFill>
                <a:schemeClr val="tx1"/>
              </a:solidFill>
              <a:miter lim="800000"/>
              <a:headEnd/>
              <a:tailEnd/>
            </a:ln>
          </p:spPr>
          <p:txBody>
            <a:bodyPr lIns="0" tIns="0" rIns="0" b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a:t>
              </a:r>
            </a:p>
          </p:txBody>
        </p:sp>
        <p:sp>
          <p:nvSpPr>
            <p:cNvPr id="74770" name="Rectangle 9">
              <a:extLst>
                <a:ext uri="{FF2B5EF4-FFF2-40B4-BE49-F238E27FC236}">
                  <a16:creationId xmlns:a16="http://schemas.microsoft.com/office/drawing/2014/main" id="{3E16413C-DD03-004C-B199-CF661F508579}"/>
                </a:ext>
              </a:extLst>
            </p:cNvPr>
            <p:cNvSpPr>
              <a:spLocks noChangeArrowheads="1"/>
            </p:cNvSpPr>
            <p:nvPr/>
          </p:nvSpPr>
          <p:spPr bwMode="auto">
            <a:xfrm>
              <a:off x="678" y="2378"/>
              <a:ext cx="468" cy="171"/>
            </a:xfrm>
            <a:prstGeom prst="rect">
              <a:avLst/>
            </a:prstGeom>
            <a:solidFill>
              <a:srgbClr val="CCCCFF"/>
            </a:solidFill>
            <a:ln w="28575">
              <a:solidFill>
                <a:schemeClr val="tx1"/>
              </a:solidFill>
              <a:miter lim="800000"/>
              <a:headEnd/>
              <a:tailEnd/>
            </a:ln>
          </p:spPr>
          <p:txBody>
            <a:bodyPr lIns="0" tIns="0" rIns="0" b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a:t>
              </a:r>
            </a:p>
          </p:txBody>
        </p:sp>
        <p:sp>
          <p:nvSpPr>
            <p:cNvPr id="74771" name="Rectangle 12">
              <a:extLst>
                <a:ext uri="{FF2B5EF4-FFF2-40B4-BE49-F238E27FC236}">
                  <a16:creationId xmlns:a16="http://schemas.microsoft.com/office/drawing/2014/main" id="{9E3F5993-FB94-7C4C-9FE7-D604A257CFE4}"/>
                </a:ext>
              </a:extLst>
            </p:cNvPr>
            <p:cNvSpPr>
              <a:spLocks noChangeArrowheads="1"/>
            </p:cNvSpPr>
            <p:nvPr/>
          </p:nvSpPr>
          <p:spPr bwMode="auto">
            <a:xfrm>
              <a:off x="1235" y="2378"/>
              <a:ext cx="465" cy="171"/>
            </a:xfrm>
            <a:prstGeom prst="rect">
              <a:avLst/>
            </a:prstGeom>
            <a:solidFill>
              <a:srgbClr val="CCCCFF"/>
            </a:solidFill>
            <a:ln w="28575">
              <a:solidFill>
                <a:schemeClr val="tx1"/>
              </a:solidFill>
              <a:miter lim="800000"/>
              <a:headEnd/>
              <a:tailEnd/>
            </a:ln>
          </p:spPr>
          <p:txBody>
            <a:bodyPr lIns="0" tIns="0" rIns="0" b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74772" name="Rectangle 15">
              <a:extLst>
                <a:ext uri="{FF2B5EF4-FFF2-40B4-BE49-F238E27FC236}">
                  <a16:creationId xmlns:a16="http://schemas.microsoft.com/office/drawing/2014/main" id="{95367880-E8B2-FA4B-9B7B-D175C7949978}"/>
                </a:ext>
              </a:extLst>
            </p:cNvPr>
            <p:cNvSpPr>
              <a:spLocks noChangeArrowheads="1"/>
            </p:cNvSpPr>
            <p:nvPr/>
          </p:nvSpPr>
          <p:spPr bwMode="auto">
            <a:xfrm>
              <a:off x="945" y="2765"/>
              <a:ext cx="468" cy="177"/>
            </a:xfrm>
            <a:prstGeom prst="rect">
              <a:avLst/>
            </a:prstGeom>
            <a:solidFill>
              <a:srgbClr val="CCCCFF"/>
            </a:solidFill>
            <a:ln w="28575">
              <a:solidFill>
                <a:schemeClr val="tx1"/>
              </a:solidFill>
              <a:miter lim="800000"/>
              <a:headEnd/>
              <a:tailEnd/>
            </a:ln>
          </p:spPr>
          <p:txBody>
            <a:bodyPr lIns="0" tIns="0" rIns="0" b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4773" name="Rectangle 30">
              <a:extLst>
                <a:ext uri="{FF2B5EF4-FFF2-40B4-BE49-F238E27FC236}">
                  <a16:creationId xmlns:a16="http://schemas.microsoft.com/office/drawing/2014/main" id="{D51F234D-E135-8E4F-9179-EEDF2F117604}"/>
                </a:ext>
              </a:extLst>
            </p:cNvPr>
            <p:cNvSpPr>
              <a:spLocks noChangeArrowheads="1"/>
            </p:cNvSpPr>
            <p:nvPr/>
          </p:nvSpPr>
          <p:spPr bwMode="auto">
            <a:xfrm>
              <a:off x="1791" y="2378"/>
              <a:ext cx="468" cy="177"/>
            </a:xfrm>
            <a:prstGeom prst="rect">
              <a:avLst/>
            </a:prstGeom>
            <a:solidFill>
              <a:srgbClr val="CCCCFF"/>
            </a:solidFill>
            <a:ln w="28575">
              <a:solidFill>
                <a:schemeClr val="tx1"/>
              </a:solidFill>
              <a:miter lim="800000"/>
              <a:headEnd/>
              <a:tailEnd/>
            </a:ln>
          </p:spPr>
          <p:txBody>
            <a:bodyPr lIns="0" tIns="0" rIns="0" b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74774" name="Rectangle 33">
              <a:extLst>
                <a:ext uri="{FF2B5EF4-FFF2-40B4-BE49-F238E27FC236}">
                  <a16:creationId xmlns:a16="http://schemas.microsoft.com/office/drawing/2014/main" id="{88378157-71C8-D847-9B08-8E42C830B59D}"/>
                </a:ext>
              </a:extLst>
            </p:cNvPr>
            <p:cNvSpPr>
              <a:spLocks noChangeArrowheads="1"/>
            </p:cNvSpPr>
            <p:nvPr/>
          </p:nvSpPr>
          <p:spPr bwMode="auto">
            <a:xfrm>
              <a:off x="1235" y="1604"/>
              <a:ext cx="468" cy="175"/>
            </a:xfrm>
            <a:prstGeom prst="rect">
              <a:avLst/>
            </a:prstGeom>
            <a:solidFill>
              <a:srgbClr val="CCCCFF"/>
            </a:solidFill>
            <a:ln w="28575">
              <a:solidFill>
                <a:schemeClr val="tx1"/>
              </a:solidFill>
              <a:miter lim="800000"/>
              <a:headEnd/>
              <a:tailEnd/>
            </a:ln>
          </p:spPr>
          <p:txBody>
            <a:bodyPr lIns="0" tIns="0" rIns="0" b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a:t>
              </a:r>
            </a:p>
          </p:txBody>
        </p:sp>
        <p:sp>
          <p:nvSpPr>
            <p:cNvPr id="74775" name="Rectangle 40">
              <a:extLst>
                <a:ext uri="{FF2B5EF4-FFF2-40B4-BE49-F238E27FC236}">
                  <a16:creationId xmlns:a16="http://schemas.microsoft.com/office/drawing/2014/main" id="{90F2C1E3-C969-4445-9FBD-D9F714BE8EB4}"/>
                </a:ext>
              </a:extLst>
            </p:cNvPr>
            <p:cNvSpPr>
              <a:spLocks noChangeArrowheads="1"/>
            </p:cNvSpPr>
            <p:nvPr/>
          </p:nvSpPr>
          <p:spPr bwMode="auto">
            <a:xfrm>
              <a:off x="1235" y="3104"/>
              <a:ext cx="468" cy="176"/>
            </a:xfrm>
            <a:prstGeom prst="rect">
              <a:avLst/>
            </a:prstGeom>
            <a:solidFill>
              <a:srgbClr val="CCCCFF"/>
            </a:solidFill>
            <a:ln w="28575">
              <a:solidFill>
                <a:schemeClr val="tx1"/>
              </a:solidFill>
              <a:miter lim="800000"/>
              <a:headEnd/>
              <a:tailEnd/>
            </a:ln>
          </p:spPr>
          <p:txBody>
            <a:bodyPr lIns="0" tIns="0" rIns="0" b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G</a:t>
              </a:r>
            </a:p>
          </p:txBody>
        </p:sp>
        <p:cxnSp>
          <p:nvCxnSpPr>
            <p:cNvPr id="74776" name="AutoShape 57">
              <a:extLst>
                <a:ext uri="{FF2B5EF4-FFF2-40B4-BE49-F238E27FC236}">
                  <a16:creationId xmlns:a16="http://schemas.microsoft.com/office/drawing/2014/main" id="{F5C053E1-AF72-C24C-BB1C-031260F70332}"/>
                </a:ext>
              </a:extLst>
            </p:cNvPr>
            <p:cNvCxnSpPr>
              <a:cxnSpLocks noChangeShapeType="1"/>
              <a:stCxn id="74769" idx="2"/>
              <a:endCxn id="74771" idx="0"/>
            </p:cNvCxnSpPr>
            <p:nvPr/>
          </p:nvCxnSpPr>
          <p:spPr bwMode="auto">
            <a:xfrm>
              <a:off x="1179" y="2225"/>
              <a:ext cx="289" cy="144"/>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4777" name="AutoShape 58">
              <a:extLst>
                <a:ext uri="{FF2B5EF4-FFF2-40B4-BE49-F238E27FC236}">
                  <a16:creationId xmlns:a16="http://schemas.microsoft.com/office/drawing/2014/main" id="{D9C066DE-AF73-A344-9684-E2505451F55B}"/>
                </a:ext>
              </a:extLst>
            </p:cNvPr>
            <p:cNvCxnSpPr>
              <a:cxnSpLocks noChangeShapeType="1"/>
              <a:stCxn id="74769" idx="2"/>
              <a:endCxn id="74770" idx="0"/>
            </p:cNvCxnSpPr>
            <p:nvPr/>
          </p:nvCxnSpPr>
          <p:spPr bwMode="auto">
            <a:xfrm flipH="1">
              <a:off x="912" y="2225"/>
              <a:ext cx="267" cy="144"/>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4778" name="AutoShape 59">
              <a:extLst>
                <a:ext uri="{FF2B5EF4-FFF2-40B4-BE49-F238E27FC236}">
                  <a16:creationId xmlns:a16="http://schemas.microsoft.com/office/drawing/2014/main" id="{530A04FE-6A55-D143-9ABB-B7A822A85ABF}"/>
                </a:ext>
              </a:extLst>
            </p:cNvPr>
            <p:cNvCxnSpPr>
              <a:cxnSpLocks noChangeShapeType="1"/>
              <a:stCxn id="74771" idx="2"/>
              <a:endCxn id="74772" idx="0"/>
            </p:cNvCxnSpPr>
            <p:nvPr/>
          </p:nvCxnSpPr>
          <p:spPr bwMode="auto">
            <a:xfrm flipH="1">
              <a:off x="1179" y="2558"/>
              <a:ext cx="289" cy="198"/>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4779" name="AutoShape 60">
              <a:extLst>
                <a:ext uri="{FF2B5EF4-FFF2-40B4-BE49-F238E27FC236}">
                  <a16:creationId xmlns:a16="http://schemas.microsoft.com/office/drawing/2014/main" id="{1010172B-CD74-F44B-8BB5-AC194BA16931}"/>
                </a:ext>
              </a:extLst>
            </p:cNvPr>
            <p:cNvCxnSpPr>
              <a:cxnSpLocks noChangeShapeType="1"/>
              <a:stCxn id="74770" idx="2"/>
              <a:endCxn id="74772" idx="0"/>
            </p:cNvCxnSpPr>
            <p:nvPr/>
          </p:nvCxnSpPr>
          <p:spPr bwMode="auto">
            <a:xfrm>
              <a:off x="912" y="2558"/>
              <a:ext cx="267" cy="198"/>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4780" name="AutoShape 61">
              <a:extLst>
                <a:ext uri="{FF2B5EF4-FFF2-40B4-BE49-F238E27FC236}">
                  <a16:creationId xmlns:a16="http://schemas.microsoft.com/office/drawing/2014/main" id="{5CABDBDD-7D02-674C-97DC-EF237F14C33F}"/>
                </a:ext>
              </a:extLst>
            </p:cNvPr>
            <p:cNvCxnSpPr>
              <a:cxnSpLocks noChangeShapeType="1"/>
              <a:stCxn id="74774" idx="2"/>
              <a:endCxn id="74773" idx="0"/>
            </p:cNvCxnSpPr>
            <p:nvPr/>
          </p:nvCxnSpPr>
          <p:spPr bwMode="auto">
            <a:xfrm>
              <a:off x="1469" y="1788"/>
              <a:ext cx="556" cy="581"/>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4781" name="AutoShape 62">
              <a:extLst>
                <a:ext uri="{FF2B5EF4-FFF2-40B4-BE49-F238E27FC236}">
                  <a16:creationId xmlns:a16="http://schemas.microsoft.com/office/drawing/2014/main" id="{4C13CC2D-0182-8242-9458-3F8869618AEA}"/>
                </a:ext>
              </a:extLst>
            </p:cNvPr>
            <p:cNvCxnSpPr>
              <a:cxnSpLocks noChangeShapeType="1"/>
              <a:stCxn id="74774" idx="2"/>
              <a:endCxn id="74769" idx="0"/>
            </p:cNvCxnSpPr>
            <p:nvPr/>
          </p:nvCxnSpPr>
          <p:spPr bwMode="auto">
            <a:xfrm flipH="1">
              <a:off x="1179" y="1788"/>
              <a:ext cx="290" cy="242"/>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4782" name="AutoShape 63">
              <a:extLst>
                <a:ext uri="{FF2B5EF4-FFF2-40B4-BE49-F238E27FC236}">
                  <a16:creationId xmlns:a16="http://schemas.microsoft.com/office/drawing/2014/main" id="{0576358E-0F8D-2640-9632-70D53F2FBA62}"/>
                </a:ext>
              </a:extLst>
            </p:cNvPr>
            <p:cNvCxnSpPr>
              <a:cxnSpLocks noChangeShapeType="1"/>
              <a:stCxn id="74773" idx="2"/>
              <a:endCxn id="74775" idx="0"/>
            </p:cNvCxnSpPr>
            <p:nvPr/>
          </p:nvCxnSpPr>
          <p:spPr bwMode="auto">
            <a:xfrm flipH="1">
              <a:off x="1469" y="2564"/>
              <a:ext cx="556" cy="531"/>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4783" name="AutoShape 64">
              <a:extLst>
                <a:ext uri="{FF2B5EF4-FFF2-40B4-BE49-F238E27FC236}">
                  <a16:creationId xmlns:a16="http://schemas.microsoft.com/office/drawing/2014/main" id="{64C1B5D6-5F07-964C-A448-E2D929FA88F7}"/>
                </a:ext>
              </a:extLst>
            </p:cNvPr>
            <p:cNvCxnSpPr>
              <a:cxnSpLocks noChangeShapeType="1"/>
              <a:stCxn id="74772" idx="2"/>
              <a:endCxn id="74775" idx="0"/>
            </p:cNvCxnSpPr>
            <p:nvPr/>
          </p:nvCxnSpPr>
          <p:spPr bwMode="auto">
            <a:xfrm>
              <a:off x="1179" y="2951"/>
              <a:ext cx="290" cy="144"/>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4784" name="AutoShape 66">
              <a:extLst>
                <a:ext uri="{FF2B5EF4-FFF2-40B4-BE49-F238E27FC236}">
                  <a16:creationId xmlns:a16="http://schemas.microsoft.com/office/drawing/2014/main" id="{9AF46694-F3A4-8F4F-867C-DDD06190CE0F}"/>
                </a:ext>
              </a:extLst>
            </p:cNvPr>
            <p:cNvCxnSpPr>
              <a:cxnSpLocks noChangeShapeType="1"/>
              <a:stCxn id="74775" idx="2"/>
              <a:endCxn id="74774" idx="0"/>
            </p:cNvCxnSpPr>
            <p:nvPr/>
          </p:nvCxnSpPr>
          <p:spPr bwMode="auto">
            <a:xfrm rot="5400000" flipH="1" flipV="1">
              <a:off x="623" y="2441"/>
              <a:ext cx="1694" cy="1"/>
            </a:xfrm>
            <a:prstGeom prst="curvedConnector5">
              <a:avLst>
                <a:gd name="adj1" fmla="val -7968"/>
                <a:gd name="adj2" fmla="val -102600000"/>
                <a:gd name="adj3" fmla="val 107968"/>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grpSp>
      <p:sp>
        <p:nvSpPr>
          <p:cNvPr id="30" name="Freeform 68">
            <a:extLst>
              <a:ext uri="{FF2B5EF4-FFF2-40B4-BE49-F238E27FC236}">
                <a16:creationId xmlns:a16="http://schemas.microsoft.com/office/drawing/2014/main" id="{9A52064D-79A0-C54F-B09B-845B0D368C19}"/>
              </a:ext>
            </a:extLst>
          </p:cNvPr>
          <p:cNvSpPr>
            <a:spLocks/>
          </p:cNvSpPr>
          <p:nvPr/>
        </p:nvSpPr>
        <p:spPr bwMode="auto">
          <a:xfrm>
            <a:off x="1422400" y="3063875"/>
            <a:ext cx="852488" cy="2419350"/>
          </a:xfrm>
          <a:custGeom>
            <a:avLst/>
            <a:gdLst>
              <a:gd name="T0" fmla="*/ 2147483647 w 537"/>
              <a:gd name="T1" fmla="*/ 0 h 1524"/>
              <a:gd name="T2" fmla="*/ 2147483647 w 537"/>
              <a:gd name="T3" fmla="*/ 2147483647 h 1524"/>
              <a:gd name="T4" fmla="*/ 2147483647 w 537"/>
              <a:gd name="T5" fmla="*/ 2147483647 h 1524"/>
              <a:gd name="T6" fmla="*/ 2147483647 w 537"/>
              <a:gd name="T7" fmla="*/ 2147483647 h 1524"/>
              <a:gd name="T8" fmla="*/ 2147483647 w 537"/>
              <a:gd name="T9" fmla="*/ 2147483647 h 1524"/>
              <a:gd name="T10" fmla="*/ 0 60000 65536"/>
              <a:gd name="T11" fmla="*/ 0 60000 65536"/>
              <a:gd name="T12" fmla="*/ 0 60000 65536"/>
              <a:gd name="T13" fmla="*/ 0 60000 65536"/>
              <a:gd name="T14" fmla="*/ 0 60000 65536"/>
              <a:gd name="T15" fmla="*/ 0 w 537"/>
              <a:gd name="T16" fmla="*/ 0 h 1524"/>
              <a:gd name="T17" fmla="*/ 537 w 537"/>
              <a:gd name="T18" fmla="*/ 1524 h 1524"/>
            </a:gdLst>
            <a:ahLst/>
            <a:cxnLst>
              <a:cxn ang="T10">
                <a:pos x="T0" y="T1"/>
              </a:cxn>
              <a:cxn ang="T11">
                <a:pos x="T2" y="T3"/>
              </a:cxn>
              <a:cxn ang="T12">
                <a:pos x="T4" y="T5"/>
              </a:cxn>
              <a:cxn ang="T13">
                <a:pos x="T6" y="T7"/>
              </a:cxn>
              <a:cxn ang="T14">
                <a:pos x="T8" y="T9"/>
              </a:cxn>
            </a:cxnLst>
            <a:rect l="T15" t="T16" r="T17" b="T18"/>
            <a:pathLst>
              <a:path w="537" h="1524">
                <a:moveTo>
                  <a:pt x="537" y="0"/>
                </a:moveTo>
                <a:cubicBezTo>
                  <a:pt x="436" y="153"/>
                  <a:pt x="335" y="307"/>
                  <a:pt x="246" y="436"/>
                </a:cubicBezTo>
                <a:cubicBezTo>
                  <a:pt x="157" y="565"/>
                  <a:pt x="8" y="649"/>
                  <a:pt x="4" y="774"/>
                </a:cubicBezTo>
                <a:cubicBezTo>
                  <a:pt x="0" y="899"/>
                  <a:pt x="133" y="1061"/>
                  <a:pt x="222" y="1186"/>
                </a:cubicBezTo>
                <a:cubicBezTo>
                  <a:pt x="311" y="1311"/>
                  <a:pt x="424" y="1417"/>
                  <a:pt x="537" y="1524"/>
                </a:cubicBez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 name="Freeform 71">
            <a:extLst>
              <a:ext uri="{FF2B5EF4-FFF2-40B4-BE49-F238E27FC236}">
                <a16:creationId xmlns:a16="http://schemas.microsoft.com/office/drawing/2014/main" id="{640A71CC-2AF4-4C41-B37D-9E50F2472EF5}"/>
              </a:ext>
            </a:extLst>
          </p:cNvPr>
          <p:cNvSpPr>
            <a:spLocks/>
          </p:cNvSpPr>
          <p:nvPr/>
        </p:nvSpPr>
        <p:spPr bwMode="auto">
          <a:xfrm>
            <a:off x="1844675" y="3063875"/>
            <a:ext cx="468313" cy="2381250"/>
          </a:xfrm>
          <a:custGeom>
            <a:avLst/>
            <a:gdLst>
              <a:gd name="T0" fmla="*/ 2147483647 w 295"/>
              <a:gd name="T1" fmla="*/ 0 h 1500"/>
              <a:gd name="T2" fmla="*/ 0 w 295"/>
              <a:gd name="T3" fmla="*/ 2147483647 h 1500"/>
              <a:gd name="T4" fmla="*/ 2147483647 w 295"/>
              <a:gd name="T5" fmla="*/ 2147483647 h 1500"/>
              <a:gd name="T6" fmla="*/ 2147483647 w 295"/>
              <a:gd name="T7" fmla="*/ 2147483647 h 1500"/>
              <a:gd name="T8" fmla="*/ 2147483647 w 295"/>
              <a:gd name="T9" fmla="*/ 2147483647 h 1500"/>
              <a:gd name="T10" fmla="*/ 0 60000 65536"/>
              <a:gd name="T11" fmla="*/ 0 60000 65536"/>
              <a:gd name="T12" fmla="*/ 0 60000 65536"/>
              <a:gd name="T13" fmla="*/ 0 60000 65536"/>
              <a:gd name="T14" fmla="*/ 0 60000 65536"/>
              <a:gd name="T15" fmla="*/ 0 w 295"/>
              <a:gd name="T16" fmla="*/ 0 h 1500"/>
              <a:gd name="T17" fmla="*/ 295 w 295"/>
              <a:gd name="T18" fmla="*/ 1500 h 1500"/>
            </a:gdLst>
            <a:ahLst/>
            <a:cxnLst>
              <a:cxn ang="T10">
                <a:pos x="T0" y="T1"/>
              </a:cxn>
              <a:cxn ang="T11">
                <a:pos x="T2" y="T3"/>
              </a:cxn>
              <a:cxn ang="T12">
                <a:pos x="T4" y="T5"/>
              </a:cxn>
              <a:cxn ang="T13">
                <a:pos x="T6" y="T7"/>
              </a:cxn>
              <a:cxn ang="T14">
                <a:pos x="T8" y="T9"/>
              </a:cxn>
            </a:cxnLst>
            <a:rect l="T15" t="T16" r="T17" b="T18"/>
            <a:pathLst>
              <a:path w="295" h="1500">
                <a:moveTo>
                  <a:pt x="291" y="0"/>
                </a:moveTo>
                <a:cubicBezTo>
                  <a:pt x="145" y="155"/>
                  <a:pt x="0" y="311"/>
                  <a:pt x="0" y="436"/>
                </a:cubicBezTo>
                <a:cubicBezTo>
                  <a:pt x="0" y="561"/>
                  <a:pt x="287" y="629"/>
                  <a:pt x="291" y="750"/>
                </a:cubicBezTo>
                <a:cubicBezTo>
                  <a:pt x="295" y="871"/>
                  <a:pt x="25" y="1037"/>
                  <a:pt x="25" y="1162"/>
                </a:cubicBezTo>
                <a:cubicBezTo>
                  <a:pt x="25" y="1287"/>
                  <a:pt x="158" y="1393"/>
                  <a:pt x="291" y="1500"/>
                </a:cubicBezTo>
              </a:path>
            </a:pathLst>
          </a:custGeom>
          <a:noFill/>
          <a:ln w="38100">
            <a:solidFill>
              <a:srgbClr val="66FF33"/>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 name="Freeform 72">
            <a:extLst>
              <a:ext uri="{FF2B5EF4-FFF2-40B4-BE49-F238E27FC236}">
                <a16:creationId xmlns:a16="http://schemas.microsoft.com/office/drawing/2014/main" id="{04BB21C7-6AFD-EB4B-8C97-C9E2CC5753FE}"/>
              </a:ext>
            </a:extLst>
          </p:cNvPr>
          <p:cNvSpPr>
            <a:spLocks/>
          </p:cNvSpPr>
          <p:nvPr/>
        </p:nvSpPr>
        <p:spPr bwMode="auto">
          <a:xfrm>
            <a:off x="2344738" y="3063875"/>
            <a:ext cx="884237" cy="2381250"/>
          </a:xfrm>
          <a:custGeom>
            <a:avLst/>
            <a:gdLst>
              <a:gd name="T0" fmla="*/ 0 w 557"/>
              <a:gd name="T1" fmla="*/ 0 h 1500"/>
              <a:gd name="T2" fmla="*/ 2147483647 w 557"/>
              <a:gd name="T3" fmla="*/ 2147483647 h 1500"/>
              <a:gd name="T4" fmla="*/ 0 w 557"/>
              <a:gd name="T5" fmla="*/ 2147483647 h 1500"/>
              <a:gd name="T6" fmla="*/ 0 60000 65536"/>
              <a:gd name="T7" fmla="*/ 0 60000 65536"/>
              <a:gd name="T8" fmla="*/ 0 60000 65536"/>
              <a:gd name="T9" fmla="*/ 0 w 557"/>
              <a:gd name="T10" fmla="*/ 0 h 1500"/>
              <a:gd name="T11" fmla="*/ 557 w 557"/>
              <a:gd name="T12" fmla="*/ 1500 h 1500"/>
            </a:gdLst>
            <a:ahLst/>
            <a:cxnLst>
              <a:cxn ang="T6">
                <a:pos x="T0" y="T1"/>
              </a:cxn>
              <a:cxn ang="T7">
                <a:pos x="T2" y="T3"/>
              </a:cxn>
              <a:cxn ang="T8">
                <a:pos x="T4" y="T5"/>
              </a:cxn>
            </a:cxnLst>
            <a:rect l="T9" t="T10" r="T11" b="T12"/>
            <a:pathLst>
              <a:path w="557" h="1500">
                <a:moveTo>
                  <a:pt x="0" y="0"/>
                </a:moveTo>
                <a:cubicBezTo>
                  <a:pt x="93" y="130"/>
                  <a:pt x="557" y="528"/>
                  <a:pt x="557" y="778"/>
                </a:cubicBezTo>
                <a:cubicBezTo>
                  <a:pt x="557" y="1028"/>
                  <a:pt x="116" y="1350"/>
                  <a:pt x="0" y="1500"/>
                </a:cubicBezTo>
              </a:path>
            </a:pathLst>
          </a:custGeom>
          <a:noFill/>
          <a:ln w="38100">
            <a:solidFill>
              <a:srgbClr val="66FF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 name="Freeform 84">
            <a:extLst>
              <a:ext uri="{FF2B5EF4-FFF2-40B4-BE49-F238E27FC236}">
                <a16:creationId xmlns:a16="http://schemas.microsoft.com/office/drawing/2014/main" id="{CD38D7D2-C6EB-CD44-B7AF-C71745DD2E0A}"/>
              </a:ext>
            </a:extLst>
          </p:cNvPr>
          <p:cNvSpPr>
            <a:spLocks/>
          </p:cNvSpPr>
          <p:nvPr/>
        </p:nvSpPr>
        <p:spPr bwMode="auto">
          <a:xfrm>
            <a:off x="1922463" y="3103563"/>
            <a:ext cx="468312" cy="2381250"/>
          </a:xfrm>
          <a:custGeom>
            <a:avLst/>
            <a:gdLst>
              <a:gd name="T0" fmla="*/ 2147483647 w 295"/>
              <a:gd name="T1" fmla="*/ 0 h 1500"/>
              <a:gd name="T2" fmla="*/ 0 w 295"/>
              <a:gd name="T3" fmla="*/ 2147483647 h 1500"/>
              <a:gd name="T4" fmla="*/ 2147483647 w 295"/>
              <a:gd name="T5" fmla="*/ 2147483647 h 1500"/>
              <a:gd name="T6" fmla="*/ 2147483647 w 295"/>
              <a:gd name="T7" fmla="*/ 2147483647 h 1500"/>
              <a:gd name="T8" fmla="*/ 2147483647 w 295"/>
              <a:gd name="T9" fmla="*/ 2147483647 h 1500"/>
              <a:gd name="T10" fmla="*/ 0 60000 65536"/>
              <a:gd name="T11" fmla="*/ 0 60000 65536"/>
              <a:gd name="T12" fmla="*/ 0 60000 65536"/>
              <a:gd name="T13" fmla="*/ 0 60000 65536"/>
              <a:gd name="T14" fmla="*/ 0 60000 65536"/>
              <a:gd name="T15" fmla="*/ 0 w 295"/>
              <a:gd name="T16" fmla="*/ 0 h 1500"/>
              <a:gd name="T17" fmla="*/ 295 w 295"/>
              <a:gd name="T18" fmla="*/ 1500 h 1500"/>
            </a:gdLst>
            <a:ahLst/>
            <a:cxnLst>
              <a:cxn ang="T10">
                <a:pos x="T0" y="T1"/>
              </a:cxn>
              <a:cxn ang="T11">
                <a:pos x="T2" y="T3"/>
              </a:cxn>
              <a:cxn ang="T12">
                <a:pos x="T4" y="T5"/>
              </a:cxn>
              <a:cxn ang="T13">
                <a:pos x="T6" y="T7"/>
              </a:cxn>
              <a:cxn ang="T14">
                <a:pos x="T8" y="T9"/>
              </a:cxn>
            </a:cxnLst>
            <a:rect l="T15" t="T16" r="T17" b="T18"/>
            <a:pathLst>
              <a:path w="295" h="1500">
                <a:moveTo>
                  <a:pt x="291" y="0"/>
                </a:moveTo>
                <a:cubicBezTo>
                  <a:pt x="145" y="155"/>
                  <a:pt x="0" y="311"/>
                  <a:pt x="0" y="436"/>
                </a:cubicBezTo>
                <a:cubicBezTo>
                  <a:pt x="0" y="561"/>
                  <a:pt x="287" y="629"/>
                  <a:pt x="291" y="750"/>
                </a:cubicBezTo>
                <a:cubicBezTo>
                  <a:pt x="295" y="871"/>
                  <a:pt x="25" y="1037"/>
                  <a:pt x="25" y="1162"/>
                </a:cubicBezTo>
                <a:cubicBezTo>
                  <a:pt x="25" y="1287"/>
                  <a:pt x="158" y="1393"/>
                  <a:pt x="291" y="1500"/>
                </a:cubicBezTo>
              </a:path>
            </a:pathLst>
          </a:custGeom>
          <a:noFill/>
          <a:ln w="38100">
            <a:solidFill>
              <a:srgbClr val="FF00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4766" name="Line 86">
            <a:extLst>
              <a:ext uri="{FF2B5EF4-FFF2-40B4-BE49-F238E27FC236}">
                <a16:creationId xmlns:a16="http://schemas.microsoft.com/office/drawing/2014/main" id="{576EAAD6-0B82-CD4D-8DD8-65D9EEB6F006}"/>
              </a:ext>
            </a:extLst>
          </p:cNvPr>
          <p:cNvSpPr>
            <a:spLocks noChangeShapeType="1"/>
          </p:cNvSpPr>
          <p:nvPr/>
        </p:nvSpPr>
        <p:spPr bwMode="auto">
          <a:xfrm>
            <a:off x="2344738" y="2527300"/>
            <a:ext cx="0" cy="344488"/>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4767" name="Line 87">
            <a:extLst>
              <a:ext uri="{FF2B5EF4-FFF2-40B4-BE49-F238E27FC236}">
                <a16:creationId xmlns:a16="http://schemas.microsoft.com/office/drawing/2014/main" id="{D3099C03-672A-734A-9055-4FB363B34A1C}"/>
              </a:ext>
            </a:extLst>
          </p:cNvPr>
          <p:cNvSpPr>
            <a:spLocks noChangeShapeType="1"/>
          </p:cNvSpPr>
          <p:nvPr/>
        </p:nvSpPr>
        <p:spPr bwMode="auto">
          <a:xfrm>
            <a:off x="2344738" y="5599113"/>
            <a:ext cx="0" cy="344487"/>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4768" name="TextBox 35">
            <a:extLst>
              <a:ext uri="{FF2B5EF4-FFF2-40B4-BE49-F238E27FC236}">
                <a16:creationId xmlns:a16="http://schemas.microsoft.com/office/drawing/2014/main" id="{27632FC8-15F1-0D45-91CD-FAAD3E9ACD24}"/>
              </a:ext>
            </a:extLst>
          </p:cNvPr>
          <p:cNvSpPr txBox="1">
            <a:spLocks noChangeArrowheads="1"/>
          </p:cNvSpPr>
          <p:nvPr/>
        </p:nvSpPr>
        <p:spPr bwMode="auto">
          <a:xfrm>
            <a:off x="152400" y="6553200"/>
            <a:ext cx="15446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Tor Aamodt</a:t>
            </a:r>
          </a:p>
        </p:txBody>
      </p:sp>
    </p:spTree>
    <p:extLst>
      <p:ext uri="{BB962C8B-B14F-4D97-AF65-F5344CB8AC3E}">
        <p14:creationId xmlns:p14="http://schemas.microsoft.com/office/powerpoint/2010/main" val="191272824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7" presetClass="emph" presetSubtype="1" nodeType="clickEffect">
                                  <p:stCondLst>
                                    <p:cond delay="0"/>
                                  </p:stCondLst>
                                  <p:childTnLst>
                                    <p:set>
                                      <p:cBhvr>
                                        <p:cTn id="12" dur="indefinite"/>
                                        <p:tgtEl>
                                          <p:spTgt spid="30"/>
                                        </p:tgtEl>
                                        <p:attrNameLst>
                                          <p:attrName>stroke.color</p:attrName>
                                        </p:attrNameLst>
                                      </p:cBhvr>
                                      <p:to>
                                        <p:clrVal>
                                          <a:srgbClr val="C0C000"/>
                                        </p:clrVal>
                                      </p:to>
                                    </p:set>
                                    <p:set>
                                      <p:cBhvr>
                                        <p:cTn id="13" dur="indefinite"/>
                                        <p:tgtEl>
                                          <p:spTgt spid="30"/>
                                        </p:tgtEl>
                                        <p:attrNameLst>
                                          <p:attrName>stroke.on</p:attrName>
                                        </p:attrNameLst>
                                      </p:cBhvr>
                                      <p:to>
                                        <p:strVal val="true"/>
                                      </p:to>
                                    </p:set>
                                  </p:childTnLst>
                                </p:cTn>
                              </p:par>
                              <p:par>
                                <p:cTn id="14" presetID="1" presetClass="entr" presetSubtype="0"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7" presetClass="emph" presetSubtype="1" nodeType="clickEffect">
                                  <p:stCondLst>
                                    <p:cond delay="0"/>
                                  </p:stCondLst>
                                  <p:childTnLst>
                                    <p:set>
                                      <p:cBhvr>
                                        <p:cTn id="21" dur="indefinite"/>
                                        <p:tgtEl>
                                          <p:spTgt spid="31"/>
                                        </p:tgtEl>
                                        <p:attrNameLst>
                                          <p:attrName>stroke.color</p:attrName>
                                        </p:attrNameLst>
                                      </p:cBhvr>
                                      <p:to>
                                        <p:clrVal>
                                          <a:srgbClr val="C0C000"/>
                                        </p:clrVal>
                                      </p:to>
                                    </p:set>
                                    <p:set>
                                      <p:cBhvr>
                                        <p:cTn id="22" dur="indefinite"/>
                                        <p:tgtEl>
                                          <p:spTgt spid="31"/>
                                        </p:tgtEl>
                                        <p:attrNameLst>
                                          <p:attrName>stroke.on</p:attrName>
                                        </p:attrNameLst>
                                      </p:cBhvr>
                                      <p:to>
                                        <p:strVal val="tru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7" presetClass="emph" presetSubtype="1" nodeType="clickEffect">
                                  <p:stCondLst>
                                    <p:cond delay="0"/>
                                  </p:stCondLst>
                                  <p:childTnLst>
                                    <p:set>
                                      <p:cBhvr>
                                        <p:cTn id="30" dur="indefinite"/>
                                        <p:tgtEl>
                                          <p:spTgt spid="33"/>
                                        </p:tgtEl>
                                        <p:attrNameLst>
                                          <p:attrName>stroke.color</p:attrName>
                                        </p:attrNameLst>
                                      </p:cBhvr>
                                      <p:to>
                                        <p:clrVal>
                                          <a:srgbClr val="C0C000"/>
                                        </p:clrVal>
                                      </p:to>
                                    </p:set>
                                    <p:set>
                                      <p:cBhvr>
                                        <p:cTn id="31" dur="indefinite"/>
                                        <p:tgtEl>
                                          <p:spTgt spid="33"/>
                                        </p:tgtEl>
                                        <p:attrNameLst>
                                          <p:attrName>stroke.on</p:attrName>
                                        </p:attrNameLst>
                                      </p:cBhvr>
                                      <p:to>
                                        <p:strVal val="true"/>
                                      </p:to>
                                    </p:set>
                                  </p:childTnLst>
                                </p:cTn>
                              </p:par>
                              <p:par>
                                <p:cTn id="32" presetID="1" presetClass="entr" presetSubtype="0"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childTnLst>
                                </p:cTn>
                              </p:par>
                              <p:par>
                                <p:cTn id="40" presetID="7" presetClass="emph" presetSubtype="2" fill="hold" nodeType="withEffect">
                                  <p:stCondLst>
                                    <p:cond delay="0"/>
                                  </p:stCondLst>
                                  <p:childTnLst>
                                    <p:animClr clrSpc="rgb" dir="cw">
                                      <p:cBhvr>
                                        <p:cTn id="41" dur="500" fill="hold"/>
                                        <p:tgtEl>
                                          <p:spTgt spid="32"/>
                                        </p:tgtEl>
                                        <p:attrNameLst>
                                          <p:attrName>stroke.color</p:attrName>
                                        </p:attrNameLst>
                                      </p:cBhvr>
                                      <p:to>
                                        <a:srgbClr val="66FFFF"/>
                                      </p:to>
                                    </p:animClr>
                                    <p:set>
                                      <p:cBhvr>
                                        <p:cTn id="42" dur="500" fill="hold"/>
                                        <p:tgtEl>
                                          <p:spTgt spid="32"/>
                                        </p:tgtEl>
                                        <p:attrNameLst>
                                          <p:attrName>stroke.on</p:attrName>
                                        </p:attrNameLst>
                                      </p:cBhvr>
                                      <p:to>
                                        <p:strVal val="true"/>
                                      </p:to>
                                    </p:set>
                                  </p:childTnLst>
                                </p:cTn>
                              </p:par>
                              <p:par>
                                <p:cTn id="43" presetID="7" presetClass="emph" presetSubtype="1" nodeType="withEffect">
                                  <p:stCondLst>
                                    <p:cond delay="0"/>
                                  </p:stCondLst>
                                  <p:childTnLst>
                                    <p:set>
                                      <p:cBhvr>
                                        <p:cTn id="44" dur="indefinite"/>
                                        <p:tgtEl>
                                          <p:spTgt spid="31"/>
                                        </p:tgtEl>
                                        <p:attrNameLst>
                                          <p:attrName>stroke.color</p:attrName>
                                        </p:attrNameLst>
                                      </p:cBhvr>
                                      <p:to>
                                        <p:clrVal>
                                          <a:srgbClr val="FF6600"/>
                                        </p:clrVal>
                                      </p:to>
                                    </p:set>
                                    <p:set>
                                      <p:cBhvr>
                                        <p:cTn id="45" dur="indefinite"/>
                                        <p:tgtEl>
                                          <p:spTgt spid="31"/>
                                        </p:tgtEl>
                                        <p:attrNameLst>
                                          <p:attrName>stroke.on</p:attrName>
                                        </p:attrNameLst>
                                      </p:cBhvr>
                                      <p:to>
                                        <p:strVal val="true"/>
                                      </p:to>
                                    </p:set>
                                  </p:childTnLst>
                                </p:cTn>
                              </p:par>
                              <p:par>
                                <p:cTn id="46" presetID="7" presetClass="emph" presetSubtype="1" nodeType="withEffect">
                                  <p:stCondLst>
                                    <p:cond delay="0"/>
                                  </p:stCondLst>
                                  <p:childTnLst>
                                    <p:set>
                                      <p:cBhvr>
                                        <p:cTn id="47" dur="indefinite"/>
                                        <p:tgtEl>
                                          <p:spTgt spid="30"/>
                                        </p:tgtEl>
                                        <p:attrNameLst>
                                          <p:attrName>stroke.color</p:attrName>
                                        </p:attrNameLst>
                                      </p:cBhvr>
                                      <p:to>
                                        <p:clrVal>
                                          <a:srgbClr val="00FF00"/>
                                        </p:clrVal>
                                      </p:to>
                                    </p:set>
                                    <p:set>
                                      <p:cBhvr>
                                        <p:cTn id="48" dur="indefinite"/>
                                        <p:tgtEl>
                                          <p:spTgt spid="30"/>
                                        </p:tgtEl>
                                        <p:attrNameLst>
                                          <p:attrName>stroke.on</p:attrName>
                                        </p:attrNameLst>
                                      </p:cBhvr>
                                      <p:to>
                                        <p:strVal val="true"/>
                                      </p:to>
                                    </p:set>
                                  </p:childTnLst>
                                </p:cTn>
                              </p:par>
                              <p:par>
                                <p:cTn id="49" presetID="7" presetClass="emph" presetSubtype="1" nodeType="withEffect">
                                  <p:stCondLst>
                                    <p:cond delay="0"/>
                                  </p:stCondLst>
                                  <p:childTnLst>
                                    <p:set>
                                      <p:cBhvr>
                                        <p:cTn id="50" dur="indefinite"/>
                                        <p:tgtEl>
                                          <p:spTgt spid="33"/>
                                        </p:tgtEl>
                                        <p:attrNameLst>
                                          <p:attrName>stroke.color</p:attrName>
                                        </p:attrNameLst>
                                      </p:cBhvr>
                                      <p:to>
                                        <p:clrVal>
                                          <a:srgbClr val="00FF00"/>
                                        </p:clrVal>
                                      </p:to>
                                    </p:set>
                                    <p:set>
                                      <p:cBhvr>
                                        <p:cTn id="51" dur="indefinite"/>
                                        <p:tgtEl>
                                          <p:spTgt spid="33"/>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30" grpId="0" animBg="1"/>
      <p:bldP spid="31" grpId="0" animBg="1"/>
      <p:bldP spid="32" grpId="0" animBg="1"/>
      <p:bldP spid="33"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6E0F5ECC-15F8-0B4F-9986-239C7E89B1A2}"/>
              </a:ext>
            </a:extLst>
          </p:cNvPr>
          <p:cNvSpPr>
            <a:spLocks noGrp="1"/>
          </p:cNvSpPr>
          <p:nvPr>
            <p:ph type="title"/>
          </p:nvPr>
        </p:nvSpPr>
        <p:spPr/>
        <p:txBody>
          <a:bodyPr/>
          <a:lstStyle/>
          <a:p>
            <a:r>
              <a:rPr lang="en-US" altLang="en-US" dirty="0">
                <a:ea typeface="ＭＳ Ｐゴシック" panose="020B0600070205080204" pitchFamily="34" charset="-128"/>
              </a:rPr>
              <a:t>Control Flow Problem in GPUs/SIMT</a:t>
            </a:r>
          </a:p>
        </p:txBody>
      </p:sp>
      <p:sp>
        <p:nvSpPr>
          <p:cNvPr id="193538" name="Content Placeholder 2">
            <a:extLst>
              <a:ext uri="{FF2B5EF4-FFF2-40B4-BE49-F238E27FC236}">
                <a16:creationId xmlns:a16="http://schemas.microsoft.com/office/drawing/2014/main" id="{1BD1EC6F-17C7-6A4D-8FFC-0D37DA22B450}"/>
              </a:ext>
            </a:extLst>
          </p:cNvPr>
          <p:cNvSpPr>
            <a:spLocks noGrp="1"/>
          </p:cNvSpPr>
          <p:nvPr>
            <p:ph idx="1"/>
          </p:nvPr>
        </p:nvSpPr>
        <p:spPr>
          <a:xfrm>
            <a:off x="228600" y="996950"/>
            <a:ext cx="3962400" cy="5194300"/>
          </a:xfrm>
        </p:spPr>
        <p:txBody>
          <a:bodyPr/>
          <a:lstStyle/>
          <a:p>
            <a:r>
              <a:rPr lang="en-US" altLang="en-US" sz="2600" dirty="0">
                <a:ea typeface="ＭＳ Ｐゴシック" panose="020B0600070205080204" pitchFamily="34" charset="-128"/>
              </a:rPr>
              <a:t>A GPU uses a SIMD pipeline to save area on control logic</a:t>
            </a:r>
          </a:p>
          <a:p>
            <a:pPr lvl="1"/>
            <a:r>
              <a:rPr lang="en-US" altLang="en-US" dirty="0">
                <a:ea typeface="ＭＳ Ｐゴシック" panose="020B0600070205080204" pitchFamily="34" charset="-128"/>
              </a:rPr>
              <a:t>Groups scalar threads into warps</a:t>
            </a:r>
          </a:p>
          <a:p>
            <a:endParaRPr lang="en-US" altLang="en-US" sz="2600" i="1" u="sng" dirty="0">
              <a:ea typeface="ＭＳ Ｐゴシック" panose="020B0600070205080204" pitchFamily="34" charset="-128"/>
            </a:endParaRPr>
          </a:p>
          <a:p>
            <a:r>
              <a:rPr lang="en-US" altLang="en-US" sz="2600" b="1" dirty="0">
                <a:solidFill>
                  <a:srgbClr val="FF0000"/>
                </a:solidFill>
                <a:ea typeface="ＭＳ Ｐゴシック" panose="020B0600070205080204" pitchFamily="34" charset="-128"/>
              </a:rPr>
              <a:t>Branch divergence </a:t>
            </a:r>
            <a:r>
              <a:rPr lang="en-US" altLang="en-US" sz="2600" dirty="0">
                <a:ea typeface="ＭＳ Ｐゴシック" panose="020B0600070205080204" pitchFamily="34" charset="-128"/>
              </a:rPr>
              <a:t>occurs when threads inside warps branch to different execution paths</a:t>
            </a:r>
          </a:p>
          <a:p>
            <a:endParaRPr lang="en-US" altLang="en-US" dirty="0">
              <a:ea typeface="ＭＳ Ｐゴシック" panose="020B0600070205080204" pitchFamily="34" charset="-128"/>
            </a:endParaRPr>
          </a:p>
        </p:txBody>
      </p:sp>
      <p:sp>
        <p:nvSpPr>
          <p:cNvPr id="75779" name="Slide Number Placeholder 3">
            <a:extLst>
              <a:ext uri="{FF2B5EF4-FFF2-40B4-BE49-F238E27FC236}">
                <a16:creationId xmlns:a16="http://schemas.microsoft.com/office/drawing/2014/main" id="{041F44E4-663D-814A-A9DB-ABA87609C19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ECAA269-04D5-6E42-B06E-A2328687D28D}"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79</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grpSp>
        <p:nvGrpSpPr>
          <p:cNvPr id="2" name="Group 94">
            <a:extLst>
              <a:ext uri="{FF2B5EF4-FFF2-40B4-BE49-F238E27FC236}">
                <a16:creationId xmlns:a16="http://schemas.microsoft.com/office/drawing/2014/main" id="{E3BDC5F8-3685-7D48-9533-FF99994F6DBB}"/>
              </a:ext>
            </a:extLst>
          </p:cNvPr>
          <p:cNvGrpSpPr>
            <a:grpSpLocks/>
          </p:cNvGrpSpPr>
          <p:nvPr/>
        </p:nvGrpSpPr>
        <p:grpSpPr bwMode="auto">
          <a:xfrm>
            <a:off x="6262688" y="1776413"/>
            <a:ext cx="2265362" cy="576262"/>
            <a:chOff x="3944" y="1361"/>
            <a:chExt cx="1427" cy="363"/>
          </a:xfrm>
        </p:grpSpPr>
        <p:sp>
          <p:nvSpPr>
            <p:cNvPr id="75835" name="Rectangle 12">
              <a:extLst>
                <a:ext uri="{FF2B5EF4-FFF2-40B4-BE49-F238E27FC236}">
                  <a16:creationId xmlns:a16="http://schemas.microsoft.com/office/drawing/2014/main" id="{EA5891B2-64ED-B242-929B-513F02053706}"/>
                </a:ext>
              </a:extLst>
            </p:cNvPr>
            <p:cNvSpPr>
              <a:spLocks noChangeArrowheads="1"/>
            </p:cNvSpPr>
            <p:nvPr/>
          </p:nvSpPr>
          <p:spPr bwMode="auto">
            <a:xfrm>
              <a:off x="3944" y="1361"/>
              <a:ext cx="1427" cy="3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6" name="Line 4">
              <a:extLst>
                <a:ext uri="{FF2B5EF4-FFF2-40B4-BE49-F238E27FC236}">
                  <a16:creationId xmlns:a16="http://schemas.microsoft.com/office/drawing/2014/main" id="{040553CD-0E68-8B47-9D1E-36D416E844A7}"/>
                </a:ext>
              </a:extLst>
            </p:cNvPr>
            <p:cNvSpPr>
              <a:spLocks noChangeShapeType="1"/>
            </p:cNvSpPr>
            <p:nvPr/>
          </p:nvSpPr>
          <p:spPr bwMode="auto">
            <a:xfrm>
              <a:off x="4065"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7" name="Line 5">
              <a:extLst>
                <a:ext uri="{FF2B5EF4-FFF2-40B4-BE49-F238E27FC236}">
                  <a16:creationId xmlns:a16="http://schemas.microsoft.com/office/drawing/2014/main" id="{C5C16642-6B70-714B-9819-85DBDAF2AC8D}"/>
                </a:ext>
              </a:extLst>
            </p:cNvPr>
            <p:cNvSpPr>
              <a:spLocks noChangeShapeType="1"/>
            </p:cNvSpPr>
            <p:nvPr/>
          </p:nvSpPr>
          <p:spPr bwMode="auto">
            <a:xfrm>
              <a:off x="4234"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8" name="Line 6">
              <a:extLst>
                <a:ext uri="{FF2B5EF4-FFF2-40B4-BE49-F238E27FC236}">
                  <a16:creationId xmlns:a16="http://schemas.microsoft.com/office/drawing/2014/main" id="{A813722D-FF28-664F-A201-4426C1A7AD5E}"/>
                </a:ext>
              </a:extLst>
            </p:cNvPr>
            <p:cNvSpPr>
              <a:spLocks noChangeShapeType="1"/>
            </p:cNvSpPr>
            <p:nvPr/>
          </p:nvSpPr>
          <p:spPr bwMode="auto">
            <a:xfrm>
              <a:off x="4404"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9" name="Line 7">
              <a:extLst>
                <a:ext uri="{FF2B5EF4-FFF2-40B4-BE49-F238E27FC236}">
                  <a16:creationId xmlns:a16="http://schemas.microsoft.com/office/drawing/2014/main" id="{B9A81661-08C9-6145-BF5E-83991450C8EA}"/>
                </a:ext>
              </a:extLst>
            </p:cNvPr>
            <p:cNvSpPr>
              <a:spLocks noChangeShapeType="1"/>
            </p:cNvSpPr>
            <p:nvPr/>
          </p:nvSpPr>
          <p:spPr bwMode="auto">
            <a:xfrm>
              <a:off x="4573"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40" name="Line 8">
              <a:extLst>
                <a:ext uri="{FF2B5EF4-FFF2-40B4-BE49-F238E27FC236}">
                  <a16:creationId xmlns:a16="http://schemas.microsoft.com/office/drawing/2014/main" id="{77906939-F474-0643-9241-3735E8E9D880}"/>
                </a:ext>
              </a:extLst>
            </p:cNvPr>
            <p:cNvSpPr>
              <a:spLocks noChangeShapeType="1"/>
            </p:cNvSpPr>
            <p:nvPr/>
          </p:nvSpPr>
          <p:spPr bwMode="auto">
            <a:xfrm>
              <a:off x="4742"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41" name="Line 9">
              <a:extLst>
                <a:ext uri="{FF2B5EF4-FFF2-40B4-BE49-F238E27FC236}">
                  <a16:creationId xmlns:a16="http://schemas.microsoft.com/office/drawing/2014/main" id="{B582470E-0A21-DA44-BD5E-90A1D14930B7}"/>
                </a:ext>
              </a:extLst>
            </p:cNvPr>
            <p:cNvSpPr>
              <a:spLocks noChangeShapeType="1"/>
            </p:cNvSpPr>
            <p:nvPr/>
          </p:nvSpPr>
          <p:spPr bwMode="auto">
            <a:xfrm>
              <a:off x="4911"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42" name="Line 10">
              <a:extLst>
                <a:ext uri="{FF2B5EF4-FFF2-40B4-BE49-F238E27FC236}">
                  <a16:creationId xmlns:a16="http://schemas.microsoft.com/office/drawing/2014/main" id="{DCB5BD54-4137-814C-8FFB-501A5DC262F6}"/>
                </a:ext>
              </a:extLst>
            </p:cNvPr>
            <p:cNvSpPr>
              <a:spLocks noChangeShapeType="1"/>
            </p:cNvSpPr>
            <p:nvPr/>
          </p:nvSpPr>
          <p:spPr bwMode="auto">
            <a:xfrm>
              <a:off x="5081"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43" name="Line 11">
              <a:extLst>
                <a:ext uri="{FF2B5EF4-FFF2-40B4-BE49-F238E27FC236}">
                  <a16:creationId xmlns:a16="http://schemas.microsoft.com/office/drawing/2014/main" id="{3D27AE5B-E48E-394C-9FD4-E22BD2F5C304}"/>
                </a:ext>
              </a:extLst>
            </p:cNvPr>
            <p:cNvSpPr>
              <a:spLocks noChangeShapeType="1"/>
            </p:cNvSpPr>
            <p:nvPr/>
          </p:nvSpPr>
          <p:spPr bwMode="auto">
            <a:xfrm>
              <a:off x="5250"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 name="Group 95">
            <a:extLst>
              <a:ext uri="{FF2B5EF4-FFF2-40B4-BE49-F238E27FC236}">
                <a16:creationId xmlns:a16="http://schemas.microsoft.com/office/drawing/2014/main" id="{EA02F274-2FCC-CE46-822E-7432C82D1BBF}"/>
              </a:ext>
            </a:extLst>
          </p:cNvPr>
          <p:cNvGrpSpPr>
            <a:grpSpLocks/>
          </p:cNvGrpSpPr>
          <p:nvPr/>
        </p:nvGrpSpPr>
        <p:grpSpPr bwMode="auto">
          <a:xfrm>
            <a:off x="6262688" y="2468563"/>
            <a:ext cx="2265362" cy="576262"/>
            <a:chOff x="3944" y="1797"/>
            <a:chExt cx="1427" cy="363"/>
          </a:xfrm>
        </p:grpSpPr>
        <p:sp>
          <p:nvSpPr>
            <p:cNvPr id="75826" name="Rectangle 13">
              <a:extLst>
                <a:ext uri="{FF2B5EF4-FFF2-40B4-BE49-F238E27FC236}">
                  <a16:creationId xmlns:a16="http://schemas.microsoft.com/office/drawing/2014/main" id="{F51B704B-95FC-9540-A1A7-AEA62AE45401}"/>
                </a:ext>
              </a:extLst>
            </p:cNvPr>
            <p:cNvSpPr>
              <a:spLocks noChangeArrowheads="1"/>
            </p:cNvSpPr>
            <p:nvPr/>
          </p:nvSpPr>
          <p:spPr bwMode="auto">
            <a:xfrm>
              <a:off x="3944" y="1797"/>
              <a:ext cx="1427" cy="3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7" name="Line 14">
              <a:extLst>
                <a:ext uri="{FF2B5EF4-FFF2-40B4-BE49-F238E27FC236}">
                  <a16:creationId xmlns:a16="http://schemas.microsoft.com/office/drawing/2014/main" id="{A4C02EB5-B9E8-B344-A6A5-EC939FB15F55}"/>
                </a:ext>
              </a:extLst>
            </p:cNvPr>
            <p:cNvSpPr>
              <a:spLocks noChangeShapeType="1"/>
            </p:cNvSpPr>
            <p:nvPr/>
          </p:nvSpPr>
          <p:spPr bwMode="auto">
            <a:xfrm>
              <a:off x="4065"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8" name="Line 15">
              <a:extLst>
                <a:ext uri="{FF2B5EF4-FFF2-40B4-BE49-F238E27FC236}">
                  <a16:creationId xmlns:a16="http://schemas.microsoft.com/office/drawing/2014/main" id="{5ED46DE8-A930-C74C-A533-9AA81A79D2A9}"/>
                </a:ext>
              </a:extLst>
            </p:cNvPr>
            <p:cNvSpPr>
              <a:spLocks noChangeShapeType="1"/>
            </p:cNvSpPr>
            <p:nvPr/>
          </p:nvSpPr>
          <p:spPr bwMode="auto">
            <a:xfrm>
              <a:off x="4234"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9" name="Line 16">
              <a:extLst>
                <a:ext uri="{FF2B5EF4-FFF2-40B4-BE49-F238E27FC236}">
                  <a16:creationId xmlns:a16="http://schemas.microsoft.com/office/drawing/2014/main" id="{95D22B09-A641-004A-80FE-E663E52AA0C3}"/>
                </a:ext>
              </a:extLst>
            </p:cNvPr>
            <p:cNvSpPr>
              <a:spLocks noChangeShapeType="1"/>
            </p:cNvSpPr>
            <p:nvPr/>
          </p:nvSpPr>
          <p:spPr bwMode="auto">
            <a:xfrm>
              <a:off x="4404"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0" name="Line 17">
              <a:extLst>
                <a:ext uri="{FF2B5EF4-FFF2-40B4-BE49-F238E27FC236}">
                  <a16:creationId xmlns:a16="http://schemas.microsoft.com/office/drawing/2014/main" id="{6D700F15-3140-BF4B-AEC8-2FC0AC493422}"/>
                </a:ext>
              </a:extLst>
            </p:cNvPr>
            <p:cNvSpPr>
              <a:spLocks noChangeShapeType="1"/>
            </p:cNvSpPr>
            <p:nvPr/>
          </p:nvSpPr>
          <p:spPr bwMode="auto">
            <a:xfrm>
              <a:off x="4573"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1" name="Line 18">
              <a:extLst>
                <a:ext uri="{FF2B5EF4-FFF2-40B4-BE49-F238E27FC236}">
                  <a16:creationId xmlns:a16="http://schemas.microsoft.com/office/drawing/2014/main" id="{E99E9007-0B9F-6E42-9FD8-122E0F3FC9DA}"/>
                </a:ext>
              </a:extLst>
            </p:cNvPr>
            <p:cNvSpPr>
              <a:spLocks noChangeShapeType="1"/>
            </p:cNvSpPr>
            <p:nvPr/>
          </p:nvSpPr>
          <p:spPr bwMode="auto">
            <a:xfrm>
              <a:off x="4742"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2" name="Line 19">
              <a:extLst>
                <a:ext uri="{FF2B5EF4-FFF2-40B4-BE49-F238E27FC236}">
                  <a16:creationId xmlns:a16="http://schemas.microsoft.com/office/drawing/2014/main" id="{424C2935-072E-3D49-94E6-EE716B0494BF}"/>
                </a:ext>
              </a:extLst>
            </p:cNvPr>
            <p:cNvSpPr>
              <a:spLocks noChangeShapeType="1"/>
            </p:cNvSpPr>
            <p:nvPr/>
          </p:nvSpPr>
          <p:spPr bwMode="auto">
            <a:xfrm>
              <a:off x="4911"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3" name="Line 20">
              <a:extLst>
                <a:ext uri="{FF2B5EF4-FFF2-40B4-BE49-F238E27FC236}">
                  <a16:creationId xmlns:a16="http://schemas.microsoft.com/office/drawing/2014/main" id="{525D47A4-60F5-7744-B965-4BE27E71CCC0}"/>
                </a:ext>
              </a:extLst>
            </p:cNvPr>
            <p:cNvSpPr>
              <a:spLocks noChangeShapeType="1"/>
            </p:cNvSpPr>
            <p:nvPr/>
          </p:nvSpPr>
          <p:spPr bwMode="auto">
            <a:xfrm>
              <a:off x="5081"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4" name="Line 21">
              <a:extLst>
                <a:ext uri="{FF2B5EF4-FFF2-40B4-BE49-F238E27FC236}">
                  <a16:creationId xmlns:a16="http://schemas.microsoft.com/office/drawing/2014/main" id="{4BFE99ED-99A1-3541-A849-681A1258AC12}"/>
                </a:ext>
              </a:extLst>
            </p:cNvPr>
            <p:cNvSpPr>
              <a:spLocks noChangeShapeType="1"/>
            </p:cNvSpPr>
            <p:nvPr/>
          </p:nvSpPr>
          <p:spPr bwMode="auto">
            <a:xfrm>
              <a:off x="5250"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 name="Group 96">
            <a:extLst>
              <a:ext uri="{FF2B5EF4-FFF2-40B4-BE49-F238E27FC236}">
                <a16:creationId xmlns:a16="http://schemas.microsoft.com/office/drawing/2014/main" id="{264F1DFE-44DC-CB41-80F4-F17CF937E9B6}"/>
              </a:ext>
            </a:extLst>
          </p:cNvPr>
          <p:cNvGrpSpPr>
            <a:grpSpLocks/>
          </p:cNvGrpSpPr>
          <p:nvPr/>
        </p:nvGrpSpPr>
        <p:grpSpPr bwMode="auto">
          <a:xfrm>
            <a:off x="6262688" y="3159125"/>
            <a:ext cx="2265362" cy="576263"/>
            <a:chOff x="3944" y="2232"/>
            <a:chExt cx="1427" cy="363"/>
          </a:xfrm>
        </p:grpSpPr>
        <p:sp>
          <p:nvSpPr>
            <p:cNvPr id="75821" name="Rectangle 31">
              <a:extLst>
                <a:ext uri="{FF2B5EF4-FFF2-40B4-BE49-F238E27FC236}">
                  <a16:creationId xmlns:a16="http://schemas.microsoft.com/office/drawing/2014/main" id="{03CEBB62-44A2-B14A-B988-9A4B4E71E9FB}"/>
                </a:ext>
              </a:extLst>
            </p:cNvPr>
            <p:cNvSpPr>
              <a:spLocks noChangeArrowheads="1"/>
            </p:cNvSpPr>
            <p:nvPr/>
          </p:nvSpPr>
          <p:spPr bwMode="auto">
            <a:xfrm>
              <a:off x="3944" y="2232"/>
              <a:ext cx="1427" cy="3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2" name="Line 32">
              <a:extLst>
                <a:ext uri="{FF2B5EF4-FFF2-40B4-BE49-F238E27FC236}">
                  <a16:creationId xmlns:a16="http://schemas.microsoft.com/office/drawing/2014/main" id="{2C1A53E2-9C5D-E841-8DB5-E0FA6266B078}"/>
                </a:ext>
              </a:extLst>
            </p:cNvPr>
            <p:cNvSpPr>
              <a:spLocks noChangeShapeType="1"/>
            </p:cNvSpPr>
            <p:nvPr/>
          </p:nvSpPr>
          <p:spPr bwMode="auto">
            <a:xfrm>
              <a:off x="4065" y="2281"/>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3" name="Line 34">
              <a:extLst>
                <a:ext uri="{FF2B5EF4-FFF2-40B4-BE49-F238E27FC236}">
                  <a16:creationId xmlns:a16="http://schemas.microsoft.com/office/drawing/2014/main" id="{4938EFBF-8067-7742-A21E-4BE7110065EC}"/>
                </a:ext>
              </a:extLst>
            </p:cNvPr>
            <p:cNvSpPr>
              <a:spLocks noChangeShapeType="1"/>
            </p:cNvSpPr>
            <p:nvPr/>
          </p:nvSpPr>
          <p:spPr bwMode="auto">
            <a:xfrm>
              <a:off x="4404" y="2281"/>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4" name="Line 35">
              <a:extLst>
                <a:ext uri="{FF2B5EF4-FFF2-40B4-BE49-F238E27FC236}">
                  <a16:creationId xmlns:a16="http://schemas.microsoft.com/office/drawing/2014/main" id="{2AA6A3FD-F3FB-2943-B7D3-5E2457CD22B5}"/>
                </a:ext>
              </a:extLst>
            </p:cNvPr>
            <p:cNvSpPr>
              <a:spLocks noChangeShapeType="1"/>
            </p:cNvSpPr>
            <p:nvPr/>
          </p:nvSpPr>
          <p:spPr bwMode="auto">
            <a:xfrm>
              <a:off x="4573" y="2281"/>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5" name="Line 39">
              <a:extLst>
                <a:ext uri="{FF2B5EF4-FFF2-40B4-BE49-F238E27FC236}">
                  <a16:creationId xmlns:a16="http://schemas.microsoft.com/office/drawing/2014/main" id="{83BC20FE-D2B4-9F42-8047-3A130F2FBB16}"/>
                </a:ext>
              </a:extLst>
            </p:cNvPr>
            <p:cNvSpPr>
              <a:spLocks noChangeShapeType="1"/>
            </p:cNvSpPr>
            <p:nvPr/>
          </p:nvSpPr>
          <p:spPr bwMode="auto">
            <a:xfrm>
              <a:off x="5250" y="2281"/>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 name="Group 97">
            <a:extLst>
              <a:ext uri="{FF2B5EF4-FFF2-40B4-BE49-F238E27FC236}">
                <a16:creationId xmlns:a16="http://schemas.microsoft.com/office/drawing/2014/main" id="{319CCFFE-A01E-004D-BC82-FA7883BA4BF8}"/>
              </a:ext>
            </a:extLst>
          </p:cNvPr>
          <p:cNvGrpSpPr>
            <a:grpSpLocks/>
          </p:cNvGrpSpPr>
          <p:nvPr/>
        </p:nvGrpSpPr>
        <p:grpSpPr bwMode="auto">
          <a:xfrm>
            <a:off x="6262688" y="3851275"/>
            <a:ext cx="2265362" cy="576263"/>
            <a:chOff x="3944" y="2668"/>
            <a:chExt cx="1427" cy="363"/>
          </a:xfrm>
        </p:grpSpPr>
        <p:sp>
          <p:nvSpPr>
            <p:cNvPr id="75816" name="Rectangle 40">
              <a:extLst>
                <a:ext uri="{FF2B5EF4-FFF2-40B4-BE49-F238E27FC236}">
                  <a16:creationId xmlns:a16="http://schemas.microsoft.com/office/drawing/2014/main" id="{D17AA01B-8D5B-154A-A347-EC775CEE2CC8}"/>
                </a:ext>
              </a:extLst>
            </p:cNvPr>
            <p:cNvSpPr>
              <a:spLocks noChangeArrowheads="1"/>
            </p:cNvSpPr>
            <p:nvPr/>
          </p:nvSpPr>
          <p:spPr bwMode="auto">
            <a:xfrm>
              <a:off x="3944" y="2668"/>
              <a:ext cx="1427" cy="3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7" name="Line 42">
              <a:extLst>
                <a:ext uri="{FF2B5EF4-FFF2-40B4-BE49-F238E27FC236}">
                  <a16:creationId xmlns:a16="http://schemas.microsoft.com/office/drawing/2014/main" id="{CB131EDA-2245-8749-8F34-B06DFC3A7996}"/>
                </a:ext>
              </a:extLst>
            </p:cNvPr>
            <p:cNvSpPr>
              <a:spLocks noChangeShapeType="1"/>
            </p:cNvSpPr>
            <p:nvPr/>
          </p:nvSpPr>
          <p:spPr bwMode="auto">
            <a:xfrm>
              <a:off x="4234" y="2717"/>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8" name="Line 45">
              <a:extLst>
                <a:ext uri="{FF2B5EF4-FFF2-40B4-BE49-F238E27FC236}">
                  <a16:creationId xmlns:a16="http://schemas.microsoft.com/office/drawing/2014/main" id="{43F8A12E-6B02-014C-8793-226538DE18AF}"/>
                </a:ext>
              </a:extLst>
            </p:cNvPr>
            <p:cNvSpPr>
              <a:spLocks noChangeShapeType="1"/>
            </p:cNvSpPr>
            <p:nvPr/>
          </p:nvSpPr>
          <p:spPr bwMode="auto">
            <a:xfrm>
              <a:off x="4742" y="2717"/>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9" name="Line 46">
              <a:extLst>
                <a:ext uri="{FF2B5EF4-FFF2-40B4-BE49-F238E27FC236}">
                  <a16:creationId xmlns:a16="http://schemas.microsoft.com/office/drawing/2014/main" id="{6DBB3AE9-1E57-8946-813D-1C59019733D3}"/>
                </a:ext>
              </a:extLst>
            </p:cNvPr>
            <p:cNvSpPr>
              <a:spLocks noChangeShapeType="1"/>
            </p:cNvSpPr>
            <p:nvPr/>
          </p:nvSpPr>
          <p:spPr bwMode="auto">
            <a:xfrm>
              <a:off x="4911" y="2717"/>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0" name="Line 47">
              <a:extLst>
                <a:ext uri="{FF2B5EF4-FFF2-40B4-BE49-F238E27FC236}">
                  <a16:creationId xmlns:a16="http://schemas.microsoft.com/office/drawing/2014/main" id="{F1AF1A97-407E-644F-8E16-42483B064C43}"/>
                </a:ext>
              </a:extLst>
            </p:cNvPr>
            <p:cNvSpPr>
              <a:spLocks noChangeShapeType="1"/>
            </p:cNvSpPr>
            <p:nvPr/>
          </p:nvSpPr>
          <p:spPr bwMode="auto">
            <a:xfrm>
              <a:off x="5081" y="2717"/>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 name="Group 98">
            <a:extLst>
              <a:ext uri="{FF2B5EF4-FFF2-40B4-BE49-F238E27FC236}">
                <a16:creationId xmlns:a16="http://schemas.microsoft.com/office/drawing/2014/main" id="{89B2CA6B-2146-D444-97A8-41605B830701}"/>
              </a:ext>
            </a:extLst>
          </p:cNvPr>
          <p:cNvGrpSpPr>
            <a:grpSpLocks/>
          </p:cNvGrpSpPr>
          <p:nvPr/>
        </p:nvGrpSpPr>
        <p:grpSpPr bwMode="auto">
          <a:xfrm>
            <a:off x="6262688" y="4541838"/>
            <a:ext cx="2265362" cy="576262"/>
            <a:chOff x="3944" y="3103"/>
            <a:chExt cx="1427" cy="363"/>
          </a:xfrm>
        </p:grpSpPr>
        <p:sp>
          <p:nvSpPr>
            <p:cNvPr id="75807" name="Rectangle 49">
              <a:extLst>
                <a:ext uri="{FF2B5EF4-FFF2-40B4-BE49-F238E27FC236}">
                  <a16:creationId xmlns:a16="http://schemas.microsoft.com/office/drawing/2014/main" id="{74138048-66CB-FA4A-8D65-78AE9CF267D6}"/>
                </a:ext>
              </a:extLst>
            </p:cNvPr>
            <p:cNvSpPr>
              <a:spLocks noChangeArrowheads="1"/>
            </p:cNvSpPr>
            <p:nvPr/>
          </p:nvSpPr>
          <p:spPr bwMode="auto">
            <a:xfrm>
              <a:off x="3944" y="3103"/>
              <a:ext cx="1427" cy="3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08" name="Line 50">
              <a:extLst>
                <a:ext uri="{FF2B5EF4-FFF2-40B4-BE49-F238E27FC236}">
                  <a16:creationId xmlns:a16="http://schemas.microsoft.com/office/drawing/2014/main" id="{7ECB4966-EB5D-5449-8C73-84823325CC6E}"/>
                </a:ext>
              </a:extLst>
            </p:cNvPr>
            <p:cNvSpPr>
              <a:spLocks noChangeShapeType="1"/>
            </p:cNvSpPr>
            <p:nvPr/>
          </p:nvSpPr>
          <p:spPr bwMode="auto">
            <a:xfrm>
              <a:off x="4065"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09" name="Line 51">
              <a:extLst>
                <a:ext uri="{FF2B5EF4-FFF2-40B4-BE49-F238E27FC236}">
                  <a16:creationId xmlns:a16="http://schemas.microsoft.com/office/drawing/2014/main" id="{61E44F57-BFAA-3342-B1A8-D0F7AFA4C4DC}"/>
                </a:ext>
              </a:extLst>
            </p:cNvPr>
            <p:cNvSpPr>
              <a:spLocks noChangeShapeType="1"/>
            </p:cNvSpPr>
            <p:nvPr/>
          </p:nvSpPr>
          <p:spPr bwMode="auto">
            <a:xfrm>
              <a:off x="4234"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0" name="Line 52">
              <a:extLst>
                <a:ext uri="{FF2B5EF4-FFF2-40B4-BE49-F238E27FC236}">
                  <a16:creationId xmlns:a16="http://schemas.microsoft.com/office/drawing/2014/main" id="{76ECD0EE-5B45-194A-981E-9662C3E4396D}"/>
                </a:ext>
              </a:extLst>
            </p:cNvPr>
            <p:cNvSpPr>
              <a:spLocks noChangeShapeType="1"/>
            </p:cNvSpPr>
            <p:nvPr/>
          </p:nvSpPr>
          <p:spPr bwMode="auto">
            <a:xfrm>
              <a:off x="4404"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1" name="Line 53">
              <a:extLst>
                <a:ext uri="{FF2B5EF4-FFF2-40B4-BE49-F238E27FC236}">
                  <a16:creationId xmlns:a16="http://schemas.microsoft.com/office/drawing/2014/main" id="{6763B786-1F59-674C-92F8-784420AE5430}"/>
                </a:ext>
              </a:extLst>
            </p:cNvPr>
            <p:cNvSpPr>
              <a:spLocks noChangeShapeType="1"/>
            </p:cNvSpPr>
            <p:nvPr/>
          </p:nvSpPr>
          <p:spPr bwMode="auto">
            <a:xfrm>
              <a:off x="4573"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2" name="Line 54">
              <a:extLst>
                <a:ext uri="{FF2B5EF4-FFF2-40B4-BE49-F238E27FC236}">
                  <a16:creationId xmlns:a16="http://schemas.microsoft.com/office/drawing/2014/main" id="{205E1CAF-97EC-D849-80AF-174F56A3F445}"/>
                </a:ext>
              </a:extLst>
            </p:cNvPr>
            <p:cNvSpPr>
              <a:spLocks noChangeShapeType="1"/>
            </p:cNvSpPr>
            <p:nvPr/>
          </p:nvSpPr>
          <p:spPr bwMode="auto">
            <a:xfrm>
              <a:off x="4742"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3" name="Line 55">
              <a:extLst>
                <a:ext uri="{FF2B5EF4-FFF2-40B4-BE49-F238E27FC236}">
                  <a16:creationId xmlns:a16="http://schemas.microsoft.com/office/drawing/2014/main" id="{F44657C9-2568-1A46-BED4-6AEFE9042E4E}"/>
                </a:ext>
              </a:extLst>
            </p:cNvPr>
            <p:cNvSpPr>
              <a:spLocks noChangeShapeType="1"/>
            </p:cNvSpPr>
            <p:nvPr/>
          </p:nvSpPr>
          <p:spPr bwMode="auto">
            <a:xfrm>
              <a:off x="4911"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4" name="Line 56">
              <a:extLst>
                <a:ext uri="{FF2B5EF4-FFF2-40B4-BE49-F238E27FC236}">
                  <a16:creationId xmlns:a16="http://schemas.microsoft.com/office/drawing/2014/main" id="{9D390699-F1C9-8C4D-81A0-068BBBFBC9AE}"/>
                </a:ext>
              </a:extLst>
            </p:cNvPr>
            <p:cNvSpPr>
              <a:spLocks noChangeShapeType="1"/>
            </p:cNvSpPr>
            <p:nvPr/>
          </p:nvSpPr>
          <p:spPr bwMode="auto">
            <a:xfrm>
              <a:off x="5081"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5" name="Line 57">
              <a:extLst>
                <a:ext uri="{FF2B5EF4-FFF2-40B4-BE49-F238E27FC236}">
                  <a16:creationId xmlns:a16="http://schemas.microsoft.com/office/drawing/2014/main" id="{7FE1A7F5-2E19-6049-AF09-DB1163957719}"/>
                </a:ext>
              </a:extLst>
            </p:cNvPr>
            <p:cNvSpPr>
              <a:spLocks noChangeShapeType="1"/>
            </p:cNvSpPr>
            <p:nvPr/>
          </p:nvSpPr>
          <p:spPr bwMode="auto">
            <a:xfrm>
              <a:off x="5250"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8" name="Rectangle 58">
            <a:extLst>
              <a:ext uri="{FF2B5EF4-FFF2-40B4-BE49-F238E27FC236}">
                <a16:creationId xmlns:a16="http://schemas.microsoft.com/office/drawing/2014/main" id="{BE9991FD-0729-6147-8B06-B5A9AF1C5C49}"/>
              </a:ext>
            </a:extLst>
          </p:cNvPr>
          <p:cNvSpPr>
            <a:spLocks noChangeArrowheads="1"/>
          </p:cNvSpPr>
          <p:nvPr/>
        </p:nvSpPr>
        <p:spPr bwMode="auto">
          <a:xfrm>
            <a:off x="6186488" y="3121025"/>
            <a:ext cx="2419350" cy="1344613"/>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75786" name="Group 79">
            <a:extLst>
              <a:ext uri="{FF2B5EF4-FFF2-40B4-BE49-F238E27FC236}">
                <a16:creationId xmlns:a16="http://schemas.microsoft.com/office/drawing/2014/main" id="{F3977809-8D08-704A-897C-1075D297729D}"/>
              </a:ext>
            </a:extLst>
          </p:cNvPr>
          <p:cNvGrpSpPr>
            <a:grpSpLocks/>
          </p:cNvGrpSpPr>
          <p:nvPr/>
        </p:nvGrpSpPr>
        <p:grpSpPr bwMode="auto">
          <a:xfrm>
            <a:off x="4765675" y="1892300"/>
            <a:ext cx="1343025" cy="3073400"/>
            <a:chOff x="3001" y="1193"/>
            <a:chExt cx="846" cy="1936"/>
          </a:xfrm>
        </p:grpSpPr>
        <p:sp>
          <p:nvSpPr>
            <p:cNvPr id="75797" name="Rectangle 59">
              <a:extLst>
                <a:ext uri="{FF2B5EF4-FFF2-40B4-BE49-F238E27FC236}">
                  <a16:creationId xmlns:a16="http://schemas.microsoft.com/office/drawing/2014/main" id="{4D466021-2760-A94F-90E9-FD9FF620F82B}"/>
                </a:ext>
              </a:extLst>
            </p:cNvPr>
            <p:cNvSpPr>
              <a:spLocks noChangeArrowheads="1"/>
            </p:cNvSpPr>
            <p:nvPr/>
          </p:nvSpPr>
          <p:spPr bwMode="auto">
            <a:xfrm>
              <a:off x="3170" y="1193"/>
              <a:ext cx="508" cy="194"/>
            </a:xfrm>
            <a:prstGeom prst="rect">
              <a:avLst/>
            </a:prstGeom>
            <a:solidFill>
              <a:srgbClr val="CCCCFF"/>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798" name="Rectangle 64">
              <a:extLst>
                <a:ext uri="{FF2B5EF4-FFF2-40B4-BE49-F238E27FC236}">
                  <a16:creationId xmlns:a16="http://schemas.microsoft.com/office/drawing/2014/main" id="{4C22EFAF-BCEF-7A42-8FE0-02BAB7572865}"/>
                </a:ext>
              </a:extLst>
            </p:cNvPr>
            <p:cNvSpPr>
              <a:spLocks noChangeArrowheads="1"/>
            </p:cNvSpPr>
            <p:nvPr/>
          </p:nvSpPr>
          <p:spPr bwMode="auto">
            <a:xfrm>
              <a:off x="3170" y="1629"/>
              <a:ext cx="508" cy="194"/>
            </a:xfrm>
            <a:prstGeom prst="rect">
              <a:avLst/>
            </a:prstGeom>
            <a:solidFill>
              <a:srgbClr val="CCCCFF"/>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Branch</a:t>
              </a:r>
            </a:p>
          </p:txBody>
        </p:sp>
        <p:sp>
          <p:nvSpPr>
            <p:cNvPr id="75799" name="Rectangle 65">
              <a:extLst>
                <a:ext uri="{FF2B5EF4-FFF2-40B4-BE49-F238E27FC236}">
                  <a16:creationId xmlns:a16="http://schemas.microsoft.com/office/drawing/2014/main" id="{9356DE6F-480D-E84C-93FB-DF6089648853}"/>
                </a:ext>
              </a:extLst>
            </p:cNvPr>
            <p:cNvSpPr>
              <a:spLocks noChangeArrowheads="1"/>
            </p:cNvSpPr>
            <p:nvPr/>
          </p:nvSpPr>
          <p:spPr bwMode="auto">
            <a:xfrm>
              <a:off x="3339" y="2064"/>
              <a:ext cx="508" cy="194"/>
            </a:xfrm>
            <a:prstGeom prst="rect">
              <a:avLst/>
            </a:prstGeom>
            <a:solidFill>
              <a:srgbClr val="CCCCFF"/>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Path A</a:t>
              </a:r>
            </a:p>
          </p:txBody>
        </p:sp>
        <p:sp>
          <p:nvSpPr>
            <p:cNvPr id="75800" name="Rectangle 66">
              <a:extLst>
                <a:ext uri="{FF2B5EF4-FFF2-40B4-BE49-F238E27FC236}">
                  <a16:creationId xmlns:a16="http://schemas.microsoft.com/office/drawing/2014/main" id="{4E2AE25A-FD43-C04A-886F-37405A4897CF}"/>
                </a:ext>
              </a:extLst>
            </p:cNvPr>
            <p:cNvSpPr>
              <a:spLocks noChangeArrowheads="1"/>
            </p:cNvSpPr>
            <p:nvPr/>
          </p:nvSpPr>
          <p:spPr bwMode="auto">
            <a:xfrm>
              <a:off x="3001" y="2499"/>
              <a:ext cx="508" cy="194"/>
            </a:xfrm>
            <a:prstGeom prst="rect">
              <a:avLst/>
            </a:prstGeom>
            <a:solidFill>
              <a:srgbClr val="CCCCFF"/>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Path B</a:t>
              </a:r>
            </a:p>
          </p:txBody>
        </p:sp>
        <p:sp>
          <p:nvSpPr>
            <p:cNvPr id="75801" name="Rectangle 67">
              <a:extLst>
                <a:ext uri="{FF2B5EF4-FFF2-40B4-BE49-F238E27FC236}">
                  <a16:creationId xmlns:a16="http://schemas.microsoft.com/office/drawing/2014/main" id="{75977CCA-E430-8445-B61C-BD69BFEC9014}"/>
                </a:ext>
              </a:extLst>
            </p:cNvPr>
            <p:cNvSpPr>
              <a:spLocks noChangeArrowheads="1"/>
            </p:cNvSpPr>
            <p:nvPr/>
          </p:nvSpPr>
          <p:spPr bwMode="auto">
            <a:xfrm>
              <a:off x="3170" y="2935"/>
              <a:ext cx="508" cy="194"/>
            </a:xfrm>
            <a:prstGeom prst="rect">
              <a:avLst/>
            </a:prstGeom>
            <a:solidFill>
              <a:srgbClr val="CCCCFF"/>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75802" name="AutoShape 68">
              <a:extLst>
                <a:ext uri="{FF2B5EF4-FFF2-40B4-BE49-F238E27FC236}">
                  <a16:creationId xmlns:a16="http://schemas.microsoft.com/office/drawing/2014/main" id="{ED152167-E649-C64A-A2BD-55D276979FC5}"/>
                </a:ext>
              </a:extLst>
            </p:cNvPr>
            <p:cNvCxnSpPr>
              <a:cxnSpLocks noChangeShapeType="1"/>
              <a:stCxn id="75797" idx="2"/>
              <a:endCxn id="75798" idx="0"/>
            </p:cNvCxnSpPr>
            <p:nvPr/>
          </p:nvCxnSpPr>
          <p:spPr bwMode="auto">
            <a:xfrm rot="5400000">
              <a:off x="3312" y="1508"/>
              <a:ext cx="224"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5803" name="AutoShape 75">
              <a:extLst>
                <a:ext uri="{FF2B5EF4-FFF2-40B4-BE49-F238E27FC236}">
                  <a16:creationId xmlns:a16="http://schemas.microsoft.com/office/drawing/2014/main" id="{4AB98BB0-C799-F045-8673-62CA2064FA39}"/>
                </a:ext>
              </a:extLst>
            </p:cNvPr>
            <p:cNvCxnSpPr>
              <a:cxnSpLocks noChangeShapeType="1"/>
              <a:stCxn id="75798" idx="2"/>
              <a:endCxn id="75800" idx="0"/>
            </p:cNvCxnSpPr>
            <p:nvPr/>
          </p:nvCxnSpPr>
          <p:spPr bwMode="auto">
            <a:xfrm rot="5400000">
              <a:off x="3011" y="2076"/>
              <a:ext cx="658" cy="169"/>
            </a:xfrm>
            <a:prstGeom prst="curvedConnector3">
              <a:avLst>
                <a:gd name="adj1" fmla="val 20060"/>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5804" name="AutoShape 76">
              <a:extLst>
                <a:ext uri="{FF2B5EF4-FFF2-40B4-BE49-F238E27FC236}">
                  <a16:creationId xmlns:a16="http://schemas.microsoft.com/office/drawing/2014/main" id="{D29A596B-2627-5D44-884E-399E9EDFFD37}"/>
                </a:ext>
              </a:extLst>
            </p:cNvPr>
            <p:cNvCxnSpPr>
              <a:cxnSpLocks noChangeShapeType="1"/>
              <a:stCxn id="75798" idx="2"/>
              <a:endCxn id="75799" idx="0"/>
            </p:cNvCxnSpPr>
            <p:nvPr/>
          </p:nvCxnSpPr>
          <p:spPr bwMode="auto">
            <a:xfrm rot="16200000" flipH="1">
              <a:off x="3397" y="1859"/>
              <a:ext cx="223" cy="169"/>
            </a:xfrm>
            <a:prstGeom prst="curvedConnector3">
              <a:avLst>
                <a:gd name="adj1" fmla="val 49778"/>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5805" name="AutoShape 77">
              <a:extLst>
                <a:ext uri="{FF2B5EF4-FFF2-40B4-BE49-F238E27FC236}">
                  <a16:creationId xmlns:a16="http://schemas.microsoft.com/office/drawing/2014/main" id="{8E59BE40-7967-8947-9B1D-14E99CBD1E70}"/>
                </a:ext>
              </a:extLst>
            </p:cNvPr>
            <p:cNvCxnSpPr>
              <a:cxnSpLocks noChangeShapeType="1"/>
              <a:stCxn id="75799" idx="2"/>
              <a:endCxn id="75801" idx="0"/>
            </p:cNvCxnSpPr>
            <p:nvPr/>
          </p:nvCxnSpPr>
          <p:spPr bwMode="auto">
            <a:xfrm rot="5400000">
              <a:off x="3179" y="2512"/>
              <a:ext cx="659" cy="169"/>
            </a:xfrm>
            <a:prstGeom prst="curvedConnector3">
              <a:avLst>
                <a:gd name="adj1" fmla="val 82852"/>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5806" name="AutoShape 78">
              <a:extLst>
                <a:ext uri="{FF2B5EF4-FFF2-40B4-BE49-F238E27FC236}">
                  <a16:creationId xmlns:a16="http://schemas.microsoft.com/office/drawing/2014/main" id="{F77C14F0-29B2-4F48-B6E4-40BD05069C0A}"/>
                </a:ext>
              </a:extLst>
            </p:cNvPr>
            <p:cNvCxnSpPr>
              <a:cxnSpLocks noChangeShapeType="1"/>
              <a:stCxn id="75800" idx="2"/>
              <a:endCxn id="75801" idx="0"/>
            </p:cNvCxnSpPr>
            <p:nvPr/>
          </p:nvCxnSpPr>
          <p:spPr bwMode="auto">
            <a:xfrm rot="16200000" flipH="1">
              <a:off x="3228" y="2729"/>
              <a:ext cx="224" cy="169"/>
            </a:xfrm>
            <a:prstGeom prst="curvedConnector3">
              <a:avLst>
                <a:gd name="adj1" fmla="val 50000"/>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60" name="Rectangle 84">
            <a:extLst>
              <a:ext uri="{FF2B5EF4-FFF2-40B4-BE49-F238E27FC236}">
                <a16:creationId xmlns:a16="http://schemas.microsoft.com/office/drawing/2014/main" id="{4F3876E2-A276-BD40-930D-9F55D7D7914F}"/>
              </a:ext>
            </a:extLst>
          </p:cNvPr>
          <p:cNvSpPr>
            <a:spLocks noChangeArrowheads="1"/>
          </p:cNvSpPr>
          <p:nvPr/>
        </p:nvSpPr>
        <p:spPr bwMode="auto">
          <a:xfrm>
            <a:off x="5033963" y="1892300"/>
            <a:ext cx="806450" cy="307975"/>
          </a:xfrm>
          <a:prstGeom prst="rect">
            <a:avLst/>
          </a:prstGeom>
          <a:solidFill>
            <a:srgbClr val="FF6699"/>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1" name="Rectangle 85">
            <a:extLst>
              <a:ext uri="{FF2B5EF4-FFF2-40B4-BE49-F238E27FC236}">
                <a16:creationId xmlns:a16="http://schemas.microsoft.com/office/drawing/2014/main" id="{DD29741A-A73F-8F4E-89FA-5EDB8CDE2AF1}"/>
              </a:ext>
            </a:extLst>
          </p:cNvPr>
          <p:cNvSpPr>
            <a:spLocks noChangeArrowheads="1"/>
          </p:cNvSpPr>
          <p:nvPr/>
        </p:nvSpPr>
        <p:spPr bwMode="auto">
          <a:xfrm>
            <a:off x="5033963" y="2584450"/>
            <a:ext cx="806450" cy="307975"/>
          </a:xfrm>
          <a:prstGeom prst="rect">
            <a:avLst/>
          </a:prstGeom>
          <a:solidFill>
            <a:srgbClr val="FF6699"/>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Branch</a:t>
            </a:r>
          </a:p>
        </p:txBody>
      </p:sp>
      <p:sp>
        <p:nvSpPr>
          <p:cNvPr id="62" name="Rectangle 86">
            <a:extLst>
              <a:ext uri="{FF2B5EF4-FFF2-40B4-BE49-F238E27FC236}">
                <a16:creationId xmlns:a16="http://schemas.microsoft.com/office/drawing/2014/main" id="{B22C2764-A06C-7D4A-97F6-EC22E0F3109F}"/>
              </a:ext>
            </a:extLst>
          </p:cNvPr>
          <p:cNvSpPr>
            <a:spLocks noChangeArrowheads="1"/>
          </p:cNvSpPr>
          <p:nvPr/>
        </p:nvSpPr>
        <p:spPr bwMode="auto">
          <a:xfrm>
            <a:off x="5302250" y="3275013"/>
            <a:ext cx="806450" cy="307975"/>
          </a:xfrm>
          <a:prstGeom prst="rect">
            <a:avLst/>
          </a:prstGeom>
          <a:solidFill>
            <a:srgbClr val="FF6699"/>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Path A</a:t>
            </a:r>
          </a:p>
        </p:txBody>
      </p:sp>
      <p:sp>
        <p:nvSpPr>
          <p:cNvPr id="63" name="Rectangle 87">
            <a:extLst>
              <a:ext uri="{FF2B5EF4-FFF2-40B4-BE49-F238E27FC236}">
                <a16:creationId xmlns:a16="http://schemas.microsoft.com/office/drawing/2014/main" id="{6D802625-32F3-F44B-B239-A28E6617E334}"/>
              </a:ext>
            </a:extLst>
          </p:cNvPr>
          <p:cNvSpPr>
            <a:spLocks noChangeArrowheads="1"/>
          </p:cNvSpPr>
          <p:nvPr/>
        </p:nvSpPr>
        <p:spPr bwMode="auto">
          <a:xfrm>
            <a:off x="4765675" y="3965575"/>
            <a:ext cx="806450" cy="307975"/>
          </a:xfrm>
          <a:prstGeom prst="rect">
            <a:avLst/>
          </a:prstGeom>
          <a:solidFill>
            <a:srgbClr val="FF6699"/>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Path B</a:t>
            </a:r>
          </a:p>
        </p:txBody>
      </p:sp>
      <p:sp>
        <p:nvSpPr>
          <p:cNvPr id="64" name="Rectangle 88">
            <a:extLst>
              <a:ext uri="{FF2B5EF4-FFF2-40B4-BE49-F238E27FC236}">
                <a16:creationId xmlns:a16="http://schemas.microsoft.com/office/drawing/2014/main" id="{06083A22-E492-2F49-A9CE-1229BDA5A928}"/>
              </a:ext>
            </a:extLst>
          </p:cNvPr>
          <p:cNvSpPr>
            <a:spLocks noChangeArrowheads="1"/>
          </p:cNvSpPr>
          <p:nvPr/>
        </p:nvSpPr>
        <p:spPr bwMode="auto">
          <a:xfrm>
            <a:off x="5033963" y="4657725"/>
            <a:ext cx="806450" cy="307975"/>
          </a:xfrm>
          <a:prstGeom prst="rect">
            <a:avLst/>
          </a:prstGeom>
          <a:solidFill>
            <a:srgbClr val="FF6699"/>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 name="Group 102">
            <a:extLst>
              <a:ext uri="{FF2B5EF4-FFF2-40B4-BE49-F238E27FC236}">
                <a16:creationId xmlns:a16="http://schemas.microsoft.com/office/drawing/2014/main" id="{C2A32945-80FD-2948-871E-AD6456DA41BD}"/>
              </a:ext>
            </a:extLst>
          </p:cNvPr>
          <p:cNvGrpSpPr>
            <a:grpSpLocks/>
          </p:cNvGrpSpPr>
          <p:nvPr/>
        </p:nvGrpSpPr>
        <p:grpSpPr bwMode="auto">
          <a:xfrm>
            <a:off x="5073650" y="2814638"/>
            <a:ext cx="690563" cy="384175"/>
            <a:chOff x="3195" y="2015"/>
            <a:chExt cx="435" cy="242"/>
          </a:xfrm>
        </p:grpSpPr>
        <p:sp>
          <p:nvSpPr>
            <p:cNvPr id="75795" name="AutoShape 100">
              <a:extLst>
                <a:ext uri="{FF2B5EF4-FFF2-40B4-BE49-F238E27FC236}">
                  <a16:creationId xmlns:a16="http://schemas.microsoft.com/office/drawing/2014/main" id="{32A9578C-9F3D-3544-80DB-47D538C400F5}"/>
                </a:ext>
              </a:extLst>
            </p:cNvPr>
            <p:cNvSpPr>
              <a:spLocks noChangeArrowheads="1"/>
            </p:cNvSpPr>
            <p:nvPr/>
          </p:nvSpPr>
          <p:spPr bwMode="auto">
            <a:xfrm>
              <a:off x="3195" y="2015"/>
              <a:ext cx="435" cy="242"/>
            </a:xfrm>
            <a:prstGeom prst="irregularSeal1">
              <a:avLst/>
            </a:prstGeom>
            <a:solidFill>
              <a:srgbClr val="FF3300"/>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796" name="AutoShape 101">
              <a:extLst>
                <a:ext uri="{FF2B5EF4-FFF2-40B4-BE49-F238E27FC236}">
                  <a16:creationId xmlns:a16="http://schemas.microsoft.com/office/drawing/2014/main" id="{49F23E53-3EBD-3D46-882B-978A7A87DE22}"/>
                </a:ext>
              </a:extLst>
            </p:cNvPr>
            <p:cNvSpPr>
              <a:spLocks noChangeArrowheads="1"/>
            </p:cNvSpPr>
            <p:nvPr/>
          </p:nvSpPr>
          <p:spPr bwMode="auto">
            <a:xfrm>
              <a:off x="3267" y="2087"/>
              <a:ext cx="290" cy="97"/>
            </a:xfrm>
            <a:prstGeom prst="irregularSeal1">
              <a:avLst/>
            </a:prstGeom>
            <a:solidFill>
              <a:srgbClr val="FFFF00"/>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75793" name="TextBox 67">
            <a:extLst>
              <a:ext uri="{FF2B5EF4-FFF2-40B4-BE49-F238E27FC236}">
                <a16:creationId xmlns:a16="http://schemas.microsoft.com/office/drawing/2014/main" id="{F6F0FA66-FE52-004E-A70A-9AF597E8B86D}"/>
              </a:ext>
            </a:extLst>
          </p:cNvPr>
          <p:cNvSpPr txBox="1">
            <a:spLocks noChangeArrowheads="1"/>
          </p:cNvSpPr>
          <p:nvPr/>
        </p:nvSpPr>
        <p:spPr bwMode="auto">
          <a:xfrm>
            <a:off x="152400" y="6553200"/>
            <a:ext cx="15446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Tor Aamodt</a:t>
            </a:r>
          </a:p>
        </p:txBody>
      </p:sp>
    </p:spTree>
    <p:extLst>
      <p:ext uri="{BB962C8B-B14F-4D97-AF65-F5344CB8AC3E}">
        <p14:creationId xmlns:p14="http://schemas.microsoft.com/office/powerpoint/2010/main" val="35458456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3538">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60"/>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xit" presetSubtype="0" fill="hold" grpId="1" nodeType="withEffect">
                                  <p:stCondLst>
                                    <p:cond delay="0"/>
                                  </p:stCondLst>
                                  <p:childTnLst>
                                    <p:set>
                                      <p:cBhvr>
                                        <p:cTn id="28" dur="1" fill="hold">
                                          <p:stCondLst>
                                            <p:cond delay="0"/>
                                          </p:stCondLst>
                                        </p:cTn>
                                        <p:tgtEl>
                                          <p:spTgt spid="61"/>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8"/>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par>
                                <p:cTn id="37" presetID="1" presetClass="exit" presetSubtype="0" fill="hold" grpId="1" nodeType="withEffect">
                                  <p:stCondLst>
                                    <p:cond delay="0"/>
                                  </p:stCondLst>
                                  <p:childTnLst>
                                    <p:set>
                                      <p:cBhvr>
                                        <p:cTn id="38" dur="1" fill="hold">
                                          <p:stCondLst>
                                            <p:cond delay="0"/>
                                          </p:stCondLst>
                                        </p:cTn>
                                        <p:tgtEl>
                                          <p:spTgt spid="62"/>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63"/>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par>
                                <p:cTn id="45" presetID="1" presetClass="exit" presetSubtype="0" fill="hold" grpId="1" nodeType="withEffect">
                                  <p:stCondLst>
                                    <p:cond delay="0"/>
                                  </p:stCondLst>
                                  <p:childTnLst>
                                    <p:set>
                                      <p:cBhvr>
                                        <p:cTn id="46" dur="1" fill="hold">
                                          <p:stCondLst>
                                            <p:cond delay="0"/>
                                          </p:stCondLst>
                                        </p:cTn>
                                        <p:tgtEl>
                                          <p:spTgt spid="63"/>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64"/>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8"/>
                                        </p:tgtEl>
                                        <p:attrNameLst>
                                          <p:attrName>style.visibility</p:attrName>
                                        </p:attrNameLst>
                                      </p:cBhvr>
                                      <p:to>
                                        <p:strVal val="visible"/>
                                      </p:to>
                                    </p:set>
                                  </p:childTnLst>
                                </p:cTn>
                              </p:par>
                              <p:par>
                                <p:cTn id="53" presetID="1" presetClass="exit" presetSubtype="0" fill="hold" grpId="1" nodeType="withEffect">
                                  <p:stCondLst>
                                    <p:cond delay="0"/>
                                  </p:stCondLst>
                                  <p:childTnLst>
                                    <p:set>
                                      <p:cBhvr>
                                        <p:cTn id="54" dur="1" fill="hold">
                                          <p:stCondLst>
                                            <p:cond delay="0"/>
                                          </p:stCondLst>
                                        </p:cTn>
                                        <p:tgtEl>
                                          <p:spTgt spid="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60" grpId="0" animBg="1"/>
      <p:bldP spid="60" grpId="1" animBg="1"/>
      <p:bldP spid="61" grpId="0" animBg="1"/>
      <p:bldP spid="61" grpId="1" animBg="1"/>
      <p:bldP spid="62" grpId="0" animBg="1"/>
      <p:bldP spid="62" grpId="1" animBg="1"/>
      <p:bldP spid="63" grpId="0" animBg="1"/>
      <p:bldP spid="63" grpId="1" animBg="1"/>
      <p:bldP spid="64" grpId="0" animBg="1"/>
      <p:bldP spid="64" grpId="1"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SIMD Utilization</a:t>
            </a:r>
          </a:p>
        </p:txBody>
      </p:sp>
      <p:sp>
        <p:nvSpPr>
          <p:cNvPr id="3" name="Marcador de contenido 2"/>
          <p:cNvSpPr>
            <a:spLocks noGrp="1"/>
          </p:cNvSpPr>
          <p:nvPr>
            <p:ph idx="1"/>
          </p:nvPr>
        </p:nvSpPr>
        <p:spPr>
          <a:xfrm>
            <a:off x="251521" y="908720"/>
            <a:ext cx="8568952" cy="5472534"/>
          </a:xfrm>
        </p:spPr>
        <p:txBody>
          <a:bodyPr>
            <a:normAutofit/>
          </a:bodyPr>
          <a:lstStyle/>
          <a:p>
            <a:r>
              <a:rPr lang="en-US" dirty="0"/>
              <a:t>Intra-warp </a:t>
            </a:r>
            <a:r>
              <a:rPr lang="en-US" dirty="0">
                <a:solidFill>
                  <a:srgbClr val="FF0000"/>
                </a:solidFill>
              </a:rPr>
              <a:t>divergence</a:t>
            </a:r>
          </a:p>
        </p:txBody>
      </p:sp>
      <p:sp>
        <p:nvSpPr>
          <p:cNvPr id="7" name="CuadroTexto 6"/>
          <p:cNvSpPr txBox="1"/>
          <p:nvPr/>
        </p:nvSpPr>
        <p:spPr>
          <a:xfrm>
            <a:off x="578104" y="1772816"/>
            <a:ext cx="4209920" cy="1815882"/>
          </a:xfrm>
          <a:prstGeom prst="rect">
            <a:avLst/>
          </a:prstGeom>
          <a:solidFill>
            <a:schemeClr val="bg1">
              <a:lumMod val="95000"/>
            </a:schemeClr>
          </a:solidFill>
        </p:spPr>
        <p:txBody>
          <a:bodyPr wrap="square" rtlCol="0">
            <a:spAutoFit/>
          </a:bodyPr>
          <a:lstStyle/>
          <a:p>
            <a:r>
              <a:rPr lang="en-US" sz="1600" dirty="0">
                <a:latin typeface="Courier"/>
                <a:cs typeface="Courier"/>
              </a:rPr>
              <a:t>Compute(</a:t>
            </a:r>
            <a:r>
              <a:rPr lang="en-US" sz="1600" dirty="0" err="1">
                <a:latin typeface="Courier"/>
                <a:cs typeface="Courier"/>
              </a:rPr>
              <a:t>threadIdx.x</a:t>
            </a:r>
            <a:r>
              <a:rPr lang="en-US" sz="1600" dirty="0">
                <a:latin typeface="Courier"/>
                <a:cs typeface="Courier"/>
              </a:rPr>
              <a:t>);</a:t>
            </a:r>
          </a:p>
          <a:p>
            <a:r>
              <a:rPr lang="en-US" sz="1600" dirty="0">
                <a:latin typeface="Courier"/>
                <a:cs typeface="Courier"/>
              </a:rPr>
              <a:t>if (</a:t>
            </a:r>
            <a:r>
              <a:rPr lang="en-US" sz="1600" dirty="0" err="1">
                <a:latin typeface="Courier"/>
                <a:cs typeface="Courier"/>
              </a:rPr>
              <a:t>threadIdx.x</a:t>
            </a:r>
            <a:r>
              <a:rPr lang="en-US" sz="1600" dirty="0">
                <a:latin typeface="Courier"/>
                <a:cs typeface="Courier"/>
              </a:rPr>
              <a:t> % 2 == 0){</a:t>
            </a:r>
          </a:p>
          <a:p>
            <a:r>
              <a:rPr lang="en-US" sz="1600" dirty="0">
                <a:latin typeface="Courier"/>
                <a:cs typeface="Courier"/>
              </a:rPr>
              <a:t>  </a:t>
            </a:r>
            <a:r>
              <a:rPr lang="en-US" sz="1600" dirty="0" err="1">
                <a:latin typeface="Courier"/>
                <a:cs typeface="Courier"/>
              </a:rPr>
              <a:t>Do_this</a:t>
            </a:r>
            <a:r>
              <a:rPr lang="en-US" sz="1600" dirty="0">
                <a:latin typeface="Courier"/>
                <a:cs typeface="Courier"/>
              </a:rPr>
              <a:t>(</a:t>
            </a:r>
            <a:r>
              <a:rPr lang="en-US" sz="1600" dirty="0" err="1">
                <a:latin typeface="Courier"/>
                <a:cs typeface="Courier"/>
              </a:rPr>
              <a:t>threadIdx.x</a:t>
            </a:r>
            <a:r>
              <a:rPr lang="en-US" sz="1600" dirty="0">
                <a:latin typeface="Courier"/>
                <a:cs typeface="Courier"/>
              </a:rPr>
              <a:t>);</a:t>
            </a:r>
          </a:p>
          <a:p>
            <a:r>
              <a:rPr lang="en-US" sz="1600" dirty="0">
                <a:latin typeface="Courier"/>
                <a:cs typeface="Courier"/>
              </a:rPr>
              <a:t>}</a:t>
            </a:r>
          </a:p>
          <a:p>
            <a:r>
              <a:rPr lang="en-US" sz="1600" dirty="0">
                <a:latin typeface="Courier"/>
                <a:cs typeface="Courier"/>
              </a:rPr>
              <a:t>else{</a:t>
            </a:r>
          </a:p>
          <a:p>
            <a:r>
              <a:rPr lang="en-US" sz="1600" dirty="0">
                <a:latin typeface="Courier"/>
                <a:cs typeface="Courier"/>
              </a:rPr>
              <a:t>  </a:t>
            </a:r>
            <a:r>
              <a:rPr lang="en-US" sz="1600" dirty="0" err="1">
                <a:latin typeface="Courier"/>
                <a:cs typeface="Courier"/>
              </a:rPr>
              <a:t>Do_that</a:t>
            </a:r>
            <a:r>
              <a:rPr lang="en-US" sz="1600" dirty="0">
                <a:latin typeface="Courier"/>
                <a:cs typeface="Courier"/>
              </a:rPr>
              <a:t>(</a:t>
            </a:r>
            <a:r>
              <a:rPr lang="en-US" sz="1600" dirty="0" err="1">
                <a:latin typeface="Courier"/>
                <a:cs typeface="Courier"/>
              </a:rPr>
              <a:t>threadIdx.x</a:t>
            </a:r>
            <a:r>
              <a:rPr lang="en-US" sz="1600" dirty="0">
                <a:latin typeface="Courier"/>
                <a:cs typeface="Courier"/>
              </a:rPr>
              <a:t>);</a:t>
            </a:r>
          </a:p>
          <a:p>
            <a:r>
              <a:rPr lang="en-US" sz="1600" dirty="0">
                <a:latin typeface="Courier"/>
                <a:cs typeface="Courier"/>
              </a:rPr>
              <a:t>}</a:t>
            </a:r>
          </a:p>
        </p:txBody>
      </p:sp>
      <p:pic>
        <p:nvPicPr>
          <p:cNvPr id="5" name="Imagen 4"/>
          <p:cNvPicPr>
            <a:picLocks noChangeAspect="1"/>
          </p:cNvPicPr>
          <p:nvPr/>
        </p:nvPicPr>
        <p:blipFill>
          <a:blip r:embed="rId2"/>
          <a:stretch>
            <a:fillRect/>
          </a:stretch>
        </p:blipFill>
        <p:spPr>
          <a:xfrm>
            <a:off x="5405976" y="1340768"/>
            <a:ext cx="2964460" cy="4680000"/>
          </a:xfrm>
          <a:prstGeom prst="rect">
            <a:avLst/>
          </a:prstGeom>
        </p:spPr>
      </p:pic>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80</a:t>
            </a:fld>
            <a:endParaRPr lang="en-US" altLang="en-US"/>
          </a:p>
        </p:txBody>
      </p:sp>
    </p:spTree>
    <p:extLst>
      <p:ext uri="{BB962C8B-B14F-4D97-AF65-F5344CB8AC3E}">
        <p14:creationId xmlns:p14="http://schemas.microsoft.com/office/powerpoint/2010/main" val="3132616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Increasing SIMD Utilization</a:t>
            </a:r>
          </a:p>
        </p:txBody>
      </p:sp>
      <p:sp>
        <p:nvSpPr>
          <p:cNvPr id="3" name="Marcador de contenido 2"/>
          <p:cNvSpPr>
            <a:spLocks noGrp="1"/>
          </p:cNvSpPr>
          <p:nvPr>
            <p:ph idx="1"/>
          </p:nvPr>
        </p:nvSpPr>
        <p:spPr>
          <a:xfrm>
            <a:off x="251521" y="908720"/>
            <a:ext cx="8568952" cy="5472534"/>
          </a:xfrm>
        </p:spPr>
        <p:txBody>
          <a:bodyPr>
            <a:normAutofit/>
          </a:bodyPr>
          <a:lstStyle/>
          <a:p>
            <a:r>
              <a:rPr lang="en-US" dirty="0">
                <a:solidFill>
                  <a:srgbClr val="0000FF"/>
                </a:solidFill>
              </a:rPr>
              <a:t>Divergence-free</a:t>
            </a:r>
            <a:r>
              <a:rPr lang="en-US" dirty="0"/>
              <a:t> execution</a:t>
            </a:r>
          </a:p>
        </p:txBody>
      </p:sp>
      <p:sp>
        <p:nvSpPr>
          <p:cNvPr id="7" name="CuadroTexto 6"/>
          <p:cNvSpPr txBox="1"/>
          <p:nvPr/>
        </p:nvSpPr>
        <p:spPr>
          <a:xfrm>
            <a:off x="578104" y="1772816"/>
            <a:ext cx="4425944" cy="1815882"/>
          </a:xfrm>
          <a:prstGeom prst="rect">
            <a:avLst/>
          </a:prstGeom>
          <a:solidFill>
            <a:schemeClr val="bg1">
              <a:lumMod val="95000"/>
            </a:schemeClr>
          </a:solidFill>
        </p:spPr>
        <p:txBody>
          <a:bodyPr wrap="square" rtlCol="0">
            <a:spAutoFit/>
          </a:bodyPr>
          <a:lstStyle/>
          <a:p>
            <a:r>
              <a:rPr lang="en-US" sz="1600" dirty="0">
                <a:latin typeface="Courier"/>
                <a:cs typeface="Courier"/>
              </a:rPr>
              <a:t>Compute(</a:t>
            </a:r>
            <a:r>
              <a:rPr lang="en-US" sz="1600" dirty="0" err="1">
                <a:latin typeface="Courier"/>
                <a:cs typeface="Courier"/>
              </a:rPr>
              <a:t>threadIdx.x</a:t>
            </a:r>
            <a:r>
              <a:rPr lang="en-US" sz="1600" dirty="0">
                <a:latin typeface="Courier"/>
                <a:cs typeface="Courier"/>
              </a:rPr>
              <a:t>);</a:t>
            </a:r>
          </a:p>
          <a:p>
            <a:r>
              <a:rPr lang="en-US" sz="1600" dirty="0">
                <a:latin typeface="Courier"/>
                <a:cs typeface="Courier"/>
              </a:rPr>
              <a:t>if (</a:t>
            </a:r>
            <a:r>
              <a:rPr lang="en-US" sz="1600" dirty="0" err="1">
                <a:latin typeface="Courier"/>
                <a:cs typeface="Courier"/>
              </a:rPr>
              <a:t>threadIdx.x</a:t>
            </a:r>
            <a:r>
              <a:rPr lang="en-US" sz="1600" dirty="0">
                <a:latin typeface="Courier"/>
                <a:cs typeface="Courier"/>
              </a:rPr>
              <a:t> &lt; 32){</a:t>
            </a:r>
          </a:p>
          <a:p>
            <a:r>
              <a:rPr lang="en-US" sz="1600" dirty="0">
                <a:latin typeface="Courier"/>
                <a:cs typeface="Courier"/>
              </a:rPr>
              <a:t>  </a:t>
            </a:r>
            <a:r>
              <a:rPr lang="en-US" sz="1600" dirty="0" err="1">
                <a:latin typeface="Courier"/>
                <a:cs typeface="Courier"/>
              </a:rPr>
              <a:t>Do_this</a:t>
            </a:r>
            <a:r>
              <a:rPr lang="en-US" sz="1600" dirty="0">
                <a:latin typeface="Courier"/>
                <a:cs typeface="Courier"/>
              </a:rPr>
              <a:t>(</a:t>
            </a:r>
            <a:r>
              <a:rPr lang="en-US" sz="1600" dirty="0" err="1">
                <a:latin typeface="Courier"/>
                <a:cs typeface="Courier"/>
              </a:rPr>
              <a:t>threadIdx.x</a:t>
            </a:r>
            <a:r>
              <a:rPr lang="en-US" sz="1600" dirty="0">
                <a:latin typeface="Courier"/>
                <a:cs typeface="Courier"/>
              </a:rPr>
              <a:t> * 2);</a:t>
            </a:r>
          </a:p>
          <a:p>
            <a:r>
              <a:rPr lang="en-US" sz="1600" dirty="0">
                <a:latin typeface="Courier"/>
                <a:cs typeface="Courier"/>
              </a:rPr>
              <a:t>}</a:t>
            </a:r>
          </a:p>
          <a:p>
            <a:r>
              <a:rPr lang="en-US" sz="1600" dirty="0">
                <a:latin typeface="Courier"/>
                <a:cs typeface="Courier"/>
              </a:rPr>
              <a:t>else{</a:t>
            </a:r>
          </a:p>
          <a:p>
            <a:r>
              <a:rPr lang="en-US" sz="1600" dirty="0">
                <a:latin typeface="Courier"/>
                <a:cs typeface="Courier"/>
              </a:rPr>
              <a:t>  </a:t>
            </a:r>
            <a:r>
              <a:rPr lang="en-US" sz="1600" dirty="0" err="1">
                <a:latin typeface="Courier"/>
                <a:cs typeface="Courier"/>
              </a:rPr>
              <a:t>Do_that</a:t>
            </a:r>
            <a:r>
              <a:rPr lang="en-US" sz="1600" dirty="0">
                <a:latin typeface="Courier"/>
                <a:cs typeface="Courier"/>
              </a:rPr>
              <a:t>((threadIdx.x%32)*2+1);</a:t>
            </a:r>
          </a:p>
          <a:p>
            <a:r>
              <a:rPr lang="en-US" sz="1600" dirty="0">
                <a:latin typeface="Courier"/>
                <a:cs typeface="Courier"/>
              </a:rPr>
              <a:t>}</a:t>
            </a:r>
          </a:p>
        </p:txBody>
      </p:sp>
      <p:pic>
        <p:nvPicPr>
          <p:cNvPr id="5" name="Imagen 4"/>
          <p:cNvPicPr>
            <a:picLocks noChangeAspect="1"/>
          </p:cNvPicPr>
          <p:nvPr/>
        </p:nvPicPr>
        <p:blipFill>
          <a:blip r:embed="rId2"/>
          <a:stretch>
            <a:fillRect/>
          </a:stretch>
        </p:blipFill>
        <p:spPr>
          <a:xfrm>
            <a:off x="5417641" y="1340768"/>
            <a:ext cx="2970783" cy="4680000"/>
          </a:xfrm>
          <a:prstGeom prst="rect">
            <a:avLst/>
          </a:prstGeom>
        </p:spPr>
      </p:pic>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81</a:t>
            </a:fld>
            <a:endParaRPr lang="en-US" altLang="en-US"/>
          </a:p>
        </p:txBody>
      </p:sp>
    </p:spTree>
    <p:extLst>
      <p:ext uri="{BB962C8B-B14F-4D97-AF65-F5344CB8AC3E}">
        <p14:creationId xmlns:p14="http://schemas.microsoft.com/office/powerpoint/2010/main" val="40071233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Vector Reduction: Naïve Mapping (I)</a:t>
            </a:r>
          </a:p>
        </p:txBody>
      </p:sp>
      <p:sp>
        <p:nvSpPr>
          <p:cNvPr id="5" name="Rectangle 2"/>
          <p:cNvSpPr>
            <a:spLocks noChangeArrowheads="1"/>
          </p:cNvSpPr>
          <p:nvPr/>
        </p:nvSpPr>
        <p:spPr bwMode="auto">
          <a:xfrm>
            <a:off x="7380000" y="1605705"/>
            <a:ext cx="648000" cy="4320000"/>
          </a:xfrm>
          <a:prstGeom prst="rect">
            <a:avLst/>
          </a:prstGeom>
          <a:solidFill>
            <a:srgbClr val="7AC96C">
              <a:alpha val="50196"/>
            </a:srgbClr>
          </a:solidFill>
          <a:ln w="9525">
            <a:solidFill>
              <a:schemeClr val="tx1"/>
            </a:solidFill>
            <a:miter lim="800000"/>
            <a:headEnd/>
            <a:tailEnd/>
          </a:ln>
          <a:effectLst/>
        </p:spPr>
        <p:txBody>
          <a:bodyPr wrap="none" anchor="ctr">
            <a:prstTxWarp prst="textNoShape">
              <a:avLst/>
            </a:prstTxWarp>
          </a:bodyPr>
          <a:lstStyle/>
          <a:p>
            <a:endParaRPr lang="es-ES_tradnl"/>
          </a:p>
        </p:txBody>
      </p:sp>
      <p:sp>
        <p:nvSpPr>
          <p:cNvPr id="6" name="Rectangle 3"/>
          <p:cNvSpPr>
            <a:spLocks noChangeArrowheads="1"/>
          </p:cNvSpPr>
          <p:nvPr/>
        </p:nvSpPr>
        <p:spPr bwMode="auto">
          <a:xfrm>
            <a:off x="4788000" y="1605705"/>
            <a:ext cx="648000" cy="4320000"/>
          </a:xfrm>
          <a:prstGeom prst="rect">
            <a:avLst/>
          </a:prstGeom>
          <a:solidFill>
            <a:srgbClr val="7AC96C">
              <a:alpha val="50196"/>
            </a:srgbClr>
          </a:solidFill>
          <a:ln w="9525">
            <a:solidFill>
              <a:schemeClr val="tx1"/>
            </a:solidFill>
            <a:miter lim="800000"/>
            <a:headEnd/>
            <a:tailEnd/>
          </a:ln>
          <a:effectLst/>
        </p:spPr>
        <p:txBody>
          <a:bodyPr wrap="none" anchor="ctr">
            <a:prstTxWarp prst="textNoShape">
              <a:avLst/>
            </a:prstTxWarp>
          </a:bodyPr>
          <a:lstStyle/>
          <a:p>
            <a:endParaRPr lang="es-ES_tradnl"/>
          </a:p>
        </p:txBody>
      </p:sp>
      <p:sp>
        <p:nvSpPr>
          <p:cNvPr id="7" name="Rectangle 4"/>
          <p:cNvSpPr>
            <a:spLocks noChangeArrowheads="1"/>
          </p:cNvSpPr>
          <p:nvPr/>
        </p:nvSpPr>
        <p:spPr bwMode="auto">
          <a:xfrm>
            <a:off x="2196000" y="1605705"/>
            <a:ext cx="648000" cy="4320000"/>
          </a:xfrm>
          <a:prstGeom prst="rect">
            <a:avLst/>
          </a:prstGeom>
          <a:solidFill>
            <a:srgbClr val="7AC96C">
              <a:alpha val="50196"/>
            </a:srgbClr>
          </a:solidFill>
          <a:ln w="9525">
            <a:solidFill>
              <a:schemeClr val="tx1"/>
            </a:solidFill>
            <a:miter lim="800000"/>
            <a:headEnd/>
            <a:tailEnd/>
          </a:ln>
          <a:effectLst/>
        </p:spPr>
        <p:txBody>
          <a:bodyPr wrap="none" anchor="ctr">
            <a:prstTxWarp prst="textNoShape">
              <a:avLst/>
            </a:prstTxWarp>
          </a:bodyPr>
          <a:lstStyle/>
          <a:p>
            <a:endParaRPr lang="es-ES_tradnl"/>
          </a:p>
        </p:txBody>
      </p:sp>
      <p:sp>
        <p:nvSpPr>
          <p:cNvPr id="8" name="Rectangle 5"/>
          <p:cNvSpPr>
            <a:spLocks noChangeArrowheads="1"/>
          </p:cNvSpPr>
          <p:nvPr/>
        </p:nvSpPr>
        <p:spPr bwMode="auto">
          <a:xfrm>
            <a:off x="3492000" y="1605705"/>
            <a:ext cx="648000" cy="4320000"/>
          </a:xfrm>
          <a:prstGeom prst="rect">
            <a:avLst/>
          </a:prstGeom>
          <a:solidFill>
            <a:srgbClr val="FFD147">
              <a:alpha val="50196"/>
            </a:srgbClr>
          </a:solidFill>
          <a:ln w="9525">
            <a:solidFill>
              <a:schemeClr val="tx1"/>
            </a:solidFill>
            <a:miter lim="800000"/>
            <a:headEnd/>
            <a:tailEnd/>
          </a:ln>
          <a:effectLst/>
        </p:spPr>
        <p:txBody>
          <a:bodyPr wrap="none" anchor="ctr">
            <a:prstTxWarp prst="textNoShape">
              <a:avLst/>
            </a:prstTxWarp>
          </a:bodyPr>
          <a:lstStyle/>
          <a:p>
            <a:endParaRPr lang="es-ES_tradnl"/>
          </a:p>
        </p:txBody>
      </p:sp>
      <p:sp>
        <p:nvSpPr>
          <p:cNvPr id="9" name="Rectangle 6"/>
          <p:cNvSpPr>
            <a:spLocks noChangeArrowheads="1"/>
          </p:cNvSpPr>
          <p:nvPr/>
        </p:nvSpPr>
        <p:spPr bwMode="auto">
          <a:xfrm>
            <a:off x="6084000" y="1605705"/>
            <a:ext cx="648000" cy="4320000"/>
          </a:xfrm>
          <a:prstGeom prst="rect">
            <a:avLst/>
          </a:prstGeom>
          <a:solidFill>
            <a:srgbClr val="FF6600">
              <a:alpha val="50196"/>
            </a:srgbClr>
          </a:solidFill>
          <a:ln w="9525">
            <a:solidFill>
              <a:schemeClr val="tx1"/>
            </a:solidFill>
            <a:miter lim="800000"/>
            <a:headEnd/>
            <a:tailEnd/>
          </a:ln>
          <a:effectLst/>
        </p:spPr>
        <p:txBody>
          <a:bodyPr wrap="none" anchor="ctr">
            <a:prstTxWarp prst="textNoShape">
              <a:avLst/>
            </a:prstTxWarp>
          </a:bodyPr>
          <a:lstStyle/>
          <a:p>
            <a:pPr algn="ctr"/>
            <a:endParaRPr lang="es-ES_tradnl" sz="1600"/>
          </a:p>
        </p:txBody>
      </p:sp>
      <p:sp>
        <p:nvSpPr>
          <p:cNvPr id="10" name="Rectangle 7"/>
          <p:cNvSpPr>
            <a:spLocks noChangeArrowheads="1"/>
          </p:cNvSpPr>
          <p:nvPr/>
        </p:nvSpPr>
        <p:spPr bwMode="auto">
          <a:xfrm>
            <a:off x="900000" y="1605705"/>
            <a:ext cx="648000" cy="4320000"/>
          </a:xfrm>
          <a:prstGeom prst="rect">
            <a:avLst/>
          </a:prstGeom>
          <a:solidFill>
            <a:srgbClr val="FF6600">
              <a:alpha val="50196"/>
            </a:srgbClr>
          </a:solidFill>
          <a:ln w="9525">
            <a:solidFill>
              <a:schemeClr val="tx1"/>
            </a:solidFill>
            <a:miter lim="800000"/>
            <a:headEnd/>
            <a:tailEnd/>
          </a:ln>
          <a:effectLst/>
        </p:spPr>
        <p:txBody>
          <a:bodyPr wrap="none" anchor="ctr">
            <a:prstTxWarp prst="textNoShape">
              <a:avLst/>
            </a:prstTxWarp>
          </a:bodyPr>
          <a:lstStyle/>
          <a:p>
            <a:pPr algn="ctr"/>
            <a:endParaRPr lang="es-ES_tradnl" sz="1600"/>
          </a:p>
        </p:txBody>
      </p:sp>
      <p:sp>
        <p:nvSpPr>
          <p:cNvPr id="11" name="Rectangle 9"/>
          <p:cNvSpPr>
            <a:spLocks noChangeArrowheads="1"/>
          </p:cNvSpPr>
          <p:nvPr/>
        </p:nvSpPr>
        <p:spPr bwMode="auto">
          <a:xfrm>
            <a:off x="900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dirty="0">
                <a:solidFill>
                  <a:schemeClr val="bg1"/>
                </a:solidFill>
              </a:rPr>
              <a:t>0</a:t>
            </a:r>
          </a:p>
        </p:txBody>
      </p:sp>
      <p:sp>
        <p:nvSpPr>
          <p:cNvPr id="12" name="Rectangle 10"/>
          <p:cNvSpPr>
            <a:spLocks noChangeArrowheads="1"/>
          </p:cNvSpPr>
          <p:nvPr/>
        </p:nvSpPr>
        <p:spPr bwMode="auto">
          <a:xfrm>
            <a:off x="1548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a:t>
            </a:r>
          </a:p>
        </p:txBody>
      </p:sp>
      <p:sp>
        <p:nvSpPr>
          <p:cNvPr id="13" name="Rectangle 11"/>
          <p:cNvSpPr>
            <a:spLocks noChangeArrowheads="1"/>
          </p:cNvSpPr>
          <p:nvPr/>
        </p:nvSpPr>
        <p:spPr bwMode="auto">
          <a:xfrm>
            <a:off x="2196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2</a:t>
            </a:r>
          </a:p>
        </p:txBody>
      </p:sp>
      <p:sp>
        <p:nvSpPr>
          <p:cNvPr id="14" name="Rectangle 12"/>
          <p:cNvSpPr>
            <a:spLocks noChangeArrowheads="1"/>
          </p:cNvSpPr>
          <p:nvPr/>
        </p:nvSpPr>
        <p:spPr bwMode="auto">
          <a:xfrm>
            <a:off x="2844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3</a:t>
            </a:r>
          </a:p>
        </p:txBody>
      </p:sp>
      <p:sp>
        <p:nvSpPr>
          <p:cNvPr id="15" name="Rectangle 13"/>
          <p:cNvSpPr>
            <a:spLocks noChangeArrowheads="1"/>
          </p:cNvSpPr>
          <p:nvPr/>
        </p:nvSpPr>
        <p:spPr bwMode="auto">
          <a:xfrm>
            <a:off x="3492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4</a:t>
            </a:r>
          </a:p>
        </p:txBody>
      </p:sp>
      <p:sp>
        <p:nvSpPr>
          <p:cNvPr id="16" name="Rectangle 14"/>
          <p:cNvSpPr>
            <a:spLocks noChangeArrowheads="1"/>
          </p:cNvSpPr>
          <p:nvPr/>
        </p:nvSpPr>
        <p:spPr bwMode="auto">
          <a:xfrm>
            <a:off x="4140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5</a:t>
            </a:r>
          </a:p>
        </p:txBody>
      </p:sp>
      <p:sp>
        <p:nvSpPr>
          <p:cNvPr id="17" name="Rectangle 15"/>
          <p:cNvSpPr>
            <a:spLocks noChangeArrowheads="1"/>
          </p:cNvSpPr>
          <p:nvPr/>
        </p:nvSpPr>
        <p:spPr bwMode="auto">
          <a:xfrm>
            <a:off x="5436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7</a:t>
            </a:r>
          </a:p>
        </p:txBody>
      </p:sp>
      <p:sp>
        <p:nvSpPr>
          <p:cNvPr id="18" name="Rectangle 16"/>
          <p:cNvSpPr>
            <a:spLocks noChangeArrowheads="1"/>
          </p:cNvSpPr>
          <p:nvPr/>
        </p:nvSpPr>
        <p:spPr bwMode="auto">
          <a:xfrm>
            <a:off x="4788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6</a:t>
            </a:r>
          </a:p>
        </p:txBody>
      </p:sp>
      <p:sp>
        <p:nvSpPr>
          <p:cNvPr id="19" name="Rectangle 17"/>
          <p:cNvSpPr>
            <a:spLocks noChangeArrowheads="1"/>
          </p:cNvSpPr>
          <p:nvPr/>
        </p:nvSpPr>
        <p:spPr bwMode="auto">
          <a:xfrm>
            <a:off x="7380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10</a:t>
            </a:r>
          </a:p>
        </p:txBody>
      </p:sp>
      <p:sp>
        <p:nvSpPr>
          <p:cNvPr id="20" name="Rectangle 18"/>
          <p:cNvSpPr>
            <a:spLocks noChangeArrowheads="1"/>
          </p:cNvSpPr>
          <p:nvPr/>
        </p:nvSpPr>
        <p:spPr bwMode="auto">
          <a:xfrm>
            <a:off x="6732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9</a:t>
            </a:r>
          </a:p>
        </p:txBody>
      </p:sp>
      <p:sp>
        <p:nvSpPr>
          <p:cNvPr id="21" name="Rectangle 19"/>
          <p:cNvSpPr>
            <a:spLocks noChangeArrowheads="1"/>
          </p:cNvSpPr>
          <p:nvPr/>
        </p:nvSpPr>
        <p:spPr bwMode="auto">
          <a:xfrm>
            <a:off x="6084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8</a:t>
            </a:r>
          </a:p>
        </p:txBody>
      </p:sp>
      <p:sp>
        <p:nvSpPr>
          <p:cNvPr id="22" name="Rectangle 20"/>
          <p:cNvSpPr>
            <a:spLocks noChangeArrowheads="1"/>
          </p:cNvSpPr>
          <p:nvPr/>
        </p:nvSpPr>
        <p:spPr bwMode="auto">
          <a:xfrm>
            <a:off x="8028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11</a:t>
            </a:r>
          </a:p>
        </p:txBody>
      </p:sp>
      <p:sp>
        <p:nvSpPr>
          <p:cNvPr id="23" name="Rectangle 21"/>
          <p:cNvSpPr>
            <a:spLocks noChangeArrowheads="1"/>
          </p:cNvSpPr>
          <p:nvPr/>
        </p:nvSpPr>
        <p:spPr bwMode="auto">
          <a:xfrm>
            <a:off x="900000" y="304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dirty="0">
                <a:solidFill>
                  <a:schemeClr val="bg1"/>
                </a:solidFill>
              </a:rPr>
              <a:t>0+1</a:t>
            </a:r>
          </a:p>
        </p:txBody>
      </p:sp>
      <p:sp>
        <p:nvSpPr>
          <p:cNvPr id="24" name="Rectangle 22"/>
          <p:cNvSpPr>
            <a:spLocks noChangeArrowheads="1"/>
          </p:cNvSpPr>
          <p:nvPr/>
        </p:nvSpPr>
        <p:spPr bwMode="auto">
          <a:xfrm>
            <a:off x="1548000" y="304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5" name="Rectangle 23"/>
          <p:cNvSpPr>
            <a:spLocks noChangeArrowheads="1"/>
          </p:cNvSpPr>
          <p:nvPr/>
        </p:nvSpPr>
        <p:spPr bwMode="auto">
          <a:xfrm>
            <a:off x="2196000" y="304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2+3</a:t>
            </a:r>
          </a:p>
        </p:txBody>
      </p:sp>
      <p:sp>
        <p:nvSpPr>
          <p:cNvPr id="26" name="Rectangle 24"/>
          <p:cNvSpPr>
            <a:spLocks noChangeArrowheads="1"/>
          </p:cNvSpPr>
          <p:nvPr/>
        </p:nvSpPr>
        <p:spPr bwMode="auto">
          <a:xfrm>
            <a:off x="2844000" y="304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7" name="Rectangle 25"/>
          <p:cNvSpPr>
            <a:spLocks noChangeArrowheads="1"/>
          </p:cNvSpPr>
          <p:nvPr/>
        </p:nvSpPr>
        <p:spPr bwMode="auto">
          <a:xfrm>
            <a:off x="3492000" y="304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4+5</a:t>
            </a:r>
          </a:p>
        </p:txBody>
      </p:sp>
      <p:sp>
        <p:nvSpPr>
          <p:cNvPr id="28" name="Rectangle 26"/>
          <p:cNvSpPr>
            <a:spLocks noChangeArrowheads="1"/>
          </p:cNvSpPr>
          <p:nvPr/>
        </p:nvSpPr>
        <p:spPr bwMode="auto">
          <a:xfrm>
            <a:off x="4140000" y="304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9" name="Rectangle 27"/>
          <p:cNvSpPr>
            <a:spLocks noChangeArrowheads="1"/>
          </p:cNvSpPr>
          <p:nvPr/>
        </p:nvSpPr>
        <p:spPr bwMode="auto">
          <a:xfrm>
            <a:off x="5436000" y="304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30" name="Rectangle 28"/>
          <p:cNvSpPr>
            <a:spLocks noChangeArrowheads="1"/>
          </p:cNvSpPr>
          <p:nvPr/>
        </p:nvSpPr>
        <p:spPr bwMode="auto">
          <a:xfrm>
            <a:off x="4788000" y="304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6+7</a:t>
            </a:r>
          </a:p>
        </p:txBody>
      </p:sp>
      <p:sp>
        <p:nvSpPr>
          <p:cNvPr id="31" name="Rectangle 29"/>
          <p:cNvSpPr>
            <a:spLocks noChangeArrowheads="1"/>
          </p:cNvSpPr>
          <p:nvPr/>
        </p:nvSpPr>
        <p:spPr bwMode="auto">
          <a:xfrm>
            <a:off x="7380000" y="304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10+11</a:t>
            </a:r>
          </a:p>
        </p:txBody>
      </p:sp>
      <p:sp>
        <p:nvSpPr>
          <p:cNvPr id="32" name="Rectangle 30"/>
          <p:cNvSpPr>
            <a:spLocks noChangeArrowheads="1"/>
          </p:cNvSpPr>
          <p:nvPr/>
        </p:nvSpPr>
        <p:spPr bwMode="auto">
          <a:xfrm>
            <a:off x="6732000" y="304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33" name="Rectangle 31"/>
          <p:cNvSpPr>
            <a:spLocks noChangeArrowheads="1"/>
          </p:cNvSpPr>
          <p:nvPr/>
        </p:nvSpPr>
        <p:spPr bwMode="auto">
          <a:xfrm>
            <a:off x="6084000" y="304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8+9</a:t>
            </a:r>
          </a:p>
        </p:txBody>
      </p:sp>
      <p:sp>
        <p:nvSpPr>
          <p:cNvPr id="34" name="Rectangle 32"/>
          <p:cNvSpPr>
            <a:spLocks noChangeArrowheads="1"/>
          </p:cNvSpPr>
          <p:nvPr/>
        </p:nvSpPr>
        <p:spPr bwMode="auto">
          <a:xfrm>
            <a:off x="8028000" y="304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35" name="Rectangle 33"/>
          <p:cNvSpPr>
            <a:spLocks noChangeArrowheads="1"/>
          </p:cNvSpPr>
          <p:nvPr/>
        </p:nvSpPr>
        <p:spPr bwMode="auto">
          <a:xfrm>
            <a:off x="900000" y="412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0...3</a:t>
            </a:r>
          </a:p>
        </p:txBody>
      </p:sp>
      <p:sp>
        <p:nvSpPr>
          <p:cNvPr id="36" name="Rectangle 34"/>
          <p:cNvSpPr>
            <a:spLocks noChangeArrowheads="1"/>
          </p:cNvSpPr>
          <p:nvPr/>
        </p:nvSpPr>
        <p:spPr bwMode="auto">
          <a:xfrm>
            <a:off x="1548000" y="412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37" name="Rectangle 35"/>
          <p:cNvSpPr>
            <a:spLocks noChangeArrowheads="1"/>
          </p:cNvSpPr>
          <p:nvPr/>
        </p:nvSpPr>
        <p:spPr bwMode="auto">
          <a:xfrm>
            <a:off x="2196000" y="412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38" name="Rectangle 36"/>
          <p:cNvSpPr>
            <a:spLocks noChangeArrowheads="1"/>
          </p:cNvSpPr>
          <p:nvPr/>
        </p:nvSpPr>
        <p:spPr bwMode="auto">
          <a:xfrm>
            <a:off x="2844000" y="412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39" name="Rectangle 37"/>
          <p:cNvSpPr>
            <a:spLocks noChangeArrowheads="1"/>
          </p:cNvSpPr>
          <p:nvPr/>
        </p:nvSpPr>
        <p:spPr bwMode="auto">
          <a:xfrm>
            <a:off x="3492000" y="412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4..7</a:t>
            </a:r>
          </a:p>
        </p:txBody>
      </p:sp>
      <p:sp>
        <p:nvSpPr>
          <p:cNvPr id="40" name="Rectangle 38"/>
          <p:cNvSpPr>
            <a:spLocks noChangeArrowheads="1"/>
          </p:cNvSpPr>
          <p:nvPr/>
        </p:nvSpPr>
        <p:spPr bwMode="auto">
          <a:xfrm>
            <a:off x="4140000" y="412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1" name="Rectangle 39"/>
          <p:cNvSpPr>
            <a:spLocks noChangeArrowheads="1"/>
          </p:cNvSpPr>
          <p:nvPr/>
        </p:nvSpPr>
        <p:spPr bwMode="auto">
          <a:xfrm>
            <a:off x="5436000" y="412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2" name="Rectangle 40"/>
          <p:cNvSpPr>
            <a:spLocks noChangeArrowheads="1"/>
          </p:cNvSpPr>
          <p:nvPr/>
        </p:nvSpPr>
        <p:spPr bwMode="auto">
          <a:xfrm>
            <a:off x="4788000" y="412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3" name="Rectangle 41"/>
          <p:cNvSpPr>
            <a:spLocks noChangeArrowheads="1"/>
          </p:cNvSpPr>
          <p:nvPr/>
        </p:nvSpPr>
        <p:spPr bwMode="auto">
          <a:xfrm>
            <a:off x="7380000" y="412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4" name="Rectangle 42"/>
          <p:cNvSpPr>
            <a:spLocks noChangeArrowheads="1"/>
          </p:cNvSpPr>
          <p:nvPr/>
        </p:nvSpPr>
        <p:spPr bwMode="auto">
          <a:xfrm>
            <a:off x="6732000" y="412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5" name="Rectangle 43"/>
          <p:cNvSpPr>
            <a:spLocks noChangeArrowheads="1"/>
          </p:cNvSpPr>
          <p:nvPr/>
        </p:nvSpPr>
        <p:spPr bwMode="auto">
          <a:xfrm>
            <a:off x="6084000" y="412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8..11</a:t>
            </a:r>
          </a:p>
        </p:txBody>
      </p:sp>
      <p:sp>
        <p:nvSpPr>
          <p:cNvPr id="46" name="Rectangle 44"/>
          <p:cNvSpPr>
            <a:spLocks noChangeArrowheads="1"/>
          </p:cNvSpPr>
          <p:nvPr/>
        </p:nvSpPr>
        <p:spPr bwMode="auto">
          <a:xfrm>
            <a:off x="8028000" y="412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7" name="Rectangle 45"/>
          <p:cNvSpPr>
            <a:spLocks noChangeArrowheads="1"/>
          </p:cNvSpPr>
          <p:nvPr/>
        </p:nvSpPr>
        <p:spPr bwMode="auto">
          <a:xfrm>
            <a:off x="900000" y="520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0..7</a:t>
            </a:r>
          </a:p>
        </p:txBody>
      </p:sp>
      <p:sp>
        <p:nvSpPr>
          <p:cNvPr id="48" name="Rectangle 46"/>
          <p:cNvSpPr>
            <a:spLocks noChangeArrowheads="1"/>
          </p:cNvSpPr>
          <p:nvPr/>
        </p:nvSpPr>
        <p:spPr bwMode="auto">
          <a:xfrm>
            <a:off x="1548000" y="520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9" name="Rectangle 47"/>
          <p:cNvSpPr>
            <a:spLocks noChangeArrowheads="1"/>
          </p:cNvSpPr>
          <p:nvPr/>
        </p:nvSpPr>
        <p:spPr bwMode="auto">
          <a:xfrm>
            <a:off x="2196000" y="520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0" name="Rectangle 48"/>
          <p:cNvSpPr>
            <a:spLocks noChangeArrowheads="1"/>
          </p:cNvSpPr>
          <p:nvPr/>
        </p:nvSpPr>
        <p:spPr bwMode="auto">
          <a:xfrm>
            <a:off x="2844000" y="520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1" name="Rectangle 49"/>
          <p:cNvSpPr>
            <a:spLocks noChangeArrowheads="1"/>
          </p:cNvSpPr>
          <p:nvPr/>
        </p:nvSpPr>
        <p:spPr bwMode="auto">
          <a:xfrm>
            <a:off x="3492000" y="520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2" name="Rectangle 50"/>
          <p:cNvSpPr>
            <a:spLocks noChangeArrowheads="1"/>
          </p:cNvSpPr>
          <p:nvPr/>
        </p:nvSpPr>
        <p:spPr bwMode="auto">
          <a:xfrm>
            <a:off x="4140000" y="520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3" name="Rectangle 51"/>
          <p:cNvSpPr>
            <a:spLocks noChangeArrowheads="1"/>
          </p:cNvSpPr>
          <p:nvPr/>
        </p:nvSpPr>
        <p:spPr bwMode="auto">
          <a:xfrm>
            <a:off x="5436000" y="520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4" name="Rectangle 52"/>
          <p:cNvSpPr>
            <a:spLocks noChangeArrowheads="1"/>
          </p:cNvSpPr>
          <p:nvPr/>
        </p:nvSpPr>
        <p:spPr bwMode="auto">
          <a:xfrm>
            <a:off x="4788000" y="520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5" name="Rectangle 53"/>
          <p:cNvSpPr>
            <a:spLocks noChangeArrowheads="1"/>
          </p:cNvSpPr>
          <p:nvPr/>
        </p:nvSpPr>
        <p:spPr bwMode="auto">
          <a:xfrm>
            <a:off x="7380000" y="520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6" name="Rectangle 54"/>
          <p:cNvSpPr>
            <a:spLocks noChangeArrowheads="1"/>
          </p:cNvSpPr>
          <p:nvPr/>
        </p:nvSpPr>
        <p:spPr bwMode="auto">
          <a:xfrm>
            <a:off x="6732000" y="520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7" name="Rectangle 55"/>
          <p:cNvSpPr>
            <a:spLocks noChangeArrowheads="1"/>
          </p:cNvSpPr>
          <p:nvPr/>
        </p:nvSpPr>
        <p:spPr bwMode="auto">
          <a:xfrm>
            <a:off x="6084000" y="520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8..15</a:t>
            </a:r>
          </a:p>
        </p:txBody>
      </p:sp>
      <p:sp>
        <p:nvSpPr>
          <p:cNvPr id="58" name="Rectangle 56"/>
          <p:cNvSpPr>
            <a:spLocks noChangeArrowheads="1"/>
          </p:cNvSpPr>
          <p:nvPr/>
        </p:nvSpPr>
        <p:spPr bwMode="auto">
          <a:xfrm>
            <a:off x="8028000" y="520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9" name="Line 57"/>
          <p:cNvSpPr>
            <a:spLocks noChangeShapeType="1"/>
          </p:cNvSpPr>
          <p:nvPr/>
        </p:nvSpPr>
        <p:spPr bwMode="auto">
          <a:xfrm>
            <a:off x="1188000" y="2469705"/>
            <a:ext cx="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0" name="Line 58"/>
          <p:cNvSpPr>
            <a:spLocks noChangeShapeType="1"/>
          </p:cNvSpPr>
          <p:nvPr/>
        </p:nvSpPr>
        <p:spPr bwMode="auto">
          <a:xfrm flipH="1">
            <a:off x="1332000" y="2469705"/>
            <a:ext cx="50400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1" name="Line 59"/>
          <p:cNvSpPr>
            <a:spLocks noChangeShapeType="1"/>
          </p:cNvSpPr>
          <p:nvPr/>
        </p:nvSpPr>
        <p:spPr bwMode="auto">
          <a:xfrm>
            <a:off x="2556000" y="2469705"/>
            <a:ext cx="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2" name="Line 60"/>
          <p:cNvSpPr>
            <a:spLocks noChangeShapeType="1"/>
          </p:cNvSpPr>
          <p:nvPr/>
        </p:nvSpPr>
        <p:spPr bwMode="auto">
          <a:xfrm flipH="1">
            <a:off x="2700000" y="2469705"/>
            <a:ext cx="50400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3" name="Line 61"/>
          <p:cNvSpPr>
            <a:spLocks noChangeShapeType="1"/>
          </p:cNvSpPr>
          <p:nvPr/>
        </p:nvSpPr>
        <p:spPr bwMode="auto">
          <a:xfrm>
            <a:off x="3780000" y="2469705"/>
            <a:ext cx="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4" name="Line 62"/>
          <p:cNvSpPr>
            <a:spLocks noChangeShapeType="1"/>
          </p:cNvSpPr>
          <p:nvPr/>
        </p:nvSpPr>
        <p:spPr bwMode="auto">
          <a:xfrm flipH="1">
            <a:off x="3924000" y="2469705"/>
            <a:ext cx="50400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5" name="Line 63"/>
          <p:cNvSpPr>
            <a:spLocks noChangeShapeType="1"/>
          </p:cNvSpPr>
          <p:nvPr/>
        </p:nvSpPr>
        <p:spPr bwMode="auto">
          <a:xfrm>
            <a:off x="5148000" y="2469705"/>
            <a:ext cx="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6" name="Line 64"/>
          <p:cNvSpPr>
            <a:spLocks noChangeShapeType="1"/>
          </p:cNvSpPr>
          <p:nvPr/>
        </p:nvSpPr>
        <p:spPr bwMode="auto">
          <a:xfrm flipH="1">
            <a:off x="5292000" y="2469705"/>
            <a:ext cx="50400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7" name="Line 65"/>
          <p:cNvSpPr>
            <a:spLocks noChangeShapeType="1"/>
          </p:cNvSpPr>
          <p:nvPr/>
        </p:nvSpPr>
        <p:spPr bwMode="auto">
          <a:xfrm>
            <a:off x="6444000" y="2469705"/>
            <a:ext cx="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8" name="Line 66"/>
          <p:cNvSpPr>
            <a:spLocks noChangeShapeType="1"/>
          </p:cNvSpPr>
          <p:nvPr/>
        </p:nvSpPr>
        <p:spPr bwMode="auto">
          <a:xfrm flipH="1">
            <a:off x="6588000" y="2469705"/>
            <a:ext cx="50400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9" name="Line 67"/>
          <p:cNvSpPr>
            <a:spLocks noChangeShapeType="1"/>
          </p:cNvSpPr>
          <p:nvPr/>
        </p:nvSpPr>
        <p:spPr bwMode="auto">
          <a:xfrm>
            <a:off x="7740000" y="2469705"/>
            <a:ext cx="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0" name="Line 68"/>
          <p:cNvSpPr>
            <a:spLocks noChangeShapeType="1"/>
          </p:cNvSpPr>
          <p:nvPr/>
        </p:nvSpPr>
        <p:spPr bwMode="auto">
          <a:xfrm flipH="1">
            <a:off x="7884000" y="2469705"/>
            <a:ext cx="50400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1" name="Line 69"/>
          <p:cNvSpPr>
            <a:spLocks noChangeShapeType="1"/>
          </p:cNvSpPr>
          <p:nvPr/>
        </p:nvSpPr>
        <p:spPr bwMode="auto">
          <a:xfrm>
            <a:off x="1188000" y="3477705"/>
            <a:ext cx="0" cy="648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2" name="Line 70"/>
          <p:cNvSpPr>
            <a:spLocks noChangeShapeType="1"/>
          </p:cNvSpPr>
          <p:nvPr/>
        </p:nvSpPr>
        <p:spPr bwMode="auto">
          <a:xfrm flipH="1">
            <a:off x="1332000" y="3477705"/>
            <a:ext cx="1296000" cy="648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3" name="Line 71"/>
          <p:cNvSpPr>
            <a:spLocks noChangeShapeType="1"/>
          </p:cNvSpPr>
          <p:nvPr/>
        </p:nvSpPr>
        <p:spPr bwMode="auto">
          <a:xfrm>
            <a:off x="3780000" y="3477705"/>
            <a:ext cx="0" cy="648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4" name="Line 72"/>
          <p:cNvSpPr>
            <a:spLocks noChangeShapeType="1"/>
          </p:cNvSpPr>
          <p:nvPr/>
        </p:nvSpPr>
        <p:spPr bwMode="auto">
          <a:xfrm flipH="1">
            <a:off x="3924000" y="3477705"/>
            <a:ext cx="1296000" cy="648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5" name="Line 73"/>
          <p:cNvSpPr>
            <a:spLocks noChangeShapeType="1"/>
          </p:cNvSpPr>
          <p:nvPr/>
        </p:nvSpPr>
        <p:spPr bwMode="auto">
          <a:xfrm>
            <a:off x="6444000" y="3477705"/>
            <a:ext cx="0" cy="648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6" name="Line 74"/>
          <p:cNvSpPr>
            <a:spLocks noChangeShapeType="1"/>
          </p:cNvSpPr>
          <p:nvPr/>
        </p:nvSpPr>
        <p:spPr bwMode="auto">
          <a:xfrm flipH="1">
            <a:off x="6516000" y="3477705"/>
            <a:ext cx="1296000" cy="648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7" name="Line 75"/>
          <p:cNvSpPr>
            <a:spLocks noChangeShapeType="1"/>
          </p:cNvSpPr>
          <p:nvPr/>
        </p:nvSpPr>
        <p:spPr bwMode="auto">
          <a:xfrm>
            <a:off x="1188000" y="4557705"/>
            <a:ext cx="0" cy="648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8" name="Line 76"/>
          <p:cNvSpPr>
            <a:spLocks noChangeShapeType="1"/>
          </p:cNvSpPr>
          <p:nvPr/>
        </p:nvSpPr>
        <p:spPr bwMode="auto">
          <a:xfrm flipH="1">
            <a:off x="1332000" y="4557705"/>
            <a:ext cx="2592000" cy="648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9" name="Text Box 77"/>
          <p:cNvSpPr txBox="1">
            <a:spLocks noChangeArrowheads="1"/>
          </p:cNvSpPr>
          <p:nvPr/>
        </p:nvSpPr>
        <p:spPr bwMode="auto">
          <a:xfrm>
            <a:off x="612000" y="3045705"/>
            <a:ext cx="318000" cy="432000"/>
          </a:xfrm>
          <a:prstGeom prst="rect">
            <a:avLst/>
          </a:prstGeom>
          <a:noFill/>
          <a:ln w="9525">
            <a:noFill/>
            <a:miter lim="800000"/>
            <a:headEnd/>
            <a:tailEnd/>
          </a:ln>
          <a:effectLst/>
        </p:spPr>
        <p:txBody>
          <a:bodyPr wrap="none">
            <a:prstTxWarp prst="textNoShape">
              <a:avLst/>
            </a:prstTxWarp>
            <a:spAutoFit/>
          </a:bodyPr>
          <a:lstStyle/>
          <a:p>
            <a:r>
              <a:rPr lang="en-US"/>
              <a:t>1</a:t>
            </a:r>
          </a:p>
        </p:txBody>
      </p:sp>
      <p:sp>
        <p:nvSpPr>
          <p:cNvPr id="80" name="Text Box 78"/>
          <p:cNvSpPr txBox="1">
            <a:spLocks noChangeArrowheads="1"/>
          </p:cNvSpPr>
          <p:nvPr/>
        </p:nvSpPr>
        <p:spPr bwMode="auto">
          <a:xfrm>
            <a:off x="612000" y="4125705"/>
            <a:ext cx="318000" cy="432000"/>
          </a:xfrm>
          <a:prstGeom prst="rect">
            <a:avLst/>
          </a:prstGeom>
          <a:noFill/>
          <a:ln w="9525">
            <a:noFill/>
            <a:miter lim="800000"/>
            <a:headEnd/>
            <a:tailEnd/>
          </a:ln>
          <a:effectLst/>
        </p:spPr>
        <p:txBody>
          <a:bodyPr wrap="none">
            <a:prstTxWarp prst="textNoShape">
              <a:avLst/>
            </a:prstTxWarp>
            <a:spAutoFit/>
          </a:bodyPr>
          <a:lstStyle/>
          <a:p>
            <a:r>
              <a:rPr lang="en-US"/>
              <a:t>2</a:t>
            </a:r>
          </a:p>
        </p:txBody>
      </p:sp>
      <p:sp>
        <p:nvSpPr>
          <p:cNvPr id="81" name="Text Box 79"/>
          <p:cNvSpPr txBox="1">
            <a:spLocks noChangeArrowheads="1"/>
          </p:cNvSpPr>
          <p:nvPr/>
        </p:nvSpPr>
        <p:spPr bwMode="auto">
          <a:xfrm>
            <a:off x="612000" y="5205705"/>
            <a:ext cx="318000" cy="432000"/>
          </a:xfrm>
          <a:prstGeom prst="rect">
            <a:avLst/>
          </a:prstGeom>
          <a:noFill/>
          <a:ln w="9525">
            <a:noFill/>
            <a:miter lim="800000"/>
            <a:headEnd/>
            <a:tailEnd/>
          </a:ln>
          <a:effectLst/>
        </p:spPr>
        <p:txBody>
          <a:bodyPr wrap="none">
            <a:prstTxWarp prst="textNoShape">
              <a:avLst/>
            </a:prstTxWarp>
            <a:spAutoFit/>
          </a:bodyPr>
          <a:lstStyle/>
          <a:p>
            <a:r>
              <a:rPr lang="en-US"/>
              <a:t>3</a:t>
            </a:r>
          </a:p>
        </p:txBody>
      </p:sp>
      <p:sp>
        <p:nvSpPr>
          <p:cNvPr id="83" name="Line 81"/>
          <p:cNvSpPr>
            <a:spLocks noChangeShapeType="1"/>
          </p:cNvSpPr>
          <p:nvPr/>
        </p:nvSpPr>
        <p:spPr bwMode="auto">
          <a:xfrm>
            <a:off x="6444000" y="4557705"/>
            <a:ext cx="0" cy="648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4" name="Line 82"/>
          <p:cNvSpPr>
            <a:spLocks noChangeShapeType="1"/>
          </p:cNvSpPr>
          <p:nvPr/>
        </p:nvSpPr>
        <p:spPr bwMode="auto">
          <a:xfrm flipH="1">
            <a:off x="6588000" y="4629705"/>
            <a:ext cx="230400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5" name="Line 83"/>
          <p:cNvSpPr>
            <a:spLocks noChangeShapeType="1"/>
          </p:cNvSpPr>
          <p:nvPr/>
        </p:nvSpPr>
        <p:spPr bwMode="auto">
          <a:xfrm>
            <a:off x="1188000" y="5637705"/>
            <a:ext cx="0" cy="432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6" name="Line 84"/>
          <p:cNvSpPr>
            <a:spLocks noChangeShapeType="1"/>
          </p:cNvSpPr>
          <p:nvPr/>
        </p:nvSpPr>
        <p:spPr bwMode="auto">
          <a:xfrm flipH="1">
            <a:off x="1476000" y="5637705"/>
            <a:ext cx="4968000" cy="432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8" name="Text Box 87"/>
          <p:cNvSpPr txBox="1">
            <a:spLocks noChangeArrowheads="1"/>
          </p:cNvSpPr>
          <p:nvPr/>
        </p:nvSpPr>
        <p:spPr bwMode="auto">
          <a:xfrm rot="16200000">
            <a:off x="-171000" y="4822959"/>
            <a:ext cx="972000" cy="318000"/>
          </a:xfrm>
          <a:prstGeom prst="rect">
            <a:avLst/>
          </a:prstGeom>
          <a:noFill/>
          <a:ln w="9525">
            <a:noFill/>
            <a:miter lim="800000"/>
            <a:headEnd/>
            <a:tailEnd/>
          </a:ln>
          <a:effectLst/>
        </p:spPr>
        <p:txBody>
          <a:bodyPr wrap="none">
            <a:prstTxWarp prst="textNoShape">
              <a:avLst/>
            </a:prstTxWarp>
            <a:spAutoFit/>
          </a:bodyPr>
          <a:lstStyle/>
          <a:p>
            <a:r>
              <a:rPr lang="en-US" sz="1600" dirty="0"/>
              <a:t>iterations</a:t>
            </a:r>
          </a:p>
        </p:txBody>
      </p:sp>
      <p:sp>
        <p:nvSpPr>
          <p:cNvPr id="89" name="Line 88"/>
          <p:cNvSpPr>
            <a:spLocks noChangeShapeType="1"/>
          </p:cNvSpPr>
          <p:nvPr/>
        </p:nvSpPr>
        <p:spPr bwMode="auto">
          <a:xfrm>
            <a:off x="468000" y="4845705"/>
            <a:ext cx="0" cy="720000"/>
          </a:xfrm>
          <a:prstGeom prst="line">
            <a:avLst/>
          </a:prstGeom>
          <a:noFill/>
          <a:ln w="38100">
            <a:solidFill>
              <a:schemeClr val="tx1"/>
            </a:solidFill>
            <a:round/>
            <a:headEnd/>
            <a:tailEnd type="triangle" w="med" len="med"/>
          </a:ln>
          <a:effectLst/>
        </p:spPr>
        <p:txBody>
          <a:bodyPr>
            <a:prstTxWarp prst="textNoShape">
              <a:avLst/>
            </a:prstTxWarp>
          </a:bodyPr>
          <a:lstStyle/>
          <a:p>
            <a:endParaRPr lang="es-ES_tradnl"/>
          </a:p>
        </p:txBody>
      </p:sp>
      <p:sp>
        <p:nvSpPr>
          <p:cNvPr id="90" name="Text Box 89"/>
          <p:cNvSpPr txBox="1">
            <a:spLocks noChangeArrowheads="1"/>
          </p:cNvSpPr>
          <p:nvPr/>
        </p:nvSpPr>
        <p:spPr bwMode="auto">
          <a:xfrm>
            <a:off x="828000" y="1340768"/>
            <a:ext cx="794641" cy="276999"/>
          </a:xfrm>
          <a:prstGeom prst="rect">
            <a:avLst/>
          </a:prstGeom>
          <a:noFill/>
          <a:ln w="9525">
            <a:noFill/>
            <a:miter lim="800000"/>
            <a:headEnd/>
            <a:tailEnd/>
          </a:ln>
          <a:effectLst/>
        </p:spPr>
        <p:txBody>
          <a:bodyPr wrap="none">
            <a:prstTxWarp prst="textNoShape">
              <a:avLst/>
            </a:prstTxWarp>
            <a:spAutoFit/>
          </a:bodyPr>
          <a:lstStyle/>
          <a:p>
            <a:r>
              <a:rPr lang="en-US" sz="1200" dirty="0"/>
              <a:t>Thread 0</a:t>
            </a:r>
          </a:p>
        </p:txBody>
      </p:sp>
      <p:sp>
        <p:nvSpPr>
          <p:cNvPr id="91" name="Text Box 90"/>
          <p:cNvSpPr txBox="1">
            <a:spLocks noChangeArrowheads="1"/>
          </p:cNvSpPr>
          <p:nvPr/>
        </p:nvSpPr>
        <p:spPr bwMode="auto">
          <a:xfrm>
            <a:off x="6012000" y="1340768"/>
            <a:ext cx="794641" cy="276999"/>
          </a:xfrm>
          <a:prstGeom prst="rect">
            <a:avLst/>
          </a:prstGeom>
          <a:noFill/>
          <a:ln w="9525">
            <a:noFill/>
            <a:miter lim="800000"/>
            <a:headEnd/>
            <a:tailEnd/>
          </a:ln>
          <a:effectLst/>
        </p:spPr>
        <p:txBody>
          <a:bodyPr wrap="none">
            <a:prstTxWarp prst="textNoShape">
              <a:avLst/>
            </a:prstTxWarp>
            <a:spAutoFit/>
          </a:bodyPr>
          <a:lstStyle/>
          <a:p>
            <a:r>
              <a:rPr lang="en-US" sz="1200"/>
              <a:t>Thread 8</a:t>
            </a:r>
          </a:p>
        </p:txBody>
      </p:sp>
      <p:sp>
        <p:nvSpPr>
          <p:cNvPr id="92" name="Text Box 91"/>
          <p:cNvSpPr txBox="1">
            <a:spLocks noChangeArrowheads="1"/>
          </p:cNvSpPr>
          <p:nvPr/>
        </p:nvSpPr>
        <p:spPr bwMode="auto">
          <a:xfrm>
            <a:off x="2124000" y="1340768"/>
            <a:ext cx="794641" cy="276999"/>
          </a:xfrm>
          <a:prstGeom prst="rect">
            <a:avLst/>
          </a:prstGeom>
          <a:noFill/>
          <a:ln w="9525">
            <a:noFill/>
            <a:miter lim="800000"/>
            <a:headEnd/>
            <a:tailEnd/>
          </a:ln>
          <a:effectLst/>
        </p:spPr>
        <p:txBody>
          <a:bodyPr wrap="none">
            <a:prstTxWarp prst="textNoShape">
              <a:avLst/>
            </a:prstTxWarp>
            <a:spAutoFit/>
          </a:bodyPr>
          <a:lstStyle/>
          <a:p>
            <a:r>
              <a:rPr lang="en-US" sz="1200"/>
              <a:t>Thread 2</a:t>
            </a:r>
          </a:p>
        </p:txBody>
      </p:sp>
      <p:sp>
        <p:nvSpPr>
          <p:cNvPr id="93" name="Text Box 92"/>
          <p:cNvSpPr txBox="1">
            <a:spLocks noChangeArrowheads="1"/>
          </p:cNvSpPr>
          <p:nvPr/>
        </p:nvSpPr>
        <p:spPr bwMode="auto">
          <a:xfrm>
            <a:off x="3420000" y="1340768"/>
            <a:ext cx="794641" cy="276999"/>
          </a:xfrm>
          <a:prstGeom prst="rect">
            <a:avLst/>
          </a:prstGeom>
          <a:noFill/>
          <a:ln w="9525">
            <a:noFill/>
            <a:miter lim="800000"/>
            <a:headEnd/>
            <a:tailEnd/>
          </a:ln>
          <a:effectLst/>
        </p:spPr>
        <p:txBody>
          <a:bodyPr wrap="none">
            <a:prstTxWarp prst="textNoShape">
              <a:avLst/>
            </a:prstTxWarp>
            <a:spAutoFit/>
          </a:bodyPr>
          <a:lstStyle/>
          <a:p>
            <a:r>
              <a:rPr lang="en-US" sz="1200"/>
              <a:t>Thread 4</a:t>
            </a:r>
          </a:p>
        </p:txBody>
      </p:sp>
      <p:sp>
        <p:nvSpPr>
          <p:cNvPr id="94" name="Text Box 93"/>
          <p:cNvSpPr txBox="1">
            <a:spLocks noChangeArrowheads="1"/>
          </p:cNvSpPr>
          <p:nvPr/>
        </p:nvSpPr>
        <p:spPr bwMode="auto">
          <a:xfrm>
            <a:off x="4716000" y="1340768"/>
            <a:ext cx="794641" cy="276999"/>
          </a:xfrm>
          <a:prstGeom prst="rect">
            <a:avLst/>
          </a:prstGeom>
          <a:noFill/>
          <a:ln w="9525">
            <a:noFill/>
            <a:miter lim="800000"/>
            <a:headEnd/>
            <a:tailEnd/>
          </a:ln>
          <a:effectLst/>
        </p:spPr>
        <p:txBody>
          <a:bodyPr wrap="none">
            <a:prstTxWarp prst="textNoShape">
              <a:avLst/>
            </a:prstTxWarp>
            <a:spAutoFit/>
          </a:bodyPr>
          <a:lstStyle/>
          <a:p>
            <a:r>
              <a:rPr lang="en-US" sz="1200" dirty="0"/>
              <a:t>Thread 6</a:t>
            </a:r>
          </a:p>
        </p:txBody>
      </p:sp>
      <p:sp>
        <p:nvSpPr>
          <p:cNvPr id="95" name="Text Box 94"/>
          <p:cNvSpPr txBox="1">
            <a:spLocks noChangeArrowheads="1"/>
          </p:cNvSpPr>
          <p:nvPr/>
        </p:nvSpPr>
        <p:spPr bwMode="auto">
          <a:xfrm>
            <a:off x="7308000" y="1340768"/>
            <a:ext cx="877997" cy="276999"/>
          </a:xfrm>
          <a:prstGeom prst="rect">
            <a:avLst/>
          </a:prstGeom>
          <a:noFill/>
          <a:ln w="9525">
            <a:noFill/>
            <a:miter lim="800000"/>
            <a:headEnd/>
            <a:tailEnd/>
          </a:ln>
          <a:effectLst/>
        </p:spPr>
        <p:txBody>
          <a:bodyPr wrap="none">
            <a:prstTxWarp prst="textNoShape">
              <a:avLst/>
            </a:prstTxWarp>
            <a:spAutoFit/>
          </a:bodyPr>
          <a:lstStyle/>
          <a:p>
            <a:r>
              <a:rPr lang="en-US" sz="1200"/>
              <a:t>Thread 10</a:t>
            </a: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82</a:t>
            </a:fld>
            <a:endParaRPr lang="en-US" altLang="en-US"/>
          </a:p>
        </p:txBody>
      </p:sp>
      <p:sp>
        <p:nvSpPr>
          <p:cNvPr id="97" name="CuadroTexto 26">
            <a:extLst>
              <a:ext uri="{FF2B5EF4-FFF2-40B4-BE49-F238E27FC236}">
                <a16:creationId xmlns:a16="http://schemas.microsoft.com/office/drawing/2014/main" id="{1D24DD0F-C82B-9B44-A534-ADB88735E535}"/>
              </a:ext>
            </a:extLst>
          </p:cNvPr>
          <p:cNvSpPr txBox="1"/>
          <p:nvPr/>
        </p:nvSpPr>
        <p:spPr>
          <a:xfrm>
            <a:off x="228600" y="6495225"/>
            <a:ext cx="1274708" cy="215444"/>
          </a:xfrm>
          <a:prstGeom prst="rect">
            <a:avLst/>
          </a:prstGeom>
          <a:noFill/>
        </p:spPr>
        <p:txBody>
          <a:bodyPr wrap="none" rtlCol="0">
            <a:spAutoFit/>
          </a:bodyPr>
          <a:lstStyle/>
          <a:p>
            <a:r>
              <a:rPr lang="en-US" sz="800" dirty="0"/>
              <a:t>Slide credit: </a:t>
            </a:r>
            <a:r>
              <a:rPr lang="en-US" sz="800" dirty="0" err="1"/>
              <a:t>Hwu</a:t>
            </a:r>
            <a:r>
              <a:rPr lang="en-US" sz="800" dirty="0"/>
              <a:t> &amp; Kirk</a:t>
            </a:r>
          </a:p>
        </p:txBody>
      </p:sp>
      <p:sp>
        <p:nvSpPr>
          <p:cNvPr id="3" name="TextBox 2">
            <a:extLst>
              <a:ext uri="{FF2B5EF4-FFF2-40B4-BE49-F238E27FC236}">
                <a16:creationId xmlns:a16="http://schemas.microsoft.com/office/drawing/2014/main" id="{11A9BA15-B558-6649-8760-B1A1BBE8F0F2}"/>
              </a:ext>
            </a:extLst>
          </p:cNvPr>
          <p:cNvSpPr txBox="1"/>
          <p:nvPr/>
        </p:nvSpPr>
        <p:spPr>
          <a:xfrm>
            <a:off x="8652290" y="2000392"/>
            <a:ext cx="373820"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39474167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8"/>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7"/>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8"/>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40"/>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4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42"/>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43"/>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44"/>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45"/>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46"/>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71"/>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72"/>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73"/>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74"/>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75"/>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76"/>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80"/>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4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8"/>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9"/>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50"/>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51"/>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52"/>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53"/>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54"/>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55"/>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56"/>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57"/>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58"/>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77"/>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78"/>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83"/>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84"/>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81"/>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85"/>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p:bldP spid="80" grpId="0"/>
      <p:bldP spid="81" grpId="0"/>
      <p:bldP spid="83" grpId="0" animBg="1"/>
      <p:bldP spid="84" grpId="0" animBg="1"/>
      <p:bldP spid="85" grpId="0" animBg="1"/>
      <p:bldP spid="86" grpId="0" animBg="1"/>
      <p:bldP spid="88" grpId="0"/>
      <p:bldP spid="89" grpId="0" animBg="1"/>
      <p:bldP spid="90" grpId="0"/>
      <p:bldP spid="91" grpId="0"/>
      <p:bldP spid="92" grpId="0"/>
      <p:bldP spid="93" grpId="0"/>
      <p:bldP spid="94" grpId="0"/>
      <p:bldP spid="9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Vector Reduction: Naïve Mapping (II)</a:t>
            </a:r>
          </a:p>
        </p:txBody>
      </p:sp>
      <p:sp>
        <p:nvSpPr>
          <p:cNvPr id="3" name="Marcador de contenido 2"/>
          <p:cNvSpPr>
            <a:spLocks noGrp="1"/>
          </p:cNvSpPr>
          <p:nvPr>
            <p:ph idx="1"/>
          </p:nvPr>
        </p:nvSpPr>
        <p:spPr>
          <a:xfrm>
            <a:off x="251521" y="908720"/>
            <a:ext cx="8568952" cy="5472534"/>
          </a:xfrm>
        </p:spPr>
        <p:txBody>
          <a:bodyPr>
            <a:normAutofit/>
          </a:bodyPr>
          <a:lstStyle/>
          <a:p>
            <a:r>
              <a:rPr lang="en-US" dirty="0"/>
              <a:t>Program with </a:t>
            </a:r>
            <a:r>
              <a:rPr lang="en-US" dirty="0">
                <a:solidFill>
                  <a:srgbClr val="FF0000"/>
                </a:solidFill>
              </a:rPr>
              <a:t>low SIMD utilization</a:t>
            </a:r>
          </a:p>
        </p:txBody>
      </p:sp>
      <p:sp>
        <p:nvSpPr>
          <p:cNvPr id="5" name="CuadroTexto 4"/>
          <p:cNvSpPr txBox="1"/>
          <p:nvPr/>
        </p:nvSpPr>
        <p:spPr>
          <a:xfrm>
            <a:off x="594832" y="1905506"/>
            <a:ext cx="7954336" cy="3046988"/>
          </a:xfrm>
          <a:prstGeom prst="rect">
            <a:avLst/>
          </a:prstGeom>
          <a:solidFill>
            <a:schemeClr val="bg1">
              <a:lumMod val="95000"/>
            </a:schemeClr>
          </a:solidFill>
        </p:spPr>
        <p:txBody>
          <a:bodyPr wrap="square" rtlCol="0">
            <a:spAutoFit/>
          </a:bodyPr>
          <a:lstStyle/>
          <a:p>
            <a:pPr marL="0" lvl="1" indent="-403225">
              <a:buFontTx/>
              <a:buNone/>
            </a:pPr>
            <a:r>
              <a:rPr lang="en-US" sz="1600" dirty="0">
                <a:latin typeface="Courier"/>
                <a:cs typeface="Courier"/>
              </a:rPr>
              <a:t>__shared__ float </a:t>
            </a:r>
            <a:r>
              <a:rPr lang="en-US" sz="1600" dirty="0" err="1">
                <a:latin typeface="Courier"/>
                <a:cs typeface="Courier"/>
              </a:rPr>
              <a:t>partialSum</a:t>
            </a:r>
            <a:r>
              <a:rPr lang="en-US" sz="1600" dirty="0">
                <a:latin typeface="Courier"/>
                <a:cs typeface="Courier"/>
              </a:rPr>
              <a:t>[]</a:t>
            </a:r>
          </a:p>
          <a:p>
            <a:pPr marL="0" lvl="1" indent="-403225">
              <a:buFontTx/>
              <a:buNone/>
            </a:pPr>
            <a:endParaRPr lang="en-US" sz="1600" dirty="0">
              <a:latin typeface="Courier"/>
              <a:cs typeface="Courier"/>
            </a:endParaRPr>
          </a:p>
          <a:p>
            <a:pPr marL="0" lvl="1" indent="-403225">
              <a:buFontTx/>
              <a:buNone/>
            </a:pPr>
            <a:r>
              <a:rPr lang="en-US" sz="1600" dirty="0">
                <a:latin typeface="Courier"/>
                <a:cs typeface="Courier"/>
              </a:rPr>
              <a:t>unsigned </a:t>
            </a:r>
            <a:r>
              <a:rPr lang="en-US" sz="1600" dirty="0" err="1">
                <a:latin typeface="Courier"/>
                <a:cs typeface="Courier"/>
              </a:rPr>
              <a:t>int</a:t>
            </a:r>
            <a:r>
              <a:rPr lang="en-US" sz="1600" dirty="0">
                <a:latin typeface="Courier"/>
                <a:cs typeface="Courier"/>
              </a:rPr>
              <a:t> t = </a:t>
            </a:r>
            <a:r>
              <a:rPr lang="en-US" sz="1600" dirty="0" err="1">
                <a:latin typeface="Courier"/>
                <a:cs typeface="Courier"/>
              </a:rPr>
              <a:t>threadIdx.x</a:t>
            </a:r>
            <a:r>
              <a:rPr lang="en-US" sz="1600" dirty="0">
                <a:latin typeface="Courier"/>
                <a:cs typeface="Courier"/>
              </a:rPr>
              <a:t>;</a:t>
            </a:r>
          </a:p>
          <a:p>
            <a:pPr marL="0" lvl="1" indent="-403225">
              <a:buFontTx/>
              <a:buNone/>
            </a:pPr>
            <a:endParaRPr lang="en-US" sz="1600" dirty="0">
              <a:latin typeface="Courier"/>
              <a:cs typeface="Courier"/>
            </a:endParaRPr>
          </a:p>
          <a:p>
            <a:pPr marL="0" lvl="1" indent="-403225">
              <a:buFontTx/>
              <a:buNone/>
            </a:pPr>
            <a:r>
              <a:rPr lang="en-US" sz="1600" dirty="0">
                <a:solidFill>
                  <a:srgbClr val="0000FF"/>
                </a:solidFill>
                <a:latin typeface="Courier"/>
                <a:cs typeface="Courier"/>
              </a:rPr>
              <a:t>for (</a:t>
            </a:r>
            <a:r>
              <a:rPr lang="en-US" sz="1600" dirty="0" err="1">
                <a:solidFill>
                  <a:srgbClr val="0000FF"/>
                </a:solidFill>
                <a:latin typeface="Courier"/>
                <a:cs typeface="Courier"/>
              </a:rPr>
              <a:t>int</a:t>
            </a:r>
            <a:r>
              <a:rPr lang="en-US" sz="1600" dirty="0">
                <a:solidFill>
                  <a:srgbClr val="0000FF"/>
                </a:solidFill>
                <a:latin typeface="Courier"/>
                <a:cs typeface="Courier"/>
              </a:rPr>
              <a:t> stride = 1; stride &lt; </a:t>
            </a:r>
            <a:r>
              <a:rPr lang="en-US" sz="1600" dirty="0" err="1">
                <a:solidFill>
                  <a:srgbClr val="0000FF"/>
                </a:solidFill>
                <a:latin typeface="Courier"/>
                <a:cs typeface="Courier"/>
              </a:rPr>
              <a:t>blockDim.x</a:t>
            </a:r>
            <a:r>
              <a:rPr lang="en-US" sz="1600" dirty="0">
                <a:solidFill>
                  <a:srgbClr val="0000FF"/>
                </a:solidFill>
                <a:latin typeface="Courier"/>
                <a:cs typeface="Courier"/>
              </a:rPr>
              <a:t>; stride *= 2) {</a:t>
            </a:r>
          </a:p>
          <a:p>
            <a:pPr marL="0" lvl="1" indent="-403225">
              <a:buFontTx/>
              <a:buNone/>
            </a:pPr>
            <a:endParaRPr lang="en-US" sz="1600" dirty="0">
              <a:latin typeface="Courier"/>
              <a:cs typeface="Courier"/>
            </a:endParaRPr>
          </a:p>
          <a:p>
            <a:pPr marL="0" lvl="1" indent="-403225">
              <a:buFontTx/>
              <a:buNone/>
            </a:pPr>
            <a:r>
              <a:rPr lang="en-US" sz="1600" dirty="0">
                <a:latin typeface="Courier"/>
                <a:cs typeface="Courier"/>
              </a:rPr>
              <a:t>  __</a:t>
            </a:r>
            <a:r>
              <a:rPr lang="en-US" sz="1600" dirty="0" err="1">
                <a:latin typeface="Courier"/>
                <a:cs typeface="Courier"/>
              </a:rPr>
              <a:t>syncthreads</a:t>
            </a:r>
            <a:r>
              <a:rPr lang="en-US" sz="1600" dirty="0">
                <a:latin typeface="Courier"/>
                <a:cs typeface="Courier"/>
              </a:rPr>
              <a:t>();</a:t>
            </a:r>
          </a:p>
          <a:p>
            <a:pPr marL="0" lvl="1" indent="-403225">
              <a:buFontTx/>
              <a:buNone/>
            </a:pPr>
            <a:endParaRPr lang="en-US" sz="1600" dirty="0">
              <a:latin typeface="Courier"/>
              <a:cs typeface="Courier"/>
            </a:endParaRPr>
          </a:p>
          <a:p>
            <a:pPr marL="0" lvl="1" indent="-403225">
              <a:buFontTx/>
              <a:buNone/>
            </a:pPr>
            <a:r>
              <a:rPr lang="en-US" sz="1600" dirty="0">
                <a:solidFill>
                  <a:srgbClr val="FF0000"/>
                </a:solidFill>
                <a:latin typeface="Courier"/>
                <a:cs typeface="Courier"/>
              </a:rPr>
              <a:t>  if (t % (2*stride) == 0)</a:t>
            </a:r>
          </a:p>
          <a:p>
            <a:pPr marL="0" lvl="1" indent="-403225">
              <a:buFontTx/>
              <a:buNone/>
            </a:pPr>
            <a:r>
              <a:rPr lang="en-US" sz="1600" dirty="0">
                <a:latin typeface="Courier"/>
                <a:cs typeface="Courier"/>
              </a:rPr>
              <a:t>    </a:t>
            </a:r>
            <a:r>
              <a:rPr lang="en-US" sz="1600" dirty="0" err="1">
                <a:latin typeface="Courier"/>
                <a:cs typeface="Courier"/>
              </a:rPr>
              <a:t>partialSum</a:t>
            </a:r>
            <a:r>
              <a:rPr lang="en-US" sz="1600" dirty="0">
                <a:latin typeface="Courier"/>
                <a:cs typeface="Courier"/>
              </a:rPr>
              <a:t>[t] += </a:t>
            </a:r>
            <a:r>
              <a:rPr lang="en-US" sz="1600" dirty="0" err="1">
                <a:latin typeface="Courier"/>
                <a:cs typeface="Courier"/>
              </a:rPr>
              <a:t>partialSum</a:t>
            </a:r>
            <a:r>
              <a:rPr lang="en-US" sz="1600" dirty="0">
                <a:latin typeface="Courier"/>
                <a:cs typeface="Courier"/>
              </a:rPr>
              <a:t>[t + stride];</a:t>
            </a:r>
          </a:p>
          <a:p>
            <a:pPr marL="0" lvl="1" indent="-403225">
              <a:buFontTx/>
              <a:buNone/>
            </a:pPr>
            <a:endParaRPr lang="en-US" sz="1600" dirty="0">
              <a:latin typeface="Courier"/>
              <a:cs typeface="Courier"/>
            </a:endParaRPr>
          </a:p>
          <a:p>
            <a:pPr marL="0" lvl="1" indent="-403225">
              <a:buFontTx/>
              <a:buNone/>
            </a:pPr>
            <a:r>
              <a:rPr lang="en-US" sz="1600" dirty="0">
                <a:latin typeface="Courier"/>
                <a:cs typeface="Courier"/>
              </a:rPr>
              <a:t>}</a:t>
            </a: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83</a:t>
            </a:fld>
            <a:endParaRPr lang="en-US" altLang="en-US"/>
          </a:p>
        </p:txBody>
      </p:sp>
    </p:spTree>
    <p:extLst>
      <p:ext uri="{BB962C8B-B14F-4D97-AF65-F5344CB8AC3E}">
        <p14:creationId xmlns:p14="http://schemas.microsoft.com/office/powerpoint/2010/main" val="1524302835"/>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Divergence-Free Mapping (I)</a:t>
            </a:r>
          </a:p>
        </p:txBody>
      </p:sp>
      <p:sp>
        <p:nvSpPr>
          <p:cNvPr id="3" name="Marcador de contenido 2"/>
          <p:cNvSpPr>
            <a:spLocks noGrp="1"/>
          </p:cNvSpPr>
          <p:nvPr>
            <p:ph idx="1"/>
          </p:nvPr>
        </p:nvSpPr>
        <p:spPr>
          <a:xfrm>
            <a:off x="251521" y="908720"/>
            <a:ext cx="8568952" cy="5472534"/>
          </a:xfrm>
        </p:spPr>
        <p:txBody>
          <a:bodyPr>
            <a:normAutofit/>
          </a:bodyPr>
          <a:lstStyle/>
          <a:p>
            <a:r>
              <a:rPr lang="en-US" dirty="0"/>
              <a:t>All active threads belong to the same warp</a:t>
            </a:r>
          </a:p>
        </p:txBody>
      </p:sp>
      <p:sp>
        <p:nvSpPr>
          <p:cNvPr id="10" name="Rectangle 6"/>
          <p:cNvSpPr>
            <a:spLocks noChangeArrowheads="1"/>
          </p:cNvSpPr>
          <p:nvPr/>
        </p:nvSpPr>
        <p:spPr bwMode="auto">
          <a:xfrm>
            <a:off x="4100067" y="1799210"/>
            <a:ext cx="653445" cy="4356302"/>
          </a:xfrm>
          <a:prstGeom prst="rect">
            <a:avLst/>
          </a:prstGeom>
          <a:solidFill>
            <a:srgbClr val="FFD147">
              <a:alpha val="50196"/>
            </a:srgbClr>
          </a:solidFill>
          <a:ln w="9525">
            <a:solidFill>
              <a:schemeClr val="tx1"/>
            </a:solidFill>
            <a:miter lim="800000"/>
            <a:headEnd/>
            <a:tailEnd/>
          </a:ln>
          <a:effectLst/>
        </p:spPr>
        <p:txBody>
          <a:bodyPr wrap="none" anchor="ctr">
            <a:prstTxWarp prst="textNoShape">
              <a:avLst/>
            </a:prstTxWarp>
          </a:bodyPr>
          <a:lstStyle/>
          <a:p>
            <a:pPr algn="ctr"/>
            <a:endParaRPr lang="es-ES_tradnl" sz="1600"/>
          </a:p>
        </p:txBody>
      </p:sp>
      <p:sp>
        <p:nvSpPr>
          <p:cNvPr id="11" name="Rectangle 7"/>
          <p:cNvSpPr>
            <a:spLocks noChangeArrowheads="1"/>
          </p:cNvSpPr>
          <p:nvPr/>
        </p:nvSpPr>
        <p:spPr bwMode="auto">
          <a:xfrm>
            <a:off x="4753513" y="1799210"/>
            <a:ext cx="653445" cy="4356302"/>
          </a:xfrm>
          <a:prstGeom prst="rect">
            <a:avLst/>
          </a:prstGeom>
          <a:solidFill>
            <a:srgbClr val="FF6600">
              <a:alpha val="50196"/>
            </a:srgbClr>
          </a:solidFill>
          <a:ln w="9525">
            <a:solidFill>
              <a:schemeClr val="tx1"/>
            </a:solidFill>
            <a:miter lim="800000"/>
            <a:headEnd/>
            <a:tailEnd/>
          </a:ln>
          <a:effectLst/>
        </p:spPr>
        <p:txBody>
          <a:bodyPr wrap="none" anchor="ctr">
            <a:prstTxWarp prst="textNoShape">
              <a:avLst/>
            </a:prstTxWarp>
          </a:bodyPr>
          <a:lstStyle/>
          <a:p>
            <a:pPr algn="ctr"/>
            <a:endParaRPr lang="es-ES_tradnl" sz="1600"/>
          </a:p>
        </p:txBody>
      </p:sp>
      <p:sp>
        <p:nvSpPr>
          <p:cNvPr id="12" name="Rectangle 8"/>
          <p:cNvSpPr>
            <a:spLocks noChangeArrowheads="1"/>
          </p:cNvSpPr>
          <p:nvPr/>
        </p:nvSpPr>
        <p:spPr bwMode="auto">
          <a:xfrm>
            <a:off x="5406958" y="1799210"/>
            <a:ext cx="653445" cy="4356302"/>
          </a:xfrm>
          <a:prstGeom prst="rect">
            <a:avLst/>
          </a:prstGeom>
          <a:solidFill>
            <a:srgbClr val="7AC96C">
              <a:alpha val="50196"/>
            </a:srgbClr>
          </a:solidFill>
          <a:ln w="9525">
            <a:solidFill>
              <a:schemeClr val="tx1"/>
            </a:solidFill>
            <a:miter lim="800000"/>
            <a:headEnd/>
            <a:tailEnd/>
          </a:ln>
          <a:effectLst/>
        </p:spPr>
        <p:txBody>
          <a:bodyPr wrap="none" anchor="ctr">
            <a:prstTxWarp prst="textNoShape">
              <a:avLst/>
            </a:prstTxWarp>
          </a:bodyPr>
          <a:lstStyle/>
          <a:p>
            <a:pPr algn="ctr"/>
            <a:endParaRPr lang="es-ES_tradnl" sz="1600"/>
          </a:p>
        </p:txBody>
      </p:sp>
      <p:sp>
        <p:nvSpPr>
          <p:cNvPr id="13" name="Rectangle 9"/>
          <p:cNvSpPr>
            <a:spLocks noChangeArrowheads="1"/>
          </p:cNvSpPr>
          <p:nvPr/>
        </p:nvSpPr>
        <p:spPr bwMode="auto">
          <a:xfrm>
            <a:off x="1486286" y="1799210"/>
            <a:ext cx="653445" cy="4356302"/>
          </a:xfrm>
          <a:prstGeom prst="rect">
            <a:avLst/>
          </a:prstGeom>
          <a:solidFill>
            <a:srgbClr val="7AC96C">
              <a:alpha val="50196"/>
            </a:srgbClr>
          </a:solidFill>
          <a:ln w="9525">
            <a:solidFill>
              <a:schemeClr val="tx1"/>
            </a:solidFill>
            <a:miter lim="800000"/>
            <a:headEnd/>
            <a:tailEnd/>
          </a:ln>
          <a:effectLst/>
        </p:spPr>
        <p:txBody>
          <a:bodyPr wrap="none" anchor="ctr">
            <a:prstTxWarp prst="textNoShape">
              <a:avLst/>
            </a:prstTxWarp>
          </a:bodyPr>
          <a:lstStyle/>
          <a:p>
            <a:pPr algn="ctr"/>
            <a:endParaRPr lang="es-ES_tradnl" sz="1600"/>
          </a:p>
        </p:txBody>
      </p:sp>
      <p:sp>
        <p:nvSpPr>
          <p:cNvPr id="14" name="Rectangle 10"/>
          <p:cNvSpPr>
            <a:spLocks noChangeArrowheads="1"/>
          </p:cNvSpPr>
          <p:nvPr/>
        </p:nvSpPr>
        <p:spPr bwMode="auto">
          <a:xfrm>
            <a:off x="2139731" y="1799210"/>
            <a:ext cx="653445" cy="4356302"/>
          </a:xfrm>
          <a:prstGeom prst="rect">
            <a:avLst/>
          </a:prstGeom>
          <a:solidFill>
            <a:srgbClr val="FFD147">
              <a:alpha val="50196"/>
            </a:srgbClr>
          </a:solidFill>
          <a:ln w="9525">
            <a:solidFill>
              <a:schemeClr val="tx1"/>
            </a:solidFill>
            <a:miter lim="800000"/>
            <a:headEnd/>
            <a:tailEnd/>
          </a:ln>
          <a:effectLst/>
        </p:spPr>
        <p:txBody>
          <a:bodyPr wrap="none" anchor="ctr">
            <a:prstTxWarp prst="textNoShape">
              <a:avLst/>
            </a:prstTxWarp>
          </a:bodyPr>
          <a:lstStyle/>
          <a:p>
            <a:pPr algn="ctr"/>
            <a:endParaRPr lang="es-ES_tradnl" sz="1600"/>
          </a:p>
        </p:txBody>
      </p:sp>
      <p:sp>
        <p:nvSpPr>
          <p:cNvPr id="15" name="Rectangle 11"/>
          <p:cNvSpPr>
            <a:spLocks noChangeArrowheads="1"/>
          </p:cNvSpPr>
          <p:nvPr/>
        </p:nvSpPr>
        <p:spPr bwMode="auto">
          <a:xfrm>
            <a:off x="2793176" y="1799210"/>
            <a:ext cx="653445" cy="4356302"/>
          </a:xfrm>
          <a:prstGeom prst="rect">
            <a:avLst/>
          </a:prstGeom>
          <a:solidFill>
            <a:srgbClr val="FF6600">
              <a:alpha val="50196"/>
            </a:srgbClr>
          </a:solidFill>
          <a:ln w="9525">
            <a:solidFill>
              <a:schemeClr val="tx1"/>
            </a:solidFill>
            <a:miter lim="800000"/>
            <a:headEnd/>
            <a:tailEnd/>
          </a:ln>
          <a:effectLst/>
        </p:spPr>
        <p:txBody>
          <a:bodyPr wrap="none" anchor="ctr">
            <a:prstTxWarp prst="textNoShape">
              <a:avLst/>
            </a:prstTxWarp>
          </a:bodyPr>
          <a:lstStyle/>
          <a:p>
            <a:pPr algn="ctr"/>
            <a:endParaRPr lang="es-ES_tradnl" sz="1600"/>
          </a:p>
        </p:txBody>
      </p:sp>
      <p:sp>
        <p:nvSpPr>
          <p:cNvPr id="16" name="Rectangle 12"/>
          <p:cNvSpPr>
            <a:spLocks noChangeArrowheads="1"/>
          </p:cNvSpPr>
          <p:nvPr/>
        </p:nvSpPr>
        <p:spPr bwMode="auto">
          <a:xfrm>
            <a:off x="3446622" y="1799210"/>
            <a:ext cx="653445" cy="4356302"/>
          </a:xfrm>
          <a:prstGeom prst="rect">
            <a:avLst/>
          </a:prstGeom>
          <a:solidFill>
            <a:srgbClr val="7AC96C">
              <a:alpha val="50196"/>
            </a:srgbClr>
          </a:solidFill>
          <a:ln w="9525">
            <a:solidFill>
              <a:schemeClr val="tx1"/>
            </a:solidFill>
            <a:miter lim="800000"/>
            <a:headEnd/>
            <a:tailEnd/>
          </a:ln>
          <a:effectLst/>
        </p:spPr>
        <p:txBody>
          <a:bodyPr wrap="none" anchor="ctr">
            <a:prstTxWarp prst="textNoShape">
              <a:avLst/>
            </a:prstTxWarp>
          </a:bodyPr>
          <a:lstStyle/>
          <a:p>
            <a:pPr algn="ctr"/>
            <a:endParaRPr lang="es-ES_tradnl" sz="1600"/>
          </a:p>
        </p:txBody>
      </p:sp>
      <p:sp>
        <p:nvSpPr>
          <p:cNvPr id="17" name="Rectangle 13"/>
          <p:cNvSpPr>
            <a:spLocks noChangeArrowheads="1"/>
          </p:cNvSpPr>
          <p:nvPr/>
        </p:nvSpPr>
        <p:spPr bwMode="auto">
          <a:xfrm>
            <a:off x="832840" y="1799210"/>
            <a:ext cx="653445" cy="4356302"/>
          </a:xfrm>
          <a:prstGeom prst="rect">
            <a:avLst/>
          </a:prstGeom>
          <a:solidFill>
            <a:srgbClr val="FF6600">
              <a:alpha val="50196"/>
            </a:srgbClr>
          </a:solidFill>
          <a:ln w="9525">
            <a:solidFill>
              <a:schemeClr val="tx1"/>
            </a:solidFill>
            <a:miter lim="800000"/>
            <a:headEnd/>
            <a:tailEnd/>
          </a:ln>
          <a:effectLst/>
        </p:spPr>
        <p:txBody>
          <a:bodyPr wrap="none" anchor="ctr">
            <a:prstTxWarp prst="textNoShape">
              <a:avLst/>
            </a:prstTxWarp>
          </a:bodyPr>
          <a:lstStyle/>
          <a:p>
            <a:pPr algn="ctr"/>
            <a:endParaRPr lang="es-ES_tradnl" sz="1600"/>
          </a:p>
        </p:txBody>
      </p:sp>
      <p:sp>
        <p:nvSpPr>
          <p:cNvPr id="18" name="Text Box 14"/>
          <p:cNvSpPr txBox="1">
            <a:spLocks noChangeArrowheads="1"/>
          </p:cNvSpPr>
          <p:nvPr/>
        </p:nvSpPr>
        <p:spPr bwMode="auto">
          <a:xfrm>
            <a:off x="760235" y="1556792"/>
            <a:ext cx="744114" cy="261610"/>
          </a:xfrm>
          <a:prstGeom prst="rect">
            <a:avLst/>
          </a:prstGeom>
          <a:noFill/>
          <a:ln w="9525">
            <a:noFill/>
            <a:miter lim="800000"/>
            <a:headEnd/>
            <a:tailEnd/>
          </a:ln>
          <a:effectLst/>
        </p:spPr>
        <p:txBody>
          <a:bodyPr wrap="none">
            <a:prstTxWarp prst="textNoShape">
              <a:avLst/>
            </a:prstTxWarp>
            <a:spAutoFit/>
          </a:bodyPr>
          <a:lstStyle/>
          <a:p>
            <a:r>
              <a:rPr lang="en-US" sz="1100" dirty="0"/>
              <a:t>Thread 0</a:t>
            </a:r>
          </a:p>
        </p:txBody>
      </p:sp>
      <p:sp>
        <p:nvSpPr>
          <p:cNvPr id="19" name="Rectangle 16"/>
          <p:cNvSpPr>
            <a:spLocks noChangeArrowheads="1"/>
          </p:cNvSpPr>
          <p:nvPr/>
        </p:nvSpPr>
        <p:spPr bwMode="auto">
          <a:xfrm>
            <a:off x="832840"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0</a:t>
            </a:r>
          </a:p>
        </p:txBody>
      </p:sp>
      <p:sp>
        <p:nvSpPr>
          <p:cNvPr id="20" name="Rectangle 17"/>
          <p:cNvSpPr>
            <a:spLocks noChangeArrowheads="1"/>
          </p:cNvSpPr>
          <p:nvPr/>
        </p:nvSpPr>
        <p:spPr bwMode="auto">
          <a:xfrm>
            <a:off x="1486286"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dirty="0">
                <a:solidFill>
                  <a:schemeClr val="bg1"/>
                </a:solidFill>
              </a:rPr>
              <a:t>1</a:t>
            </a:r>
          </a:p>
        </p:txBody>
      </p:sp>
      <p:sp>
        <p:nvSpPr>
          <p:cNvPr id="21" name="Rectangle 18"/>
          <p:cNvSpPr>
            <a:spLocks noChangeArrowheads="1"/>
          </p:cNvSpPr>
          <p:nvPr/>
        </p:nvSpPr>
        <p:spPr bwMode="auto">
          <a:xfrm>
            <a:off x="2139731"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2</a:t>
            </a:r>
          </a:p>
        </p:txBody>
      </p:sp>
      <p:sp>
        <p:nvSpPr>
          <p:cNvPr id="22" name="Rectangle 19"/>
          <p:cNvSpPr>
            <a:spLocks noChangeArrowheads="1"/>
          </p:cNvSpPr>
          <p:nvPr/>
        </p:nvSpPr>
        <p:spPr bwMode="auto">
          <a:xfrm>
            <a:off x="2793176"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3</a:t>
            </a:r>
          </a:p>
        </p:txBody>
      </p:sp>
      <p:sp>
        <p:nvSpPr>
          <p:cNvPr id="23" name="Rectangle 20"/>
          <p:cNvSpPr>
            <a:spLocks noChangeArrowheads="1"/>
          </p:cNvSpPr>
          <p:nvPr/>
        </p:nvSpPr>
        <p:spPr bwMode="auto">
          <a:xfrm>
            <a:off x="3446622"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b="1">
                <a:solidFill>
                  <a:schemeClr val="bg1"/>
                </a:solidFill>
              </a:rPr>
              <a:t>…</a:t>
            </a:r>
          </a:p>
        </p:txBody>
      </p:sp>
      <p:sp>
        <p:nvSpPr>
          <p:cNvPr id="24" name="Rectangle 21"/>
          <p:cNvSpPr>
            <a:spLocks noChangeArrowheads="1"/>
          </p:cNvSpPr>
          <p:nvPr/>
        </p:nvSpPr>
        <p:spPr bwMode="auto">
          <a:xfrm>
            <a:off x="4100067"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13</a:t>
            </a:r>
          </a:p>
        </p:txBody>
      </p:sp>
      <p:sp>
        <p:nvSpPr>
          <p:cNvPr id="25" name="Rectangle 22"/>
          <p:cNvSpPr>
            <a:spLocks noChangeArrowheads="1"/>
          </p:cNvSpPr>
          <p:nvPr/>
        </p:nvSpPr>
        <p:spPr bwMode="auto">
          <a:xfrm>
            <a:off x="5406958"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15</a:t>
            </a:r>
          </a:p>
        </p:txBody>
      </p:sp>
      <p:sp>
        <p:nvSpPr>
          <p:cNvPr id="26" name="Rectangle 23"/>
          <p:cNvSpPr>
            <a:spLocks noChangeArrowheads="1"/>
          </p:cNvSpPr>
          <p:nvPr/>
        </p:nvSpPr>
        <p:spPr bwMode="auto">
          <a:xfrm>
            <a:off x="4753513"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14</a:t>
            </a:r>
          </a:p>
        </p:txBody>
      </p:sp>
      <p:sp>
        <p:nvSpPr>
          <p:cNvPr id="27" name="Rectangle 24"/>
          <p:cNvSpPr>
            <a:spLocks noChangeArrowheads="1"/>
          </p:cNvSpPr>
          <p:nvPr/>
        </p:nvSpPr>
        <p:spPr bwMode="auto">
          <a:xfrm>
            <a:off x="7367294"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18</a:t>
            </a:r>
          </a:p>
        </p:txBody>
      </p:sp>
      <p:sp>
        <p:nvSpPr>
          <p:cNvPr id="28" name="Rectangle 25"/>
          <p:cNvSpPr>
            <a:spLocks noChangeArrowheads="1"/>
          </p:cNvSpPr>
          <p:nvPr/>
        </p:nvSpPr>
        <p:spPr bwMode="auto">
          <a:xfrm>
            <a:off x="6713849"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17</a:t>
            </a:r>
          </a:p>
        </p:txBody>
      </p:sp>
      <p:sp>
        <p:nvSpPr>
          <p:cNvPr id="29" name="Rectangle 26"/>
          <p:cNvSpPr>
            <a:spLocks noChangeArrowheads="1"/>
          </p:cNvSpPr>
          <p:nvPr/>
        </p:nvSpPr>
        <p:spPr bwMode="auto">
          <a:xfrm>
            <a:off x="6060403"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16</a:t>
            </a:r>
          </a:p>
        </p:txBody>
      </p:sp>
      <p:sp>
        <p:nvSpPr>
          <p:cNvPr id="30" name="Rectangle 27"/>
          <p:cNvSpPr>
            <a:spLocks noChangeArrowheads="1"/>
          </p:cNvSpPr>
          <p:nvPr/>
        </p:nvSpPr>
        <p:spPr bwMode="auto">
          <a:xfrm>
            <a:off x="8020739"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19</a:t>
            </a:r>
          </a:p>
        </p:txBody>
      </p:sp>
      <p:sp>
        <p:nvSpPr>
          <p:cNvPr id="31" name="Rectangle 28"/>
          <p:cNvSpPr>
            <a:spLocks noChangeArrowheads="1"/>
          </p:cNvSpPr>
          <p:nvPr/>
        </p:nvSpPr>
        <p:spPr bwMode="auto">
          <a:xfrm>
            <a:off x="832840" y="3251311"/>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dirty="0">
                <a:solidFill>
                  <a:schemeClr val="bg1"/>
                </a:solidFill>
              </a:rPr>
              <a:t>0+16</a:t>
            </a:r>
          </a:p>
        </p:txBody>
      </p:sp>
      <p:sp>
        <p:nvSpPr>
          <p:cNvPr id="32" name="Rectangle 29"/>
          <p:cNvSpPr>
            <a:spLocks noChangeArrowheads="1"/>
          </p:cNvSpPr>
          <p:nvPr/>
        </p:nvSpPr>
        <p:spPr bwMode="auto">
          <a:xfrm>
            <a:off x="1486286" y="3251311"/>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solidFill>
                <a:schemeClr val="bg1"/>
              </a:solidFill>
            </a:endParaRPr>
          </a:p>
        </p:txBody>
      </p:sp>
      <p:sp>
        <p:nvSpPr>
          <p:cNvPr id="33" name="Rectangle 30"/>
          <p:cNvSpPr>
            <a:spLocks noChangeArrowheads="1"/>
          </p:cNvSpPr>
          <p:nvPr/>
        </p:nvSpPr>
        <p:spPr bwMode="auto">
          <a:xfrm>
            <a:off x="2139731" y="3251311"/>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solidFill>
                <a:schemeClr val="bg1"/>
              </a:solidFill>
            </a:endParaRPr>
          </a:p>
        </p:txBody>
      </p:sp>
      <p:sp>
        <p:nvSpPr>
          <p:cNvPr id="34" name="Rectangle 31"/>
          <p:cNvSpPr>
            <a:spLocks noChangeArrowheads="1"/>
          </p:cNvSpPr>
          <p:nvPr/>
        </p:nvSpPr>
        <p:spPr bwMode="auto">
          <a:xfrm>
            <a:off x="2793176" y="3251311"/>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solidFill>
                <a:schemeClr val="bg1"/>
              </a:solidFill>
            </a:endParaRPr>
          </a:p>
        </p:txBody>
      </p:sp>
      <p:sp>
        <p:nvSpPr>
          <p:cNvPr id="35" name="Rectangle 32"/>
          <p:cNvSpPr>
            <a:spLocks noChangeArrowheads="1"/>
          </p:cNvSpPr>
          <p:nvPr/>
        </p:nvSpPr>
        <p:spPr bwMode="auto">
          <a:xfrm>
            <a:off x="3446622" y="3251311"/>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solidFill>
                <a:schemeClr val="bg1"/>
              </a:solidFill>
            </a:endParaRPr>
          </a:p>
        </p:txBody>
      </p:sp>
      <p:sp>
        <p:nvSpPr>
          <p:cNvPr id="36" name="Rectangle 33"/>
          <p:cNvSpPr>
            <a:spLocks noChangeArrowheads="1"/>
          </p:cNvSpPr>
          <p:nvPr/>
        </p:nvSpPr>
        <p:spPr bwMode="auto">
          <a:xfrm>
            <a:off x="4100067" y="3251311"/>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solidFill>
                <a:schemeClr val="bg1"/>
              </a:solidFill>
            </a:endParaRPr>
          </a:p>
        </p:txBody>
      </p:sp>
      <p:sp>
        <p:nvSpPr>
          <p:cNvPr id="37" name="Rectangle 34"/>
          <p:cNvSpPr>
            <a:spLocks noChangeArrowheads="1"/>
          </p:cNvSpPr>
          <p:nvPr/>
        </p:nvSpPr>
        <p:spPr bwMode="auto">
          <a:xfrm>
            <a:off x="5406958" y="3251311"/>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dirty="0">
                <a:solidFill>
                  <a:schemeClr val="bg1"/>
                </a:solidFill>
              </a:rPr>
              <a:t>15+31</a:t>
            </a:r>
          </a:p>
        </p:txBody>
      </p:sp>
      <p:sp>
        <p:nvSpPr>
          <p:cNvPr id="38" name="Rectangle 35"/>
          <p:cNvSpPr>
            <a:spLocks noChangeArrowheads="1"/>
          </p:cNvSpPr>
          <p:nvPr/>
        </p:nvSpPr>
        <p:spPr bwMode="auto">
          <a:xfrm>
            <a:off x="4753513" y="3251311"/>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solidFill>
                <a:schemeClr val="bg1"/>
              </a:solidFill>
            </a:endParaRPr>
          </a:p>
        </p:txBody>
      </p:sp>
      <p:sp>
        <p:nvSpPr>
          <p:cNvPr id="39" name="Rectangle 36"/>
          <p:cNvSpPr>
            <a:spLocks noChangeArrowheads="1"/>
          </p:cNvSpPr>
          <p:nvPr/>
        </p:nvSpPr>
        <p:spPr bwMode="auto">
          <a:xfrm>
            <a:off x="7367294" y="3251311"/>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0" name="Rectangle 37"/>
          <p:cNvSpPr>
            <a:spLocks noChangeArrowheads="1"/>
          </p:cNvSpPr>
          <p:nvPr/>
        </p:nvSpPr>
        <p:spPr bwMode="auto">
          <a:xfrm>
            <a:off x="6713849" y="3251311"/>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1" name="Rectangle 38"/>
          <p:cNvSpPr>
            <a:spLocks noChangeArrowheads="1"/>
          </p:cNvSpPr>
          <p:nvPr/>
        </p:nvSpPr>
        <p:spPr bwMode="auto">
          <a:xfrm>
            <a:off x="6060403" y="3251311"/>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2" name="Rectangle 39"/>
          <p:cNvSpPr>
            <a:spLocks noChangeArrowheads="1"/>
          </p:cNvSpPr>
          <p:nvPr/>
        </p:nvSpPr>
        <p:spPr bwMode="auto">
          <a:xfrm>
            <a:off x="8020739" y="3251311"/>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3" name="Rectangle 40"/>
          <p:cNvSpPr>
            <a:spLocks noChangeArrowheads="1"/>
          </p:cNvSpPr>
          <p:nvPr/>
        </p:nvSpPr>
        <p:spPr bwMode="auto">
          <a:xfrm>
            <a:off x="832840" y="4340386"/>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endParaRPr lang="es-ES_tradnl">
              <a:solidFill>
                <a:schemeClr val="bg1"/>
              </a:solidFill>
            </a:endParaRPr>
          </a:p>
        </p:txBody>
      </p:sp>
      <p:sp>
        <p:nvSpPr>
          <p:cNvPr id="44" name="Rectangle 41"/>
          <p:cNvSpPr>
            <a:spLocks noChangeArrowheads="1"/>
          </p:cNvSpPr>
          <p:nvPr/>
        </p:nvSpPr>
        <p:spPr bwMode="auto">
          <a:xfrm>
            <a:off x="1486286" y="4340386"/>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solidFill>
                <a:schemeClr val="bg1"/>
              </a:solidFill>
            </a:endParaRPr>
          </a:p>
        </p:txBody>
      </p:sp>
      <p:sp>
        <p:nvSpPr>
          <p:cNvPr id="45" name="Rectangle 42"/>
          <p:cNvSpPr>
            <a:spLocks noChangeArrowheads="1"/>
          </p:cNvSpPr>
          <p:nvPr/>
        </p:nvSpPr>
        <p:spPr bwMode="auto">
          <a:xfrm>
            <a:off x="2139731" y="4340386"/>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solidFill>
                <a:schemeClr val="bg1"/>
              </a:solidFill>
            </a:endParaRPr>
          </a:p>
        </p:txBody>
      </p:sp>
      <p:sp>
        <p:nvSpPr>
          <p:cNvPr id="46" name="Rectangle 43"/>
          <p:cNvSpPr>
            <a:spLocks noChangeArrowheads="1"/>
          </p:cNvSpPr>
          <p:nvPr/>
        </p:nvSpPr>
        <p:spPr bwMode="auto">
          <a:xfrm>
            <a:off x="2793176" y="4340386"/>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solidFill>
                <a:schemeClr val="bg1"/>
              </a:solidFill>
            </a:endParaRPr>
          </a:p>
        </p:txBody>
      </p:sp>
      <p:sp>
        <p:nvSpPr>
          <p:cNvPr id="47" name="Rectangle 44"/>
          <p:cNvSpPr>
            <a:spLocks noChangeArrowheads="1"/>
          </p:cNvSpPr>
          <p:nvPr/>
        </p:nvSpPr>
        <p:spPr bwMode="auto">
          <a:xfrm>
            <a:off x="3446622" y="4340386"/>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8" name="Rectangle 45"/>
          <p:cNvSpPr>
            <a:spLocks noChangeArrowheads="1"/>
          </p:cNvSpPr>
          <p:nvPr/>
        </p:nvSpPr>
        <p:spPr bwMode="auto">
          <a:xfrm>
            <a:off x="4100067" y="4340386"/>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9" name="Rectangle 46"/>
          <p:cNvSpPr>
            <a:spLocks noChangeArrowheads="1"/>
          </p:cNvSpPr>
          <p:nvPr/>
        </p:nvSpPr>
        <p:spPr bwMode="auto">
          <a:xfrm>
            <a:off x="5406958" y="4340386"/>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0" name="Rectangle 47"/>
          <p:cNvSpPr>
            <a:spLocks noChangeArrowheads="1"/>
          </p:cNvSpPr>
          <p:nvPr/>
        </p:nvSpPr>
        <p:spPr bwMode="auto">
          <a:xfrm>
            <a:off x="4753513" y="4340386"/>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1" name="Rectangle 48"/>
          <p:cNvSpPr>
            <a:spLocks noChangeArrowheads="1"/>
          </p:cNvSpPr>
          <p:nvPr/>
        </p:nvSpPr>
        <p:spPr bwMode="auto">
          <a:xfrm>
            <a:off x="7367294" y="4340386"/>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2" name="Rectangle 49"/>
          <p:cNvSpPr>
            <a:spLocks noChangeArrowheads="1"/>
          </p:cNvSpPr>
          <p:nvPr/>
        </p:nvSpPr>
        <p:spPr bwMode="auto">
          <a:xfrm>
            <a:off x="6713849" y="4340386"/>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3" name="Rectangle 50"/>
          <p:cNvSpPr>
            <a:spLocks noChangeArrowheads="1"/>
          </p:cNvSpPr>
          <p:nvPr/>
        </p:nvSpPr>
        <p:spPr bwMode="auto">
          <a:xfrm>
            <a:off x="6060403" y="4340386"/>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4" name="Rectangle 51"/>
          <p:cNvSpPr>
            <a:spLocks noChangeArrowheads="1"/>
          </p:cNvSpPr>
          <p:nvPr/>
        </p:nvSpPr>
        <p:spPr bwMode="auto">
          <a:xfrm>
            <a:off x="8020739" y="4340386"/>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5" name="Rectangle 52"/>
          <p:cNvSpPr>
            <a:spLocks noChangeArrowheads="1"/>
          </p:cNvSpPr>
          <p:nvPr/>
        </p:nvSpPr>
        <p:spPr bwMode="auto">
          <a:xfrm>
            <a:off x="832840" y="5429462"/>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p>
        </p:txBody>
      </p:sp>
      <p:sp>
        <p:nvSpPr>
          <p:cNvPr id="56" name="Rectangle 53"/>
          <p:cNvSpPr>
            <a:spLocks noChangeArrowheads="1"/>
          </p:cNvSpPr>
          <p:nvPr/>
        </p:nvSpPr>
        <p:spPr bwMode="auto">
          <a:xfrm>
            <a:off x="1486286" y="5429462"/>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p>
        </p:txBody>
      </p:sp>
      <p:sp>
        <p:nvSpPr>
          <p:cNvPr id="57" name="Rectangle 54"/>
          <p:cNvSpPr>
            <a:spLocks noChangeArrowheads="1"/>
          </p:cNvSpPr>
          <p:nvPr/>
        </p:nvSpPr>
        <p:spPr bwMode="auto">
          <a:xfrm>
            <a:off x="2139731" y="5429462"/>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8" name="Rectangle 55"/>
          <p:cNvSpPr>
            <a:spLocks noChangeArrowheads="1"/>
          </p:cNvSpPr>
          <p:nvPr/>
        </p:nvSpPr>
        <p:spPr bwMode="auto">
          <a:xfrm>
            <a:off x="2793176" y="5429462"/>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9" name="Rectangle 56"/>
          <p:cNvSpPr>
            <a:spLocks noChangeArrowheads="1"/>
          </p:cNvSpPr>
          <p:nvPr/>
        </p:nvSpPr>
        <p:spPr bwMode="auto">
          <a:xfrm>
            <a:off x="3446622" y="5429462"/>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0" name="Rectangle 57"/>
          <p:cNvSpPr>
            <a:spLocks noChangeArrowheads="1"/>
          </p:cNvSpPr>
          <p:nvPr/>
        </p:nvSpPr>
        <p:spPr bwMode="auto">
          <a:xfrm>
            <a:off x="4100067" y="5429462"/>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1" name="Rectangle 58"/>
          <p:cNvSpPr>
            <a:spLocks noChangeArrowheads="1"/>
          </p:cNvSpPr>
          <p:nvPr/>
        </p:nvSpPr>
        <p:spPr bwMode="auto">
          <a:xfrm>
            <a:off x="5406958" y="5429462"/>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2" name="Rectangle 59"/>
          <p:cNvSpPr>
            <a:spLocks noChangeArrowheads="1"/>
          </p:cNvSpPr>
          <p:nvPr/>
        </p:nvSpPr>
        <p:spPr bwMode="auto">
          <a:xfrm>
            <a:off x="4753513" y="5429462"/>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3" name="Rectangle 60"/>
          <p:cNvSpPr>
            <a:spLocks noChangeArrowheads="1"/>
          </p:cNvSpPr>
          <p:nvPr/>
        </p:nvSpPr>
        <p:spPr bwMode="auto">
          <a:xfrm>
            <a:off x="7367294" y="5429462"/>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4" name="Rectangle 61"/>
          <p:cNvSpPr>
            <a:spLocks noChangeArrowheads="1"/>
          </p:cNvSpPr>
          <p:nvPr/>
        </p:nvSpPr>
        <p:spPr bwMode="auto">
          <a:xfrm>
            <a:off x="6713849" y="5429462"/>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5" name="Rectangle 62"/>
          <p:cNvSpPr>
            <a:spLocks noChangeArrowheads="1"/>
          </p:cNvSpPr>
          <p:nvPr/>
        </p:nvSpPr>
        <p:spPr bwMode="auto">
          <a:xfrm>
            <a:off x="6060403" y="5429462"/>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6" name="Rectangle 63"/>
          <p:cNvSpPr>
            <a:spLocks noChangeArrowheads="1"/>
          </p:cNvSpPr>
          <p:nvPr/>
        </p:nvSpPr>
        <p:spPr bwMode="auto">
          <a:xfrm>
            <a:off x="8020739" y="5429462"/>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7" name="Line 64"/>
          <p:cNvSpPr>
            <a:spLocks noChangeShapeType="1"/>
          </p:cNvSpPr>
          <p:nvPr/>
        </p:nvSpPr>
        <p:spPr bwMode="auto">
          <a:xfrm>
            <a:off x="1123261" y="2670470"/>
            <a:ext cx="0"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8" name="Line 65"/>
          <p:cNvSpPr>
            <a:spLocks noChangeShapeType="1"/>
          </p:cNvSpPr>
          <p:nvPr/>
        </p:nvSpPr>
        <p:spPr bwMode="auto">
          <a:xfrm flipH="1">
            <a:off x="1268471" y="2670470"/>
            <a:ext cx="4937143"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9" name="Line 66"/>
          <p:cNvSpPr>
            <a:spLocks noChangeShapeType="1"/>
          </p:cNvSpPr>
          <p:nvPr/>
        </p:nvSpPr>
        <p:spPr bwMode="auto">
          <a:xfrm>
            <a:off x="1776706" y="2670470"/>
            <a:ext cx="0"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0" name="Line 67"/>
          <p:cNvSpPr>
            <a:spLocks noChangeShapeType="1"/>
          </p:cNvSpPr>
          <p:nvPr/>
        </p:nvSpPr>
        <p:spPr bwMode="auto">
          <a:xfrm flipH="1">
            <a:off x="1849311" y="2670470"/>
            <a:ext cx="5009748"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1" name="Line 68"/>
          <p:cNvSpPr>
            <a:spLocks noChangeShapeType="1"/>
          </p:cNvSpPr>
          <p:nvPr/>
        </p:nvSpPr>
        <p:spPr bwMode="auto">
          <a:xfrm>
            <a:off x="2430151" y="2670470"/>
            <a:ext cx="0"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2" name="Line 69"/>
          <p:cNvSpPr>
            <a:spLocks noChangeShapeType="1"/>
          </p:cNvSpPr>
          <p:nvPr/>
        </p:nvSpPr>
        <p:spPr bwMode="auto">
          <a:xfrm flipH="1">
            <a:off x="2502756" y="2670470"/>
            <a:ext cx="5082353"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3" name="Line 70"/>
          <p:cNvSpPr>
            <a:spLocks noChangeShapeType="1"/>
          </p:cNvSpPr>
          <p:nvPr/>
        </p:nvSpPr>
        <p:spPr bwMode="auto">
          <a:xfrm>
            <a:off x="3083597" y="2670470"/>
            <a:ext cx="0"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4" name="Line 71"/>
          <p:cNvSpPr>
            <a:spLocks noChangeShapeType="1"/>
          </p:cNvSpPr>
          <p:nvPr/>
        </p:nvSpPr>
        <p:spPr bwMode="auto">
          <a:xfrm flipH="1">
            <a:off x="3156202" y="2670470"/>
            <a:ext cx="5082353"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5" name="Line 72"/>
          <p:cNvSpPr>
            <a:spLocks noChangeShapeType="1"/>
          </p:cNvSpPr>
          <p:nvPr/>
        </p:nvSpPr>
        <p:spPr bwMode="auto">
          <a:xfrm>
            <a:off x="3737042" y="2670470"/>
            <a:ext cx="0"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6" name="Line 73"/>
          <p:cNvSpPr>
            <a:spLocks noChangeShapeType="1"/>
          </p:cNvSpPr>
          <p:nvPr/>
        </p:nvSpPr>
        <p:spPr bwMode="auto">
          <a:xfrm flipH="1">
            <a:off x="3882252" y="2670470"/>
            <a:ext cx="5009748"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7" name="Line 74"/>
          <p:cNvSpPr>
            <a:spLocks noChangeShapeType="1"/>
          </p:cNvSpPr>
          <p:nvPr/>
        </p:nvSpPr>
        <p:spPr bwMode="auto">
          <a:xfrm>
            <a:off x="4390487" y="2670470"/>
            <a:ext cx="0"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8" name="Line 75"/>
          <p:cNvSpPr>
            <a:spLocks noChangeShapeType="1"/>
          </p:cNvSpPr>
          <p:nvPr/>
        </p:nvSpPr>
        <p:spPr bwMode="auto">
          <a:xfrm>
            <a:off x="1123261" y="3686941"/>
            <a:ext cx="0"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9" name="Line 76"/>
          <p:cNvSpPr>
            <a:spLocks noChangeShapeType="1"/>
          </p:cNvSpPr>
          <p:nvPr/>
        </p:nvSpPr>
        <p:spPr bwMode="auto">
          <a:xfrm flipH="1">
            <a:off x="1268471" y="3686941"/>
            <a:ext cx="2323361"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0" name="Line 77"/>
          <p:cNvSpPr>
            <a:spLocks noChangeShapeType="1"/>
          </p:cNvSpPr>
          <p:nvPr/>
        </p:nvSpPr>
        <p:spPr bwMode="auto">
          <a:xfrm>
            <a:off x="1776706" y="3686941"/>
            <a:ext cx="0"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1" name="Line 78"/>
          <p:cNvSpPr>
            <a:spLocks noChangeShapeType="1"/>
          </p:cNvSpPr>
          <p:nvPr/>
        </p:nvSpPr>
        <p:spPr bwMode="auto">
          <a:xfrm flipH="1">
            <a:off x="1921916" y="3686941"/>
            <a:ext cx="2323361"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2" name="Line 79"/>
          <p:cNvSpPr>
            <a:spLocks noChangeShapeType="1"/>
          </p:cNvSpPr>
          <p:nvPr/>
        </p:nvSpPr>
        <p:spPr bwMode="auto">
          <a:xfrm>
            <a:off x="1123261" y="4776016"/>
            <a:ext cx="0"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3" name="Line 80"/>
          <p:cNvSpPr>
            <a:spLocks noChangeShapeType="1"/>
          </p:cNvSpPr>
          <p:nvPr/>
        </p:nvSpPr>
        <p:spPr bwMode="auto">
          <a:xfrm flipH="1">
            <a:off x="3301412" y="3686941"/>
            <a:ext cx="2395966"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4" name="Text Box 81"/>
          <p:cNvSpPr txBox="1">
            <a:spLocks noChangeArrowheads="1"/>
          </p:cNvSpPr>
          <p:nvPr/>
        </p:nvSpPr>
        <p:spPr bwMode="auto">
          <a:xfrm>
            <a:off x="542420" y="3251311"/>
            <a:ext cx="320672" cy="435630"/>
          </a:xfrm>
          <a:prstGeom prst="rect">
            <a:avLst/>
          </a:prstGeom>
          <a:noFill/>
          <a:ln w="9525">
            <a:noFill/>
            <a:miter lim="800000"/>
            <a:headEnd/>
            <a:tailEnd/>
          </a:ln>
          <a:effectLst/>
        </p:spPr>
        <p:txBody>
          <a:bodyPr wrap="none">
            <a:prstTxWarp prst="textNoShape">
              <a:avLst/>
            </a:prstTxWarp>
            <a:spAutoFit/>
          </a:bodyPr>
          <a:lstStyle/>
          <a:p>
            <a:r>
              <a:rPr lang="en-US"/>
              <a:t>1</a:t>
            </a:r>
          </a:p>
        </p:txBody>
      </p:sp>
      <p:sp>
        <p:nvSpPr>
          <p:cNvPr id="85" name="Text Box 82"/>
          <p:cNvSpPr txBox="1">
            <a:spLocks noChangeArrowheads="1"/>
          </p:cNvSpPr>
          <p:nvPr/>
        </p:nvSpPr>
        <p:spPr bwMode="auto">
          <a:xfrm>
            <a:off x="542420" y="4340386"/>
            <a:ext cx="311304" cy="369332"/>
          </a:xfrm>
          <a:prstGeom prst="rect">
            <a:avLst/>
          </a:prstGeom>
          <a:noFill/>
          <a:ln w="9525">
            <a:noFill/>
            <a:miter lim="800000"/>
            <a:headEnd/>
            <a:tailEnd/>
          </a:ln>
          <a:effectLst/>
        </p:spPr>
        <p:txBody>
          <a:bodyPr wrap="none">
            <a:prstTxWarp prst="textNoShape">
              <a:avLst/>
            </a:prstTxWarp>
            <a:spAutoFit/>
          </a:bodyPr>
          <a:lstStyle/>
          <a:p>
            <a:r>
              <a:rPr lang="en-US" dirty="0"/>
              <a:t>2</a:t>
            </a:r>
          </a:p>
        </p:txBody>
      </p:sp>
      <p:sp>
        <p:nvSpPr>
          <p:cNvPr id="86" name="Text Box 83"/>
          <p:cNvSpPr txBox="1">
            <a:spLocks noChangeArrowheads="1"/>
          </p:cNvSpPr>
          <p:nvPr/>
        </p:nvSpPr>
        <p:spPr bwMode="auto">
          <a:xfrm>
            <a:off x="542420" y="5429462"/>
            <a:ext cx="311304" cy="369332"/>
          </a:xfrm>
          <a:prstGeom prst="rect">
            <a:avLst/>
          </a:prstGeom>
          <a:noFill/>
          <a:ln w="9525">
            <a:noFill/>
            <a:miter lim="800000"/>
            <a:headEnd/>
            <a:tailEnd/>
          </a:ln>
          <a:effectLst/>
        </p:spPr>
        <p:txBody>
          <a:bodyPr wrap="none">
            <a:prstTxWarp prst="textNoShape">
              <a:avLst/>
            </a:prstTxWarp>
            <a:spAutoFit/>
          </a:bodyPr>
          <a:lstStyle/>
          <a:p>
            <a:r>
              <a:rPr lang="en-US" dirty="0"/>
              <a:t>3</a:t>
            </a:r>
          </a:p>
        </p:txBody>
      </p:sp>
      <p:sp>
        <p:nvSpPr>
          <p:cNvPr id="87" name="Line 84"/>
          <p:cNvSpPr>
            <a:spLocks noChangeShapeType="1"/>
          </p:cNvSpPr>
          <p:nvPr/>
        </p:nvSpPr>
        <p:spPr bwMode="auto">
          <a:xfrm>
            <a:off x="5043933" y="2670470"/>
            <a:ext cx="0"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8" name="Line 85"/>
          <p:cNvSpPr>
            <a:spLocks noChangeShapeType="1"/>
          </p:cNvSpPr>
          <p:nvPr/>
        </p:nvSpPr>
        <p:spPr bwMode="auto">
          <a:xfrm>
            <a:off x="5697378" y="2670470"/>
            <a:ext cx="0"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9" name="Line 86"/>
          <p:cNvSpPr>
            <a:spLocks noChangeShapeType="1"/>
          </p:cNvSpPr>
          <p:nvPr/>
        </p:nvSpPr>
        <p:spPr bwMode="auto">
          <a:xfrm>
            <a:off x="2430151" y="3686941"/>
            <a:ext cx="0"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90" name="Line 87"/>
          <p:cNvSpPr>
            <a:spLocks noChangeShapeType="1"/>
          </p:cNvSpPr>
          <p:nvPr/>
        </p:nvSpPr>
        <p:spPr bwMode="auto">
          <a:xfrm>
            <a:off x="3083597" y="3686941"/>
            <a:ext cx="0"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91" name="Line 88"/>
          <p:cNvSpPr>
            <a:spLocks noChangeShapeType="1"/>
          </p:cNvSpPr>
          <p:nvPr/>
        </p:nvSpPr>
        <p:spPr bwMode="auto">
          <a:xfrm flipH="1">
            <a:off x="2647966" y="3686941"/>
            <a:ext cx="2323361"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92" name="Line 89"/>
          <p:cNvSpPr>
            <a:spLocks noChangeShapeType="1"/>
          </p:cNvSpPr>
          <p:nvPr/>
        </p:nvSpPr>
        <p:spPr bwMode="auto">
          <a:xfrm>
            <a:off x="1776706" y="4776016"/>
            <a:ext cx="0"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93" name="Line 90"/>
          <p:cNvSpPr>
            <a:spLocks noChangeShapeType="1"/>
          </p:cNvSpPr>
          <p:nvPr/>
        </p:nvSpPr>
        <p:spPr bwMode="auto">
          <a:xfrm flipH="1">
            <a:off x="1341076" y="4776016"/>
            <a:ext cx="1089076"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94" name="Line 91"/>
          <p:cNvSpPr>
            <a:spLocks noChangeShapeType="1"/>
          </p:cNvSpPr>
          <p:nvPr/>
        </p:nvSpPr>
        <p:spPr bwMode="auto">
          <a:xfrm flipH="1">
            <a:off x="1921916" y="4776016"/>
            <a:ext cx="1161681"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95" name="Text Box 92"/>
          <p:cNvSpPr txBox="1">
            <a:spLocks noChangeArrowheads="1"/>
          </p:cNvSpPr>
          <p:nvPr/>
        </p:nvSpPr>
        <p:spPr bwMode="auto">
          <a:xfrm>
            <a:off x="1413681" y="1556792"/>
            <a:ext cx="744114" cy="261610"/>
          </a:xfrm>
          <a:prstGeom prst="rect">
            <a:avLst/>
          </a:prstGeom>
          <a:noFill/>
          <a:ln w="9525">
            <a:noFill/>
            <a:miter lim="800000"/>
            <a:headEnd/>
            <a:tailEnd/>
          </a:ln>
          <a:effectLst/>
        </p:spPr>
        <p:txBody>
          <a:bodyPr wrap="none">
            <a:prstTxWarp prst="textNoShape">
              <a:avLst/>
            </a:prstTxWarp>
            <a:spAutoFit/>
          </a:bodyPr>
          <a:lstStyle/>
          <a:p>
            <a:r>
              <a:rPr lang="en-US" sz="1100"/>
              <a:t>Thread 1</a:t>
            </a:r>
          </a:p>
        </p:txBody>
      </p:sp>
      <p:sp>
        <p:nvSpPr>
          <p:cNvPr id="96" name="Text Box 93"/>
          <p:cNvSpPr txBox="1">
            <a:spLocks noChangeArrowheads="1"/>
          </p:cNvSpPr>
          <p:nvPr/>
        </p:nvSpPr>
        <p:spPr bwMode="auto">
          <a:xfrm>
            <a:off x="2067126" y="1556792"/>
            <a:ext cx="744114" cy="261610"/>
          </a:xfrm>
          <a:prstGeom prst="rect">
            <a:avLst/>
          </a:prstGeom>
          <a:noFill/>
          <a:ln w="9525">
            <a:noFill/>
            <a:miter lim="800000"/>
            <a:headEnd/>
            <a:tailEnd/>
          </a:ln>
          <a:effectLst/>
        </p:spPr>
        <p:txBody>
          <a:bodyPr wrap="none">
            <a:prstTxWarp prst="textNoShape">
              <a:avLst/>
            </a:prstTxWarp>
            <a:spAutoFit/>
          </a:bodyPr>
          <a:lstStyle/>
          <a:p>
            <a:r>
              <a:rPr lang="en-US" sz="1100" dirty="0"/>
              <a:t>Thread 2</a:t>
            </a:r>
          </a:p>
        </p:txBody>
      </p:sp>
      <p:sp>
        <p:nvSpPr>
          <p:cNvPr id="97" name="Text Box 94"/>
          <p:cNvSpPr txBox="1">
            <a:spLocks noChangeArrowheads="1"/>
          </p:cNvSpPr>
          <p:nvPr/>
        </p:nvSpPr>
        <p:spPr bwMode="auto">
          <a:xfrm>
            <a:off x="4644008" y="1556792"/>
            <a:ext cx="821059" cy="261610"/>
          </a:xfrm>
          <a:prstGeom prst="rect">
            <a:avLst/>
          </a:prstGeom>
          <a:noFill/>
          <a:ln w="9525">
            <a:noFill/>
            <a:miter lim="800000"/>
            <a:headEnd/>
            <a:tailEnd/>
          </a:ln>
          <a:effectLst/>
        </p:spPr>
        <p:txBody>
          <a:bodyPr wrap="none">
            <a:prstTxWarp prst="textNoShape">
              <a:avLst/>
            </a:prstTxWarp>
            <a:spAutoFit/>
          </a:bodyPr>
          <a:lstStyle/>
          <a:p>
            <a:r>
              <a:rPr lang="en-US" sz="1100" dirty="0"/>
              <a:t>Thread 14</a:t>
            </a:r>
          </a:p>
        </p:txBody>
      </p:sp>
      <p:sp>
        <p:nvSpPr>
          <p:cNvPr id="98" name="Text Box 95"/>
          <p:cNvSpPr txBox="1">
            <a:spLocks noChangeArrowheads="1"/>
          </p:cNvSpPr>
          <p:nvPr/>
        </p:nvSpPr>
        <p:spPr bwMode="auto">
          <a:xfrm>
            <a:off x="5334353" y="1556792"/>
            <a:ext cx="821059" cy="261610"/>
          </a:xfrm>
          <a:prstGeom prst="rect">
            <a:avLst/>
          </a:prstGeom>
          <a:noFill/>
          <a:ln w="9525">
            <a:noFill/>
            <a:miter lim="800000"/>
            <a:headEnd/>
            <a:tailEnd/>
          </a:ln>
          <a:effectLst/>
        </p:spPr>
        <p:txBody>
          <a:bodyPr wrap="none">
            <a:prstTxWarp prst="textNoShape">
              <a:avLst/>
            </a:prstTxWarp>
            <a:spAutoFit/>
          </a:bodyPr>
          <a:lstStyle/>
          <a:p>
            <a:r>
              <a:rPr lang="en-US" sz="1100"/>
              <a:t>Thread 15</a:t>
            </a:r>
          </a:p>
        </p:txBody>
      </p:sp>
      <p:sp>
        <p:nvSpPr>
          <p:cNvPr id="99" name="Text Box 87"/>
          <p:cNvSpPr txBox="1">
            <a:spLocks noChangeArrowheads="1"/>
          </p:cNvSpPr>
          <p:nvPr/>
        </p:nvSpPr>
        <p:spPr bwMode="auto">
          <a:xfrm rot="16200000">
            <a:off x="-180484" y="5085369"/>
            <a:ext cx="980168" cy="320672"/>
          </a:xfrm>
          <a:prstGeom prst="rect">
            <a:avLst/>
          </a:prstGeom>
          <a:noFill/>
          <a:ln w="9525">
            <a:noFill/>
            <a:miter lim="800000"/>
            <a:headEnd/>
            <a:tailEnd/>
          </a:ln>
          <a:effectLst/>
        </p:spPr>
        <p:txBody>
          <a:bodyPr wrap="none">
            <a:prstTxWarp prst="textNoShape">
              <a:avLst/>
            </a:prstTxWarp>
            <a:spAutoFit/>
          </a:bodyPr>
          <a:lstStyle/>
          <a:p>
            <a:r>
              <a:rPr lang="en-US" sz="1600" dirty="0"/>
              <a:t>iterations</a:t>
            </a:r>
          </a:p>
        </p:txBody>
      </p:sp>
      <p:sp>
        <p:nvSpPr>
          <p:cNvPr id="100" name="Line 88"/>
          <p:cNvSpPr>
            <a:spLocks noChangeShapeType="1"/>
          </p:cNvSpPr>
          <p:nvPr/>
        </p:nvSpPr>
        <p:spPr bwMode="auto">
          <a:xfrm>
            <a:off x="469815" y="5075205"/>
            <a:ext cx="0" cy="726050"/>
          </a:xfrm>
          <a:prstGeom prst="line">
            <a:avLst/>
          </a:prstGeom>
          <a:noFill/>
          <a:ln w="38100">
            <a:solidFill>
              <a:schemeClr val="tx1"/>
            </a:solidFill>
            <a:round/>
            <a:headEnd/>
            <a:tailEnd type="triangle" w="med" len="med"/>
          </a:ln>
          <a:effectLst/>
        </p:spPr>
        <p:txBody>
          <a:bodyPr>
            <a:prstTxWarp prst="textNoShape">
              <a:avLst/>
            </a:prstTxWarp>
          </a:bodyPr>
          <a:lstStyle/>
          <a:p>
            <a:endParaRPr lang="es-ES_tradnl"/>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84</a:t>
            </a:fld>
            <a:endParaRPr lang="en-US" altLang="en-US"/>
          </a:p>
        </p:txBody>
      </p:sp>
      <p:sp>
        <p:nvSpPr>
          <p:cNvPr id="102" name="CuadroTexto 26">
            <a:extLst>
              <a:ext uri="{FF2B5EF4-FFF2-40B4-BE49-F238E27FC236}">
                <a16:creationId xmlns:a16="http://schemas.microsoft.com/office/drawing/2014/main" id="{9BBD14E6-7C12-094E-80BE-D5360A3E1470}"/>
              </a:ext>
            </a:extLst>
          </p:cNvPr>
          <p:cNvSpPr txBox="1"/>
          <p:nvPr/>
        </p:nvSpPr>
        <p:spPr>
          <a:xfrm>
            <a:off x="228600" y="6495225"/>
            <a:ext cx="1274708" cy="215444"/>
          </a:xfrm>
          <a:prstGeom prst="rect">
            <a:avLst/>
          </a:prstGeom>
          <a:noFill/>
        </p:spPr>
        <p:txBody>
          <a:bodyPr wrap="none" rtlCol="0">
            <a:spAutoFit/>
          </a:bodyPr>
          <a:lstStyle/>
          <a:p>
            <a:r>
              <a:rPr lang="en-US" sz="800" dirty="0"/>
              <a:t>Slide credit: </a:t>
            </a:r>
            <a:r>
              <a:rPr lang="en-US" sz="800" dirty="0" err="1"/>
              <a:t>Hwu</a:t>
            </a:r>
            <a:r>
              <a:rPr lang="en-US" sz="800" dirty="0"/>
              <a:t> &amp; Kirk</a:t>
            </a:r>
          </a:p>
        </p:txBody>
      </p:sp>
      <p:sp>
        <p:nvSpPr>
          <p:cNvPr id="101" name="Text Box 93">
            <a:extLst>
              <a:ext uri="{FF2B5EF4-FFF2-40B4-BE49-F238E27FC236}">
                <a16:creationId xmlns:a16="http://schemas.microsoft.com/office/drawing/2014/main" id="{3F240E91-1B52-7843-A63A-BEDA2889C7C1}"/>
              </a:ext>
            </a:extLst>
          </p:cNvPr>
          <p:cNvSpPr txBox="1">
            <a:spLocks noChangeArrowheads="1"/>
          </p:cNvSpPr>
          <p:nvPr/>
        </p:nvSpPr>
        <p:spPr bwMode="auto">
          <a:xfrm>
            <a:off x="2787358" y="1503481"/>
            <a:ext cx="309700" cy="276999"/>
          </a:xfrm>
          <a:prstGeom prst="rect">
            <a:avLst/>
          </a:prstGeom>
          <a:noFill/>
          <a:ln w="9525">
            <a:noFill/>
            <a:miter lim="800000"/>
            <a:headEnd/>
            <a:tailEnd/>
          </a:ln>
          <a:effectLst/>
        </p:spPr>
        <p:txBody>
          <a:bodyPr wrap="none">
            <a:prstTxWarp prst="textNoShape">
              <a:avLst/>
            </a:prstTxWarp>
            <a:spAutoFit/>
          </a:bodyPr>
          <a:lstStyle/>
          <a:p>
            <a:r>
              <a:rPr lang="en-US" sz="1200" dirty="0"/>
              <a:t>…</a:t>
            </a:r>
          </a:p>
        </p:txBody>
      </p:sp>
    </p:spTree>
    <p:extLst>
      <p:ext uri="{BB962C8B-B14F-4D97-AF65-F5344CB8AC3E}">
        <p14:creationId xmlns:p14="http://schemas.microsoft.com/office/powerpoint/2010/main" val="27029970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8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0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4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44"/>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4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46"/>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47"/>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48"/>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49"/>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50"/>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51"/>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52"/>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53"/>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54"/>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78"/>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79"/>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80"/>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81"/>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83"/>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85"/>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89"/>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90"/>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91"/>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55"/>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56"/>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57"/>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58"/>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59"/>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60"/>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61"/>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62"/>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63"/>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64"/>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65"/>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66"/>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82"/>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86"/>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92"/>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93"/>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94"/>
                                        </p:tgtEl>
                                        <p:attrNameLst>
                                          <p:attrName>style.visibility</p:attrName>
                                        </p:attrNameLst>
                                      </p:cBhvr>
                                      <p:to>
                                        <p:strVal val="visible"/>
                                      </p:to>
                                    </p:set>
                                  </p:childTnLst>
                                </p:cTn>
                              </p:par>
                              <p:par>
                                <p:cTn id="169" presetID="1" presetClass="entr" presetSubtype="0" fill="hold" grpId="1" nodeType="withEffect">
                                  <p:stCondLst>
                                    <p:cond delay="0"/>
                                  </p:stCondLst>
                                  <p:childTnLst>
                                    <p:set>
                                      <p:cBhvr>
                                        <p:cTn id="170" dur="1" fill="hold">
                                          <p:stCondLst>
                                            <p:cond delay="0"/>
                                          </p:stCondLst>
                                        </p:cTn>
                                        <p:tgtEl>
                                          <p:spTgt spid="99"/>
                                        </p:tgtEl>
                                        <p:attrNameLst>
                                          <p:attrName>style.visibility</p:attrName>
                                        </p:attrNameLst>
                                      </p:cBhvr>
                                      <p:to>
                                        <p:strVal val="visible"/>
                                      </p:to>
                                    </p:set>
                                  </p:childTnLst>
                                </p:cTn>
                              </p:par>
                              <p:par>
                                <p:cTn id="171" presetID="1" presetClass="entr" presetSubtype="0" fill="hold" grpId="1" nodeType="withEffect">
                                  <p:stCondLst>
                                    <p:cond delay="0"/>
                                  </p:stCondLst>
                                  <p:childTnLst>
                                    <p:set>
                                      <p:cBhvr>
                                        <p:cTn id="172" dur="1" fill="hold">
                                          <p:stCondLst>
                                            <p:cond delay="0"/>
                                          </p:stCondLst>
                                        </p:cTn>
                                        <p:tgtEl>
                                          <p:spTgt spid="100"/>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p:bldP spid="85" grpId="0"/>
      <p:bldP spid="86" grpId="0"/>
      <p:bldP spid="87" grpId="0" animBg="1"/>
      <p:bldP spid="88" grpId="0" animBg="1"/>
      <p:bldP spid="89" grpId="0" animBg="1"/>
      <p:bldP spid="90" grpId="0" animBg="1"/>
      <p:bldP spid="91" grpId="0" animBg="1"/>
      <p:bldP spid="92" grpId="0" animBg="1"/>
      <p:bldP spid="93" grpId="0" animBg="1"/>
      <p:bldP spid="94" grpId="0" animBg="1"/>
      <p:bldP spid="95" grpId="0"/>
      <p:bldP spid="96" grpId="0"/>
      <p:bldP spid="97" grpId="0"/>
      <p:bldP spid="98" grpId="0"/>
      <p:bldP spid="99" grpId="0"/>
      <p:bldP spid="99" grpId="1"/>
      <p:bldP spid="100" grpId="0" animBg="1"/>
      <p:bldP spid="100" grpId="1" animBg="1"/>
      <p:bldP spid="101"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Divergence-Free Mapping (II)</a:t>
            </a:r>
            <a:endParaRPr lang="en-US" b="1" dirty="0"/>
          </a:p>
        </p:txBody>
      </p:sp>
      <p:sp>
        <p:nvSpPr>
          <p:cNvPr id="3" name="Marcador de contenido 2"/>
          <p:cNvSpPr>
            <a:spLocks noGrp="1"/>
          </p:cNvSpPr>
          <p:nvPr>
            <p:ph idx="1"/>
          </p:nvPr>
        </p:nvSpPr>
        <p:spPr>
          <a:xfrm>
            <a:off x="251521" y="908720"/>
            <a:ext cx="8568952" cy="5472534"/>
          </a:xfrm>
        </p:spPr>
        <p:txBody>
          <a:bodyPr>
            <a:normAutofit/>
          </a:bodyPr>
          <a:lstStyle/>
          <a:p>
            <a:r>
              <a:rPr lang="en-US" dirty="0"/>
              <a:t>Program with </a:t>
            </a:r>
            <a:r>
              <a:rPr lang="en-US" dirty="0">
                <a:solidFill>
                  <a:srgbClr val="00B050"/>
                </a:solidFill>
              </a:rPr>
              <a:t>high SIMD utilization</a:t>
            </a:r>
          </a:p>
        </p:txBody>
      </p:sp>
      <p:sp>
        <p:nvSpPr>
          <p:cNvPr id="5" name="CuadroTexto 4"/>
          <p:cNvSpPr txBox="1"/>
          <p:nvPr/>
        </p:nvSpPr>
        <p:spPr>
          <a:xfrm>
            <a:off x="594832" y="1905506"/>
            <a:ext cx="7954336" cy="3046988"/>
          </a:xfrm>
          <a:prstGeom prst="rect">
            <a:avLst/>
          </a:prstGeom>
          <a:solidFill>
            <a:schemeClr val="bg1">
              <a:lumMod val="95000"/>
            </a:schemeClr>
          </a:solidFill>
        </p:spPr>
        <p:txBody>
          <a:bodyPr wrap="square" rtlCol="0">
            <a:spAutoFit/>
          </a:bodyPr>
          <a:lstStyle/>
          <a:p>
            <a:pPr marL="0" lvl="1" indent="-403225"/>
            <a:r>
              <a:rPr lang="en-US" sz="1600" dirty="0">
                <a:latin typeface="Courier"/>
                <a:cs typeface="Courier"/>
              </a:rPr>
              <a:t>__shared__ float </a:t>
            </a:r>
            <a:r>
              <a:rPr lang="en-US" sz="1600" dirty="0" err="1">
                <a:latin typeface="Courier"/>
                <a:cs typeface="Courier"/>
              </a:rPr>
              <a:t>partialSum</a:t>
            </a:r>
            <a:r>
              <a:rPr lang="en-US" sz="1600" dirty="0">
                <a:latin typeface="Courier"/>
                <a:cs typeface="Courier"/>
              </a:rPr>
              <a:t>[]</a:t>
            </a:r>
          </a:p>
          <a:p>
            <a:pPr marL="0" lvl="1" indent="-403225"/>
            <a:endParaRPr lang="en-US" sz="1600" dirty="0">
              <a:latin typeface="Courier"/>
              <a:cs typeface="Courier"/>
            </a:endParaRPr>
          </a:p>
          <a:p>
            <a:pPr marL="0" lvl="1" indent="-403225"/>
            <a:r>
              <a:rPr lang="en-US" sz="1600" dirty="0">
                <a:latin typeface="Courier"/>
                <a:cs typeface="Courier"/>
              </a:rPr>
              <a:t>unsigned </a:t>
            </a:r>
            <a:r>
              <a:rPr lang="en-US" sz="1600" dirty="0" err="1">
                <a:latin typeface="Courier"/>
                <a:cs typeface="Courier"/>
              </a:rPr>
              <a:t>int</a:t>
            </a:r>
            <a:r>
              <a:rPr lang="en-US" sz="1600" dirty="0">
                <a:latin typeface="Courier"/>
                <a:cs typeface="Courier"/>
              </a:rPr>
              <a:t> t = </a:t>
            </a:r>
            <a:r>
              <a:rPr lang="en-US" sz="1600" dirty="0" err="1">
                <a:latin typeface="Courier"/>
                <a:cs typeface="Courier"/>
              </a:rPr>
              <a:t>threadIdx.x</a:t>
            </a:r>
            <a:r>
              <a:rPr lang="en-US" sz="1600" dirty="0">
                <a:latin typeface="Courier"/>
                <a:cs typeface="Courier"/>
              </a:rPr>
              <a:t>;</a:t>
            </a:r>
          </a:p>
          <a:p>
            <a:pPr marL="0" lvl="1" indent="-403225"/>
            <a:endParaRPr lang="en-US" sz="1600" dirty="0">
              <a:latin typeface="Courier"/>
              <a:cs typeface="Courier"/>
            </a:endParaRPr>
          </a:p>
          <a:p>
            <a:pPr marL="0" lvl="1" indent="-403225"/>
            <a:r>
              <a:rPr lang="en-US" sz="1600" dirty="0">
                <a:solidFill>
                  <a:srgbClr val="0000FF"/>
                </a:solidFill>
                <a:latin typeface="Courier"/>
                <a:cs typeface="Courier"/>
              </a:rPr>
              <a:t>for (</a:t>
            </a:r>
            <a:r>
              <a:rPr lang="en-US" sz="1600" dirty="0" err="1">
                <a:solidFill>
                  <a:srgbClr val="0000FF"/>
                </a:solidFill>
                <a:latin typeface="Courier"/>
                <a:cs typeface="Courier"/>
              </a:rPr>
              <a:t>int</a:t>
            </a:r>
            <a:r>
              <a:rPr lang="en-US" sz="1600" dirty="0">
                <a:solidFill>
                  <a:srgbClr val="0000FF"/>
                </a:solidFill>
                <a:latin typeface="Courier"/>
                <a:cs typeface="Courier"/>
              </a:rPr>
              <a:t> stride = </a:t>
            </a:r>
            <a:r>
              <a:rPr lang="en-US" sz="1600" dirty="0" err="1">
                <a:solidFill>
                  <a:srgbClr val="0000FF"/>
                </a:solidFill>
                <a:latin typeface="Courier"/>
                <a:cs typeface="Courier"/>
              </a:rPr>
              <a:t>blockDim.x</a:t>
            </a:r>
            <a:r>
              <a:rPr lang="en-US" sz="1600" dirty="0">
                <a:solidFill>
                  <a:srgbClr val="0000FF"/>
                </a:solidFill>
                <a:latin typeface="Courier"/>
                <a:cs typeface="Courier"/>
              </a:rPr>
              <a:t>; stride &gt; 0;  stride &gt;&gt; 1){</a:t>
            </a:r>
          </a:p>
          <a:p>
            <a:pPr marL="0" lvl="1" indent="-403225"/>
            <a:endParaRPr lang="en-US" sz="1600" dirty="0">
              <a:latin typeface="Courier"/>
              <a:cs typeface="Courier"/>
            </a:endParaRPr>
          </a:p>
          <a:p>
            <a:pPr marL="0" lvl="1" indent="-403225"/>
            <a:r>
              <a:rPr lang="en-US" sz="1600" dirty="0">
                <a:latin typeface="Courier"/>
                <a:cs typeface="Courier"/>
              </a:rPr>
              <a:t>  __</a:t>
            </a:r>
            <a:r>
              <a:rPr lang="en-US" sz="1600" dirty="0" err="1">
                <a:latin typeface="Courier"/>
                <a:cs typeface="Courier"/>
              </a:rPr>
              <a:t>syncthreads</a:t>
            </a:r>
            <a:r>
              <a:rPr lang="en-US" sz="1600" dirty="0">
                <a:latin typeface="Courier"/>
                <a:cs typeface="Courier"/>
              </a:rPr>
              <a:t>();</a:t>
            </a:r>
          </a:p>
          <a:p>
            <a:pPr marL="0" lvl="1" indent="-403225"/>
            <a:endParaRPr lang="en-US" sz="1600" dirty="0">
              <a:latin typeface="Courier"/>
              <a:cs typeface="Courier"/>
            </a:endParaRPr>
          </a:p>
          <a:p>
            <a:pPr marL="0" lvl="1" indent="-403225"/>
            <a:r>
              <a:rPr lang="en-US" sz="1600" dirty="0">
                <a:solidFill>
                  <a:srgbClr val="00B050"/>
                </a:solidFill>
                <a:latin typeface="Courier"/>
                <a:cs typeface="Courier"/>
              </a:rPr>
              <a:t>  if (t &lt; stride)</a:t>
            </a:r>
          </a:p>
          <a:p>
            <a:pPr marL="0" lvl="1" indent="-403225"/>
            <a:r>
              <a:rPr lang="en-US" sz="1600" dirty="0">
                <a:latin typeface="Courier"/>
                <a:cs typeface="Courier"/>
              </a:rPr>
              <a:t>    </a:t>
            </a:r>
            <a:r>
              <a:rPr lang="en-US" sz="1600" dirty="0" err="1">
                <a:latin typeface="Courier"/>
                <a:cs typeface="Courier"/>
              </a:rPr>
              <a:t>partialSum</a:t>
            </a:r>
            <a:r>
              <a:rPr lang="en-US" sz="1600" dirty="0">
                <a:latin typeface="Courier"/>
                <a:cs typeface="Courier"/>
              </a:rPr>
              <a:t>[t] += </a:t>
            </a:r>
            <a:r>
              <a:rPr lang="en-US" sz="1600" dirty="0" err="1">
                <a:latin typeface="Courier"/>
                <a:cs typeface="Courier"/>
              </a:rPr>
              <a:t>partialSum</a:t>
            </a:r>
            <a:r>
              <a:rPr lang="en-US" sz="1600" dirty="0">
                <a:latin typeface="Courier"/>
                <a:cs typeface="Courier"/>
              </a:rPr>
              <a:t>[t + stride];</a:t>
            </a:r>
          </a:p>
          <a:p>
            <a:pPr marL="0" lvl="1" indent="-403225"/>
            <a:endParaRPr lang="en-US" sz="1600" dirty="0">
              <a:latin typeface="Courier"/>
              <a:cs typeface="Courier"/>
            </a:endParaRPr>
          </a:p>
          <a:p>
            <a:pPr marL="0" lvl="1" indent="-403225"/>
            <a:r>
              <a:rPr lang="en-US" sz="1600" dirty="0">
                <a:latin typeface="Courier"/>
                <a:cs typeface="Courier"/>
              </a:rPr>
              <a:t>}</a:t>
            </a: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85</a:t>
            </a:fld>
            <a:endParaRPr lang="en-US" altLang="en-US"/>
          </a:p>
        </p:txBody>
      </p:sp>
    </p:spTree>
    <p:extLst>
      <p:ext uri="{BB962C8B-B14F-4D97-AF65-F5344CB8AC3E}">
        <p14:creationId xmlns:p14="http://schemas.microsoft.com/office/powerpoint/2010/main" val="2672961387"/>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4E67CC82-8E55-4B79-96CC-73403CE6B151}"/>
              </a:ext>
            </a:extLst>
          </p:cNvPr>
          <p:cNvSpPr/>
          <p:nvPr/>
        </p:nvSpPr>
        <p:spPr bwMode="auto">
          <a:xfrm>
            <a:off x="1828800" y="3528586"/>
            <a:ext cx="990600" cy="433814"/>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48129" name="Title 1">
            <a:extLst>
              <a:ext uri="{FF2B5EF4-FFF2-40B4-BE49-F238E27FC236}">
                <a16:creationId xmlns:a16="http://schemas.microsoft.com/office/drawing/2014/main" id="{BBD9C82C-F0B5-4A4B-BCA7-11F88EDA05B4}"/>
              </a:ext>
            </a:extLst>
          </p:cNvPr>
          <p:cNvSpPr>
            <a:spLocks noGrp="1"/>
          </p:cNvSpPr>
          <p:nvPr>
            <p:ph type="title"/>
          </p:nvPr>
        </p:nvSpPr>
        <p:spPr>
          <a:xfrm>
            <a:off x="228600" y="152400"/>
            <a:ext cx="8915400" cy="1066800"/>
          </a:xfrm>
        </p:spPr>
        <p:txBody>
          <a:bodyPr/>
          <a:lstStyle/>
          <a:p>
            <a:r>
              <a:rPr lang="en-US" altLang="en-US" sz="3200">
                <a:ea typeface="ＭＳ Ｐゴシック" panose="020B0600070205080204" pitchFamily="34" charset="-128"/>
              </a:rPr>
              <a:t>Programming Model vs. Hardware Execution Model</a:t>
            </a:r>
          </a:p>
        </p:txBody>
      </p:sp>
      <p:sp>
        <p:nvSpPr>
          <p:cNvPr id="48131" name="Slide Number Placeholder 3">
            <a:extLst>
              <a:ext uri="{FF2B5EF4-FFF2-40B4-BE49-F238E27FC236}">
                <a16:creationId xmlns:a16="http://schemas.microsoft.com/office/drawing/2014/main" id="{87C60E1E-8D42-434B-A93F-E05A2BC4EDF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CC74429-DF7E-2044-ADB1-24FE678BCABB}"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86</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2" name="矩形 1">
            <a:extLst>
              <a:ext uri="{FF2B5EF4-FFF2-40B4-BE49-F238E27FC236}">
                <a16:creationId xmlns:a16="http://schemas.microsoft.com/office/drawing/2014/main" id="{8CEEACD0-A3BD-4B0B-A7F0-EB2BA96BA811}"/>
              </a:ext>
            </a:extLst>
          </p:cNvPr>
          <p:cNvSpPr/>
          <p:nvPr/>
        </p:nvSpPr>
        <p:spPr>
          <a:xfrm>
            <a:off x="533400" y="1252904"/>
            <a:ext cx="3902030" cy="400110"/>
          </a:xfrm>
          <a:prstGeom prst="rect">
            <a:avLst/>
          </a:prstGeom>
        </p:spPr>
        <p:txBody>
          <a:bodyPr wrap="none">
            <a:spAutoFit/>
          </a:bodyPr>
          <a:lstStyle/>
          <a:p>
            <a:r>
              <a:rPr lang="en-US" altLang="en-US" sz="2000" b="1" dirty="0">
                <a:solidFill>
                  <a:srgbClr val="0432FF"/>
                </a:solidFill>
              </a:rPr>
              <a:t>Hardware Programming Model</a:t>
            </a:r>
            <a:endParaRPr lang="zh-CN" altLang="en-US" sz="2000" b="1" dirty="0"/>
          </a:p>
        </p:txBody>
      </p:sp>
      <p:sp>
        <p:nvSpPr>
          <p:cNvPr id="4" name="矩形 3">
            <a:extLst>
              <a:ext uri="{FF2B5EF4-FFF2-40B4-BE49-F238E27FC236}">
                <a16:creationId xmlns:a16="http://schemas.microsoft.com/office/drawing/2014/main" id="{CFD28EF4-7A89-41B6-B14B-E7A6958D19AB}"/>
              </a:ext>
            </a:extLst>
          </p:cNvPr>
          <p:cNvSpPr/>
          <p:nvPr/>
        </p:nvSpPr>
        <p:spPr>
          <a:xfrm>
            <a:off x="5638800" y="1274520"/>
            <a:ext cx="2662908" cy="400110"/>
          </a:xfrm>
          <a:prstGeom prst="rect">
            <a:avLst/>
          </a:prstGeom>
        </p:spPr>
        <p:txBody>
          <a:bodyPr wrap="none">
            <a:spAutoFit/>
          </a:bodyPr>
          <a:lstStyle/>
          <a:p>
            <a:r>
              <a:rPr lang="en-US" altLang="en-US" sz="2000" b="1" dirty="0">
                <a:solidFill>
                  <a:srgbClr val="FF2600"/>
                </a:solidFill>
              </a:rPr>
              <a:t>Programming Model</a:t>
            </a:r>
            <a:endParaRPr lang="zh-CN" altLang="en-US" sz="2000" b="1" dirty="0">
              <a:solidFill>
                <a:srgbClr val="FF2600"/>
              </a:solidFill>
            </a:endParaRPr>
          </a:p>
        </p:txBody>
      </p:sp>
      <p:sp>
        <p:nvSpPr>
          <p:cNvPr id="5" name="矩形: 圆角 4">
            <a:extLst>
              <a:ext uri="{FF2B5EF4-FFF2-40B4-BE49-F238E27FC236}">
                <a16:creationId xmlns:a16="http://schemas.microsoft.com/office/drawing/2014/main" id="{74E620A7-4C93-4741-833E-232B3AB7B797}"/>
              </a:ext>
            </a:extLst>
          </p:cNvPr>
          <p:cNvSpPr/>
          <p:nvPr/>
        </p:nvSpPr>
        <p:spPr bwMode="auto">
          <a:xfrm>
            <a:off x="2057400" y="4648200"/>
            <a:ext cx="533400" cy="304800"/>
          </a:xfrm>
          <a:prstGeom prst="round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rgbClr val="0432FF"/>
                </a:solidFill>
                <a:effectLst/>
                <a:latin typeface="Arial Narrow" panose="020B0606020202030204" pitchFamily="34" charset="0"/>
              </a:rPr>
              <a:t>Core</a:t>
            </a:r>
            <a:endParaRPr kumimoji="0" lang="zh-CN" altLang="en-US" sz="1200" b="0" i="0" u="none" strike="noStrike" cap="none" normalizeH="0" baseline="0" dirty="0">
              <a:ln>
                <a:noFill/>
              </a:ln>
              <a:solidFill>
                <a:srgbClr val="0432FF"/>
              </a:solidFill>
              <a:effectLst/>
              <a:latin typeface="Arial Narrow" panose="020B0606020202030204" pitchFamily="34" charset="0"/>
            </a:endParaRPr>
          </a:p>
        </p:txBody>
      </p:sp>
      <p:sp>
        <p:nvSpPr>
          <p:cNvPr id="9" name="矩形: 圆角 8">
            <a:extLst>
              <a:ext uri="{FF2B5EF4-FFF2-40B4-BE49-F238E27FC236}">
                <a16:creationId xmlns:a16="http://schemas.microsoft.com/office/drawing/2014/main" id="{F0CA4C51-177D-486A-82CF-9F736D995D1D}"/>
              </a:ext>
            </a:extLst>
          </p:cNvPr>
          <p:cNvSpPr/>
          <p:nvPr/>
        </p:nvSpPr>
        <p:spPr bwMode="auto">
          <a:xfrm>
            <a:off x="999803" y="1899141"/>
            <a:ext cx="2657797" cy="1195632"/>
          </a:xfrm>
          <a:prstGeom prst="roundRect">
            <a:avLst/>
          </a:prstGeom>
          <a:solidFill>
            <a:schemeClr val="accent5">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432FF"/>
              </a:solidFill>
              <a:effectLst/>
              <a:latin typeface="Arial Narrow" panose="020B0606020202030204" pitchFamily="34" charset="0"/>
            </a:endParaRPr>
          </a:p>
        </p:txBody>
      </p:sp>
      <p:sp>
        <p:nvSpPr>
          <p:cNvPr id="6" name="矩形 5">
            <a:extLst>
              <a:ext uri="{FF2B5EF4-FFF2-40B4-BE49-F238E27FC236}">
                <a16:creationId xmlns:a16="http://schemas.microsoft.com/office/drawing/2014/main" id="{3B5FEB58-1294-4986-8FF5-01E6545A2605}"/>
              </a:ext>
            </a:extLst>
          </p:cNvPr>
          <p:cNvSpPr/>
          <p:nvPr/>
        </p:nvSpPr>
        <p:spPr>
          <a:xfrm>
            <a:off x="-76200" y="3429000"/>
            <a:ext cx="1676400" cy="646331"/>
          </a:xfrm>
          <a:prstGeom prst="rect">
            <a:avLst/>
          </a:prstGeom>
        </p:spPr>
        <p:txBody>
          <a:bodyPr wrap="square">
            <a:spAutoFit/>
          </a:bodyPr>
          <a:lstStyle/>
          <a:p>
            <a:pPr algn="ctr"/>
            <a:r>
              <a:rPr lang="en-US" altLang="zh-CN" dirty="0">
                <a:solidFill>
                  <a:srgbClr val="0432FF"/>
                </a:solidFill>
                <a:latin typeface="Arial Narrow" panose="020B0606020202030204" pitchFamily="34" charset="0"/>
              </a:rPr>
              <a:t>Streaming</a:t>
            </a:r>
          </a:p>
          <a:p>
            <a:pPr algn="ctr"/>
            <a:r>
              <a:rPr lang="en-US" altLang="zh-CN" dirty="0">
                <a:solidFill>
                  <a:srgbClr val="0432FF"/>
                </a:solidFill>
                <a:latin typeface="Arial Narrow" panose="020B0606020202030204" pitchFamily="34" charset="0"/>
              </a:rPr>
              <a:t> Multi-processor</a:t>
            </a:r>
            <a:endParaRPr lang="zh-CN" altLang="en-US" dirty="0">
              <a:solidFill>
                <a:srgbClr val="0432FF"/>
              </a:solidFill>
              <a:latin typeface="Arial Narrow" panose="020B0606020202030204" pitchFamily="34" charset="0"/>
            </a:endParaRPr>
          </a:p>
        </p:txBody>
      </p:sp>
      <p:sp>
        <p:nvSpPr>
          <p:cNvPr id="7" name="矩形 6">
            <a:extLst>
              <a:ext uri="{FF2B5EF4-FFF2-40B4-BE49-F238E27FC236}">
                <a16:creationId xmlns:a16="http://schemas.microsoft.com/office/drawing/2014/main" id="{2F3F56EF-2141-4640-BCA7-87075AB4EDE8}"/>
              </a:ext>
            </a:extLst>
          </p:cNvPr>
          <p:cNvSpPr/>
          <p:nvPr/>
        </p:nvSpPr>
        <p:spPr>
          <a:xfrm>
            <a:off x="235882" y="2356341"/>
            <a:ext cx="595035" cy="369332"/>
          </a:xfrm>
          <a:prstGeom prst="rect">
            <a:avLst/>
          </a:prstGeom>
        </p:spPr>
        <p:txBody>
          <a:bodyPr wrap="none">
            <a:spAutoFit/>
          </a:bodyPr>
          <a:lstStyle/>
          <a:p>
            <a:r>
              <a:rPr lang="en-US" altLang="zh-CN" dirty="0">
                <a:solidFill>
                  <a:srgbClr val="0432FF"/>
                </a:solidFill>
                <a:latin typeface="Arial Narrow" panose="020B0606020202030204" pitchFamily="34" charset="0"/>
              </a:rPr>
              <a:t>GPU</a:t>
            </a:r>
            <a:endParaRPr lang="zh-CN" altLang="en-US" dirty="0"/>
          </a:p>
        </p:txBody>
      </p:sp>
      <p:sp>
        <p:nvSpPr>
          <p:cNvPr id="12" name="矩形: 圆角 11">
            <a:extLst>
              <a:ext uri="{FF2B5EF4-FFF2-40B4-BE49-F238E27FC236}">
                <a16:creationId xmlns:a16="http://schemas.microsoft.com/office/drawing/2014/main" id="{A390C56B-3B1D-41E5-9CDC-70967E8A3F5E}"/>
              </a:ext>
            </a:extLst>
          </p:cNvPr>
          <p:cNvSpPr/>
          <p:nvPr/>
        </p:nvSpPr>
        <p:spPr bwMode="auto">
          <a:xfrm>
            <a:off x="1905000" y="3591598"/>
            <a:ext cx="152400" cy="134035"/>
          </a:xfrm>
          <a:prstGeom prst="round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a:ln>
                <a:noFill/>
              </a:ln>
              <a:solidFill>
                <a:srgbClr val="0432FF"/>
              </a:solidFill>
              <a:effectLst/>
              <a:latin typeface="Arial Narrow" panose="020B0606020202030204" pitchFamily="34" charset="0"/>
            </a:endParaRPr>
          </a:p>
        </p:txBody>
      </p:sp>
      <p:sp>
        <p:nvSpPr>
          <p:cNvPr id="14" name="矩形: 圆角 13">
            <a:extLst>
              <a:ext uri="{FF2B5EF4-FFF2-40B4-BE49-F238E27FC236}">
                <a16:creationId xmlns:a16="http://schemas.microsoft.com/office/drawing/2014/main" id="{E8381E3E-4436-465C-B68F-74270CA8F3DA}"/>
              </a:ext>
            </a:extLst>
          </p:cNvPr>
          <p:cNvSpPr/>
          <p:nvPr/>
        </p:nvSpPr>
        <p:spPr bwMode="auto">
          <a:xfrm>
            <a:off x="2123342" y="3591598"/>
            <a:ext cx="152400" cy="134035"/>
          </a:xfrm>
          <a:prstGeom prst="round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a:ln>
                <a:noFill/>
              </a:ln>
              <a:solidFill>
                <a:srgbClr val="0432FF"/>
              </a:solidFill>
              <a:effectLst/>
              <a:latin typeface="Arial Narrow" panose="020B0606020202030204" pitchFamily="34" charset="0"/>
            </a:endParaRPr>
          </a:p>
        </p:txBody>
      </p:sp>
      <p:sp>
        <p:nvSpPr>
          <p:cNvPr id="15" name="矩形: 圆角 14">
            <a:extLst>
              <a:ext uri="{FF2B5EF4-FFF2-40B4-BE49-F238E27FC236}">
                <a16:creationId xmlns:a16="http://schemas.microsoft.com/office/drawing/2014/main" id="{910A364E-264A-4A21-A557-6F2F24FE93E7}"/>
              </a:ext>
            </a:extLst>
          </p:cNvPr>
          <p:cNvSpPr/>
          <p:nvPr/>
        </p:nvSpPr>
        <p:spPr bwMode="auto">
          <a:xfrm>
            <a:off x="2341684" y="3594684"/>
            <a:ext cx="152400" cy="134035"/>
          </a:xfrm>
          <a:prstGeom prst="round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a:ln>
                <a:noFill/>
              </a:ln>
              <a:solidFill>
                <a:srgbClr val="0432FF"/>
              </a:solidFill>
              <a:effectLst/>
              <a:latin typeface="Arial Narrow" panose="020B0606020202030204" pitchFamily="34" charset="0"/>
            </a:endParaRPr>
          </a:p>
        </p:txBody>
      </p:sp>
      <p:sp>
        <p:nvSpPr>
          <p:cNvPr id="16" name="矩形: 圆角 15">
            <a:extLst>
              <a:ext uri="{FF2B5EF4-FFF2-40B4-BE49-F238E27FC236}">
                <a16:creationId xmlns:a16="http://schemas.microsoft.com/office/drawing/2014/main" id="{A4CB6926-0908-4AE2-818F-30EF64951224}"/>
              </a:ext>
            </a:extLst>
          </p:cNvPr>
          <p:cNvSpPr/>
          <p:nvPr/>
        </p:nvSpPr>
        <p:spPr bwMode="auto">
          <a:xfrm>
            <a:off x="2561903" y="3591598"/>
            <a:ext cx="152400" cy="134035"/>
          </a:xfrm>
          <a:prstGeom prst="round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a:ln>
                <a:noFill/>
              </a:ln>
              <a:solidFill>
                <a:srgbClr val="0432FF"/>
              </a:solidFill>
              <a:effectLst/>
              <a:latin typeface="Arial Narrow" panose="020B0606020202030204" pitchFamily="34" charset="0"/>
            </a:endParaRPr>
          </a:p>
        </p:txBody>
      </p:sp>
      <p:sp>
        <p:nvSpPr>
          <p:cNvPr id="17" name="矩形: 圆角 16">
            <a:extLst>
              <a:ext uri="{FF2B5EF4-FFF2-40B4-BE49-F238E27FC236}">
                <a16:creationId xmlns:a16="http://schemas.microsoft.com/office/drawing/2014/main" id="{D22EE6A5-56C6-4B4B-A1C5-8A4D668D4D4B}"/>
              </a:ext>
            </a:extLst>
          </p:cNvPr>
          <p:cNvSpPr/>
          <p:nvPr/>
        </p:nvSpPr>
        <p:spPr bwMode="auto">
          <a:xfrm>
            <a:off x="1905000" y="3788645"/>
            <a:ext cx="152400" cy="134035"/>
          </a:xfrm>
          <a:prstGeom prst="round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a:ln>
                <a:noFill/>
              </a:ln>
              <a:solidFill>
                <a:srgbClr val="0432FF"/>
              </a:solidFill>
              <a:effectLst/>
              <a:latin typeface="Arial Narrow" panose="020B0606020202030204" pitchFamily="34" charset="0"/>
            </a:endParaRPr>
          </a:p>
        </p:txBody>
      </p:sp>
      <p:sp>
        <p:nvSpPr>
          <p:cNvPr id="18" name="矩形: 圆角 17">
            <a:extLst>
              <a:ext uri="{FF2B5EF4-FFF2-40B4-BE49-F238E27FC236}">
                <a16:creationId xmlns:a16="http://schemas.microsoft.com/office/drawing/2014/main" id="{6C052E34-A85F-4F6F-A568-77DF3C133C54}"/>
              </a:ext>
            </a:extLst>
          </p:cNvPr>
          <p:cNvSpPr/>
          <p:nvPr/>
        </p:nvSpPr>
        <p:spPr bwMode="auto">
          <a:xfrm>
            <a:off x="2123342" y="3788645"/>
            <a:ext cx="152400" cy="134035"/>
          </a:xfrm>
          <a:prstGeom prst="round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a:ln>
                <a:noFill/>
              </a:ln>
              <a:solidFill>
                <a:srgbClr val="0432FF"/>
              </a:solidFill>
              <a:effectLst/>
              <a:latin typeface="Arial Narrow" panose="020B0606020202030204" pitchFamily="34" charset="0"/>
            </a:endParaRPr>
          </a:p>
        </p:txBody>
      </p:sp>
      <p:sp>
        <p:nvSpPr>
          <p:cNvPr id="19" name="矩形: 圆角 18">
            <a:extLst>
              <a:ext uri="{FF2B5EF4-FFF2-40B4-BE49-F238E27FC236}">
                <a16:creationId xmlns:a16="http://schemas.microsoft.com/office/drawing/2014/main" id="{A2767259-3893-4033-A02F-9DCF3CFC2083}"/>
              </a:ext>
            </a:extLst>
          </p:cNvPr>
          <p:cNvSpPr/>
          <p:nvPr/>
        </p:nvSpPr>
        <p:spPr bwMode="auto">
          <a:xfrm>
            <a:off x="2341684" y="3791731"/>
            <a:ext cx="152400" cy="134035"/>
          </a:xfrm>
          <a:prstGeom prst="round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a:ln>
                <a:noFill/>
              </a:ln>
              <a:solidFill>
                <a:srgbClr val="0432FF"/>
              </a:solidFill>
              <a:effectLst/>
              <a:latin typeface="Arial Narrow" panose="020B0606020202030204" pitchFamily="34" charset="0"/>
            </a:endParaRPr>
          </a:p>
        </p:txBody>
      </p:sp>
      <p:sp>
        <p:nvSpPr>
          <p:cNvPr id="20" name="矩形: 圆角 19">
            <a:extLst>
              <a:ext uri="{FF2B5EF4-FFF2-40B4-BE49-F238E27FC236}">
                <a16:creationId xmlns:a16="http://schemas.microsoft.com/office/drawing/2014/main" id="{B69C8383-B32E-42DF-94A5-6E559FC8DC67}"/>
              </a:ext>
            </a:extLst>
          </p:cNvPr>
          <p:cNvSpPr/>
          <p:nvPr/>
        </p:nvSpPr>
        <p:spPr bwMode="auto">
          <a:xfrm>
            <a:off x="2561903" y="3788645"/>
            <a:ext cx="152400" cy="134035"/>
          </a:xfrm>
          <a:prstGeom prst="round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a:ln>
                <a:noFill/>
              </a:ln>
              <a:solidFill>
                <a:srgbClr val="0432FF"/>
              </a:solidFill>
              <a:effectLst/>
              <a:latin typeface="Arial Narrow" panose="020B0606020202030204" pitchFamily="34" charset="0"/>
            </a:endParaRPr>
          </a:p>
        </p:txBody>
      </p:sp>
      <p:sp>
        <p:nvSpPr>
          <p:cNvPr id="22" name="矩形 21">
            <a:extLst>
              <a:ext uri="{FF2B5EF4-FFF2-40B4-BE49-F238E27FC236}">
                <a16:creationId xmlns:a16="http://schemas.microsoft.com/office/drawing/2014/main" id="{6E32584C-DDF5-4742-8CF5-CA59AAB01C97}"/>
              </a:ext>
            </a:extLst>
          </p:cNvPr>
          <p:cNvSpPr/>
          <p:nvPr/>
        </p:nvSpPr>
        <p:spPr bwMode="auto">
          <a:xfrm>
            <a:off x="1215215" y="1965023"/>
            <a:ext cx="990600" cy="433814"/>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23" name="矩形 22">
            <a:extLst>
              <a:ext uri="{FF2B5EF4-FFF2-40B4-BE49-F238E27FC236}">
                <a16:creationId xmlns:a16="http://schemas.microsoft.com/office/drawing/2014/main" id="{9D91520A-8EDF-48FA-95DC-C476AFB3A034}"/>
              </a:ext>
            </a:extLst>
          </p:cNvPr>
          <p:cNvSpPr/>
          <p:nvPr/>
        </p:nvSpPr>
        <p:spPr bwMode="auto">
          <a:xfrm>
            <a:off x="2479109" y="1975281"/>
            <a:ext cx="990600" cy="433814"/>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24" name="矩形 23">
            <a:extLst>
              <a:ext uri="{FF2B5EF4-FFF2-40B4-BE49-F238E27FC236}">
                <a16:creationId xmlns:a16="http://schemas.microsoft.com/office/drawing/2014/main" id="{253B2CC1-8B24-4D56-A9B9-B54DBA19BC1F}"/>
              </a:ext>
            </a:extLst>
          </p:cNvPr>
          <p:cNvSpPr/>
          <p:nvPr/>
        </p:nvSpPr>
        <p:spPr bwMode="auto">
          <a:xfrm>
            <a:off x="1215215" y="2539482"/>
            <a:ext cx="990600" cy="433814"/>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25" name="矩形 24">
            <a:extLst>
              <a:ext uri="{FF2B5EF4-FFF2-40B4-BE49-F238E27FC236}">
                <a16:creationId xmlns:a16="http://schemas.microsoft.com/office/drawing/2014/main" id="{CC010F06-A199-4769-8326-755292CC28FB}"/>
              </a:ext>
            </a:extLst>
          </p:cNvPr>
          <p:cNvSpPr/>
          <p:nvPr/>
        </p:nvSpPr>
        <p:spPr bwMode="auto">
          <a:xfrm>
            <a:off x="2479109" y="2549740"/>
            <a:ext cx="990600" cy="433814"/>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26" name="矩形 25">
            <a:extLst>
              <a:ext uri="{FF2B5EF4-FFF2-40B4-BE49-F238E27FC236}">
                <a16:creationId xmlns:a16="http://schemas.microsoft.com/office/drawing/2014/main" id="{6B7B3CA0-4903-4E20-B2D6-DB01A9A3B095}"/>
              </a:ext>
            </a:extLst>
          </p:cNvPr>
          <p:cNvSpPr/>
          <p:nvPr/>
        </p:nvSpPr>
        <p:spPr>
          <a:xfrm>
            <a:off x="-41031" y="4583723"/>
            <a:ext cx="1676400" cy="369332"/>
          </a:xfrm>
          <a:prstGeom prst="rect">
            <a:avLst/>
          </a:prstGeom>
        </p:spPr>
        <p:txBody>
          <a:bodyPr wrap="square">
            <a:spAutoFit/>
          </a:bodyPr>
          <a:lstStyle/>
          <a:p>
            <a:pPr algn="ctr"/>
            <a:r>
              <a:rPr lang="en-US" altLang="zh-CN" dirty="0">
                <a:solidFill>
                  <a:srgbClr val="0432FF"/>
                </a:solidFill>
                <a:latin typeface="Arial Narrow" panose="020B0606020202030204" pitchFamily="34" charset="0"/>
              </a:rPr>
              <a:t>CUDA core:</a:t>
            </a:r>
            <a:endParaRPr lang="zh-CN" altLang="en-US" dirty="0">
              <a:solidFill>
                <a:srgbClr val="0432FF"/>
              </a:solidFill>
              <a:latin typeface="Arial Narrow" panose="020B0606020202030204" pitchFamily="34" charset="0"/>
            </a:endParaRPr>
          </a:p>
        </p:txBody>
      </p:sp>
      <p:sp>
        <p:nvSpPr>
          <p:cNvPr id="29" name="矩形 28">
            <a:extLst>
              <a:ext uri="{FF2B5EF4-FFF2-40B4-BE49-F238E27FC236}">
                <a16:creationId xmlns:a16="http://schemas.microsoft.com/office/drawing/2014/main" id="{8457C965-2183-4857-BF96-A7811CAC1E02}"/>
              </a:ext>
            </a:extLst>
          </p:cNvPr>
          <p:cNvSpPr/>
          <p:nvPr/>
        </p:nvSpPr>
        <p:spPr>
          <a:xfrm>
            <a:off x="6553202" y="4607169"/>
            <a:ext cx="997389" cy="400110"/>
          </a:xfrm>
          <a:prstGeom prst="rect">
            <a:avLst/>
          </a:prstGeom>
        </p:spPr>
        <p:txBody>
          <a:bodyPr wrap="none">
            <a:spAutoFit/>
          </a:bodyPr>
          <a:lstStyle/>
          <a:p>
            <a:r>
              <a:rPr lang="en-US" altLang="zh-CN" sz="2000" dirty="0">
                <a:solidFill>
                  <a:srgbClr val="FF2600"/>
                </a:solidFill>
              </a:rPr>
              <a:t>Thread</a:t>
            </a:r>
            <a:endParaRPr lang="zh-CN" altLang="en-US" sz="2000" dirty="0">
              <a:solidFill>
                <a:srgbClr val="FF2600"/>
              </a:solidFill>
            </a:endParaRPr>
          </a:p>
        </p:txBody>
      </p:sp>
      <p:sp>
        <p:nvSpPr>
          <p:cNvPr id="30" name="矩形 29">
            <a:extLst>
              <a:ext uri="{FF2B5EF4-FFF2-40B4-BE49-F238E27FC236}">
                <a16:creationId xmlns:a16="http://schemas.microsoft.com/office/drawing/2014/main" id="{4524620D-D2D5-49E6-A374-33D59F769410}"/>
              </a:ext>
            </a:extLst>
          </p:cNvPr>
          <p:cNvSpPr/>
          <p:nvPr/>
        </p:nvSpPr>
        <p:spPr>
          <a:xfrm>
            <a:off x="6189413" y="3552110"/>
            <a:ext cx="2036135" cy="400110"/>
          </a:xfrm>
          <a:prstGeom prst="rect">
            <a:avLst/>
          </a:prstGeom>
        </p:spPr>
        <p:txBody>
          <a:bodyPr wrap="none">
            <a:spAutoFit/>
          </a:bodyPr>
          <a:lstStyle/>
          <a:p>
            <a:r>
              <a:rPr lang="en-US" altLang="zh-CN" sz="2000" dirty="0">
                <a:solidFill>
                  <a:srgbClr val="FF2600"/>
                </a:solidFill>
              </a:rPr>
              <a:t>Thread block (s)</a:t>
            </a:r>
            <a:endParaRPr lang="zh-CN" altLang="en-US" sz="2000" dirty="0">
              <a:solidFill>
                <a:srgbClr val="FF2600"/>
              </a:solidFill>
            </a:endParaRPr>
          </a:p>
        </p:txBody>
      </p:sp>
      <p:sp>
        <p:nvSpPr>
          <p:cNvPr id="33" name="矩形 32">
            <a:extLst>
              <a:ext uri="{FF2B5EF4-FFF2-40B4-BE49-F238E27FC236}">
                <a16:creationId xmlns:a16="http://schemas.microsoft.com/office/drawing/2014/main" id="{E3C1204B-BCAF-4E8F-9AA0-3D00A57A429D}"/>
              </a:ext>
            </a:extLst>
          </p:cNvPr>
          <p:cNvSpPr/>
          <p:nvPr/>
        </p:nvSpPr>
        <p:spPr>
          <a:xfrm>
            <a:off x="6655698" y="4075331"/>
            <a:ext cx="731932" cy="369332"/>
          </a:xfrm>
          <a:prstGeom prst="rect">
            <a:avLst/>
          </a:prstGeom>
        </p:spPr>
        <p:txBody>
          <a:bodyPr wrap="none">
            <a:spAutoFit/>
          </a:bodyPr>
          <a:lstStyle/>
          <a:p>
            <a:r>
              <a:rPr lang="en-US" altLang="zh-CN" dirty="0">
                <a:solidFill>
                  <a:srgbClr val="FF2600"/>
                </a:solidFill>
              </a:rPr>
              <a:t>Wrap</a:t>
            </a:r>
            <a:endParaRPr lang="zh-CN" altLang="en-US" dirty="0">
              <a:solidFill>
                <a:srgbClr val="FF2600"/>
              </a:solidFill>
            </a:endParaRPr>
          </a:p>
        </p:txBody>
      </p:sp>
      <p:sp>
        <p:nvSpPr>
          <p:cNvPr id="34" name="矩形 33">
            <a:extLst>
              <a:ext uri="{FF2B5EF4-FFF2-40B4-BE49-F238E27FC236}">
                <a16:creationId xmlns:a16="http://schemas.microsoft.com/office/drawing/2014/main" id="{EF462E8C-B162-4637-87C7-FC355D4627E5}"/>
              </a:ext>
            </a:extLst>
          </p:cNvPr>
          <p:cNvSpPr/>
          <p:nvPr/>
        </p:nvSpPr>
        <p:spPr>
          <a:xfrm>
            <a:off x="6218174" y="2258666"/>
            <a:ext cx="1795684" cy="400110"/>
          </a:xfrm>
          <a:prstGeom prst="rect">
            <a:avLst/>
          </a:prstGeom>
        </p:spPr>
        <p:txBody>
          <a:bodyPr wrap="none">
            <a:spAutoFit/>
          </a:bodyPr>
          <a:lstStyle/>
          <a:p>
            <a:r>
              <a:rPr lang="en-US" altLang="zh-CN" sz="2000" dirty="0">
                <a:solidFill>
                  <a:srgbClr val="FF2600"/>
                </a:solidFill>
              </a:rPr>
              <a:t>Thread blocks</a:t>
            </a:r>
            <a:endParaRPr lang="zh-CN" altLang="en-US" sz="2000" dirty="0">
              <a:solidFill>
                <a:srgbClr val="FF2600"/>
              </a:solidFill>
            </a:endParaRPr>
          </a:p>
        </p:txBody>
      </p:sp>
    </p:spTree>
    <p:extLst>
      <p:ext uri="{BB962C8B-B14F-4D97-AF65-F5344CB8AC3E}">
        <p14:creationId xmlns:p14="http://schemas.microsoft.com/office/powerpoint/2010/main" val="3628145805"/>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p:txBody>
          <a:bodyPr/>
          <a:lstStyle/>
          <a:p>
            <a:r>
              <a:rPr lang="en-US" altLang="en-US" dirty="0">
                <a:ea typeface="ＭＳ Ｐゴシック" panose="020B0600070205080204" pitchFamily="34" charset="-128"/>
              </a:rPr>
              <a:t>NVIDIA H100 Block Diagram</a:t>
            </a:r>
          </a:p>
        </p:txBody>
      </p:sp>
      <p:sp>
        <p:nvSpPr>
          <p:cNvPr id="9" name="Content Placeholder 2">
            <a:extLst>
              <a:ext uri="{FF2B5EF4-FFF2-40B4-BE49-F238E27FC236}">
                <a16:creationId xmlns:a16="http://schemas.microsoft.com/office/drawing/2014/main" id="{1CD52290-91EC-594F-A398-DAC65BC81868}"/>
              </a:ext>
            </a:extLst>
          </p:cNvPr>
          <p:cNvSpPr>
            <a:spLocks noGrp="1"/>
          </p:cNvSpPr>
          <p:nvPr>
            <p:ph idx="1"/>
          </p:nvPr>
        </p:nvSpPr>
        <p:spPr>
          <a:xfrm>
            <a:off x="254000" y="5517232"/>
            <a:ext cx="8643938" cy="801018"/>
          </a:xfrm>
        </p:spPr>
        <p:txBody>
          <a:bodyPr/>
          <a:lstStyle/>
          <a:p>
            <a:pPr algn="ctr">
              <a:buFont typeface="Wingdings" pitchFamily="2" charset="2"/>
              <a:buNone/>
            </a:pPr>
            <a:r>
              <a:rPr lang="en-US" altLang="en-US" dirty="0">
                <a:ea typeface="ＭＳ Ｐゴシック" panose="020B0600070205080204" pitchFamily="34" charset="-128"/>
              </a:rPr>
              <a:t>144 cores on the full GH100</a:t>
            </a:r>
          </a:p>
          <a:p>
            <a:pPr algn="ctr">
              <a:buFont typeface="Wingdings" pitchFamily="2" charset="2"/>
              <a:buNone/>
            </a:pPr>
            <a:r>
              <a:rPr lang="en-US" altLang="en-US" sz="1800" dirty="0">
                <a:ea typeface="ＭＳ Ｐゴシック" panose="020B0600070205080204" pitchFamily="34" charset="-128"/>
              </a:rPr>
              <a:t>60MB L2 cache</a:t>
            </a:r>
          </a:p>
        </p:txBody>
      </p:sp>
      <p:sp>
        <p:nvSpPr>
          <p:cNvPr id="3" name="TextBox 2"/>
          <p:cNvSpPr txBox="1"/>
          <p:nvPr/>
        </p:nvSpPr>
        <p:spPr>
          <a:xfrm>
            <a:off x="5734092" y="5110983"/>
            <a:ext cx="3409908" cy="215444"/>
          </a:xfrm>
          <a:prstGeom prst="rect">
            <a:avLst/>
          </a:prstGeom>
          <a:noFill/>
        </p:spPr>
        <p:txBody>
          <a:bodyPr wrap="none" rtlCol="0">
            <a:spAutoFit/>
          </a:bodyPr>
          <a:lstStyle/>
          <a:p>
            <a:r>
              <a:rPr lang="en-US" sz="800" dirty="0">
                <a:hlinkClick r:id="rId3"/>
              </a:rPr>
              <a:t>https://developer.nvidia.com/blog/nvidia-hopper-architecture-in-depth/</a:t>
            </a:r>
            <a:endParaRPr lang="en-US" sz="800" dirty="0"/>
          </a:p>
        </p:txBody>
      </p:sp>
      <p:sp>
        <p:nvSpPr>
          <p:cNvPr id="7"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87</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4" name="Picture 3">
            <a:extLst>
              <a:ext uri="{FF2B5EF4-FFF2-40B4-BE49-F238E27FC236}">
                <a16:creationId xmlns:a16="http://schemas.microsoft.com/office/drawing/2014/main" id="{48CF0C27-3E87-E548-8B43-9405ADC628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052736"/>
            <a:ext cx="9144000" cy="4082306"/>
          </a:xfrm>
          <a:prstGeom prst="rect">
            <a:avLst/>
          </a:prstGeom>
        </p:spPr>
      </p:pic>
    </p:spTree>
    <p:extLst>
      <p:ext uri="{BB962C8B-B14F-4D97-AF65-F5344CB8AC3E}">
        <p14:creationId xmlns:p14="http://schemas.microsoft.com/office/powerpoint/2010/main" val="517531338"/>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p:txBody>
          <a:bodyPr/>
          <a:lstStyle/>
          <a:p>
            <a:r>
              <a:rPr lang="en-US" altLang="en-US" dirty="0">
                <a:ea typeface="ＭＳ Ｐゴシック" panose="020B0600070205080204" pitchFamily="34" charset="-128"/>
              </a:rPr>
              <a:t>NVIDIA H100 Core</a:t>
            </a:r>
          </a:p>
        </p:txBody>
      </p:sp>
      <p:sp>
        <p:nvSpPr>
          <p:cNvPr id="9" name="Content Placeholder 2">
            <a:extLst>
              <a:ext uri="{FF2B5EF4-FFF2-40B4-BE49-F238E27FC236}">
                <a16:creationId xmlns:a16="http://schemas.microsoft.com/office/drawing/2014/main" id="{1CD52290-91EC-594F-A398-DAC65BC81868}"/>
              </a:ext>
            </a:extLst>
          </p:cNvPr>
          <p:cNvSpPr>
            <a:spLocks noGrp="1"/>
          </p:cNvSpPr>
          <p:nvPr>
            <p:ph idx="1"/>
          </p:nvPr>
        </p:nvSpPr>
        <p:spPr>
          <a:xfrm>
            <a:off x="4644008" y="1043617"/>
            <a:ext cx="3661439" cy="1066800"/>
          </a:xfrm>
        </p:spPr>
        <p:txBody>
          <a:bodyPr anchor="t"/>
          <a:lstStyle/>
          <a:p>
            <a:pPr>
              <a:buFont typeface="Wingdings" pitchFamily="2" charset="2"/>
              <a:buNone/>
            </a:pPr>
            <a:r>
              <a:rPr lang="en-US" altLang="en-US" sz="1600" dirty="0">
                <a:ea typeface="ＭＳ Ｐゴシック" panose="020B0600070205080204" pitchFamily="34" charset="-128"/>
              </a:rPr>
              <a:t>48 TFLOPS Single Precision*</a:t>
            </a:r>
          </a:p>
          <a:p>
            <a:pPr>
              <a:buFont typeface="Wingdings" pitchFamily="2" charset="2"/>
              <a:buNone/>
            </a:pPr>
            <a:r>
              <a:rPr lang="en-US" altLang="en-US" sz="1600" dirty="0">
                <a:ea typeface="ＭＳ Ｐゴシック" panose="020B0600070205080204" pitchFamily="34" charset="-128"/>
              </a:rPr>
              <a:t>24 TFLOPS Double Precision*</a:t>
            </a:r>
          </a:p>
          <a:p>
            <a:pPr>
              <a:buFont typeface="Wingdings" pitchFamily="2" charset="2"/>
              <a:buNone/>
            </a:pPr>
            <a:r>
              <a:rPr lang="en-US" altLang="en-US" sz="1600" dirty="0">
                <a:ea typeface="ＭＳ Ｐゴシック" panose="020B0600070205080204" pitchFamily="34" charset="-128"/>
              </a:rPr>
              <a:t>800 TFLOPS (FP16, Tensor Cores)*</a:t>
            </a:r>
          </a:p>
        </p:txBody>
      </p:sp>
      <p:sp>
        <p:nvSpPr>
          <p:cNvPr id="10"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88</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11" name="TextBox 10"/>
          <p:cNvSpPr txBox="1"/>
          <p:nvPr/>
        </p:nvSpPr>
        <p:spPr>
          <a:xfrm>
            <a:off x="226924" y="6367946"/>
            <a:ext cx="3409908" cy="400110"/>
          </a:xfrm>
          <a:prstGeom prst="rect">
            <a:avLst/>
          </a:prstGeom>
          <a:noFill/>
        </p:spPr>
        <p:txBody>
          <a:bodyPr wrap="none" rtlCol="0">
            <a:spAutoFit/>
          </a:bodyPr>
          <a:lstStyle/>
          <a:p>
            <a:r>
              <a:rPr lang="en-US" sz="800" dirty="0">
                <a:hlinkClick r:id="rId3"/>
              </a:rPr>
              <a:t>https://developer.nvidia.com/blog/nvidia-hopper-architecture-in-depth/</a:t>
            </a:r>
            <a:endParaRPr lang="en-US" sz="800" dirty="0"/>
          </a:p>
          <a:p>
            <a:r>
              <a:rPr lang="en-US" sz="1200" dirty="0"/>
              <a:t>* Preliminary performance estimates</a:t>
            </a:r>
          </a:p>
        </p:txBody>
      </p:sp>
      <p:pic>
        <p:nvPicPr>
          <p:cNvPr id="3" name="Picture 2">
            <a:extLst>
              <a:ext uri="{FF2B5EF4-FFF2-40B4-BE49-F238E27FC236}">
                <a16:creationId xmlns:a16="http://schemas.microsoft.com/office/drawing/2014/main" id="{901F0E46-2D3E-1946-B41D-E8CB57157DC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6924" y="958416"/>
            <a:ext cx="3852213" cy="5359834"/>
          </a:xfrm>
          <a:prstGeom prst="rect">
            <a:avLst/>
          </a:prstGeom>
        </p:spPr>
      </p:pic>
      <p:pic>
        <p:nvPicPr>
          <p:cNvPr id="6" name="Picture 5">
            <a:extLst>
              <a:ext uri="{FF2B5EF4-FFF2-40B4-BE49-F238E27FC236}">
                <a16:creationId xmlns:a16="http://schemas.microsoft.com/office/drawing/2014/main" id="{2FBD0450-3AD0-B847-8068-CE2AE96C0E9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55976" y="3173171"/>
            <a:ext cx="4571999" cy="2488077"/>
          </a:xfrm>
          <a:prstGeom prst="rect">
            <a:avLst/>
          </a:prstGeom>
        </p:spPr>
      </p:pic>
      <p:sp>
        <p:nvSpPr>
          <p:cNvPr id="4" name="Oval 3"/>
          <p:cNvSpPr/>
          <p:nvPr/>
        </p:nvSpPr>
        <p:spPr bwMode="auto">
          <a:xfrm>
            <a:off x="3310136" y="1988840"/>
            <a:ext cx="685800" cy="1295400"/>
          </a:xfrm>
          <a:prstGeom prst="ellipse">
            <a:avLst/>
          </a:prstGeom>
          <a:noFill/>
          <a:ln w="381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endParaRPr>
          </a:p>
        </p:txBody>
      </p:sp>
      <p:cxnSp>
        <p:nvCxnSpPr>
          <p:cNvPr id="7" name="Straight Arrow Connector 6"/>
          <p:cNvCxnSpPr>
            <a:cxnSpLocks/>
            <a:stCxn id="4" idx="6"/>
          </p:cNvCxnSpPr>
          <p:nvPr/>
        </p:nvCxnSpPr>
        <p:spPr bwMode="auto">
          <a:xfrm>
            <a:off x="3995936" y="2636540"/>
            <a:ext cx="990600" cy="571500"/>
          </a:xfrm>
          <a:prstGeom prst="straightConnector1">
            <a:avLst/>
          </a:prstGeom>
          <a:solidFill>
            <a:srgbClr val="C0C0C0"/>
          </a:solidFill>
          <a:ln w="38100" cap="flat" cmpd="sng" algn="ctr">
            <a:solidFill>
              <a:schemeClr val="accent1"/>
            </a:solidFill>
            <a:prstDash val="solid"/>
            <a:round/>
            <a:headEnd type="none" w="med" len="med"/>
            <a:tailEnd type="triangle"/>
          </a:ln>
          <a:effectLst/>
        </p:spPr>
      </p:cxnSp>
    </p:spTree>
    <p:extLst>
      <p:ext uri="{BB962C8B-B14F-4D97-AF65-F5344CB8AC3E}">
        <p14:creationId xmlns:p14="http://schemas.microsoft.com/office/powerpoint/2010/main" val="676257292"/>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E5D416A-4B91-DB47-96B2-B5A66BAFEC27}"/>
              </a:ext>
            </a:extLst>
          </p:cNvPr>
          <p:cNvSpPr txBox="1">
            <a:spLocks/>
          </p:cNvSpPr>
          <p:nvPr/>
        </p:nvSpPr>
        <p:spPr bwMode="auto">
          <a:xfrm>
            <a:off x="228600" y="914400"/>
            <a:ext cx="86106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CC9900"/>
              </a:buClr>
              <a:buSzPct val="65000"/>
              <a:buFont typeface="Wingdings" pitchFamily="2" charset="2"/>
              <a:buChar char="n"/>
              <a:tabLst/>
              <a:defRPr/>
            </a:pPr>
            <a:r>
              <a:rPr kumimoji="0" lang="en-US" altLang="en-US" sz="2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Asynchronous memory copy with LDGSTS instruction vs. TMA</a:t>
            </a:r>
            <a:endParaRPr kumimoji="0" lang="en-US" altLang="en-US" sz="22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a:xfrm>
            <a:off x="228600" y="0"/>
            <a:ext cx="8796404" cy="914400"/>
          </a:xfrm>
        </p:spPr>
        <p:txBody>
          <a:bodyPr/>
          <a:lstStyle/>
          <a:p>
            <a:r>
              <a:rPr lang="en-US" altLang="en-US" sz="3800" dirty="0">
                <a:ea typeface="ＭＳ Ｐゴシック" panose="020B0600070205080204" pitchFamily="34" charset="-128"/>
              </a:rPr>
              <a:t>NVIDIA H100 Tensor Memory Accelerator</a:t>
            </a:r>
          </a:p>
        </p:txBody>
      </p:sp>
      <p:sp>
        <p:nvSpPr>
          <p:cNvPr id="10"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89</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11" name="TextBox 10"/>
          <p:cNvSpPr txBox="1"/>
          <p:nvPr/>
        </p:nvSpPr>
        <p:spPr>
          <a:xfrm>
            <a:off x="174209" y="6496734"/>
            <a:ext cx="3357009" cy="215444"/>
          </a:xfrm>
          <a:prstGeom prst="rect">
            <a:avLst/>
          </a:prstGeom>
          <a:noFill/>
        </p:spPr>
        <p:txBody>
          <a:bodyPr wrap="none" rtlCol="0">
            <a:spAutoFit/>
          </a:bodyPr>
          <a:lstStyle/>
          <a:p>
            <a:pPr lvl="0" fontAlgn="base">
              <a:spcBef>
                <a:spcPct val="0"/>
              </a:spcBef>
              <a:spcAft>
                <a:spcPct val="0"/>
              </a:spcAft>
              <a:defRPr/>
            </a:pPr>
            <a:r>
              <a:rPr lang="en-US" sz="800" dirty="0">
                <a:solidFill>
                  <a:srgbClr val="0000FF"/>
                </a:solidFill>
                <a:latin typeface="Arial" panose="020B0604020202020204" pitchFamily="34" charset="0"/>
                <a:ea typeface="ＭＳ Ｐゴシック" panose="020B0600070205080204" pitchFamily="34" charset="-128"/>
                <a:hlinkClick r:id="rId3">
                  <a:extLst>
                    <a:ext uri="{A12FA001-AC4F-418D-AE19-62706E023703}">
                      <ahyp:hlinkClr xmlns:ahyp="http://schemas.microsoft.com/office/drawing/2018/hyperlinkcolor" val="tx"/>
                    </a:ext>
                  </a:extLst>
                </a:hlinkClick>
              </a:rPr>
              <a:t>https://developer.nvidia.com/blog/nvidia-hopper-architecture-in-depth/</a:t>
            </a:r>
            <a:endParaRPr lang="en-US" sz="800" dirty="0">
              <a:solidFill>
                <a:srgbClr val="0000FF"/>
              </a:solidFill>
              <a:latin typeface="Arial" panose="020B0604020202020204" pitchFamily="34" charset="0"/>
              <a:ea typeface="ＭＳ Ｐゴシック" panose="020B0600070205080204" pitchFamily="34" charset="-128"/>
            </a:endParaRPr>
          </a:p>
        </p:txBody>
      </p:sp>
      <p:pic>
        <p:nvPicPr>
          <p:cNvPr id="4" name="Picture 3">
            <a:extLst>
              <a:ext uri="{FF2B5EF4-FFF2-40B4-BE49-F238E27FC236}">
                <a16:creationId xmlns:a16="http://schemas.microsoft.com/office/drawing/2014/main" id="{6E28D8AA-CD68-234E-AADA-32FEC8DF0F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07999" y="1340768"/>
            <a:ext cx="5928002" cy="2628000"/>
          </a:xfrm>
          <a:prstGeom prst="rect">
            <a:avLst/>
          </a:prstGeom>
        </p:spPr>
      </p:pic>
      <p:pic>
        <p:nvPicPr>
          <p:cNvPr id="8" name="Picture 7">
            <a:extLst>
              <a:ext uri="{FF2B5EF4-FFF2-40B4-BE49-F238E27FC236}">
                <a16:creationId xmlns:a16="http://schemas.microsoft.com/office/drawing/2014/main" id="{B25F1C80-7185-EB4C-B0A4-A117742639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77234" y="4395136"/>
            <a:ext cx="4787254" cy="1819852"/>
          </a:xfrm>
          <a:prstGeom prst="rect">
            <a:avLst/>
          </a:prstGeom>
        </p:spPr>
      </p:pic>
      <p:sp>
        <p:nvSpPr>
          <p:cNvPr id="14" name="Content Placeholder 2">
            <a:extLst>
              <a:ext uri="{FF2B5EF4-FFF2-40B4-BE49-F238E27FC236}">
                <a16:creationId xmlns:a16="http://schemas.microsoft.com/office/drawing/2014/main" id="{C172B94F-3BE9-E644-BC77-E506CFBB0139}"/>
              </a:ext>
            </a:extLst>
          </p:cNvPr>
          <p:cNvSpPr>
            <a:spLocks noGrp="1"/>
          </p:cNvSpPr>
          <p:nvPr>
            <p:ph idx="1"/>
          </p:nvPr>
        </p:nvSpPr>
        <p:spPr>
          <a:xfrm>
            <a:off x="319874" y="4365104"/>
            <a:ext cx="3748070" cy="1944216"/>
          </a:xfrm>
        </p:spPr>
        <p:txBody>
          <a:bodyPr anchor="t"/>
          <a:lstStyle/>
          <a:p>
            <a:pPr marL="0">
              <a:spcBef>
                <a:spcPts val="0"/>
              </a:spcBef>
              <a:buFont typeface="Wingdings" pitchFamily="2" charset="2"/>
              <a:buNone/>
            </a:pPr>
            <a:r>
              <a:rPr lang="en-US" altLang="en-US" sz="1600" dirty="0">
                <a:ea typeface="ＭＳ Ｐゴシック" panose="020B0600070205080204" pitchFamily="34" charset="-128"/>
              </a:rPr>
              <a:t>TMA unit </a:t>
            </a:r>
            <a:r>
              <a:rPr lang="en-US" altLang="en-US" sz="1600" dirty="0">
                <a:solidFill>
                  <a:srgbClr val="7030A0"/>
                </a:solidFill>
                <a:ea typeface="ＭＳ Ｐゴシック" panose="020B0600070205080204" pitchFamily="34" charset="-128"/>
              </a:rPr>
              <a:t>reduces addressing overhead</a:t>
            </a:r>
          </a:p>
          <a:p>
            <a:pPr marL="0">
              <a:spcBef>
                <a:spcPts val="0"/>
              </a:spcBef>
              <a:buFont typeface="Wingdings" pitchFamily="2" charset="2"/>
              <a:buNone/>
            </a:pPr>
            <a:endParaRPr lang="en-US" altLang="en-US" sz="1600" dirty="0">
              <a:ea typeface="ＭＳ Ｐゴシック" panose="020B0600070205080204" pitchFamily="34" charset="-128"/>
            </a:endParaRPr>
          </a:p>
          <a:p>
            <a:pPr marL="0">
              <a:spcBef>
                <a:spcPts val="0"/>
              </a:spcBef>
              <a:buNone/>
            </a:pPr>
            <a:r>
              <a:rPr lang="en-US" altLang="en-US" sz="1600" dirty="0">
                <a:solidFill>
                  <a:srgbClr val="00B050"/>
                </a:solidFill>
                <a:ea typeface="ＭＳ Ｐゴシック" panose="020B0600070205080204" pitchFamily="34" charset="-128"/>
              </a:rPr>
              <a:t>A single thread per warp issues </a:t>
            </a:r>
            <a:r>
              <a:rPr lang="en-US" altLang="en-US" sz="1600" dirty="0">
                <a:ea typeface="ＭＳ Ｐゴシック" panose="020B0600070205080204" pitchFamily="34" charset="-128"/>
              </a:rPr>
              <a:t>the TMA operation </a:t>
            </a:r>
          </a:p>
          <a:p>
            <a:pPr marL="0">
              <a:spcBef>
                <a:spcPts val="0"/>
              </a:spcBef>
              <a:buFont typeface="Wingdings" pitchFamily="2" charset="2"/>
              <a:buNone/>
            </a:pPr>
            <a:endParaRPr lang="en-US" altLang="en-US" sz="1600" dirty="0">
              <a:ea typeface="ＭＳ Ｐゴシック" panose="020B0600070205080204" pitchFamily="34" charset="-128"/>
            </a:endParaRPr>
          </a:p>
          <a:p>
            <a:pPr marL="0">
              <a:spcBef>
                <a:spcPts val="0"/>
              </a:spcBef>
              <a:buFont typeface="Wingdings" pitchFamily="2" charset="2"/>
              <a:buNone/>
            </a:pPr>
            <a:r>
              <a:rPr lang="en-US" altLang="en-US" sz="1600" dirty="0">
                <a:ea typeface="ＭＳ Ｐゴシック" panose="020B0600070205080204" pitchFamily="34" charset="-128"/>
              </a:rPr>
              <a:t>Support for different tensor layouts (1D-5D)</a:t>
            </a:r>
          </a:p>
          <a:p>
            <a:pPr marL="0">
              <a:spcBef>
                <a:spcPts val="0"/>
              </a:spcBef>
              <a:buFont typeface="Wingdings" pitchFamily="2" charset="2"/>
              <a:buNone/>
            </a:pPr>
            <a:endParaRPr lang="en-US" altLang="en-US" sz="1600" dirty="0">
              <a:solidFill>
                <a:srgbClr val="00B050"/>
              </a:solidFill>
              <a:ea typeface="ＭＳ Ｐゴシック" panose="020B0600070205080204" pitchFamily="34" charset="-128"/>
            </a:endParaRPr>
          </a:p>
        </p:txBody>
      </p:sp>
    </p:spTree>
    <p:extLst>
      <p:ext uri="{BB962C8B-B14F-4D97-AF65-F5344CB8AC3E}">
        <p14:creationId xmlns:p14="http://schemas.microsoft.com/office/powerpoint/2010/main" val="3393504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E5D416A-4B91-DB47-96B2-B5A66BAFEC27}"/>
              </a:ext>
            </a:extLst>
          </p:cNvPr>
          <p:cNvSpPr txBox="1">
            <a:spLocks/>
          </p:cNvSpPr>
          <p:nvPr/>
        </p:nvSpPr>
        <p:spPr bwMode="auto">
          <a:xfrm>
            <a:off x="228600" y="914400"/>
            <a:ext cx="86106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CC9900"/>
              </a:buClr>
              <a:buSzPct val="65000"/>
              <a:buFont typeface="Wingdings" pitchFamily="2" charset="2"/>
              <a:buChar char="n"/>
              <a:tabLst/>
              <a:defRPr/>
            </a:pPr>
            <a:r>
              <a:rPr kumimoji="0" lang="en-US" altLang="en-US" sz="2200" b="0" i="0" u="none" strike="noStrike" kern="1200" cap="none" spc="0" normalizeH="0" baseline="0" noProof="0" dirty="0">
                <a:ln>
                  <a:noFill/>
                </a:ln>
                <a:solidFill>
                  <a:srgbClr val="0070C0"/>
                </a:solidFill>
                <a:effectLst/>
                <a:uLnTx/>
                <a:uFillTx/>
                <a:latin typeface="Tahoma" panose="020B0604030504040204" pitchFamily="34" charset="0"/>
                <a:ea typeface="Tahoma" panose="020B0604030504040204" pitchFamily="34" charset="0"/>
                <a:cs typeface="Tahoma" panose="020B0604030504040204" pitchFamily="34" charset="0"/>
              </a:rPr>
              <a:t>Shared memory virtual address space </a:t>
            </a:r>
            <a:r>
              <a:rPr kumimoji="0" lang="en-US" altLang="en-US" sz="2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distributed across the blocks of a cluster</a:t>
            </a:r>
          </a:p>
          <a:p>
            <a:pPr marL="342900" marR="0" lvl="0" indent="-342900" algn="l" defTabSz="914400" rtl="0" eaLnBrk="0" fontAlgn="base" latinLnBrk="0" hangingPunct="0">
              <a:lnSpc>
                <a:spcPct val="100000"/>
              </a:lnSpc>
              <a:spcBef>
                <a:spcPct val="20000"/>
              </a:spcBef>
              <a:spcAft>
                <a:spcPct val="0"/>
              </a:spcAft>
              <a:buClr>
                <a:srgbClr val="CC9900"/>
              </a:buClr>
              <a:buSzPct val="65000"/>
              <a:buFont typeface="Wingdings" pitchFamily="2" charset="2"/>
              <a:buChar char="n"/>
              <a:tabLst/>
              <a:defRPr/>
            </a:pPr>
            <a:r>
              <a:rPr lang="en-US" altLang="en-US" sz="2200" dirty="0">
                <a:solidFill>
                  <a:srgbClr val="7030A0"/>
                </a:solidFill>
                <a:latin typeface="Tahoma" panose="020B0604030504040204" pitchFamily="34" charset="0"/>
                <a:ea typeface="Tahoma" panose="020B0604030504040204" pitchFamily="34" charset="0"/>
                <a:cs typeface="Tahoma" panose="020B0604030504040204" pitchFamily="34" charset="0"/>
              </a:rPr>
              <a:t>Load, store, and atomic operations to other SM’s shared memory</a:t>
            </a:r>
            <a:endParaRPr kumimoji="0" lang="en-US" altLang="en-US" sz="2200" b="0" i="0" u="none" strike="noStrike" kern="0" cap="none" spc="0" normalizeH="0" baseline="0" noProof="0" dirty="0">
              <a:ln>
                <a:noFill/>
              </a:ln>
              <a:solidFill>
                <a:srgbClr val="7030A0"/>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a:xfrm>
            <a:off x="228600" y="0"/>
            <a:ext cx="8796404" cy="914400"/>
          </a:xfrm>
        </p:spPr>
        <p:txBody>
          <a:bodyPr/>
          <a:lstStyle/>
          <a:p>
            <a:r>
              <a:rPr lang="en-US" altLang="en-US" sz="3800" dirty="0">
                <a:ea typeface="ＭＳ Ｐゴシック" panose="020B0600070205080204" pitchFamily="34" charset="-128"/>
              </a:rPr>
              <a:t>NVIDIA H100 Distributed Shared Memory</a:t>
            </a:r>
          </a:p>
        </p:txBody>
      </p:sp>
      <p:sp>
        <p:nvSpPr>
          <p:cNvPr id="10"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90</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11" name="TextBox 10"/>
          <p:cNvSpPr txBox="1"/>
          <p:nvPr/>
        </p:nvSpPr>
        <p:spPr>
          <a:xfrm>
            <a:off x="174209" y="6496734"/>
            <a:ext cx="3357009" cy="215444"/>
          </a:xfrm>
          <a:prstGeom prst="rect">
            <a:avLst/>
          </a:prstGeom>
          <a:noFill/>
        </p:spPr>
        <p:txBody>
          <a:bodyPr wrap="none" rtlCol="0">
            <a:spAutoFit/>
          </a:bodyPr>
          <a:lstStyle/>
          <a:p>
            <a:pPr lvl="0" fontAlgn="base">
              <a:spcBef>
                <a:spcPct val="0"/>
              </a:spcBef>
              <a:spcAft>
                <a:spcPct val="0"/>
              </a:spcAft>
              <a:defRPr/>
            </a:pPr>
            <a:r>
              <a:rPr lang="en-US" sz="800" dirty="0">
                <a:solidFill>
                  <a:srgbClr val="0000FF"/>
                </a:solidFill>
                <a:latin typeface="Arial" panose="020B0604020202020204" pitchFamily="34" charset="0"/>
                <a:ea typeface="ＭＳ Ｐゴシック" panose="020B0600070205080204" pitchFamily="34" charset="-128"/>
                <a:hlinkClick r:id="rId3">
                  <a:extLst>
                    <a:ext uri="{A12FA001-AC4F-418D-AE19-62706E023703}">
                      <ahyp:hlinkClr xmlns:ahyp="http://schemas.microsoft.com/office/drawing/2018/hyperlinkcolor" val="tx"/>
                    </a:ext>
                  </a:extLst>
                </a:hlinkClick>
              </a:rPr>
              <a:t>https://developer.nvidia.com/blog/nvidia-hopper-architecture-in-depth/</a:t>
            </a:r>
            <a:endParaRPr lang="en-US" sz="800" dirty="0">
              <a:solidFill>
                <a:srgbClr val="0000FF"/>
              </a:solidFill>
              <a:latin typeface="Arial" panose="020B0604020202020204" pitchFamily="34" charset="0"/>
              <a:ea typeface="ＭＳ Ｐゴシック" panose="020B0600070205080204" pitchFamily="34" charset="-128"/>
            </a:endParaRPr>
          </a:p>
        </p:txBody>
      </p:sp>
      <p:sp>
        <p:nvSpPr>
          <p:cNvPr id="14" name="Content Placeholder 2">
            <a:extLst>
              <a:ext uri="{FF2B5EF4-FFF2-40B4-BE49-F238E27FC236}">
                <a16:creationId xmlns:a16="http://schemas.microsoft.com/office/drawing/2014/main" id="{C172B94F-3BE9-E644-BC77-E506CFBB0139}"/>
              </a:ext>
            </a:extLst>
          </p:cNvPr>
          <p:cNvSpPr>
            <a:spLocks noGrp="1"/>
          </p:cNvSpPr>
          <p:nvPr>
            <p:ph idx="1"/>
          </p:nvPr>
        </p:nvSpPr>
        <p:spPr>
          <a:xfrm>
            <a:off x="890228" y="4601443"/>
            <a:ext cx="7363544" cy="1635869"/>
          </a:xfrm>
        </p:spPr>
        <p:txBody>
          <a:bodyPr anchor="t"/>
          <a:lstStyle/>
          <a:p>
            <a:pPr marL="0">
              <a:spcBef>
                <a:spcPts val="0"/>
              </a:spcBef>
              <a:buFont typeface="Wingdings" pitchFamily="2" charset="2"/>
              <a:buNone/>
            </a:pPr>
            <a:r>
              <a:rPr lang="en-US" altLang="en-US" sz="1600" dirty="0">
                <a:ea typeface="ＭＳ Ｐゴシック" panose="020B0600070205080204" pitchFamily="34" charset="-128"/>
              </a:rPr>
              <a:t>Thread block clusters and distributed shared memory (DSMEM) are leveraged via </a:t>
            </a:r>
            <a:r>
              <a:rPr lang="en-US" altLang="en-US" sz="1600" dirty="0" err="1">
                <a:latin typeface="Courier" pitchFamily="2" charset="0"/>
                <a:ea typeface="ＭＳ Ｐゴシック" panose="020B0600070205080204" pitchFamily="34" charset="-128"/>
              </a:rPr>
              <a:t>cooperative_groups</a:t>
            </a:r>
            <a:r>
              <a:rPr lang="en-US" altLang="en-US" sz="1600" dirty="0">
                <a:ea typeface="ＭＳ Ｐゴシック" panose="020B0600070205080204" pitchFamily="34" charset="-128"/>
              </a:rPr>
              <a:t> API</a:t>
            </a:r>
          </a:p>
          <a:p>
            <a:pPr marL="0">
              <a:spcBef>
                <a:spcPts val="0"/>
              </a:spcBef>
              <a:buFont typeface="Wingdings" pitchFamily="2" charset="2"/>
              <a:buNone/>
            </a:pPr>
            <a:endParaRPr lang="en-US" altLang="en-US" sz="1600" dirty="0">
              <a:ea typeface="ＭＳ Ｐゴシック" panose="020B0600070205080204" pitchFamily="34" charset="-128"/>
            </a:endParaRPr>
          </a:p>
          <a:p>
            <a:pPr marL="0">
              <a:spcBef>
                <a:spcPts val="0"/>
              </a:spcBef>
              <a:buFont typeface="Wingdings" pitchFamily="2" charset="2"/>
              <a:buNone/>
            </a:pPr>
            <a:r>
              <a:rPr lang="en-US" altLang="en-US" sz="1600" dirty="0">
                <a:ea typeface="ＭＳ Ｐゴシック" panose="020B0600070205080204" pitchFamily="34" charset="-128"/>
              </a:rPr>
              <a:t>TMA unit supports copies across thread blocks in a cluster</a:t>
            </a:r>
          </a:p>
          <a:p>
            <a:pPr marL="0">
              <a:spcBef>
                <a:spcPts val="0"/>
              </a:spcBef>
              <a:buFont typeface="Wingdings" pitchFamily="2" charset="2"/>
              <a:buNone/>
            </a:pPr>
            <a:endParaRPr lang="en-US" altLang="en-US" sz="1600" dirty="0">
              <a:ea typeface="ＭＳ Ｐゴシック" panose="020B0600070205080204" pitchFamily="34" charset="-128"/>
            </a:endParaRPr>
          </a:p>
          <a:p>
            <a:pPr marL="0">
              <a:spcBef>
                <a:spcPts val="0"/>
              </a:spcBef>
              <a:buFont typeface="Wingdings" pitchFamily="2" charset="2"/>
              <a:buNone/>
            </a:pPr>
            <a:r>
              <a:rPr lang="en-US" altLang="en-US" sz="1600" dirty="0">
                <a:ea typeface="ＭＳ Ｐゴシック" panose="020B0600070205080204" pitchFamily="34" charset="-128"/>
              </a:rPr>
              <a:t>Asynchronous transaction barriers</a:t>
            </a:r>
          </a:p>
        </p:txBody>
      </p:sp>
      <p:pic>
        <p:nvPicPr>
          <p:cNvPr id="3" name="Picture 2">
            <a:extLst>
              <a:ext uri="{FF2B5EF4-FFF2-40B4-BE49-F238E27FC236}">
                <a16:creationId xmlns:a16="http://schemas.microsoft.com/office/drawing/2014/main" id="{DEDE3FB7-06FC-294C-972B-2B4F6385FC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400573"/>
            <a:ext cx="9144000" cy="1964531"/>
          </a:xfrm>
          <a:prstGeom prst="rect">
            <a:avLst/>
          </a:prstGeom>
        </p:spPr>
      </p:pic>
    </p:spTree>
    <p:extLst>
      <p:ext uri="{BB962C8B-B14F-4D97-AF65-F5344CB8AC3E}">
        <p14:creationId xmlns:p14="http://schemas.microsoft.com/office/powerpoint/2010/main" val="11011891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Title 1">
            <a:extLst>
              <a:ext uri="{FF2B5EF4-FFF2-40B4-BE49-F238E27FC236}">
                <a16:creationId xmlns:a16="http://schemas.microsoft.com/office/drawing/2014/main" id="{AAB03DF3-8160-5547-896B-C34BDFA8F2B2}"/>
              </a:ext>
            </a:extLst>
          </p:cNvPr>
          <p:cNvSpPr>
            <a:spLocks noGrp="1"/>
          </p:cNvSpPr>
          <p:nvPr>
            <p:ph type="title"/>
          </p:nvPr>
        </p:nvSpPr>
        <p:spPr/>
        <p:txBody>
          <a:bodyPr/>
          <a:lstStyle/>
          <a:p>
            <a:r>
              <a:rPr lang="en-US" altLang="en-US" dirty="0">
                <a:ea typeface="ＭＳ Ｐゴシック" panose="020B0600070205080204" pitchFamily="34" charset="-128"/>
              </a:rPr>
              <a:t>NVIDIA GeForce GTX 285 </a:t>
            </a:r>
            <a:r>
              <a:rPr lang="ja-JP" altLang="en-US" dirty="0">
                <a:ea typeface="ＭＳ Ｐゴシック" panose="020B0600070205080204" pitchFamily="34" charset="-128"/>
              </a:rPr>
              <a:t>“</a:t>
            </a:r>
            <a:r>
              <a:rPr lang="en-US" altLang="ja-JP" dirty="0">
                <a:ea typeface="ＭＳ Ｐゴシック" panose="020B0600070205080204" pitchFamily="34" charset="-128"/>
              </a:rPr>
              <a:t>core</a:t>
            </a:r>
            <a:r>
              <a:rPr lang="ja-JP" altLang="en-US" dirty="0">
                <a:ea typeface="ＭＳ Ｐゴシック" panose="020B0600070205080204" pitchFamily="34" charset="-128"/>
              </a:rPr>
              <a:t>”</a:t>
            </a:r>
            <a:endParaRPr lang="en-US" altLang="en-US" dirty="0">
              <a:ea typeface="ＭＳ Ｐゴシック" panose="020B0600070205080204" pitchFamily="34" charset="-128"/>
            </a:endParaRPr>
          </a:p>
        </p:txBody>
      </p:sp>
      <p:grpSp>
        <p:nvGrpSpPr>
          <p:cNvPr id="88067" name="Group 43">
            <a:extLst>
              <a:ext uri="{FF2B5EF4-FFF2-40B4-BE49-F238E27FC236}">
                <a16:creationId xmlns:a16="http://schemas.microsoft.com/office/drawing/2014/main" id="{5954EEC8-6D74-EC41-9B30-958FE29F6478}"/>
              </a:ext>
            </a:extLst>
          </p:cNvPr>
          <p:cNvGrpSpPr>
            <a:grpSpLocks/>
          </p:cNvGrpSpPr>
          <p:nvPr/>
        </p:nvGrpSpPr>
        <p:grpSpPr bwMode="auto">
          <a:xfrm>
            <a:off x="942975" y="1384300"/>
            <a:ext cx="4378325" cy="2952750"/>
            <a:chOff x="3803438" y="3041984"/>
            <a:chExt cx="1114185" cy="751417"/>
          </a:xfrm>
        </p:grpSpPr>
        <p:sp>
          <p:nvSpPr>
            <p:cNvPr id="7" name="Rectangle 6">
              <a:extLst>
                <a:ext uri="{FF2B5EF4-FFF2-40B4-BE49-F238E27FC236}">
                  <a16:creationId xmlns:a16="http://schemas.microsoft.com/office/drawing/2014/main" id="{A35527EA-3398-0346-8DEE-9C83E1D4415D}"/>
                </a:ext>
              </a:extLst>
            </p:cNvPr>
            <p:cNvSpPr/>
            <p:nvPr/>
          </p:nvSpPr>
          <p:spPr bwMode="auto">
            <a:xfrm>
              <a:off x="3803438" y="3041984"/>
              <a:ext cx="1114185" cy="751417"/>
            </a:xfrm>
            <a:prstGeom prst="rect">
              <a:avLst/>
            </a:prstGeom>
            <a:solidFill>
              <a:schemeClr val="bg2">
                <a:lumMod val="20000"/>
                <a:lumOff val="80000"/>
              </a:schemeClr>
            </a:solidFill>
            <a:ln w="19050" cap="flat" cmpd="sng" algn="ctr">
              <a:solidFill>
                <a:schemeClr val="tx1">
                  <a:lumMod val="75000"/>
                  <a:lumOff val="25000"/>
                </a:schemeClr>
              </a:solidFill>
              <a:prstDash val="solid"/>
              <a:round/>
              <a:headEnd type="none" w="med" len="med"/>
              <a:tailEnd type="none" w="med" len="med"/>
            </a:ln>
            <a:effectLst/>
          </p:spPr>
          <p:txBody>
            <a:bodyPr anchor="ctr" anchorCtr="1"/>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rebuchet MS" charset="0"/>
                <a:ea typeface="Arial" pitchFamily="-107" charset="0"/>
                <a:cs typeface="Arial" pitchFamily="-107" charset="0"/>
              </a:endParaRPr>
            </a:p>
          </p:txBody>
        </p:sp>
        <p:sp>
          <p:nvSpPr>
            <p:cNvPr id="88073" name="Rectangle 7">
              <a:extLst>
                <a:ext uri="{FF2B5EF4-FFF2-40B4-BE49-F238E27FC236}">
                  <a16:creationId xmlns:a16="http://schemas.microsoft.com/office/drawing/2014/main" id="{7C29D1CB-D42B-8040-B1FF-AC70A40C0918}"/>
                </a:ext>
              </a:extLst>
            </p:cNvPr>
            <p:cNvSpPr>
              <a:spLocks noChangeArrowheads="1"/>
            </p:cNvSpPr>
            <p:nvPr/>
          </p:nvSpPr>
          <p:spPr bwMode="auto">
            <a:xfrm>
              <a:off x="4011475" y="3091609"/>
              <a:ext cx="698111" cy="137160"/>
            </a:xfrm>
            <a:prstGeom prst="rect">
              <a:avLst/>
            </a:prstGeom>
            <a:solidFill>
              <a:srgbClr val="DA581C"/>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88074" name="Rectangle 8">
              <a:extLst>
                <a:ext uri="{FF2B5EF4-FFF2-40B4-BE49-F238E27FC236}">
                  <a16:creationId xmlns:a16="http://schemas.microsoft.com/office/drawing/2014/main" id="{2AAE2B7A-1DAD-3A44-BEBD-866D4ACC8108}"/>
                </a:ext>
              </a:extLst>
            </p:cNvPr>
            <p:cNvSpPr>
              <a:spLocks noChangeArrowheads="1"/>
            </p:cNvSpPr>
            <p:nvPr/>
          </p:nvSpPr>
          <p:spPr bwMode="auto">
            <a:xfrm>
              <a:off x="3852724" y="3608042"/>
              <a:ext cx="1015612" cy="137160"/>
            </a:xfrm>
            <a:prstGeom prst="rect">
              <a:avLst/>
            </a:prstGeom>
            <a:solidFill>
              <a:srgbClr val="AEC3F5"/>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88075" name="Rectangle 9">
              <a:extLst>
                <a:ext uri="{FF2B5EF4-FFF2-40B4-BE49-F238E27FC236}">
                  <a16:creationId xmlns:a16="http://schemas.microsoft.com/office/drawing/2014/main" id="{1249BF27-03B5-4548-ACD0-27F5BA43B11F}"/>
                </a:ext>
              </a:extLst>
            </p:cNvPr>
            <p:cNvSpPr>
              <a:spLocks noChangeArrowheads="1"/>
            </p:cNvSpPr>
            <p:nvPr/>
          </p:nvSpPr>
          <p:spPr bwMode="auto">
            <a:xfrm>
              <a:off x="3852421" y="3266850"/>
              <a:ext cx="225644" cy="137083"/>
            </a:xfrm>
            <a:prstGeom prst="rect">
              <a:avLst/>
            </a:prstGeom>
            <a:solidFill>
              <a:srgbClr val="FFAF16"/>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88076" name="Rectangle 10">
              <a:extLst>
                <a:ext uri="{FF2B5EF4-FFF2-40B4-BE49-F238E27FC236}">
                  <a16:creationId xmlns:a16="http://schemas.microsoft.com/office/drawing/2014/main" id="{0BE74A10-BDDB-124D-991C-BE905F727566}"/>
                </a:ext>
              </a:extLst>
            </p:cNvPr>
            <p:cNvSpPr>
              <a:spLocks noChangeArrowheads="1"/>
            </p:cNvSpPr>
            <p:nvPr/>
          </p:nvSpPr>
          <p:spPr bwMode="auto">
            <a:xfrm>
              <a:off x="3887456" y="3303641"/>
              <a:ext cx="63500" cy="63500"/>
            </a:xfrm>
            <a:prstGeom prst="rect">
              <a:avLst/>
            </a:prstGeom>
            <a:solidFill>
              <a:srgbClr val="FFF25C"/>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077" name="Rectangle 11">
              <a:extLst>
                <a:ext uri="{FF2B5EF4-FFF2-40B4-BE49-F238E27FC236}">
                  <a16:creationId xmlns:a16="http://schemas.microsoft.com/office/drawing/2014/main" id="{3987FE5C-6531-AB44-B3A3-8A6BB32F3CE3}"/>
                </a:ext>
              </a:extLst>
            </p:cNvPr>
            <p:cNvSpPr>
              <a:spLocks noChangeArrowheads="1"/>
            </p:cNvSpPr>
            <p:nvPr/>
          </p:nvSpPr>
          <p:spPr bwMode="auto">
            <a:xfrm>
              <a:off x="3979531" y="3303641"/>
              <a:ext cx="63500" cy="63500"/>
            </a:xfrm>
            <a:prstGeom prst="rect">
              <a:avLst/>
            </a:prstGeom>
            <a:solidFill>
              <a:srgbClr val="4292B4"/>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078" name="Rectangle 12">
              <a:extLst>
                <a:ext uri="{FF2B5EF4-FFF2-40B4-BE49-F238E27FC236}">
                  <a16:creationId xmlns:a16="http://schemas.microsoft.com/office/drawing/2014/main" id="{AB070AD2-0E7D-7042-A242-0392B54F3E49}"/>
                </a:ext>
              </a:extLst>
            </p:cNvPr>
            <p:cNvSpPr>
              <a:spLocks noChangeArrowheads="1"/>
            </p:cNvSpPr>
            <p:nvPr/>
          </p:nvSpPr>
          <p:spPr bwMode="auto">
            <a:xfrm>
              <a:off x="4115946" y="3266850"/>
              <a:ext cx="225644" cy="137083"/>
            </a:xfrm>
            <a:prstGeom prst="rect">
              <a:avLst/>
            </a:prstGeom>
            <a:solidFill>
              <a:srgbClr val="FFAF16"/>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88079" name="Rectangle 13">
              <a:extLst>
                <a:ext uri="{FF2B5EF4-FFF2-40B4-BE49-F238E27FC236}">
                  <a16:creationId xmlns:a16="http://schemas.microsoft.com/office/drawing/2014/main" id="{A1FB4639-FD02-984F-9F66-6558115A2F80}"/>
                </a:ext>
              </a:extLst>
            </p:cNvPr>
            <p:cNvSpPr>
              <a:spLocks noChangeArrowheads="1"/>
            </p:cNvSpPr>
            <p:nvPr/>
          </p:nvSpPr>
          <p:spPr bwMode="auto">
            <a:xfrm>
              <a:off x="4150981" y="3303641"/>
              <a:ext cx="63500" cy="63500"/>
            </a:xfrm>
            <a:prstGeom prst="rect">
              <a:avLst/>
            </a:prstGeom>
            <a:solidFill>
              <a:srgbClr val="FFF25C"/>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080" name="Rectangle 14">
              <a:extLst>
                <a:ext uri="{FF2B5EF4-FFF2-40B4-BE49-F238E27FC236}">
                  <a16:creationId xmlns:a16="http://schemas.microsoft.com/office/drawing/2014/main" id="{8F54ADD2-C9A0-F544-9C27-29E24BA35495}"/>
                </a:ext>
              </a:extLst>
            </p:cNvPr>
            <p:cNvSpPr>
              <a:spLocks noChangeArrowheads="1"/>
            </p:cNvSpPr>
            <p:nvPr/>
          </p:nvSpPr>
          <p:spPr bwMode="auto">
            <a:xfrm>
              <a:off x="4243056" y="3303641"/>
              <a:ext cx="63500" cy="63500"/>
            </a:xfrm>
            <a:prstGeom prst="rect">
              <a:avLst/>
            </a:prstGeom>
            <a:solidFill>
              <a:srgbClr val="4292B4"/>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081" name="Rectangle 15">
              <a:extLst>
                <a:ext uri="{FF2B5EF4-FFF2-40B4-BE49-F238E27FC236}">
                  <a16:creationId xmlns:a16="http://schemas.microsoft.com/office/drawing/2014/main" id="{3F9A108A-1910-EE4A-BC4F-6D4542A7A8A9}"/>
                </a:ext>
              </a:extLst>
            </p:cNvPr>
            <p:cNvSpPr>
              <a:spLocks noChangeArrowheads="1"/>
            </p:cNvSpPr>
            <p:nvPr/>
          </p:nvSpPr>
          <p:spPr bwMode="auto">
            <a:xfrm>
              <a:off x="4379471" y="3266850"/>
              <a:ext cx="225644" cy="137083"/>
            </a:xfrm>
            <a:prstGeom prst="rect">
              <a:avLst/>
            </a:prstGeom>
            <a:solidFill>
              <a:srgbClr val="FFAF16"/>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88082" name="Rectangle 16">
              <a:extLst>
                <a:ext uri="{FF2B5EF4-FFF2-40B4-BE49-F238E27FC236}">
                  <a16:creationId xmlns:a16="http://schemas.microsoft.com/office/drawing/2014/main" id="{9EA92925-45D7-5941-BEBF-923D80066E3F}"/>
                </a:ext>
              </a:extLst>
            </p:cNvPr>
            <p:cNvSpPr>
              <a:spLocks noChangeArrowheads="1"/>
            </p:cNvSpPr>
            <p:nvPr/>
          </p:nvSpPr>
          <p:spPr bwMode="auto">
            <a:xfrm>
              <a:off x="4414506" y="3303641"/>
              <a:ext cx="63500" cy="63500"/>
            </a:xfrm>
            <a:prstGeom prst="rect">
              <a:avLst/>
            </a:prstGeom>
            <a:solidFill>
              <a:srgbClr val="FFF25C"/>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083" name="Rectangle 17">
              <a:extLst>
                <a:ext uri="{FF2B5EF4-FFF2-40B4-BE49-F238E27FC236}">
                  <a16:creationId xmlns:a16="http://schemas.microsoft.com/office/drawing/2014/main" id="{D6AF630D-0617-354A-8FDF-2AE457D5865A}"/>
                </a:ext>
              </a:extLst>
            </p:cNvPr>
            <p:cNvSpPr>
              <a:spLocks noChangeArrowheads="1"/>
            </p:cNvSpPr>
            <p:nvPr/>
          </p:nvSpPr>
          <p:spPr bwMode="auto">
            <a:xfrm>
              <a:off x="4506581" y="3303641"/>
              <a:ext cx="63500" cy="63500"/>
            </a:xfrm>
            <a:prstGeom prst="rect">
              <a:avLst/>
            </a:prstGeom>
            <a:solidFill>
              <a:srgbClr val="4292B4"/>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084" name="Rectangle 18">
              <a:extLst>
                <a:ext uri="{FF2B5EF4-FFF2-40B4-BE49-F238E27FC236}">
                  <a16:creationId xmlns:a16="http://schemas.microsoft.com/office/drawing/2014/main" id="{FAEC94AB-D8A7-1A45-91A5-DB586F866BCA}"/>
                </a:ext>
              </a:extLst>
            </p:cNvPr>
            <p:cNvSpPr>
              <a:spLocks noChangeArrowheads="1"/>
            </p:cNvSpPr>
            <p:nvPr/>
          </p:nvSpPr>
          <p:spPr bwMode="auto">
            <a:xfrm>
              <a:off x="4642996" y="3266850"/>
              <a:ext cx="225644" cy="137083"/>
            </a:xfrm>
            <a:prstGeom prst="rect">
              <a:avLst/>
            </a:prstGeom>
            <a:solidFill>
              <a:srgbClr val="FFAF16"/>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88085" name="Rectangle 19">
              <a:extLst>
                <a:ext uri="{FF2B5EF4-FFF2-40B4-BE49-F238E27FC236}">
                  <a16:creationId xmlns:a16="http://schemas.microsoft.com/office/drawing/2014/main" id="{D305D6B9-8E2C-054B-9525-BE7D19EC2B9E}"/>
                </a:ext>
              </a:extLst>
            </p:cNvPr>
            <p:cNvSpPr>
              <a:spLocks noChangeArrowheads="1"/>
            </p:cNvSpPr>
            <p:nvPr/>
          </p:nvSpPr>
          <p:spPr bwMode="auto">
            <a:xfrm>
              <a:off x="4678031" y="3303641"/>
              <a:ext cx="63500" cy="63500"/>
            </a:xfrm>
            <a:prstGeom prst="rect">
              <a:avLst/>
            </a:prstGeom>
            <a:solidFill>
              <a:srgbClr val="FFF25C"/>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086" name="Rectangle 20">
              <a:extLst>
                <a:ext uri="{FF2B5EF4-FFF2-40B4-BE49-F238E27FC236}">
                  <a16:creationId xmlns:a16="http://schemas.microsoft.com/office/drawing/2014/main" id="{3D1A5C4F-2784-9845-AA2A-6F4D898D0F0D}"/>
                </a:ext>
              </a:extLst>
            </p:cNvPr>
            <p:cNvSpPr>
              <a:spLocks noChangeArrowheads="1"/>
            </p:cNvSpPr>
            <p:nvPr/>
          </p:nvSpPr>
          <p:spPr bwMode="auto">
            <a:xfrm>
              <a:off x="4770106" y="3303641"/>
              <a:ext cx="63500" cy="63500"/>
            </a:xfrm>
            <a:prstGeom prst="rect">
              <a:avLst/>
            </a:prstGeom>
            <a:solidFill>
              <a:srgbClr val="4292B4"/>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087" name="Rectangle 21">
              <a:extLst>
                <a:ext uri="{FF2B5EF4-FFF2-40B4-BE49-F238E27FC236}">
                  <a16:creationId xmlns:a16="http://schemas.microsoft.com/office/drawing/2014/main" id="{08B5212A-06A3-AB44-B15E-FDCC27D41580}"/>
                </a:ext>
              </a:extLst>
            </p:cNvPr>
            <p:cNvSpPr>
              <a:spLocks noChangeArrowheads="1"/>
            </p:cNvSpPr>
            <p:nvPr/>
          </p:nvSpPr>
          <p:spPr bwMode="auto">
            <a:xfrm>
              <a:off x="3852421" y="3435125"/>
              <a:ext cx="225644" cy="137083"/>
            </a:xfrm>
            <a:prstGeom prst="rect">
              <a:avLst/>
            </a:prstGeom>
            <a:solidFill>
              <a:srgbClr val="FFAF16"/>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88088" name="Rectangle 22">
              <a:extLst>
                <a:ext uri="{FF2B5EF4-FFF2-40B4-BE49-F238E27FC236}">
                  <a16:creationId xmlns:a16="http://schemas.microsoft.com/office/drawing/2014/main" id="{6523EE9B-2CA8-8F4A-BEA2-357F3ACD72C9}"/>
                </a:ext>
              </a:extLst>
            </p:cNvPr>
            <p:cNvSpPr>
              <a:spLocks noChangeArrowheads="1"/>
            </p:cNvSpPr>
            <p:nvPr/>
          </p:nvSpPr>
          <p:spPr bwMode="auto">
            <a:xfrm>
              <a:off x="3887456" y="3471916"/>
              <a:ext cx="63500" cy="63500"/>
            </a:xfrm>
            <a:prstGeom prst="rect">
              <a:avLst/>
            </a:prstGeom>
            <a:solidFill>
              <a:srgbClr val="FFF25C"/>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089" name="Rectangle 23">
              <a:extLst>
                <a:ext uri="{FF2B5EF4-FFF2-40B4-BE49-F238E27FC236}">
                  <a16:creationId xmlns:a16="http://schemas.microsoft.com/office/drawing/2014/main" id="{3E098C5C-B0D8-FF49-9572-B4C5291F6945}"/>
                </a:ext>
              </a:extLst>
            </p:cNvPr>
            <p:cNvSpPr>
              <a:spLocks noChangeArrowheads="1"/>
            </p:cNvSpPr>
            <p:nvPr/>
          </p:nvSpPr>
          <p:spPr bwMode="auto">
            <a:xfrm>
              <a:off x="3979531" y="3471916"/>
              <a:ext cx="63500" cy="63500"/>
            </a:xfrm>
            <a:prstGeom prst="rect">
              <a:avLst/>
            </a:prstGeom>
            <a:solidFill>
              <a:srgbClr val="4292B4"/>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090" name="Rectangle 24">
              <a:extLst>
                <a:ext uri="{FF2B5EF4-FFF2-40B4-BE49-F238E27FC236}">
                  <a16:creationId xmlns:a16="http://schemas.microsoft.com/office/drawing/2014/main" id="{951C8CD7-AD8C-7049-9DE4-820134B81D2F}"/>
                </a:ext>
              </a:extLst>
            </p:cNvPr>
            <p:cNvSpPr>
              <a:spLocks noChangeArrowheads="1"/>
            </p:cNvSpPr>
            <p:nvPr/>
          </p:nvSpPr>
          <p:spPr bwMode="auto">
            <a:xfrm>
              <a:off x="4115946" y="3435125"/>
              <a:ext cx="225644" cy="137083"/>
            </a:xfrm>
            <a:prstGeom prst="rect">
              <a:avLst/>
            </a:prstGeom>
            <a:solidFill>
              <a:srgbClr val="FFAF16"/>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88091" name="Rectangle 25">
              <a:extLst>
                <a:ext uri="{FF2B5EF4-FFF2-40B4-BE49-F238E27FC236}">
                  <a16:creationId xmlns:a16="http://schemas.microsoft.com/office/drawing/2014/main" id="{9018D6FE-8812-704C-94F7-5BA8A40E8F9E}"/>
                </a:ext>
              </a:extLst>
            </p:cNvPr>
            <p:cNvSpPr>
              <a:spLocks noChangeArrowheads="1"/>
            </p:cNvSpPr>
            <p:nvPr/>
          </p:nvSpPr>
          <p:spPr bwMode="auto">
            <a:xfrm>
              <a:off x="4150981" y="3471916"/>
              <a:ext cx="63500" cy="63500"/>
            </a:xfrm>
            <a:prstGeom prst="rect">
              <a:avLst/>
            </a:prstGeom>
            <a:solidFill>
              <a:srgbClr val="FFF25C"/>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092" name="Rectangle 26">
              <a:extLst>
                <a:ext uri="{FF2B5EF4-FFF2-40B4-BE49-F238E27FC236}">
                  <a16:creationId xmlns:a16="http://schemas.microsoft.com/office/drawing/2014/main" id="{5DDC1416-B23D-7C42-86D3-9E971C71A6EC}"/>
                </a:ext>
              </a:extLst>
            </p:cNvPr>
            <p:cNvSpPr>
              <a:spLocks noChangeArrowheads="1"/>
            </p:cNvSpPr>
            <p:nvPr/>
          </p:nvSpPr>
          <p:spPr bwMode="auto">
            <a:xfrm>
              <a:off x="4243056" y="3471916"/>
              <a:ext cx="63500" cy="63500"/>
            </a:xfrm>
            <a:prstGeom prst="rect">
              <a:avLst/>
            </a:prstGeom>
            <a:solidFill>
              <a:srgbClr val="4292B4"/>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093" name="Rectangle 27">
              <a:extLst>
                <a:ext uri="{FF2B5EF4-FFF2-40B4-BE49-F238E27FC236}">
                  <a16:creationId xmlns:a16="http://schemas.microsoft.com/office/drawing/2014/main" id="{1337F1AE-07E7-5F49-9508-C03C5BB60CD6}"/>
                </a:ext>
              </a:extLst>
            </p:cNvPr>
            <p:cNvSpPr>
              <a:spLocks noChangeArrowheads="1"/>
            </p:cNvSpPr>
            <p:nvPr/>
          </p:nvSpPr>
          <p:spPr bwMode="auto">
            <a:xfrm>
              <a:off x="4379471" y="3435125"/>
              <a:ext cx="225644" cy="137083"/>
            </a:xfrm>
            <a:prstGeom prst="rect">
              <a:avLst/>
            </a:prstGeom>
            <a:solidFill>
              <a:srgbClr val="FFAF16"/>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88094" name="Rectangle 28">
              <a:extLst>
                <a:ext uri="{FF2B5EF4-FFF2-40B4-BE49-F238E27FC236}">
                  <a16:creationId xmlns:a16="http://schemas.microsoft.com/office/drawing/2014/main" id="{FCF7FE1B-E685-4D49-8C9E-EC153A340692}"/>
                </a:ext>
              </a:extLst>
            </p:cNvPr>
            <p:cNvSpPr>
              <a:spLocks noChangeArrowheads="1"/>
            </p:cNvSpPr>
            <p:nvPr/>
          </p:nvSpPr>
          <p:spPr bwMode="auto">
            <a:xfrm>
              <a:off x="4414506" y="3471916"/>
              <a:ext cx="63500" cy="63500"/>
            </a:xfrm>
            <a:prstGeom prst="rect">
              <a:avLst/>
            </a:prstGeom>
            <a:solidFill>
              <a:srgbClr val="FFF25C"/>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095" name="Rectangle 29">
              <a:extLst>
                <a:ext uri="{FF2B5EF4-FFF2-40B4-BE49-F238E27FC236}">
                  <a16:creationId xmlns:a16="http://schemas.microsoft.com/office/drawing/2014/main" id="{B1EF9918-9303-1240-9F52-4C9B97C051A4}"/>
                </a:ext>
              </a:extLst>
            </p:cNvPr>
            <p:cNvSpPr>
              <a:spLocks noChangeArrowheads="1"/>
            </p:cNvSpPr>
            <p:nvPr/>
          </p:nvSpPr>
          <p:spPr bwMode="auto">
            <a:xfrm>
              <a:off x="4506581" y="3471916"/>
              <a:ext cx="63500" cy="63500"/>
            </a:xfrm>
            <a:prstGeom prst="rect">
              <a:avLst/>
            </a:prstGeom>
            <a:solidFill>
              <a:srgbClr val="4292B4"/>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096" name="Rectangle 30">
              <a:extLst>
                <a:ext uri="{FF2B5EF4-FFF2-40B4-BE49-F238E27FC236}">
                  <a16:creationId xmlns:a16="http://schemas.microsoft.com/office/drawing/2014/main" id="{5061FCB5-B92D-8048-8C40-B5C2221447B8}"/>
                </a:ext>
              </a:extLst>
            </p:cNvPr>
            <p:cNvSpPr>
              <a:spLocks noChangeArrowheads="1"/>
            </p:cNvSpPr>
            <p:nvPr/>
          </p:nvSpPr>
          <p:spPr bwMode="auto">
            <a:xfrm>
              <a:off x="4642996" y="3435125"/>
              <a:ext cx="225644" cy="137083"/>
            </a:xfrm>
            <a:prstGeom prst="rect">
              <a:avLst/>
            </a:prstGeom>
            <a:solidFill>
              <a:srgbClr val="FFAF16"/>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rebuchet MS" panose="020B0703020202090204" pitchFamily="34" charset="0"/>
                <a:ea typeface="ＭＳ Ｐゴシック" panose="020B0600070205080204" pitchFamily="34" charset="-128"/>
                <a:cs typeface="+mn-cs"/>
              </a:endParaRPr>
            </a:p>
          </p:txBody>
        </p:sp>
        <p:sp>
          <p:nvSpPr>
            <p:cNvPr id="88097" name="Rectangle 31">
              <a:extLst>
                <a:ext uri="{FF2B5EF4-FFF2-40B4-BE49-F238E27FC236}">
                  <a16:creationId xmlns:a16="http://schemas.microsoft.com/office/drawing/2014/main" id="{220B5F7F-BC63-B04B-9830-23E01747B0BC}"/>
                </a:ext>
              </a:extLst>
            </p:cNvPr>
            <p:cNvSpPr>
              <a:spLocks noChangeArrowheads="1"/>
            </p:cNvSpPr>
            <p:nvPr/>
          </p:nvSpPr>
          <p:spPr bwMode="auto">
            <a:xfrm>
              <a:off x="4678031" y="3471916"/>
              <a:ext cx="63500" cy="63500"/>
            </a:xfrm>
            <a:prstGeom prst="rect">
              <a:avLst/>
            </a:prstGeom>
            <a:solidFill>
              <a:srgbClr val="FFF25C"/>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098" name="Rectangle 32">
              <a:extLst>
                <a:ext uri="{FF2B5EF4-FFF2-40B4-BE49-F238E27FC236}">
                  <a16:creationId xmlns:a16="http://schemas.microsoft.com/office/drawing/2014/main" id="{89703CD3-755C-1449-A3C1-3D6921C91C55}"/>
                </a:ext>
              </a:extLst>
            </p:cNvPr>
            <p:cNvSpPr>
              <a:spLocks noChangeArrowheads="1"/>
            </p:cNvSpPr>
            <p:nvPr/>
          </p:nvSpPr>
          <p:spPr bwMode="auto">
            <a:xfrm>
              <a:off x="4770106" y="3471916"/>
              <a:ext cx="63500" cy="63500"/>
            </a:xfrm>
            <a:prstGeom prst="rect">
              <a:avLst/>
            </a:prstGeom>
            <a:solidFill>
              <a:srgbClr val="4292B4"/>
            </a:solidFill>
            <a:ln w="19050">
              <a:solidFill>
                <a:schemeClr val="tx1"/>
              </a:solidFill>
              <a:round/>
              <a:headEnd/>
              <a:tailEnd/>
            </a:ln>
          </p:spPr>
          <p:txBody>
            <a:bodyPr anchor="ctr" anchorCtr="1"/>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8099" name="Group 924">
              <a:extLst>
                <a:ext uri="{FF2B5EF4-FFF2-40B4-BE49-F238E27FC236}">
                  <a16:creationId xmlns:a16="http://schemas.microsoft.com/office/drawing/2014/main" id="{F3843BA8-5BED-264F-9800-AD9E3DBA97EA}"/>
                </a:ext>
              </a:extLst>
            </p:cNvPr>
            <p:cNvGrpSpPr>
              <a:grpSpLocks/>
            </p:cNvGrpSpPr>
            <p:nvPr/>
          </p:nvGrpSpPr>
          <p:grpSpPr bwMode="auto">
            <a:xfrm>
              <a:off x="3945065" y="3557252"/>
              <a:ext cx="826293" cy="182442"/>
              <a:chOff x="656433" y="1899568"/>
              <a:chExt cx="826293" cy="182442"/>
            </a:xfrm>
          </p:grpSpPr>
          <p:cxnSp>
            <p:nvCxnSpPr>
              <p:cNvPr id="88100" name="Straight Connector 34">
                <a:extLst>
                  <a:ext uri="{FF2B5EF4-FFF2-40B4-BE49-F238E27FC236}">
                    <a16:creationId xmlns:a16="http://schemas.microsoft.com/office/drawing/2014/main" id="{EB5131DC-4B2D-C842-8493-A461CFEE6844}"/>
                  </a:ext>
                </a:extLst>
              </p:cNvPr>
              <p:cNvCxnSpPr>
                <a:cxnSpLocks noChangeShapeType="1"/>
              </p:cNvCxnSpPr>
              <p:nvPr/>
            </p:nvCxnSpPr>
            <p:spPr bwMode="auto">
              <a:xfrm rot="5400000">
                <a:off x="594520" y="2019304"/>
                <a:ext cx="124619" cy="793"/>
              </a:xfrm>
              <a:prstGeom prst="line">
                <a:avLst/>
              </a:prstGeom>
              <a:noFill/>
              <a:ln w="19050">
                <a:solidFill>
                  <a:srgbClr val="717F9F"/>
                </a:solidFill>
                <a:round/>
                <a:headEnd/>
                <a:tailEnd/>
              </a:ln>
              <a:extLst>
                <a:ext uri="{909E8E84-426E-40DD-AFC4-6F175D3DCCD1}">
                  <a14:hiddenFill xmlns:a14="http://schemas.microsoft.com/office/drawing/2010/main">
                    <a:noFill/>
                  </a14:hiddenFill>
                </a:ext>
              </a:extLst>
            </p:spPr>
          </p:cxnSp>
          <p:cxnSp>
            <p:nvCxnSpPr>
              <p:cNvPr id="88101" name="Straight Connector 35">
                <a:extLst>
                  <a:ext uri="{FF2B5EF4-FFF2-40B4-BE49-F238E27FC236}">
                    <a16:creationId xmlns:a16="http://schemas.microsoft.com/office/drawing/2014/main" id="{346AAC0B-D0C0-BE4A-ADE3-1C54F307169A}"/>
                  </a:ext>
                </a:extLst>
              </p:cNvPr>
              <p:cNvCxnSpPr>
                <a:cxnSpLocks noChangeShapeType="1"/>
              </p:cNvCxnSpPr>
              <p:nvPr/>
            </p:nvCxnSpPr>
            <p:spPr bwMode="auto">
              <a:xfrm rot="5400000">
                <a:off x="690828" y="2019304"/>
                <a:ext cx="124619" cy="793"/>
              </a:xfrm>
              <a:prstGeom prst="line">
                <a:avLst/>
              </a:prstGeom>
              <a:noFill/>
              <a:ln w="19050">
                <a:solidFill>
                  <a:srgbClr val="717F9F"/>
                </a:solidFill>
                <a:round/>
                <a:headEnd/>
                <a:tailEnd/>
              </a:ln>
              <a:extLst>
                <a:ext uri="{909E8E84-426E-40DD-AFC4-6F175D3DCCD1}">
                  <a14:hiddenFill xmlns:a14="http://schemas.microsoft.com/office/drawing/2010/main">
                    <a:noFill/>
                  </a14:hiddenFill>
                </a:ext>
              </a:extLst>
            </p:spPr>
          </p:cxnSp>
          <p:cxnSp>
            <p:nvCxnSpPr>
              <p:cNvPr id="88102" name="Straight Connector 36">
                <a:extLst>
                  <a:ext uri="{FF2B5EF4-FFF2-40B4-BE49-F238E27FC236}">
                    <a16:creationId xmlns:a16="http://schemas.microsoft.com/office/drawing/2014/main" id="{9932935D-C83A-9F4E-AAFB-D7830CDEBC39}"/>
                  </a:ext>
                </a:extLst>
              </p:cNvPr>
              <p:cNvCxnSpPr>
                <a:cxnSpLocks noChangeShapeType="1"/>
              </p:cNvCxnSpPr>
              <p:nvPr/>
            </p:nvCxnSpPr>
            <p:spPr bwMode="auto">
              <a:xfrm rot="5400000">
                <a:off x="787136" y="2019304"/>
                <a:ext cx="124619" cy="793"/>
              </a:xfrm>
              <a:prstGeom prst="line">
                <a:avLst/>
              </a:prstGeom>
              <a:noFill/>
              <a:ln w="19050">
                <a:solidFill>
                  <a:srgbClr val="717F9F"/>
                </a:solidFill>
                <a:round/>
                <a:headEnd/>
                <a:tailEnd/>
              </a:ln>
              <a:extLst>
                <a:ext uri="{909E8E84-426E-40DD-AFC4-6F175D3DCCD1}">
                  <a14:hiddenFill xmlns:a14="http://schemas.microsoft.com/office/drawing/2010/main">
                    <a:noFill/>
                  </a14:hiddenFill>
                </a:ext>
              </a:extLst>
            </p:spPr>
          </p:cxnSp>
          <p:cxnSp>
            <p:nvCxnSpPr>
              <p:cNvPr id="88103" name="Straight Connector 37">
                <a:extLst>
                  <a:ext uri="{FF2B5EF4-FFF2-40B4-BE49-F238E27FC236}">
                    <a16:creationId xmlns:a16="http://schemas.microsoft.com/office/drawing/2014/main" id="{C3EF9D0C-0F59-DB48-BB2A-63756652BC68}"/>
                  </a:ext>
                </a:extLst>
              </p:cNvPr>
              <p:cNvCxnSpPr>
                <a:cxnSpLocks noChangeShapeType="1"/>
              </p:cNvCxnSpPr>
              <p:nvPr/>
            </p:nvCxnSpPr>
            <p:spPr bwMode="auto">
              <a:xfrm rot="5400000">
                <a:off x="1229520" y="2019304"/>
                <a:ext cx="124619" cy="793"/>
              </a:xfrm>
              <a:prstGeom prst="line">
                <a:avLst/>
              </a:prstGeom>
              <a:noFill/>
              <a:ln w="19050">
                <a:solidFill>
                  <a:srgbClr val="717F9F"/>
                </a:solidFill>
                <a:round/>
                <a:headEnd/>
                <a:tailEnd/>
              </a:ln>
              <a:extLst>
                <a:ext uri="{909E8E84-426E-40DD-AFC4-6F175D3DCCD1}">
                  <a14:hiddenFill xmlns:a14="http://schemas.microsoft.com/office/drawing/2010/main">
                    <a:noFill/>
                  </a14:hiddenFill>
                </a:ext>
              </a:extLst>
            </p:spPr>
          </p:cxnSp>
          <p:cxnSp>
            <p:nvCxnSpPr>
              <p:cNvPr id="88104" name="Straight Connector 38">
                <a:extLst>
                  <a:ext uri="{FF2B5EF4-FFF2-40B4-BE49-F238E27FC236}">
                    <a16:creationId xmlns:a16="http://schemas.microsoft.com/office/drawing/2014/main" id="{76854F44-EEE4-A440-A9F1-F5E8116D55EF}"/>
                  </a:ext>
                </a:extLst>
              </p:cNvPr>
              <p:cNvCxnSpPr>
                <a:cxnSpLocks noChangeShapeType="1"/>
              </p:cNvCxnSpPr>
              <p:nvPr/>
            </p:nvCxnSpPr>
            <p:spPr bwMode="auto">
              <a:xfrm rot="5400000">
                <a:off x="1324770" y="2019304"/>
                <a:ext cx="124619" cy="793"/>
              </a:xfrm>
              <a:prstGeom prst="line">
                <a:avLst/>
              </a:prstGeom>
              <a:noFill/>
              <a:ln w="19050">
                <a:solidFill>
                  <a:srgbClr val="717F9F"/>
                </a:solidFill>
                <a:round/>
                <a:headEnd/>
                <a:tailEnd/>
              </a:ln>
              <a:extLst>
                <a:ext uri="{909E8E84-426E-40DD-AFC4-6F175D3DCCD1}">
                  <a14:hiddenFill xmlns:a14="http://schemas.microsoft.com/office/drawing/2010/main">
                    <a:noFill/>
                  </a14:hiddenFill>
                </a:ext>
              </a:extLst>
            </p:spPr>
          </p:cxnSp>
          <p:cxnSp>
            <p:nvCxnSpPr>
              <p:cNvPr id="88105" name="Straight Connector 39">
                <a:extLst>
                  <a:ext uri="{FF2B5EF4-FFF2-40B4-BE49-F238E27FC236}">
                    <a16:creationId xmlns:a16="http://schemas.microsoft.com/office/drawing/2014/main" id="{F959EFA1-2C7B-B849-9F41-4B32E40DEC95}"/>
                  </a:ext>
                </a:extLst>
              </p:cNvPr>
              <p:cNvCxnSpPr>
                <a:cxnSpLocks noChangeShapeType="1"/>
              </p:cNvCxnSpPr>
              <p:nvPr/>
            </p:nvCxnSpPr>
            <p:spPr bwMode="auto">
              <a:xfrm rot="5400000">
                <a:off x="1420020" y="2019304"/>
                <a:ext cx="124619" cy="793"/>
              </a:xfrm>
              <a:prstGeom prst="line">
                <a:avLst/>
              </a:prstGeom>
              <a:noFill/>
              <a:ln w="19050">
                <a:solidFill>
                  <a:srgbClr val="717F9F"/>
                </a:solidFill>
                <a:round/>
                <a:headEnd/>
                <a:tailEnd/>
              </a:ln>
              <a:extLst>
                <a:ext uri="{909E8E84-426E-40DD-AFC4-6F175D3DCCD1}">
                  <a14:hiddenFill xmlns:a14="http://schemas.microsoft.com/office/drawing/2010/main">
                    <a:noFill/>
                  </a14:hiddenFill>
                </a:ext>
              </a:extLst>
            </p:spPr>
          </p:cxnSp>
          <p:cxnSp>
            <p:nvCxnSpPr>
              <p:cNvPr id="88106" name="Straight Connector 40">
                <a:extLst>
                  <a:ext uri="{FF2B5EF4-FFF2-40B4-BE49-F238E27FC236}">
                    <a16:creationId xmlns:a16="http://schemas.microsoft.com/office/drawing/2014/main" id="{93D086EC-29B5-BE40-AF03-94E4A8B4F658}"/>
                  </a:ext>
                </a:extLst>
              </p:cNvPr>
              <p:cNvCxnSpPr>
                <a:cxnSpLocks noChangeShapeType="1"/>
              </p:cNvCxnSpPr>
              <p:nvPr/>
            </p:nvCxnSpPr>
            <p:spPr bwMode="auto">
              <a:xfrm rot="5400000">
                <a:off x="883445" y="2019304"/>
                <a:ext cx="124619" cy="793"/>
              </a:xfrm>
              <a:prstGeom prst="line">
                <a:avLst/>
              </a:prstGeom>
              <a:noFill/>
              <a:ln w="19050">
                <a:solidFill>
                  <a:srgbClr val="717F9F"/>
                </a:solidFill>
                <a:round/>
                <a:headEnd/>
                <a:tailEnd/>
              </a:ln>
              <a:extLst>
                <a:ext uri="{909E8E84-426E-40DD-AFC4-6F175D3DCCD1}">
                  <a14:hiddenFill xmlns:a14="http://schemas.microsoft.com/office/drawing/2010/main">
                    <a:noFill/>
                  </a14:hiddenFill>
                </a:ext>
              </a:extLst>
            </p:spPr>
          </p:cxnSp>
          <p:cxnSp>
            <p:nvCxnSpPr>
              <p:cNvPr id="88107" name="Straight Connector 41">
                <a:extLst>
                  <a:ext uri="{FF2B5EF4-FFF2-40B4-BE49-F238E27FC236}">
                    <a16:creationId xmlns:a16="http://schemas.microsoft.com/office/drawing/2014/main" id="{AD6A7521-0608-CF4E-8CB1-9C4978DC8CB4}"/>
                  </a:ext>
                </a:extLst>
              </p:cNvPr>
              <p:cNvCxnSpPr>
                <a:cxnSpLocks noChangeShapeType="1"/>
              </p:cNvCxnSpPr>
              <p:nvPr/>
            </p:nvCxnSpPr>
            <p:spPr bwMode="auto">
              <a:xfrm rot="5400000">
                <a:off x="1134270" y="2019304"/>
                <a:ext cx="124619" cy="793"/>
              </a:xfrm>
              <a:prstGeom prst="line">
                <a:avLst/>
              </a:prstGeom>
              <a:noFill/>
              <a:ln w="19050">
                <a:solidFill>
                  <a:srgbClr val="717F9F"/>
                </a:solidFill>
                <a:round/>
                <a:headEnd/>
                <a:tailEnd/>
              </a:ln>
              <a:extLst>
                <a:ext uri="{909E8E84-426E-40DD-AFC4-6F175D3DCCD1}">
                  <a14:hiddenFill xmlns:a14="http://schemas.microsoft.com/office/drawing/2010/main">
                    <a:noFill/>
                  </a14:hiddenFill>
                </a:ext>
              </a:extLst>
            </p:spPr>
          </p:cxnSp>
          <p:sp>
            <p:nvSpPr>
              <p:cNvPr id="88108" name="TextBox 42">
                <a:extLst>
                  <a:ext uri="{FF2B5EF4-FFF2-40B4-BE49-F238E27FC236}">
                    <a16:creationId xmlns:a16="http://schemas.microsoft.com/office/drawing/2014/main" id="{E6A61B67-EA8D-8A46-9E96-A51589B6C19F}"/>
                  </a:ext>
                </a:extLst>
              </p:cNvPr>
              <p:cNvSpPr txBox="1">
                <a:spLocks noChangeArrowheads="1"/>
              </p:cNvSpPr>
              <p:nvPr/>
            </p:nvSpPr>
            <p:spPr bwMode="auto">
              <a:xfrm>
                <a:off x="924380" y="1899568"/>
                <a:ext cx="297678" cy="16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3600" b="0" i="0" u="none" strike="noStrike" kern="1200" cap="none" spc="0" normalizeH="0" baseline="0" noProof="0">
                    <a:ln>
                      <a:noFill/>
                    </a:ln>
                    <a:solidFill>
                      <a:srgbClr val="717F9F"/>
                    </a:solidFill>
                    <a:effectLst/>
                    <a:uLnTx/>
                    <a:uFillTx/>
                    <a:latin typeface="Arial" panose="020B0604020202020204" pitchFamily="34" charset="0"/>
                    <a:ea typeface="ＭＳ Ｐゴシック" panose="020B0600070205080204" pitchFamily="34" charset="-128"/>
                    <a:cs typeface="+mn-cs"/>
                  </a:rPr>
                  <a:t>…</a:t>
                </a:r>
              </a:p>
            </p:txBody>
          </p:sp>
        </p:grpSp>
      </p:grpSp>
      <p:sp>
        <p:nvSpPr>
          <p:cNvPr id="88068" name="TextBox 57">
            <a:extLst>
              <a:ext uri="{FF2B5EF4-FFF2-40B4-BE49-F238E27FC236}">
                <a16:creationId xmlns:a16="http://schemas.microsoft.com/office/drawing/2014/main" id="{74A8813F-8527-C647-9894-965721DDF906}"/>
              </a:ext>
            </a:extLst>
          </p:cNvPr>
          <p:cNvSpPr txBox="1">
            <a:spLocks noChangeArrowheads="1"/>
          </p:cNvSpPr>
          <p:nvPr/>
        </p:nvSpPr>
        <p:spPr bwMode="auto">
          <a:xfrm>
            <a:off x="6456363" y="3206750"/>
            <a:ext cx="235108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Myriad Pro Semibold" pitchFamily="1" charset="0"/>
                <a:ea typeface="ＭＳ Ｐゴシック" panose="020B0600070205080204" pitchFamily="34" charset="-128"/>
                <a:cs typeface="+mn-cs"/>
              </a:rPr>
              <a:t>64 KB of storage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Myriad Pro Semibold" pitchFamily="1" charset="0"/>
                <a:ea typeface="ＭＳ Ｐゴシック" panose="020B0600070205080204" pitchFamily="34" charset="-128"/>
                <a:cs typeface="+mn-cs"/>
              </a:rPr>
              <a:t>for thread contexts (registers)</a:t>
            </a:r>
          </a:p>
        </p:txBody>
      </p:sp>
      <p:cxnSp>
        <p:nvCxnSpPr>
          <p:cNvPr id="88069" name="Straight Arrow Connector 59">
            <a:extLst>
              <a:ext uri="{FF2B5EF4-FFF2-40B4-BE49-F238E27FC236}">
                <a16:creationId xmlns:a16="http://schemas.microsoft.com/office/drawing/2014/main" id="{7B598B55-05A4-CD40-9291-80900272ECC3}"/>
              </a:ext>
            </a:extLst>
          </p:cNvPr>
          <p:cNvCxnSpPr>
            <a:cxnSpLocks noChangeShapeType="1"/>
          </p:cNvCxnSpPr>
          <p:nvPr/>
        </p:nvCxnSpPr>
        <p:spPr bwMode="auto">
          <a:xfrm rot="10800000" flipV="1">
            <a:off x="4919663" y="3876675"/>
            <a:ext cx="1457325" cy="14288"/>
          </a:xfrm>
          <a:prstGeom prst="straightConnector1">
            <a:avLst/>
          </a:prstGeom>
          <a:noFill/>
          <a:ln w="31750">
            <a:solidFill>
              <a:schemeClr val="tx1"/>
            </a:solidFill>
            <a:round/>
            <a:headEnd/>
            <a:tailEnd type="triangle" w="lg" len="med"/>
          </a:ln>
          <a:extLst>
            <a:ext uri="{909E8E84-426E-40DD-AFC4-6F175D3DCCD1}">
              <a14:hiddenFill xmlns:a14="http://schemas.microsoft.com/office/drawing/2010/main">
                <a:noFill/>
              </a14:hiddenFill>
            </a:ext>
          </a:extLst>
        </p:spPr>
      </p:cxnSp>
      <p:sp>
        <p:nvSpPr>
          <p:cNvPr id="88070" name="Content Placeholder 2">
            <a:extLst>
              <a:ext uri="{FF2B5EF4-FFF2-40B4-BE49-F238E27FC236}">
                <a16:creationId xmlns:a16="http://schemas.microsoft.com/office/drawing/2014/main" id="{D79391A2-1BBA-F341-8C37-127B85632893}"/>
              </a:ext>
            </a:extLst>
          </p:cNvPr>
          <p:cNvSpPr>
            <a:spLocks noGrp="1"/>
          </p:cNvSpPr>
          <p:nvPr>
            <p:ph idx="1"/>
          </p:nvPr>
        </p:nvSpPr>
        <p:spPr>
          <a:xfrm>
            <a:off x="152400" y="4532313"/>
            <a:ext cx="8839200" cy="1919287"/>
          </a:xfrm>
        </p:spPr>
        <p:txBody>
          <a:bodyPr/>
          <a:lstStyle/>
          <a:p>
            <a:r>
              <a:rPr lang="en-US" altLang="en-US" dirty="0">
                <a:ea typeface="ＭＳ Ｐゴシック" panose="020B0600070205080204" pitchFamily="34" charset="-128"/>
              </a:rPr>
              <a:t>Groups of 32 </a:t>
            </a:r>
            <a:r>
              <a:rPr lang="en-US" altLang="en-US" dirty="0">
                <a:solidFill>
                  <a:srgbClr val="0000FF"/>
                </a:solidFill>
                <a:ea typeface="ＭＳ Ｐゴシック" panose="020B0600070205080204" pitchFamily="34" charset="-128"/>
              </a:rPr>
              <a:t>threads</a:t>
            </a:r>
            <a:r>
              <a:rPr lang="en-US" altLang="en-US" dirty="0">
                <a:ea typeface="ＭＳ Ｐゴシック" panose="020B0600070205080204" pitchFamily="34" charset="-128"/>
              </a:rPr>
              <a:t> share instruction stream (each group is a Warp)</a:t>
            </a:r>
          </a:p>
          <a:p>
            <a:r>
              <a:rPr lang="en-US" altLang="en-US" dirty="0">
                <a:ea typeface="ＭＳ Ｐゴシック" panose="020B0600070205080204" pitchFamily="34" charset="-128"/>
              </a:rPr>
              <a:t>Up to 32 warps are simultaneously interleaved</a:t>
            </a:r>
          </a:p>
          <a:p>
            <a:r>
              <a:rPr lang="en-US" altLang="en-US" dirty="0">
                <a:ea typeface="ＭＳ Ｐゴシック" panose="020B0600070205080204" pitchFamily="34" charset="-128"/>
              </a:rPr>
              <a:t>Up to 1024 thread contexts can be stored   </a:t>
            </a:r>
          </a:p>
          <a:p>
            <a:pPr>
              <a:buFont typeface="Wingdings" pitchFamily="2" charset="2"/>
              <a:buNone/>
            </a:pPr>
            <a:endParaRPr lang="en-US" altLang="en-US" dirty="0">
              <a:ea typeface="ＭＳ Ｐゴシック" panose="020B0600070205080204" pitchFamily="34" charset="-128"/>
            </a:endParaRPr>
          </a:p>
        </p:txBody>
      </p:sp>
      <p:sp>
        <p:nvSpPr>
          <p:cNvPr id="88071" name="TextBox 44">
            <a:extLst>
              <a:ext uri="{FF2B5EF4-FFF2-40B4-BE49-F238E27FC236}">
                <a16:creationId xmlns:a16="http://schemas.microsoft.com/office/drawing/2014/main" id="{12C02619-915F-664C-8D27-C725C4968939}"/>
              </a:ext>
            </a:extLst>
          </p:cNvPr>
          <p:cNvSpPr txBox="1">
            <a:spLocks noChangeArrowheads="1"/>
          </p:cNvSpPr>
          <p:nvPr/>
        </p:nvSpPr>
        <p:spPr bwMode="auto">
          <a:xfrm>
            <a:off x="152400" y="6535738"/>
            <a:ext cx="19526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Kayvon Fatahalian</a:t>
            </a:r>
          </a:p>
        </p:txBody>
      </p:sp>
      <p:sp>
        <p:nvSpPr>
          <p:cNvPr id="46"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91</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528233953"/>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TIMING" val="|19.7"/>
</p:tagLst>
</file>

<file path=ppt/tags/tag3.xml><?xml version="1.0" encoding="utf-8"?>
<p:tagLst xmlns:a="http://schemas.openxmlformats.org/drawingml/2006/main" xmlns:r="http://schemas.openxmlformats.org/officeDocument/2006/relationships" xmlns:p="http://schemas.openxmlformats.org/presentationml/2006/main">
  <p:tag name="TIMING" val="|19.7"/>
</p:tagLst>
</file>

<file path=ppt/tags/tag4.xml><?xml version="1.0" encoding="utf-8"?>
<p:tagLst xmlns:a="http://schemas.openxmlformats.org/drawingml/2006/main" xmlns:r="http://schemas.openxmlformats.org/officeDocument/2006/relationships" xmlns:p="http://schemas.openxmlformats.org/presentationml/2006/main">
  <p:tag name="TIMING" val="|19.7"/>
</p:tagLst>
</file>

<file path=ppt/tags/tag5.xml><?xml version="1.0" encoding="utf-8"?>
<p:tagLst xmlns:a="http://schemas.openxmlformats.org/drawingml/2006/main" xmlns:r="http://schemas.openxmlformats.org/officeDocument/2006/relationships" xmlns:p="http://schemas.openxmlformats.org/presentationml/2006/main">
  <p:tag name="TIMING" val="|19.7"/>
</p:tagLst>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98_Edge">
  <a:themeElements>
    <a:clrScheme name="1_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1_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1_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1_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1_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1_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1_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1_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72035</TotalTime>
  <Words>5955</Words>
  <Application>Microsoft Office PowerPoint</Application>
  <PresentationFormat>全屏显示(4:3)</PresentationFormat>
  <Paragraphs>1385</Paragraphs>
  <Slides>91</Slides>
  <Notes>43</Notes>
  <HiddenSlides>0</HiddenSlides>
  <MMClips>0</MMClips>
  <ScaleCrop>false</ScaleCrop>
  <HeadingPairs>
    <vt:vector size="6" baseType="variant">
      <vt:variant>
        <vt:lpstr>已用的字体</vt:lpstr>
      </vt:variant>
      <vt:variant>
        <vt:i4>24</vt:i4>
      </vt:variant>
      <vt:variant>
        <vt:lpstr>主题</vt:lpstr>
      </vt:variant>
      <vt:variant>
        <vt:i4>3</vt:i4>
      </vt:variant>
      <vt:variant>
        <vt:lpstr>幻灯片标题</vt:lpstr>
      </vt:variant>
      <vt:variant>
        <vt:i4>91</vt:i4>
      </vt:variant>
    </vt:vector>
  </HeadingPairs>
  <TitlesOfParts>
    <vt:vector size="118" baseType="lpstr">
      <vt:lpstr>Arial  </vt:lpstr>
      <vt:lpstr>Courier</vt:lpstr>
      <vt:lpstr>굴림</vt:lpstr>
      <vt:lpstr>ＭＳ Ｐゴシック</vt:lpstr>
      <vt:lpstr>ＭＳ Ｐゴシック</vt:lpstr>
      <vt:lpstr>Myriad Pro Black</vt:lpstr>
      <vt:lpstr>Myriad Pro Semibold</vt:lpstr>
      <vt:lpstr>PingFang SC</vt:lpstr>
      <vt:lpstr>新細明體</vt:lpstr>
      <vt:lpstr>ヒラギノ角ゴ Pro W3</vt:lpstr>
      <vt:lpstr>Arial</vt:lpstr>
      <vt:lpstr>Arial Narrow</vt:lpstr>
      <vt:lpstr>Calibri</vt:lpstr>
      <vt:lpstr>Cambria</vt:lpstr>
      <vt:lpstr>Comic Sans MS</vt:lpstr>
      <vt:lpstr>Courier New</vt:lpstr>
      <vt:lpstr>Garamond</vt:lpstr>
      <vt:lpstr>Gill Sans MT</vt:lpstr>
      <vt:lpstr>Lucida Console</vt:lpstr>
      <vt:lpstr>Tahoma</vt:lpstr>
      <vt:lpstr>Times New Roman</vt:lpstr>
      <vt:lpstr>Trebuchet MS</vt:lpstr>
      <vt:lpstr>Verdana</vt:lpstr>
      <vt:lpstr>Wingdings</vt:lpstr>
      <vt:lpstr>Edge</vt:lpstr>
      <vt:lpstr>2_Edge</vt:lpstr>
      <vt:lpstr>98_Edge</vt:lpstr>
      <vt:lpstr> AI Chip &amp; Systems.  Lecture 6: Graphics Processing Units</vt:lpstr>
      <vt:lpstr>Recall: Comparison of Memories</vt:lpstr>
      <vt:lpstr>Recall: FF vs. SRAM vs. DRAM vs. SSD</vt:lpstr>
      <vt:lpstr>Recall: SRAM Summary</vt:lpstr>
      <vt:lpstr>Recall: A Large Fraction of CPU is SRAM</vt:lpstr>
      <vt:lpstr>Recall: DRAM Capacity, Bandwidth &amp; Latency</vt:lpstr>
      <vt:lpstr>Recall: Key Messages behind Memory</vt:lpstr>
      <vt:lpstr>Recall: DRAM vs. SRAM</vt:lpstr>
      <vt:lpstr>Recall: HBM</vt:lpstr>
      <vt:lpstr>Recall: HBM in Nvidia A100</vt:lpstr>
      <vt:lpstr>Recall: Advantage and Disadvantage of HBM</vt:lpstr>
      <vt:lpstr>Recall: NVME SSD</vt:lpstr>
      <vt:lpstr>Recall: Comparison of Memories</vt:lpstr>
      <vt:lpstr>Where Are We?</vt:lpstr>
      <vt:lpstr>Agenda for Today</vt:lpstr>
      <vt:lpstr>PowerPoint 演示文稿</vt:lpstr>
      <vt:lpstr>OpenAI: Compute Power Needed by NN Model</vt:lpstr>
      <vt:lpstr>CPU vs GPU： Compute Perspective</vt:lpstr>
      <vt:lpstr>State-of-the-art CPU GPU and FPGA</vt:lpstr>
      <vt:lpstr>Relationship between CPU and GPU </vt:lpstr>
      <vt:lpstr>PowerPoint 演示文稿</vt:lpstr>
      <vt:lpstr>GPU Computing</vt:lpstr>
      <vt:lpstr>Programming Model: CPU and GPU </vt:lpstr>
      <vt:lpstr>Recall: Amdahl’s Law</vt:lpstr>
      <vt:lpstr>GPUs are SIMD Engines Underneath</vt:lpstr>
      <vt:lpstr>Programming Model vs. Hardware Execution Model</vt:lpstr>
      <vt:lpstr>GPU: Programming Model vs. Hardware Execution Model</vt:lpstr>
      <vt:lpstr>Agenda for Today</vt:lpstr>
      <vt:lpstr>A Many-core GPU  (Hardware Execution Model)</vt:lpstr>
      <vt:lpstr>NVIDIA GeForce GTX 285</vt:lpstr>
      <vt:lpstr>NVIDIA GeForce GTX 285 “core”(SM)</vt:lpstr>
      <vt:lpstr>NVIDIA GeForce GTX 285</vt:lpstr>
      <vt:lpstr>Evolution of NVIDIA GPUs: Compute</vt:lpstr>
      <vt:lpstr>NVIDIA V100</vt:lpstr>
      <vt:lpstr>NVIDIA V100 Block Diagram</vt:lpstr>
      <vt:lpstr>NVIDIA A100</vt:lpstr>
      <vt:lpstr>NVIDIA A100 Block Diagram</vt:lpstr>
      <vt:lpstr>NVIDIA H100</vt:lpstr>
      <vt:lpstr>NVIDIA H100 Block Diagram</vt:lpstr>
      <vt:lpstr>GPU Trend: H100 vs. A100</vt:lpstr>
      <vt:lpstr>Agenda for Today</vt:lpstr>
      <vt:lpstr>How Can You Exploit Parallelism Here?</vt:lpstr>
      <vt:lpstr>Prog. Model 1: Sequential (SISD)</vt:lpstr>
      <vt:lpstr>Prog. Model 2: Data Parallel (SIMD)</vt:lpstr>
      <vt:lpstr>Prog. Model 3: Multithreaded</vt:lpstr>
      <vt:lpstr>Prog. Model 3: Multithreaded</vt:lpstr>
      <vt:lpstr>SPMD</vt:lpstr>
      <vt:lpstr>Agenda for Today</vt:lpstr>
      <vt:lpstr>CUDA/OpenCL Programming Model</vt:lpstr>
      <vt:lpstr>GPU: Programming Model vs. Hardware Execution Model</vt:lpstr>
      <vt:lpstr>CUDA: Memory Hierarchy</vt:lpstr>
      <vt:lpstr>Traditional Program Structure in CUDA</vt:lpstr>
      <vt:lpstr>CUDA Programming Language</vt:lpstr>
      <vt:lpstr>First GPU Example: Vector Addition (I)</vt:lpstr>
      <vt:lpstr>First GPU Example: Vector Addition (II)</vt:lpstr>
      <vt:lpstr>First GPU Example: Vector Addition (III)</vt:lpstr>
      <vt:lpstr>GPU: Programming Model vs. Hardware Execution Model</vt:lpstr>
      <vt:lpstr>Host Code Example: Vector Addition</vt:lpstr>
      <vt:lpstr>Kernel Code Example: Vector Addition</vt:lpstr>
      <vt:lpstr>Boundary Conditions</vt:lpstr>
      <vt:lpstr>Sample GPU Program: Matrix Multiplication</vt:lpstr>
      <vt:lpstr>Indexing and Memory Access</vt:lpstr>
      <vt:lpstr>Image Layout in Memory</vt:lpstr>
      <vt:lpstr>Indexing and Memory Access: 1D Grid</vt:lpstr>
      <vt:lpstr>Agenda for Today</vt:lpstr>
      <vt:lpstr>GPU: Programming Model vs. Hardware Execution Model</vt:lpstr>
      <vt:lpstr>SIMT (Hardware) &amp; Warp (Software)</vt:lpstr>
      <vt:lpstr>PowerPoint 演示文稿</vt:lpstr>
      <vt:lpstr>How to Form Warps?</vt:lpstr>
      <vt:lpstr>Mapping Warps on a SIMT Hardware </vt:lpstr>
      <vt:lpstr>GPU Execution with Warps </vt:lpstr>
      <vt:lpstr>Warp Instruction Level Parallelism</vt:lpstr>
      <vt:lpstr>PowerPoint 演示文稿</vt:lpstr>
      <vt:lpstr>SIMD vs. SIMT Execution Model</vt:lpstr>
      <vt:lpstr>SPMD: Genius Abstraction</vt:lpstr>
      <vt:lpstr>SIMT Code vs. SIMD Code</vt:lpstr>
      <vt:lpstr>Warp-based SIMD vs. Traditional SIMD</vt:lpstr>
      <vt:lpstr>Threads Can Take Different Paths in Warp-based SIMD</vt:lpstr>
      <vt:lpstr>Control Flow Problem in GPUs/SIMT</vt:lpstr>
      <vt:lpstr>SIMD Utilization</vt:lpstr>
      <vt:lpstr>Increasing SIMD Utilization</vt:lpstr>
      <vt:lpstr>Vector Reduction: Naïve Mapping (I)</vt:lpstr>
      <vt:lpstr>Vector Reduction: Naïve Mapping (II)</vt:lpstr>
      <vt:lpstr>Divergence-Free Mapping (I)</vt:lpstr>
      <vt:lpstr>Divergence-Free Mapping (II)</vt:lpstr>
      <vt:lpstr>Programming Model vs. Hardware Execution Model</vt:lpstr>
      <vt:lpstr>NVIDIA H100 Block Diagram</vt:lpstr>
      <vt:lpstr>NVIDIA H100 Core</vt:lpstr>
      <vt:lpstr>NVIDIA H100 Tensor Memory Accelerator</vt:lpstr>
      <vt:lpstr>NVIDIA H100 Distributed Shared Memory</vt:lpstr>
      <vt:lpstr>NVIDIA GeForce GTX 285 “core”</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18-741  Advanced Computer Architecture Lecture 1: Intro and Basics</dc:title>
  <dc:creator>Onur Mutlu</dc:creator>
  <cp:lastModifiedBy>Zeke Wang</cp:lastModifiedBy>
  <cp:revision>1106</cp:revision>
  <cp:lastPrinted>2019-05-10T08:04:42Z</cp:lastPrinted>
  <dcterms:created xsi:type="dcterms:W3CDTF">2010-09-08T00:51:32Z</dcterms:created>
  <dcterms:modified xsi:type="dcterms:W3CDTF">2026-04-09T01:41:54Z</dcterms:modified>
</cp:coreProperties>
</file>