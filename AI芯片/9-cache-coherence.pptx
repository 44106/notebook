
<file path=[Content_Types].xml><?xml version="1.0" encoding="utf-8"?>
<Types xmlns="http://schemas.openxmlformats.org/package/2006/content-types">
  <Default Extension="png" ContentType="image/png"/>
  <Default Extension="bin" ContentType="application/vnd.openxmlformats-officedocument.oleObject"/>
  <Default Extension="wmf" ContentType="image/x-wmf"/>
  <Default Extension="emf" ContentType="image/x-emf"/>
  <Default Extension="jpeg" ContentType="image/jpeg"/>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theme/theme3.xml" ContentType="application/vnd.openxmlformats-officedocument.theme+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theme/theme4.xml" ContentType="application/vnd.openxmlformats-officedocument.theme+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theme/theme5.xml" ContentType="application/vnd.openxmlformats-officedocument.theme+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theme/theme6.xml" ContentType="application/vnd.openxmlformats-officedocument.theme+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theme/theme7.xml" ContentType="application/vnd.openxmlformats-officedocument.theme+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theme/theme8.xml" ContentType="application/vnd.openxmlformats-officedocument.theme+xml"/>
  <Override PartName="/ppt/theme/theme9.xml" ContentType="application/vnd.openxmlformats-officedocument.theme+xml"/>
  <Override PartName="/ppt/theme/theme10.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notesSlides/notesSlide5.xml" ContentType="application/vnd.openxmlformats-officedocument.presentationml.notesSlide+xml"/>
  <Override PartName="/ppt/tags/tag6.xml" ContentType="application/vnd.openxmlformats-officedocument.presentationml.tags+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notesSlides/notesSlide12.xml" ContentType="application/vnd.openxmlformats-officedocument.presentationml.notesSlide+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notesSlides/notesSlide13.xml" ContentType="application/vnd.openxmlformats-officedocument.presentationml.notesSlide+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notesSlides/notesSlide14.xml" ContentType="application/vnd.openxmlformats-officedocument.presentationml.notesSlide+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notesSlides/notesSlide15.xml" ContentType="application/vnd.openxmlformats-officedocument.presentationml.notesSlide+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notesSlides/notesSlide16.xml" ContentType="application/vnd.openxmlformats-officedocument.presentationml.notesSlide+xml"/>
  <Override PartName="/ppt/tags/tag31.xml" ContentType="application/vnd.openxmlformats-officedocument.presentationml.tags+xml"/>
  <Override PartName="/ppt/notesSlides/notesSlide17.xml" ContentType="application/vnd.openxmlformats-officedocument.presentationml.notesSlide+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notesSlides/notesSlide18.xml" ContentType="application/vnd.openxmlformats-officedocument.presentationml.notesSlide+xml"/>
  <Override PartName="/ppt/tags/tag37.xml" ContentType="application/vnd.openxmlformats-officedocument.presentationml.tags+xml"/>
  <Override PartName="/ppt/notesSlides/notesSlide19.xml" ContentType="application/vnd.openxmlformats-officedocument.presentationml.notesSlide+xml"/>
  <Override PartName="/ppt/tags/tag38.xml" ContentType="application/vnd.openxmlformats-officedocument.presentationml.tags+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920" r:id="rId1"/>
    <p:sldMasterId id="2147483946" r:id="rId2"/>
    <p:sldMasterId id="2147484105" r:id="rId3"/>
    <p:sldMasterId id="2147484131" r:id="rId4"/>
    <p:sldMasterId id="2147484332" r:id="rId5"/>
    <p:sldMasterId id="2147484345" r:id="rId6"/>
    <p:sldMasterId id="2147484403" r:id="rId7"/>
    <p:sldMasterId id="2147484415" r:id="rId8"/>
  </p:sldMasterIdLst>
  <p:notesMasterIdLst>
    <p:notesMasterId r:id="rId98"/>
  </p:notesMasterIdLst>
  <p:handoutMasterIdLst>
    <p:handoutMasterId r:id="rId99"/>
  </p:handoutMasterIdLst>
  <p:sldIdLst>
    <p:sldId id="5150" r:id="rId9"/>
    <p:sldId id="5989" r:id="rId10"/>
    <p:sldId id="6152" r:id="rId11"/>
    <p:sldId id="691" r:id="rId12"/>
    <p:sldId id="711" r:id="rId13"/>
    <p:sldId id="6202" r:id="rId14"/>
    <p:sldId id="6163" r:id="rId15"/>
    <p:sldId id="714" r:id="rId16"/>
    <p:sldId id="718" r:id="rId17"/>
    <p:sldId id="6256" r:id="rId18"/>
    <p:sldId id="6199" r:id="rId19"/>
    <p:sldId id="6192" r:id="rId20"/>
    <p:sldId id="4413" r:id="rId21"/>
    <p:sldId id="4414" r:id="rId22"/>
    <p:sldId id="4415" r:id="rId23"/>
    <p:sldId id="4416" r:id="rId24"/>
    <p:sldId id="6201" r:id="rId25"/>
    <p:sldId id="4422" r:id="rId26"/>
    <p:sldId id="4423" r:id="rId27"/>
    <p:sldId id="6193" r:id="rId28"/>
    <p:sldId id="6196" r:id="rId29"/>
    <p:sldId id="6195" r:id="rId30"/>
    <p:sldId id="6194" r:id="rId31"/>
    <p:sldId id="5159" r:id="rId32"/>
    <p:sldId id="5167" r:id="rId33"/>
    <p:sldId id="5168" r:id="rId34"/>
    <p:sldId id="5161" r:id="rId35"/>
    <p:sldId id="5162" r:id="rId36"/>
    <p:sldId id="5169" r:id="rId37"/>
    <p:sldId id="4456" r:id="rId38"/>
    <p:sldId id="4471" r:id="rId39"/>
    <p:sldId id="4457" r:id="rId40"/>
    <p:sldId id="4458" r:id="rId41"/>
    <p:sldId id="4459" r:id="rId42"/>
    <p:sldId id="4460" r:id="rId43"/>
    <p:sldId id="4461" r:id="rId44"/>
    <p:sldId id="4462" r:id="rId45"/>
    <p:sldId id="4463" r:id="rId46"/>
    <p:sldId id="4464" r:id="rId47"/>
    <p:sldId id="4465" r:id="rId48"/>
    <p:sldId id="4466" r:id="rId49"/>
    <p:sldId id="5163" r:id="rId50"/>
    <p:sldId id="5164" r:id="rId51"/>
    <p:sldId id="5166" r:id="rId52"/>
    <p:sldId id="789" r:id="rId53"/>
    <p:sldId id="462" r:id="rId54"/>
    <p:sldId id="6203" r:id="rId55"/>
    <p:sldId id="4452" r:id="rId56"/>
    <p:sldId id="790" r:id="rId57"/>
    <p:sldId id="791" r:id="rId58"/>
    <p:sldId id="792" r:id="rId59"/>
    <p:sldId id="793" r:id="rId60"/>
    <p:sldId id="795" r:id="rId61"/>
    <p:sldId id="6215" r:id="rId62"/>
    <p:sldId id="6204" r:id="rId63"/>
    <p:sldId id="2866" r:id="rId64"/>
    <p:sldId id="2869" r:id="rId65"/>
    <p:sldId id="6205" r:id="rId66"/>
    <p:sldId id="6254" r:id="rId67"/>
    <p:sldId id="6230" r:id="rId68"/>
    <p:sldId id="6255" r:id="rId69"/>
    <p:sldId id="6253" r:id="rId70"/>
    <p:sldId id="6208" r:id="rId71"/>
    <p:sldId id="2880" r:id="rId72"/>
    <p:sldId id="2881" r:id="rId73"/>
    <p:sldId id="6252" r:id="rId74"/>
    <p:sldId id="6209" r:id="rId75"/>
    <p:sldId id="2870" r:id="rId76"/>
    <p:sldId id="6257" r:id="rId77"/>
    <p:sldId id="2973" r:id="rId78"/>
    <p:sldId id="6212" r:id="rId79"/>
    <p:sldId id="6211" r:id="rId80"/>
    <p:sldId id="2984" r:id="rId81"/>
    <p:sldId id="6207" r:id="rId82"/>
    <p:sldId id="6223" r:id="rId83"/>
    <p:sldId id="6229" r:id="rId84"/>
    <p:sldId id="6234" r:id="rId85"/>
    <p:sldId id="6232" r:id="rId86"/>
    <p:sldId id="6233" r:id="rId87"/>
    <p:sldId id="6222" r:id="rId88"/>
    <p:sldId id="6206" r:id="rId89"/>
    <p:sldId id="2987" r:id="rId90"/>
    <p:sldId id="2988" r:id="rId91"/>
    <p:sldId id="6224" r:id="rId92"/>
    <p:sldId id="2992" r:id="rId93"/>
    <p:sldId id="6221" r:id="rId94"/>
    <p:sldId id="6216" r:id="rId95"/>
    <p:sldId id="6213" r:id="rId96"/>
    <p:sldId id="6217" r:id="rId97"/>
  </p:sldIdLst>
  <p:sldSz cx="9144000" cy="6858000" type="screen4x3"/>
  <p:notesSz cx="6858000" cy="9144000"/>
  <p:defaultTex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5pPr>
    <a:lvl6pPr marL="22860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6pPr>
    <a:lvl7pPr marL="27432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7pPr>
    <a:lvl8pPr marL="32004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8pPr>
    <a:lvl9pPr marL="36576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D147"/>
    <a:srgbClr val="0432FF"/>
    <a:srgbClr val="CCEC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10A1B5D5-9B99-4C35-A422-299274C87663}" styleName="Medium Style 1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F5AB1C69-6EDB-4FF4-983F-18BD219EF322}" styleName="中度样式 2 - 强调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3425" autoAdjust="0"/>
    <p:restoredTop sz="86194" autoAdjust="0"/>
  </p:normalViewPr>
  <p:slideViewPr>
    <p:cSldViewPr>
      <p:cViewPr varScale="1">
        <p:scale>
          <a:sx n="120" d="100"/>
          <a:sy n="120" d="100"/>
        </p:scale>
        <p:origin x="56" y="84"/>
      </p:cViewPr>
      <p:guideLst>
        <p:guide orient="horz" pos="2160"/>
        <p:guide pos="2880"/>
      </p:guideLst>
    </p:cSldViewPr>
  </p:slideViewPr>
  <p:notesTextViewPr>
    <p:cViewPr>
      <p:scale>
        <a:sx n="100" d="100"/>
        <a:sy n="100" d="100"/>
      </p:scale>
      <p:origin x="0" y="0"/>
    </p:cViewPr>
  </p:notesTextViewPr>
  <p:sorterViewPr>
    <p:cViewPr>
      <p:scale>
        <a:sx n="1" d="1"/>
        <a:sy n="1" d="1"/>
      </p:scale>
      <p:origin x="0" y="0"/>
    </p:cViewPr>
  </p:sorter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18.xml"/><Relationship Id="rId21" Type="http://schemas.openxmlformats.org/officeDocument/2006/relationships/slide" Target="slides/slide13.xml"/><Relationship Id="rId42" Type="http://schemas.openxmlformats.org/officeDocument/2006/relationships/slide" Target="slides/slide34.xml"/><Relationship Id="rId47" Type="http://schemas.openxmlformats.org/officeDocument/2006/relationships/slide" Target="slides/slide39.xml"/><Relationship Id="rId63" Type="http://schemas.openxmlformats.org/officeDocument/2006/relationships/slide" Target="slides/slide55.xml"/><Relationship Id="rId68" Type="http://schemas.openxmlformats.org/officeDocument/2006/relationships/slide" Target="slides/slide60.xml"/><Relationship Id="rId84" Type="http://schemas.openxmlformats.org/officeDocument/2006/relationships/slide" Target="slides/slide76.xml"/><Relationship Id="rId89" Type="http://schemas.openxmlformats.org/officeDocument/2006/relationships/slide" Target="slides/slide81.xml"/><Relationship Id="rId16" Type="http://schemas.openxmlformats.org/officeDocument/2006/relationships/slide" Target="slides/slide8.xml"/><Relationship Id="rId11" Type="http://schemas.openxmlformats.org/officeDocument/2006/relationships/slide" Target="slides/slide3.xml"/><Relationship Id="rId32" Type="http://schemas.openxmlformats.org/officeDocument/2006/relationships/slide" Target="slides/slide24.xml"/><Relationship Id="rId37" Type="http://schemas.openxmlformats.org/officeDocument/2006/relationships/slide" Target="slides/slide29.xml"/><Relationship Id="rId53" Type="http://schemas.openxmlformats.org/officeDocument/2006/relationships/slide" Target="slides/slide45.xml"/><Relationship Id="rId58" Type="http://schemas.openxmlformats.org/officeDocument/2006/relationships/slide" Target="slides/slide50.xml"/><Relationship Id="rId74" Type="http://schemas.openxmlformats.org/officeDocument/2006/relationships/slide" Target="slides/slide66.xml"/><Relationship Id="rId79" Type="http://schemas.openxmlformats.org/officeDocument/2006/relationships/slide" Target="slides/slide71.xml"/><Relationship Id="rId102" Type="http://schemas.openxmlformats.org/officeDocument/2006/relationships/theme" Target="theme/theme1.xml"/><Relationship Id="rId5" Type="http://schemas.openxmlformats.org/officeDocument/2006/relationships/slideMaster" Target="slideMasters/slideMaster5.xml"/><Relationship Id="rId90" Type="http://schemas.openxmlformats.org/officeDocument/2006/relationships/slide" Target="slides/slide82.xml"/><Relationship Id="rId95" Type="http://schemas.openxmlformats.org/officeDocument/2006/relationships/slide" Target="slides/slide87.xml"/><Relationship Id="rId22" Type="http://schemas.openxmlformats.org/officeDocument/2006/relationships/slide" Target="slides/slide14.xml"/><Relationship Id="rId27" Type="http://schemas.openxmlformats.org/officeDocument/2006/relationships/slide" Target="slides/slide19.xml"/><Relationship Id="rId43" Type="http://schemas.openxmlformats.org/officeDocument/2006/relationships/slide" Target="slides/slide35.xml"/><Relationship Id="rId48" Type="http://schemas.openxmlformats.org/officeDocument/2006/relationships/slide" Target="slides/slide40.xml"/><Relationship Id="rId64" Type="http://schemas.openxmlformats.org/officeDocument/2006/relationships/slide" Target="slides/slide56.xml"/><Relationship Id="rId69" Type="http://schemas.openxmlformats.org/officeDocument/2006/relationships/slide" Target="slides/slide61.xml"/><Relationship Id="rId80" Type="http://schemas.openxmlformats.org/officeDocument/2006/relationships/slide" Target="slides/slide72.xml"/><Relationship Id="rId85" Type="http://schemas.openxmlformats.org/officeDocument/2006/relationships/slide" Target="slides/slide77.xml"/><Relationship Id="rId12" Type="http://schemas.openxmlformats.org/officeDocument/2006/relationships/slide" Target="slides/slide4.xml"/><Relationship Id="rId17" Type="http://schemas.openxmlformats.org/officeDocument/2006/relationships/slide" Target="slides/slide9.xml"/><Relationship Id="rId25" Type="http://schemas.openxmlformats.org/officeDocument/2006/relationships/slide" Target="slides/slide17.xml"/><Relationship Id="rId33" Type="http://schemas.openxmlformats.org/officeDocument/2006/relationships/slide" Target="slides/slide25.xml"/><Relationship Id="rId38" Type="http://schemas.openxmlformats.org/officeDocument/2006/relationships/slide" Target="slides/slide30.xml"/><Relationship Id="rId46" Type="http://schemas.openxmlformats.org/officeDocument/2006/relationships/slide" Target="slides/slide38.xml"/><Relationship Id="rId59" Type="http://schemas.openxmlformats.org/officeDocument/2006/relationships/slide" Target="slides/slide51.xml"/><Relationship Id="rId67" Type="http://schemas.openxmlformats.org/officeDocument/2006/relationships/slide" Target="slides/slide59.xml"/><Relationship Id="rId103" Type="http://schemas.openxmlformats.org/officeDocument/2006/relationships/tableStyles" Target="tableStyles.xml"/><Relationship Id="rId20" Type="http://schemas.openxmlformats.org/officeDocument/2006/relationships/slide" Target="slides/slide12.xml"/><Relationship Id="rId41" Type="http://schemas.openxmlformats.org/officeDocument/2006/relationships/slide" Target="slides/slide33.xml"/><Relationship Id="rId54" Type="http://schemas.openxmlformats.org/officeDocument/2006/relationships/slide" Target="slides/slide46.xml"/><Relationship Id="rId62" Type="http://schemas.openxmlformats.org/officeDocument/2006/relationships/slide" Target="slides/slide54.xml"/><Relationship Id="rId70" Type="http://schemas.openxmlformats.org/officeDocument/2006/relationships/slide" Target="slides/slide62.xml"/><Relationship Id="rId75" Type="http://schemas.openxmlformats.org/officeDocument/2006/relationships/slide" Target="slides/slide67.xml"/><Relationship Id="rId83" Type="http://schemas.openxmlformats.org/officeDocument/2006/relationships/slide" Target="slides/slide75.xml"/><Relationship Id="rId88" Type="http://schemas.openxmlformats.org/officeDocument/2006/relationships/slide" Target="slides/slide80.xml"/><Relationship Id="rId91" Type="http://schemas.openxmlformats.org/officeDocument/2006/relationships/slide" Target="slides/slide83.xml"/><Relationship Id="rId96" Type="http://schemas.openxmlformats.org/officeDocument/2006/relationships/slide" Target="slides/slide88.xml"/><Relationship Id="rId1" Type="http://schemas.openxmlformats.org/officeDocument/2006/relationships/slideMaster" Target="slideMasters/slideMaster1.xml"/><Relationship Id="rId6" Type="http://schemas.openxmlformats.org/officeDocument/2006/relationships/slideMaster" Target="slideMasters/slideMaster6.xml"/><Relationship Id="rId15" Type="http://schemas.openxmlformats.org/officeDocument/2006/relationships/slide" Target="slides/slide7.xml"/><Relationship Id="rId23" Type="http://schemas.openxmlformats.org/officeDocument/2006/relationships/slide" Target="slides/slide15.xml"/><Relationship Id="rId28" Type="http://schemas.openxmlformats.org/officeDocument/2006/relationships/slide" Target="slides/slide20.xml"/><Relationship Id="rId36" Type="http://schemas.openxmlformats.org/officeDocument/2006/relationships/slide" Target="slides/slide28.xml"/><Relationship Id="rId49" Type="http://schemas.openxmlformats.org/officeDocument/2006/relationships/slide" Target="slides/slide41.xml"/><Relationship Id="rId57" Type="http://schemas.openxmlformats.org/officeDocument/2006/relationships/slide" Target="slides/slide49.xml"/><Relationship Id="rId10" Type="http://schemas.openxmlformats.org/officeDocument/2006/relationships/slide" Target="slides/slide2.xml"/><Relationship Id="rId31" Type="http://schemas.openxmlformats.org/officeDocument/2006/relationships/slide" Target="slides/slide23.xml"/><Relationship Id="rId44" Type="http://schemas.openxmlformats.org/officeDocument/2006/relationships/slide" Target="slides/slide36.xml"/><Relationship Id="rId52" Type="http://schemas.openxmlformats.org/officeDocument/2006/relationships/slide" Target="slides/slide44.xml"/><Relationship Id="rId60" Type="http://schemas.openxmlformats.org/officeDocument/2006/relationships/slide" Target="slides/slide52.xml"/><Relationship Id="rId65" Type="http://schemas.openxmlformats.org/officeDocument/2006/relationships/slide" Target="slides/slide57.xml"/><Relationship Id="rId73" Type="http://schemas.openxmlformats.org/officeDocument/2006/relationships/slide" Target="slides/slide65.xml"/><Relationship Id="rId78" Type="http://schemas.openxmlformats.org/officeDocument/2006/relationships/slide" Target="slides/slide70.xml"/><Relationship Id="rId81" Type="http://schemas.openxmlformats.org/officeDocument/2006/relationships/slide" Target="slides/slide73.xml"/><Relationship Id="rId86" Type="http://schemas.openxmlformats.org/officeDocument/2006/relationships/slide" Target="slides/slide78.xml"/><Relationship Id="rId94" Type="http://schemas.openxmlformats.org/officeDocument/2006/relationships/slide" Target="slides/slide86.xml"/><Relationship Id="rId99" Type="http://schemas.openxmlformats.org/officeDocument/2006/relationships/handoutMaster" Target="handoutMasters/handoutMaster1.xml"/><Relationship Id="rId101" Type="http://schemas.openxmlformats.org/officeDocument/2006/relationships/viewProps" Target="viewProps.xml"/><Relationship Id="rId4" Type="http://schemas.openxmlformats.org/officeDocument/2006/relationships/slideMaster" Target="slideMasters/slideMaster4.xml"/><Relationship Id="rId9" Type="http://schemas.openxmlformats.org/officeDocument/2006/relationships/slide" Target="slides/slide1.xml"/><Relationship Id="rId13" Type="http://schemas.openxmlformats.org/officeDocument/2006/relationships/slide" Target="slides/slide5.xml"/><Relationship Id="rId18" Type="http://schemas.openxmlformats.org/officeDocument/2006/relationships/slide" Target="slides/slide10.xml"/><Relationship Id="rId39" Type="http://schemas.openxmlformats.org/officeDocument/2006/relationships/slide" Target="slides/slide31.xml"/><Relationship Id="rId34" Type="http://schemas.openxmlformats.org/officeDocument/2006/relationships/slide" Target="slides/slide26.xml"/><Relationship Id="rId50" Type="http://schemas.openxmlformats.org/officeDocument/2006/relationships/slide" Target="slides/slide42.xml"/><Relationship Id="rId55" Type="http://schemas.openxmlformats.org/officeDocument/2006/relationships/slide" Target="slides/slide47.xml"/><Relationship Id="rId76" Type="http://schemas.openxmlformats.org/officeDocument/2006/relationships/slide" Target="slides/slide68.xml"/><Relationship Id="rId97" Type="http://schemas.openxmlformats.org/officeDocument/2006/relationships/slide" Target="slides/slide89.xml"/><Relationship Id="rId7" Type="http://schemas.openxmlformats.org/officeDocument/2006/relationships/slideMaster" Target="slideMasters/slideMaster7.xml"/><Relationship Id="rId71" Type="http://schemas.openxmlformats.org/officeDocument/2006/relationships/slide" Target="slides/slide63.xml"/><Relationship Id="rId92" Type="http://schemas.openxmlformats.org/officeDocument/2006/relationships/slide" Target="slides/slide84.xml"/><Relationship Id="rId2" Type="http://schemas.openxmlformats.org/officeDocument/2006/relationships/slideMaster" Target="slideMasters/slideMaster2.xml"/><Relationship Id="rId29" Type="http://schemas.openxmlformats.org/officeDocument/2006/relationships/slide" Target="slides/slide21.xml"/><Relationship Id="rId24" Type="http://schemas.openxmlformats.org/officeDocument/2006/relationships/slide" Target="slides/slide16.xml"/><Relationship Id="rId40" Type="http://schemas.openxmlformats.org/officeDocument/2006/relationships/slide" Target="slides/slide32.xml"/><Relationship Id="rId45" Type="http://schemas.openxmlformats.org/officeDocument/2006/relationships/slide" Target="slides/slide37.xml"/><Relationship Id="rId66" Type="http://schemas.openxmlformats.org/officeDocument/2006/relationships/slide" Target="slides/slide58.xml"/><Relationship Id="rId87" Type="http://schemas.openxmlformats.org/officeDocument/2006/relationships/slide" Target="slides/slide79.xml"/><Relationship Id="rId61" Type="http://schemas.openxmlformats.org/officeDocument/2006/relationships/slide" Target="slides/slide53.xml"/><Relationship Id="rId82" Type="http://schemas.openxmlformats.org/officeDocument/2006/relationships/slide" Target="slides/slide74.xml"/><Relationship Id="rId19" Type="http://schemas.openxmlformats.org/officeDocument/2006/relationships/slide" Target="slides/slide11.xml"/><Relationship Id="rId14" Type="http://schemas.openxmlformats.org/officeDocument/2006/relationships/slide" Target="slides/slide6.xml"/><Relationship Id="rId30" Type="http://schemas.openxmlformats.org/officeDocument/2006/relationships/slide" Target="slides/slide22.xml"/><Relationship Id="rId35" Type="http://schemas.openxmlformats.org/officeDocument/2006/relationships/slide" Target="slides/slide27.xml"/><Relationship Id="rId56" Type="http://schemas.openxmlformats.org/officeDocument/2006/relationships/slide" Target="slides/slide48.xml"/><Relationship Id="rId77" Type="http://schemas.openxmlformats.org/officeDocument/2006/relationships/slide" Target="slides/slide69.xml"/><Relationship Id="rId100" Type="http://schemas.openxmlformats.org/officeDocument/2006/relationships/presProps" Target="presProps.xml"/><Relationship Id="rId8" Type="http://schemas.openxmlformats.org/officeDocument/2006/relationships/slideMaster" Target="slideMasters/slideMaster8.xml"/><Relationship Id="rId51" Type="http://schemas.openxmlformats.org/officeDocument/2006/relationships/slide" Target="slides/slide43.xml"/><Relationship Id="rId72" Type="http://schemas.openxmlformats.org/officeDocument/2006/relationships/slide" Target="slides/slide64.xml"/><Relationship Id="rId93" Type="http://schemas.openxmlformats.org/officeDocument/2006/relationships/slide" Target="slides/slide85.xml"/><Relationship Id="rId98" Type="http://schemas.openxmlformats.org/officeDocument/2006/relationships/notesMaster" Target="notesMasters/notesMaster1.xml"/><Relationship Id="rId3" Type="http://schemas.openxmlformats.org/officeDocument/2006/relationships/slideMaster" Target="slideMasters/slideMaster3.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2.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9.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12.w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2.w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13.w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13.w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14.w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14.wmf"/></Relationships>
</file>

<file path=ppt/drawings/_rels/vmlDrawing9.vml.rels><?xml version="1.0" encoding="UTF-8" standalone="yes"?>
<Relationships xmlns="http://schemas.openxmlformats.org/package/2006/relationships"><Relationship Id="rId1" Type="http://schemas.openxmlformats.org/officeDocument/2006/relationships/image" Target="../media/image9.wmf"/></Relationships>
</file>

<file path=ppt/drawings/_rels/vmlDrawing10.vml.rels><?xml version="1.0" encoding="UTF-8" standalone="yes"?>
<Relationships xmlns="http://schemas.openxmlformats.org/package/2006/relationships"><Relationship Id="rId1" Type="http://schemas.openxmlformats.org/officeDocument/2006/relationships/image" Target="../media/image15.wmf"/></Relationships>
</file>

<file path=ppt/drawings/_rels/vmlDrawing11.vml.rels><?xml version="1.0" encoding="UTF-8" standalone="yes"?>
<Relationships xmlns="http://schemas.openxmlformats.org/package/2006/relationships"><Relationship Id="rId1" Type="http://schemas.openxmlformats.org/officeDocument/2006/relationships/image" Target="../media/image15.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10.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63019A08-F8A3-6949-A65B-E3147C278B9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eaLnBrk="1" hangingPunct="1">
              <a:defRPr sz="1200">
                <a:latin typeface="Arial" charset="0"/>
                <a:ea typeface="ＭＳ Ｐゴシック" charset="-128"/>
              </a:defRPr>
            </a:lvl1pPr>
          </a:lstStyle>
          <a:p>
            <a:pPr>
              <a:defRPr/>
            </a:pPr>
            <a:endParaRPr lang="en-US"/>
          </a:p>
        </p:txBody>
      </p:sp>
      <p:sp>
        <p:nvSpPr>
          <p:cNvPr id="3" name="Date Placeholder 2">
            <a:extLst>
              <a:ext uri="{FF2B5EF4-FFF2-40B4-BE49-F238E27FC236}">
                <a16:creationId xmlns:a16="http://schemas.microsoft.com/office/drawing/2014/main" id="{4FA3DF19-91AD-914C-A7F6-4AA2A7E6456A}"/>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eaLnBrk="1" hangingPunct="1">
              <a:defRPr sz="1200">
                <a:latin typeface="Arial" charset="0"/>
                <a:ea typeface="ＭＳ Ｐゴシック" charset="-128"/>
              </a:defRPr>
            </a:lvl1pPr>
          </a:lstStyle>
          <a:p>
            <a:pPr>
              <a:defRPr/>
            </a:pPr>
            <a:fld id="{AD636FF8-CD82-7340-9DDC-BB4B4798B04E}" type="datetimeFigureOut">
              <a:rPr lang="en-US"/>
              <a:pPr>
                <a:defRPr/>
              </a:pPr>
              <a:t>5/16/2025</a:t>
            </a:fld>
            <a:endParaRPr lang="en-US"/>
          </a:p>
        </p:txBody>
      </p:sp>
      <p:sp>
        <p:nvSpPr>
          <p:cNvPr id="4" name="Footer Placeholder 3">
            <a:extLst>
              <a:ext uri="{FF2B5EF4-FFF2-40B4-BE49-F238E27FC236}">
                <a16:creationId xmlns:a16="http://schemas.microsoft.com/office/drawing/2014/main" id="{3549600E-2B3E-2641-9ECF-F25C3BA209A1}"/>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eaLnBrk="1" hangingPunct="1">
              <a:defRPr sz="1200">
                <a:latin typeface="Arial" charset="0"/>
                <a:ea typeface="ＭＳ Ｐゴシック" charset="-128"/>
              </a:defRPr>
            </a:lvl1pPr>
          </a:lstStyle>
          <a:p>
            <a:pPr>
              <a:defRPr/>
            </a:pPr>
            <a:endParaRPr lang="en-US"/>
          </a:p>
        </p:txBody>
      </p:sp>
      <p:sp>
        <p:nvSpPr>
          <p:cNvPr id="5" name="Slide Number Placeholder 4">
            <a:extLst>
              <a:ext uri="{FF2B5EF4-FFF2-40B4-BE49-F238E27FC236}">
                <a16:creationId xmlns:a16="http://schemas.microsoft.com/office/drawing/2014/main" id="{D017B383-3727-2745-B3D2-CA3F82DC2A8D}"/>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eaLnBrk="1" hangingPunct="1">
              <a:defRPr sz="1200">
                <a:latin typeface="Arial" charset="0"/>
                <a:ea typeface="ＭＳ Ｐゴシック" charset="-128"/>
              </a:defRPr>
            </a:lvl1pPr>
          </a:lstStyle>
          <a:p>
            <a:pPr>
              <a:defRPr/>
            </a:pPr>
            <a:fld id="{F63E19C4-7634-C84C-8A08-F1155DA41513}" type="slidenum">
              <a:rPr lang="en-US"/>
              <a:pPr>
                <a:defRPr/>
              </a:pPr>
              <a:t>‹#›</a:t>
            </a:fld>
            <a:endParaRPr 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9.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8302EC73-6E89-F04C-A37A-7C630CCBAA40}"/>
              </a:ext>
            </a:extLst>
          </p:cNvPr>
          <p:cNvSpPr>
            <a:spLocks noGrp="1"/>
          </p:cNvSpPr>
          <p:nvPr>
            <p:ph type="hdr" sz="quarter"/>
          </p:nvPr>
        </p:nvSpPr>
        <p:spPr>
          <a:xfrm>
            <a:off x="0" y="0"/>
            <a:ext cx="2971800" cy="457200"/>
          </a:xfrm>
          <a:prstGeom prst="rect">
            <a:avLst/>
          </a:prstGeom>
        </p:spPr>
        <p:txBody>
          <a:bodyPr vert="horz" lIns="91440" tIns="45720" rIns="91440" bIns="45720" rtlCol="0"/>
          <a:lstStyle>
            <a:lvl1pPr algn="l" eaLnBrk="1" fontAlgn="auto" hangingPunct="1">
              <a:spcBef>
                <a:spcPts val="0"/>
              </a:spcBef>
              <a:spcAft>
                <a:spcPts val="0"/>
              </a:spcAft>
              <a:defRPr sz="1200">
                <a:latin typeface="+mn-lt"/>
                <a:ea typeface="+mn-ea"/>
                <a:cs typeface="+mn-cs"/>
              </a:defRPr>
            </a:lvl1pPr>
          </a:lstStyle>
          <a:p>
            <a:pPr>
              <a:defRPr/>
            </a:pPr>
            <a:endParaRPr lang="en-US"/>
          </a:p>
        </p:txBody>
      </p:sp>
      <p:sp>
        <p:nvSpPr>
          <p:cNvPr id="3" name="Date Placeholder 2">
            <a:extLst>
              <a:ext uri="{FF2B5EF4-FFF2-40B4-BE49-F238E27FC236}">
                <a16:creationId xmlns:a16="http://schemas.microsoft.com/office/drawing/2014/main" id="{A25176FC-BDCF-954E-A852-4B4AE321B1D4}"/>
              </a:ext>
            </a:extLst>
          </p:cNvPr>
          <p:cNvSpPr>
            <a:spLocks noGrp="1"/>
          </p:cNvSpPr>
          <p:nvPr>
            <p:ph type="dt" idx="1"/>
          </p:nvPr>
        </p:nvSpPr>
        <p:spPr>
          <a:xfrm>
            <a:off x="3884613" y="0"/>
            <a:ext cx="2971800" cy="457200"/>
          </a:xfrm>
          <a:prstGeom prst="rect">
            <a:avLst/>
          </a:prstGeom>
        </p:spPr>
        <p:txBody>
          <a:bodyPr vert="horz" wrap="square" lIns="91440" tIns="45720" rIns="91440" bIns="45720" numCol="1" anchor="t" anchorCtr="0" compatLnSpc="1">
            <a:prstTxWarp prst="textNoShape">
              <a:avLst/>
            </a:prstTxWarp>
          </a:bodyPr>
          <a:lstStyle>
            <a:lvl1pPr algn="r" eaLnBrk="1" hangingPunct="1">
              <a:defRPr sz="1200">
                <a:latin typeface="Calibri" charset="0"/>
                <a:ea typeface="ＭＳ Ｐゴシック" charset="-128"/>
              </a:defRPr>
            </a:lvl1pPr>
          </a:lstStyle>
          <a:p>
            <a:pPr>
              <a:defRPr/>
            </a:pPr>
            <a:fld id="{90E3D52B-79D4-6A46-9768-0576B5B692C2}" type="datetime1">
              <a:rPr lang="en-US" altLang="en-US"/>
              <a:pPr>
                <a:defRPr/>
              </a:pPr>
              <a:t>5/16/2025</a:t>
            </a:fld>
            <a:endParaRPr lang="en-US" altLang="en-US"/>
          </a:p>
        </p:txBody>
      </p:sp>
      <p:sp>
        <p:nvSpPr>
          <p:cNvPr id="4" name="Slide Image Placeholder 3">
            <a:extLst>
              <a:ext uri="{FF2B5EF4-FFF2-40B4-BE49-F238E27FC236}">
                <a16:creationId xmlns:a16="http://schemas.microsoft.com/office/drawing/2014/main" id="{138926B2-FAB3-9A41-903D-981D5B9DDA26}"/>
              </a:ext>
            </a:extLst>
          </p:cNvPr>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a:extLst>
              <a:ext uri="{FF2B5EF4-FFF2-40B4-BE49-F238E27FC236}">
                <a16:creationId xmlns:a16="http://schemas.microsoft.com/office/drawing/2014/main" id="{00A49AD7-AD6F-3843-B037-397712419595}"/>
              </a:ext>
            </a:extLst>
          </p:cNvPr>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a:extLst>
              <a:ext uri="{FF2B5EF4-FFF2-40B4-BE49-F238E27FC236}">
                <a16:creationId xmlns:a16="http://schemas.microsoft.com/office/drawing/2014/main" id="{878FCC79-2EC2-9147-9B95-84369E686746}"/>
              </a:ext>
            </a:extLst>
          </p:cNvPr>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eaLnBrk="1" fontAlgn="auto" hangingPunct="1">
              <a:spcBef>
                <a:spcPts val="0"/>
              </a:spcBef>
              <a:spcAft>
                <a:spcPts val="0"/>
              </a:spcAft>
              <a:defRPr sz="1200">
                <a:latin typeface="+mn-lt"/>
                <a:ea typeface="+mn-ea"/>
                <a:cs typeface="+mn-cs"/>
              </a:defRPr>
            </a:lvl1pPr>
          </a:lstStyle>
          <a:p>
            <a:pPr>
              <a:defRPr/>
            </a:pPr>
            <a:endParaRPr lang="en-US"/>
          </a:p>
        </p:txBody>
      </p:sp>
      <p:sp>
        <p:nvSpPr>
          <p:cNvPr id="7" name="Slide Number Placeholder 6">
            <a:extLst>
              <a:ext uri="{FF2B5EF4-FFF2-40B4-BE49-F238E27FC236}">
                <a16:creationId xmlns:a16="http://schemas.microsoft.com/office/drawing/2014/main" id="{944E0FE6-2B29-2044-BE2C-49B3357C1475}"/>
              </a:ext>
            </a:extLst>
          </p:cNvPr>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eaLnBrk="1" hangingPunct="1">
              <a:defRPr sz="1200">
                <a:latin typeface="Calibri" charset="0"/>
                <a:ea typeface="ＭＳ Ｐゴシック" charset="-128"/>
              </a:defRPr>
            </a:lvl1pPr>
          </a:lstStyle>
          <a:p>
            <a:pPr>
              <a:defRPr/>
            </a:pPr>
            <a:fld id="{91B4C252-306E-224C-8B2A-E6667D8E67C9}" type="slidenum">
              <a:rPr lang="en-US" altLang="en-US"/>
              <a:pPr>
                <a:defRPr/>
              </a:pPr>
              <a:t>‹#›</a:t>
            </a:fld>
            <a:endParaRPr lang="en-US"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ＭＳ Ｐゴシック" charset="0"/>
        <a:cs typeface="ＭＳ Ｐゴシック" charset="0"/>
      </a:defRPr>
    </a:lvl1pPr>
    <a:lvl2pPr marL="457200" algn="l" rtl="0" eaLnBrk="0" fontAlgn="base" hangingPunct="0">
      <a:spcBef>
        <a:spcPct val="30000"/>
      </a:spcBef>
      <a:spcAft>
        <a:spcPct val="0"/>
      </a:spcAft>
      <a:defRPr sz="1200" kern="1200">
        <a:solidFill>
          <a:schemeClr val="tx1"/>
        </a:solidFill>
        <a:latin typeface="+mn-lt"/>
        <a:ea typeface="ＭＳ Ｐゴシック" pitchFamily="-106" charset="-128"/>
        <a:cs typeface="+mn-cs"/>
      </a:defRPr>
    </a:lvl2pPr>
    <a:lvl3pPr marL="914400" algn="l" rtl="0" eaLnBrk="0" fontAlgn="base" hangingPunct="0">
      <a:spcBef>
        <a:spcPct val="30000"/>
      </a:spcBef>
      <a:spcAft>
        <a:spcPct val="0"/>
      </a:spcAft>
      <a:defRPr sz="1200" kern="1200">
        <a:solidFill>
          <a:schemeClr val="tx1"/>
        </a:solidFill>
        <a:latin typeface="+mn-lt"/>
        <a:ea typeface="ＭＳ Ｐゴシック" pitchFamily="-106" charset="-128"/>
        <a:cs typeface="+mn-cs"/>
      </a:defRPr>
    </a:lvl3pPr>
    <a:lvl4pPr marL="1371600" algn="l" rtl="0" eaLnBrk="0" fontAlgn="base" hangingPunct="0">
      <a:spcBef>
        <a:spcPct val="30000"/>
      </a:spcBef>
      <a:spcAft>
        <a:spcPct val="0"/>
      </a:spcAft>
      <a:defRPr sz="1200" kern="1200">
        <a:solidFill>
          <a:schemeClr val="tx1"/>
        </a:solidFill>
        <a:latin typeface="+mn-lt"/>
        <a:ea typeface="ＭＳ Ｐゴシック" pitchFamily="-106" charset="-128"/>
        <a:cs typeface="+mn-cs"/>
      </a:defRPr>
    </a:lvl4pPr>
    <a:lvl5pPr marL="1828800" algn="l" rtl="0" eaLnBrk="0" fontAlgn="base" hangingPunct="0">
      <a:spcBef>
        <a:spcPct val="30000"/>
      </a:spcBef>
      <a:spcAft>
        <a:spcPct val="0"/>
      </a:spcAft>
      <a:defRPr sz="1200" kern="1200">
        <a:solidFill>
          <a:schemeClr val="tx1"/>
        </a:solidFill>
        <a:latin typeface="+mn-lt"/>
        <a:ea typeface="ＭＳ Ｐゴシック" pitchFamily="-106" charset="-128"/>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3" name="Rectangle 7">
            <a:extLst>
              <a:ext uri="{FF2B5EF4-FFF2-40B4-BE49-F238E27FC236}">
                <a16:creationId xmlns:a16="http://schemas.microsoft.com/office/drawing/2014/main" id="{4811DDEB-23E5-1A4A-A4FA-2FB462DC4936}"/>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1225">
              <a:spcBef>
                <a:spcPct val="30000"/>
              </a:spcBef>
              <a:defRPr sz="1200">
                <a:solidFill>
                  <a:schemeClr val="tx1"/>
                </a:solidFill>
                <a:latin typeface="Calibri" panose="020F0502020204030204" pitchFamily="34" charset="0"/>
                <a:ea typeface="ＭＳ Ｐゴシック" panose="020B0600070205080204" pitchFamily="34" charset="-128"/>
              </a:defRPr>
            </a:lvl1pPr>
            <a:lvl2pPr marL="742950" indent="-285750" defTabSz="911225">
              <a:spcBef>
                <a:spcPct val="30000"/>
              </a:spcBef>
              <a:defRPr sz="1200">
                <a:solidFill>
                  <a:schemeClr val="tx1"/>
                </a:solidFill>
                <a:latin typeface="Calibri" panose="020F0502020204030204" pitchFamily="34" charset="0"/>
                <a:ea typeface="ＭＳ Ｐゴシック" panose="020B0600070205080204" pitchFamily="34" charset="-128"/>
              </a:defRPr>
            </a:lvl2pPr>
            <a:lvl3pPr marL="1143000" indent="-228600" defTabSz="911225">
              <a:spcBef>
                <a:spcPct val="30000"/>
              </a:spcBef>
              <a:defRPr sz="1200">
                <a:solidFill>
                  <a:schemeClr val="tx1"/>
                </a:solidFill>
                <a:latin typeface="Calibri" panose="020F0502020204030204" pitchFamily="34" charset="0"/>
                <a:ea typeface="ＭＳ Ｐゴシック" panose="020B0600070205080204" pitchFamily="34" charset="-128"/>
              </a:defRPr>
            </a:lvl3pPr>
            <a:lvl4pPr marL="1600200" indent="-228600" defTabSz="911225">
              <a:spcBef>
                <a:spcPct val="30000"/>
              </a:spcBef>
              <a:defRPr sz="1200">
                <a:solidFill>
                  <a:schemeClr val="tx1"/>
                </a:solidFill>
                <a:latin typeface="Calibri" panose="020F0502020204030204" pitchFamily="34" charset="0"/>
                <a:ea typeface="ＭＳ Ｐゴシック" panose="020B0600070205080204" pitchFamily="34" charset="-128"/>
              </a:defRPr>
            </a:lvl4pPr>
            <a:lvl5pPr marL="2057400" indent="-228600" defTabSz="911225">
              <a:spcBef>
                <a:spcPct val="30000"/>
              </a:spcBef>
              <a:defRPr sz="1200">
                <a:solidFill>
                  <a:schemeClr val="tx1"/>
                </a:solidFill>
                <a:latin typeface="Calibri" panose="020F0502020204030204" pitchFamily="34" charset="0"/>
                <a:ea typeface="ＭＳ Ｐゴシック" panose="020B0600070205080204" pitchFamily="34" charset="-128"/>
              </a:defRPr>
            </a:lvl5pPr>
            <a:lvl6pPr marL="2514600" indent="-228600" defTabSz="911225"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6pPr>
            <a:lvl7pPr marL="2971800" indent="-228600" defTabSz="911225"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7pPr>
            <a:lvl8pPr marL="3429000" indent="-228600" defTabSz="911225"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8pPr>
            <a:lvl9pPr marL="3886200" indent="-228600" defTabSz="911225"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9pPr>
          </a:lstStyle>
          <a:p>
            <a:pPr>
              <a:spcBef>
                <a:spcPct val="0"/>
              </a:spcBef>
            </a:pPr>
            <a:fld id="{27CF1C65-F0E2-8E44-882C-5DBA87F125D8}" type="slidenum">
              <a:rPr lang="en-US" altLang="en-US" smtClean="0">
                <a:solidFill>
                  <a:srgbClr val="000000"/>
                </a:solidFill>
                <a:latin typeface="Arial" panose="020B0604020202020204" pitchFamily="34" charset="0"/>
                <a:cs typeface="Arial" panose="020B0604020202020204" pitchFamily="34" charset="0"/>
              </a:rPr>
              <a:pPr>
                <a:spcBef>
                  <a:spcPct val="0"/>
                </a:spcBef>
              </a:pPr>
              <a:t>1</a:t>
            </a:fld>
            <a:endParaRPr lang="en-US" altLang="en-US">
              <a:solidFill>
                <a:srgbClr val="000000"/>
              </a:solidFill>
              <a:latin typeface="Arial" panose="020B0604020202020204" pitchFamily="34" charset="0"/>
              <a:cs typeface="Arial" panose="020B0604020202020204" pitchFamily="34" charset="0"/>
            </a:endParaRPr>
          </a:p>
        </p:txBody>
      </p:sp>
      <p:sp>
        <p:nvSpPr>
          <p:cNvPr id="23554" name="Rectangle 2">
            <a:extLst>
              <a:ext uri="{FF2B5EF4-FFF2-40B4-BE49-F238E27FC236}">
                <a16:creationId xmlns:a16="http://schemas.microsoft.com/office/drawing/2014/main" id="{2AB01437-07BF-AD4E-82F9-DDA0E0B2AF55}"/>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3555" name="Rectangle 3">
            <a:extLst>
              <a:ext uri="{FF2B5EF4-FFF2-40B4-BE49-F238E27FC236}">
                <a16:creationId xmlns:a16="http://schemas.microsoft.com/office/drawing/2014/main" id="{55423678-1E4A-644F-87FF-81A34DC44218}"/>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latin typeface="Arial" panose="020B0604020202020204" pitchFamily="34" charset="0"/>
              <a:ea typeface="ＭＳ Ｐゴシック" panose="020B0600070205080204" pitchFamily="34" charset="-128"/>
            </a:endParaRPr>
          </a:p>
        </p:txBody>
      </p:sp>
    </p:spTree>
    <p:extLst>
      <p:ext uri="{BB962C8B-B14F-4D97-AF65-F5344CB8AC3E}">
        <p14:creationId xmlns:p14="http://schemas.microsoft.com/office/powerpoint/2010/main" val="55962142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these works rely on many different methodology's to identify memory bottlenecks in a system. Often, such methodologies are intuitively used as a indication of NDP suitability for a given application</a:t>
            </a:r>
          </a:p>
          <a:p>
            <a:endParaRPr lang="en-US" dirty="0"/>
          </a:p>
          <a:p>
            <a:pPr marL="0" indent="0">
              <a:buFontTx/>
              <a:buNone/>
            </a:pPr>
            <a:r>
              <a:rPr lang="en-US" dirty="0"/>
              <a:t>[CLICK] However, as I will show next, none of those models are comprehensive enough to identify memory bottlenecks and NDP suitability. This happens because these models are built targeting to identify specific sources of data movement bottlenecks, and often their definitions of compute and memory bound are not enough to indicate NDP suitability. </a:t>
            </a:r>
          </a:p>
          <a:p>
            <a:endParaRPr lang="en-US" dirty="0"/>
          </a:p>
          <a:p>
            <a:r>
              <a:rPr lang="en-US" dirty="0"/>
              <a:t>[CLICK] For that, we will analyze two commonly used approaches: the roofline model, which correlates the arithmetic intensity of an application with performance, </a:t>
            </a:r>
          </a:p>
          <a:p>
            <a:endParaRPr lang="en-US" dirty="0"/>
          </a:p>
          <a:p>
            <a:r>
              <a:rPr lang="en-US" dirty="0"/>
              <a:t>[CLICK]  and identifying application that has high misses-per-kilo instructions or MPKI. </a:t>
            </a:r>
          </a:p>
          <a:p>
            <a:endParaRPr lang="en-US" dirty="0"/>
          </a:p>
          <a:p>
            <a:endParaRPr lang="en-US" dirty="0"/>
          </a:p>
          <a:p>
            <a:r>
              <a:rPr lang="en-US" dirty="0"/>
              <a:t>[NEXT]</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5E676A0-33B1-4B4B-B1AA-B0B917FCAA93}"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18079813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91B4C252-306E-224C-8B2A-E6667D8E67C9}" type="slidenum">
              <a:rPr kumimoji="0" lang="en-US" altLang="en-US" sz="1200" b="0" i="0" u="none" strike="noStrike" kern="1200" cap="none" spc="0" normalizeH="0" baseline="0" noProof="0" smtClean="0">
                <a:ln>
                  <a:noFill/>
                </a:ln>
                <a:solidFill>
                  <a:prstClr val="black"/>
                </a:solidFill>
                <a:effectLst/>
                <a:uLnTx/>
                <a:uFillTx/>
                <a:latin typeface="Calibri" charset="0"/>
                <a:ea typeface="ＭＳ Ｐゴシック" charset="-128"/>
                <a:cs typeface="+mn-cs"/>
              </a:rPr>
              <a:pPr marL="0" marR="0" lvl="0" indent="0" algn="r" defTabSz="914400" rtl="0" eaLnBrk="1" fontAlgn="base" latinLnBrk="0" hangingPunct="1">
                <a:lnSpc>
                  <a:spcPct val="100000"/>
                </a:lnSpc>
                <a:spcBef>
                  <a:spcPct val="0"/>
                </a:spcBef>
                <a:spcAft>
                  <a:spcPct val="0"/>
                </a:spcAft>
                <a:buClrTx/>
                <a:buSzTx/>
                <a:buFontTx/>
                <a:buNone/>
                <a:tabLst/>
                <a:defRPr/>
              </a:pPr>
              <a:t>3</a:t>
            </a:fld>
            <a:endParaRPr kumimoji="0" lang="en-US" altLang="en-US" sz="1200" b="0" i="0" u="none" strike="noStrike" kern="1200" cap="none" spc="0" normalizeH="0" baseline="0" noProof="0">
              <a:ln>
                <a:noFill/>
              </a:ln>
              <a:solidFill>
                <a:prstClr val="black"/>
              </a:solidFill>
              <a:effectLst/>
              <a:uLnTx/>
              <a:uFillTx/>
              <a:latin typeface="Calibri" charset="0"/>
              <a:ea typeface="ＭＳ Ｐゴシック" charset="-128"/>
              <a:cs typeface="+mn-cs"/>
            </a:endParaRPr>
          </a:p>
        </p:txBody>
      </p:sp>
    </p:spTree>
    <p:extLst>
      <p:ext uri="{BB962C8B-B14F-4D97-AF65-F5344CB8AC3E}">
        <p14:creationId xmlns:p14="http://schemas.microsoft.com/office/powerpoint/2010/main" val="274467862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Reducing AMAT is not always beneficial for performance. The direct metric is instruction throughput, which might be orthogonal to latency. </a:t>
            </a:r>
            <a:endParaRPr lang="zh-CN" altLang="en-US" dirty="0"/>
          </a:p>
        </p:txBody>
      </p:sp>
      <p:sp>
        <p:nvSpPr>
          <p:cNvPr id="4" name="灯片编号占位符 3"/>
          <p:cNvSpPr>
            <a:spLocks noGrp="1"/>
          </p:cNvSpPr>
          <p:nvPr>
            <p:ph type="sldNum" sz="quarter" idx="5"/>
          </p:nvPr>
        </p:nvSpPr>
        <p:spPr/>
        <p:txBody>
          <a:bodyPr/>
          <a:lstStyle/>
          <a:p>
            <a:pPr>
              <a:defRPr/>
            </a:pPr>
            <a:fld id="{91B4C252-306E-224C-8B2A-E6667D8E67C9}" type="slidenum">
              <a:rPr lang="en-US" altLang="en-US" smtClean="0"/>
              <a:pPr>
                <a:defRPr/>
              </a:pPr>
              <a:t>5</a:t>
            </a:fld>
            <a:endParaRPr lang="en-US" altLang="en-US"/>
          </a:p>
        </p:txBody>
      </p:sp>
    </p:spTree>
    <p:extLst>
      <p:ext uri="{BB962C8B-B14F-4D97-AF65-F5344CB8AC3E}">
        <p14:creationId xmlns:p14="http://schemas.microsoft.com/office/powerpoint/2010/main" val="175101291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7"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Verdana" pitchFamily="34" charset="0"/>
                <a:ea typeface="MS PGothic" pitchFamily="34" charset="-128"/>
              </a:defRPr>
            </a:lvl1pPr>
            <a:lvl2pPr marL="742950" indent="-285750">
              <a:defRPr sz="2400">
                <a:solidFill>
                  <a:schemeClr val="tx1"/>
                </a:solidFill>
                <a:latin typeface="Verdana" pitchFamily="34" charset="0"/>
                <a:ea typeface="MS PGothic" pitchFamily="34" charset="-128"/>
              </a:defRPr>
            </a:lvl2pPr>
            <a:lvl3pPr marL="1143000" indent="-228600">
              <a:defRPr sz="2400">
                <a:solidFill>
                  <a:schemeClr val="tx1"/>
                </a:solidFill>
                <a:latin typeface="Verdana" pitchFamily="34" charset="0"/>
                <a:ea typeface="MS PGothic" pitchFamily="34" charset="-128"/>
              </a:defRPr>
            </a:lvl3pPr>
            <a:lvl4pPr marL="1600200" indent="-228600">
              <a:defRPr sz="2400">
                <a:solidFill>
                  <a:schemeClr val="tx1"/>
                </a:solidFill>
                <a:latin typeface="Verdana" pitchFamily="34" charset="0"/>
                <a:ea typeface="MS PGothic" pitchFamily="34" charset="-128"/>
              </a:defRPr>
            </a:lvl4pPr>
            <a:lvl5pPr marL="2057400" indent="-228600">
              <a:defRPr sz="2400">
                <a:solidFill>
                  <a:schemeClr val="tx1"/>
                </a:solidFill>
                <a:latin typeface="Verdana" pitchFamily="34" charset="0"/>
                <a:ea typeface="MS PGothic" pitchFamily="34" charset="-128"/>
              </a:defRPr>
            </a:lvl5pPr>
            <a:lvl6pPr marL="2514600" indent="-228600" eaLnBrk="0" fontAlgn="base" hangingPunct="0">
              <a:spcBef>
                <a:spcPct val="0"/>
              </a:spcBef>
              <a:spcAft>
                <a:spcPct val="0"/>
              </a:spcAft>
              <a:defRPr sz="2400">
                <a:solidFill>
                  <a:schemeClr val="tx1"/>
                </a:solidFill>
                <a:latin typeface="Verdana" pitchFamily="34" charset="0"/>
                <a:ea typeface="MS PGothic" pitchFamily="34" charset="-128"/>
              </a:defRPr>
            </a:lvl6pPr>
            <a:lvl7pPr marL="2971800" indent="-228600" eaLnBrk="0" fontAlgn="base" hangingPunct="0">
              <a:spcBef>
                <a:spcPct val="0"/>
              </a:spcBef>
              <a:spcAft>
                <a:spcPct val="0"/>
              </a:spcAft>
              <a:defRPr sz="2400">
                <a:solidFill>
                  <a:schemeClr val="tx1"/>
                </a:solidFill>
                <a:latin typeface="Verdana" pitchFamily="34" charset="0"/>
                <a:ea typeface="MS PGothic" pitchFamily="34" charset="-128"/>
              </a:defRPr>
            </a:lvl7pPr>
            <a:lvl8pPr marL="3429000" indent="-228600" eaLnBrk="0" fontAlgn="base" hangingPunct="0">
              <a:spcBef>
                <a:spcPct val="0"/>
              </a:spcBef>
              <a:spcAft>
                <a:spcPct val="0"/>
              </a:spcAft>
              <a:defRPr sz="2400">
                <a:solidFill>
                  <a:schemeClr val="tx1"/>
                </a:solidFill>
                <a:latin typeface="Verdana" pitchFamily="34" charset="0"/>
                <a:ea typeface="MS PGothic" pitchFamily="34" charset="-128"/>
              </a:defRPr>
            </a:lvl8pPr>
            <a:lvl9pPr marL="3886200" indent="-228600" eaLnBrk="0" fontAlgn="base" hangingPunct="0">
              <a:spcBef>
                <a:spcPct val="0"/>
              </a:spcBef>
              <a:spcAft>
                <a:spcPct val="0"/>
              </a:spcAft>
              <a:defRPr sz="2400">
                <a:solidFill>
                  <a:schemeClr val="tx1"/>
                </a:solidFill>
                <a:latin typeface="Verdana" pitchFamily="34" charset="0"/>
                <a:ea typeface="MS PGothic"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DE835F31-6093-45F9-8252-61EEC166EAB4}" type="slidenum">
              <a:rPr kumimoji="0" lang="en-US" sz="1200" b="0" i="0" u="none" strike="noStrike" kern="1200" cap="none" spc="0" normalizeH="0" baseline="0" noProof="0">
                <a:ln>
                  <a:noFill/>
                </a:ln>
                <a:solidFill>
                  <a:srgbClr val="000000"/>
                </a:solidFill>
                <a:effectLst/>
                <a:uLnTx/>
                <a:uFillTx/>
                <a:latin typeface="Arial" pitchFamily="34" charset="0"/>
                <a:ea typeface="MS PGothic" pitchFamily="34" charset="-128"/>
                <a:cs typeface="+mn-cs"/>
              </a:rPr>
              <a:pPr marL="0" marR="0" lvl="0" indent="0" algn="r" defTabSz="914400" rtl="0" eaLnBrk="1" fontAlgn="base" latinLnBrk="0" hangingPunct="1">
                <a:lnSpc>
                  <a:spcPct val="100000"/>
                </a:lnSpc>
                <a:spcBef>
                  <a:spcPct val="0"/>
                </a:spcBef>
                <a:spcAft>
                  <a:spcPct val="0"/>
                </a:spcAft>
                <a:buClrTx/>
                <a:buSzTx/>
                <a:buFontTx/>
                <a:buNone/>
                <a:tabLst/>
                <a:defRPr/>
              </a:pPr>
              <a:t>6</a:t>
            </a:fld>
            <a:endParaRPr kumimoji="0" lang="en-US" sz="1200" b="0" i="0" u="none" strike="noStrike" kern="1200" cap="none" spc="0" normalizeH="0" baseline="0" noProof="0">
              <a:ln>
                <a:noFill/>
              </a:ln>
              <a:solidFill>
                <a:srgbClr val="000000"/>
              </a:solidFill>
              <a:effectLst/>
              <a:uLnTx/>
              <a:uFillTx/>
              <a:latin typeface="Arial" pitchFamily="34" charset="0"/>
              <a:ea typeface="MS PGothic" pitchFamily="34" charset="-128"/>
              <a:cs typeface="+mn-cs"/>
            </a:endParaRPr>
          </a:p>
        </p:txBody>
      </p:sp>
      <p:sp>
        <p:nvSpPr>
          <p:cNvPr id="65538" name="Rectangle 2"/>
          <p:cNvSpPr>
            <a:spLocks noGrp="1" noRot="1" noChangeAspect="1" noChangeArrowheads="1" noTextEdit="1"/>
          </p:cNvSpPr>
          <p:nvPr>
            <p:ph type="sldImg"/>
          </p:nvPr>
        </p:nvSpPr>
        <p:spPr>
          <a:ln/>
        </p:spPr>
      </p:sp>
      <p:sp>
        <p:nvSpPr>
          <p:cNvPr id="65539"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endParaRPr lang="de-DE">
              <a:latin typeface="Arial" pitchFamily="34" charset="0"/>
            </a:endParaRPr>
          </a:p>
        </p:txBody>
      </p:sp>
    </p:spTree>
    <p:extLst>
      <p:ext uri="{BB962C8B-B14F-4D97-AF65-F5344CB8AC3E}">
        <p14:creationId xmlns:p14="http://schemas.microsoft.com/office/powerpoint/2010/main" val="109545592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2-way: use one bit to indicate</a:t>
            </a:r>
          </a:p>
          <a:p>
            <a:r>
              <a:rPr lang="en-US" altLang="zh-CN" dirty="0"/>
              <a:t>4-way: 3 bit</a:t>
            </a:r>
          </a:p>
          <a:p>
            <a:r>
              <a:rPr lang="en-US" altLang="zh-CN" dirty="0"/>
              <a:t>8-way: 7-bit.</a:t>
            </a:r>
          </a:p>
          <a:p>
            <a:r>
              <a:rPr lang="en-US" altLang="zh-CN" dirty="0"/>
              <a:t>8-way: 8</a:t>
            </a:r>
            <a:r>
              <a:rPr lang="zh-CN" altLang="en-US" dirty="0"/>
              <a:t>路</a:t>
            </a:r>
            <a:endParaRPr lang="en-US" altLang="zh-CN" dirty="0"/>
          </a:p>
          <a:p>
            <a:r>
              <a:rPr lang="en-US" altLang="zh-CN" dirty="0"/>
              <a:t>Set-associative: </a:t>
            </a:r>
            <a:r>
              <a:rPr lang="zh-CN" altLang="en-US" dirty="0"/>
              <a:t>组相关</a:t>
            </a:r>
          </a:p>
        </p:txBody>
      </p:sp>
      <p:sp>
        <p:nvSpPr>
          <p:cNvPr id="4" name="灯片编号占位符 3"/>
          <p:cNvSpPr>
            <a:spLocks noGrp="1"/>
          </p:cNvSpPr>
          <p:nvPr>
            <p:ph type="sldNum" sz="quarter" idx="5"/>
          </p:nvPr>
        </p:nvSpPr>
        <p:spPr/>
        <p:txBody>
          <a:bodyPr/>
          <a:lstStyle/>
          <a:p>
            <a:pPr>
              <a:defRPr/>
            </a:pPr>
            <a:fld id="{91B4C252-306E-224C-8B2A-E6667D8E67C9}" type="slidenum">
              <a:rPr lang="en-US" altLang="en-US" smtClean="0"/>
              <a:pPr>
                <a:defRPr/>
              </a:pPr>
              <a:t>15</a:t>
            </a:fld>
            <a:endParaRPr lang="en-US" altLang="en-US"/>
          </a:p>
        </p:txBody>
      </p:sp>
    </p:spTree>
    <p:extLst>
      <p:ext uri="{BB962C8B-B14F-4D97-AF65-F5344CB8AC3E}">
        <p14:creationId xmlns:p14="http://schemas.microsoft.com/office/powerpoint/2010/main" val="359074362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Application knows…</a:t>
            </a:r>
            <a:endParaRPr lang="zh-CN" altLang="en-US" dirty="0"/>
          </a:p>
        </p:txBody>
      </p:sp>
      <p:sp>
        <p:nvSpPr>
          <p:cNvPr id="4" name="灯片编号占位符 3"/>
          <p:cNvSpPr>
            <a:spLocks noGrp="1"/>
          </p:cNvSpPr>
          <p:nvPr>
            <p:ph type="sldNum" sz="quarter" idx="5"/>
          </p:nvPr>
        </p:nvSpPr>
        <p:spPr/>
        <p:txBody>
          <a:bodyPr/>
          <a:lstStyle/>
          <a:p>
            <a:pPr>
              <a:defRPr/>
            </a:pPr>
            <a:fld id="{91B4C252-306E-224C-8B2A-E6667D8E67C9}" type="slidenum">
              <a:rPr lang="en-US" altLang="en-US" smtClean="0"/>
              <a:pPr>
                <a:defRPr/>
              </a:pPr>
              <a:t>19</a:t>
            </a:fld>
            <a:endParaRPr lang="en-US" altLang="en-US"/>
          </a:p>
        </p:txBody>
      </p:sp>
    </p:spTree>
    <p:extLst>
      <p:ext uri="{BB962C8B-B14F-4D97-AF65-F5344CB8AC3E}">
        <p14:creationId xmlns:p14="http://schemas.microsoft.com/office/powerpoint/2010/main" val="347779047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4 combinations…</a:t>
            </a:r>
            <a:endParaRPr lang="zh-CN" altLang="en-US" dirty="0"/>
          </a:p>
        </p:txBody>
      </p:sp>
      <p:sp>
        <p:nvSpPr>
          <p:cNvPr id="4" name="灯片编号占位符 3"/>
          <p:cNvSpPr>
            <a:spLocks noGrp="1"/>
          </p:cNvSpPr>
          <p:nvPr>
            <p:ph type="sldNum" sz="quarter" idx="5"/>
          </p:nvPr>
        </p:nvSpPr>
        <p:spPr/>
        <p:txBody>
          <a:bodyPr/>
          <a:lstStyle/>
          <a:p>
            <a:pPr>
              <a:defRPr/>
            </a:pPr>
            <a:fld id="{91B4C252-306E-224C-8B2A-E6667D8E67C9}" type="slidenum">
              <a:rPr lang="en-US" altLang="en-US" smtClean="0"/>
              <a:pPr>
                <a:defRPr/>
              </a:pPr>
              <a:t>21</a:t>
            </a:fld>
            <a:endParaRPr lang="en-US" altLang="en-US"/>
          </a:p>
        </p:txBody>
      </p:sp>
    </p:spTree>
    <p:extLst>
      <p:ext uri="{BB962C8B-B14F-4D97-AF65-F5344CB8AC3E}">
        <p14:creationId xmlns:p14="http://schemas.microsoft.com/office/powerpoint/2010/main" val="203623227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Miss:</a:t>
            </a:r>
            <a:r>
              <a:rPr lang="zh-CN" altLang="en-US" sz="1200" b="0" i="0" kern="1200" dirty="0">
                <a:solidFill>
                  <a:schemeClr val="tx1"/>
                </a:solidFill>
                <a:effectLst/>
                <a:latin typeface="+mn-lt"/>
                <a:ea typeface="ＭＳ Ｐゴシック" charset="0"/>
                <a:cs typeface="ＭＳ Ｐゴシック" charset="0"/>
              </a:rPr>
              <a:t>缺失</a:t>
            </a:r>
            <a:endParaRPr lang="zh-CN" altLang="en-US" dirty="0"/>
          </a:p>
        </p:txBody>
      </p:sp>
      <p:sp>
        <p:nvSpPr>
          <p:cNvPr id="4" name="灯片编号占位符 3"/>
          <p:cNvSpPr>
            <a:spLocks noGrp="1"/>
          </p:cNvSpPr>
          <p:nvPr>
            <p:ph type="sldNum" sz="quarter" idx="5"/>
          </p:nvPr>
        </p:nvSpPr>
        <p:spPr/>
        <p:txBody>
          <a:bodyPr/>
          <a:lstStyle/>
          <a:p>
            <a:pPr>
              <a:defRPr/>
            </a:pPr>
            <a:fld id="{91B4C252-306E-224C-8B2A-E6667D8E67C9}" type="slidenum">
              <a:rPr lang="en-US" altLang="en-US" smtClean="0"/>
              <a:pPr>
                <a:defRPr/>
              </a:pPr>
              <a:t>25</a:t>
            </a:fld>
            <a:endParaRPr lang="en-US" altLang="en-US"/>
          </a:p>
        </p:txBody>
      </p:sp>
    </p:spTree>
    <p:extLst>
      <p:ext uri="{BB962C8B-B14F-4D97-AF65-F5344CB8AC3E}">
        <p14:creationId xmlns:p14="http://schemas.microsoft.com/office/powerpoint/2010/main" val="393114658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91B4C252-306E-224C-8B2A-E6667D8E67C9}" type="slidenum">
              <a:rPr lang="en-US" altLang="en-US" smtClean="0"/>
              <a:pPr>
                <a:defRPr/>
              </a:pPr>
              <a:t>26</a:t>
            </a:fld>
            <a:endParaRPr lang="en-US" altLang="en-US"/>
          </a:p>
        </p:txBody>
      </p:sp>
    </p:spTree>
    <p:extLst>
      <p:ext uri="{BB962C8B-B14F-4D97-AF65-F5344CB8AC3E}">
        <p14:creationId xmlns:p14="http://schemas.microsoft.com/office/powerpoint/2010/main" val="24054135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21" name="Rectangle 7">
            <a:extLst>
              <a:ext uri="{FF2B5EF4-FFF2-40B4-BE49-F238E27FC236}">
                <a16:creationId xmlns:a16="http://schemas.microsoft.com/office/drawing/2014/main" id="{72B6FE08-6864-4940-BF64-3C5B1B12D1A9}"/>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1225">
              <a:spcBef>
                <a:spcPct val="30000"/>
              </a:spcBef>
              <a:defRPr sz="1200">
                <a:solidFill>
                  <a:schemeClr val="tx1"/>
                </a:solidFill>
                <a:latin typeface="Calibri" panose="020F0502020204030204" pitchFamily="34" charset="0"/>
                <a:ea typeface="ＭＳ Ｐゴシック" panose="020B0600070205080204" pitchFamily="34" charset="-128"/>
              </a:defRPr>
            </a:lvl1pPr>
            <a:lvl2pPr marL="742950" indent="-285750" defTabSz="911225">
              <a:spcBef>
                <a:spcPct val="30000"/>
              </a:spcBef>
              <a:defRPr sz="1200">
                <a:solidFill>
                  <a:schemeClr val="tx1"/>
                </a:solidFill>
                <a:latin typeface="Calibri" panose="020F0502020204030204" pitchFamily="34" charset="0"/>
                <a:ea typeface="ＭＳ Ｐゴシック" panose="020B0600070205080204" pitchFamily="34" charset="-128"/>
              </a:defRPr>
            </a:lvl2pPr>
            <a:lvl3pPr marL="1143000" indent="-228600" defTabSz="911225">
              <a:spcBef>
                <a:spcPct val="30000"/>
              </a:spcBef>
              <a:defRPr sz="1200">
                <a:solidFill>
                  <a:schemeClr val="tx1"/>
                </a:solidFill>
                <a:latin typeface="Calibri" panose="020F0502020204030204" pitchFamily="34" charset="0"/>
                <a:ea typeface="ＭＳ Ｐゴシック" panose="020B0600070205080204" pitchFamily="34" charset="-128"/>
              </a:defRPr>
            </a:lvl3pPr>
            <a:lvl4pPr marL="1600200" indent="-228600" defTabSz="911225">
              <a:spcBef>
                <a:spcPct val="30000"/>
              </a:spcBef>
              <a:defRPr sz="1200">
                <a:solidFill>
                  <a:schemeClr val="tx1"/>
                </a:solidFill>
                <a:latin typeface="Calibri" panose="020F0502020204030204" pitchFamily="34" charset="0"/>
                <a:ea typeface="ＭＳ Ｐゴシック" panose="020B0600070205080204" pitchFamily="34" charset="-128"/>
              </a:defRPr>
            </a:lvl4pPr>
            <a:lvl5pPr marL="2057400" indent="-228600" defTabSz="911225">
              <a:spcBef>
                <a:spcPct val="30000"/>
              </a:spcBef>
              <a:defRPr sz="1200">
                <a:solidFill>
                  <a:schemeClr val="tx1"/>
                </a:solidFill>
                <a:latin typeface="Calibri" panose="020F0502020204030204" pitchFamily="34" charset="0"/>
                <a:ea typeface="ＭＳ Ｐゴシック" panose="020B0600070205080204" pitchFamily="34" charset="-128"/>
              </a:defRPr>
            </a:lvl5pPr>
            <a:lvl6pPr marL="2514600" indent="-228600" defTabSz="911225"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6pPr>
            <a:lvl7pPr marL="2971800" indent="-228600" defTabSz="911225"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7pPr>
            <a:lvl8pPr marL="3429000" indent="-228600" defTabSz="911225"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8pPr>
            <a:lvl9pPr marL="3886200" indent="-228600" defTabSz="911225"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9pPr>
          </a:lstStyle>
          <a:p>
            <a:pPr marL="0" marR="0" lvl="0" indent="0" algn="r" defTabSz="911225" rtl="0" eaLnBrk="1" fontAlgn="base" latinLnBrk="0" hangingPunct="1">
              <a:lnSpc>
                <a:spcPct val="100000"/>
              </a:lnSpc>
              <a:spcBef>
                <a:spcPct val="0"/>
              </a:spcBef>
              <a:spcAft>
                <a:spcPct val="0"/>
              </a:spcAft>
              <a:buClrTx/>
              <a:buSzTx/>
              <a:buFontTx/>
              <a:buNone/>
              <a:tabLst/>
              <a:defRPr/>
            </a:pPr>
            <a:fld id="{7F6CC43C-5C89-324A-B95C-0A31F94252D9}" type="slidenum">
              <a:rPr kumimoji="0" lang="en-US" altLang="en-US" sz="1200" b="0" i="0" u="none" strike="noStrike" kern="1200" cap="none" spc="0" normalizeH="0" baseline="0" noProof="0" smtClean="0">
                <a:ln>
                  <a:noFill/>
                </a:ln>
                <a:solidFill>
                  <a:srgbClr val="000000"/>
                </a:solidFill>
                <a:effectLst/>
                <a:uLnTx/>
                <a:uFillTx/>
                <a:latin typeface="Arial" panose="020B0604020202020204" pitchFamily="34" charset="0"/>
                <a:ea typeface="ＭＳ Ｐゴシック" panose="020B0600070205080204" pitchFamily="34" charset="-128"/>
                <a:cs typeface="+mn-cs"/>
              </a:rPr>
              <a:pPr marL="0" marR="0" lvl="0" indent="0" algn="r" defTabSz="911225" rtl="0" eaLnBrk="1" fontAlgn="base" latinLnBrk="0" hangingPunct="1">
                <a:lnSpc>
                  <a:spcPct val="100000"/>
                </a:lnSpc>
                <a:spcBef>
                  <a:spcPct val="0"/>
                </a:spcBef>
                <a:spcAft>
                  <a:spcPct val="0"/>
                </a:spcAft>
                <a:buClrTx/>
                <a:buSzTx/>
                <a:buFontTx/>
                <a:buNone/>
                <a:tabLst/>
                <a:defRPr/>
              </a:pPr>
              <a:t>27</a:t>
            </a:fld>
            <a:endParaRPr kumimoji="0" lang="en-US" altLang="en-US" sz="12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235522" name="Rectangle 2">
            <a:extLst>
              <a:ext uri="{FF2B5EF4-FFF2-40B4-BE49-F238E27FC236}">
                <a16:creationId xmlns:a16="http://schemas.microsoft.com/office/drawing/2014/main" id="{0F29EB5B-CF11-1144-AD6A-83AFBD2B7544}"/>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35523" name="Rectangle 3">
            <a:extLst>
              <a:ext uri="{FF2B5EF4-FFF2-40B4-BE49-F238E27FC236}">
                <a16:creationId xmlns:a16="http://schemas.microsoft.com/office/drawing/2014/main" id="{3A5EFFE3-7FAD-0E48-814A-5ECD0B8E8BD7}"/>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en-US" altLang="en-US">
              <a:latin typeface="Arial" panose="020B0604020202020204" pitchFamily="34" charset="0"/>
              <a:ea typeface="ＭＳ Ｐゴシック" panose="020B0600070205080204" pitchFamily="34" charset="-128"/>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3"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Verdana" pitchFamily="34" charset="0"/>
                <a:ea typeface="MS PGothic" pitchFamily="34" charset="-128"/>
              </a:defRPr>
            </a:lvl1pPr>
            <a:lvl2pPr marL="742950" indent="-285750">
              <a:defRPr sz="2400">
                <a:solidFill>
                  <a:schemeClr val="tx1"/>
                </a:solidFill>
                <a:latin typeface="Verdana" pitchFamily="34" charset="0"/>
                <a:ea typeface="MS PGothic" pitchFamily="34" charset="-128"/>
              </a:defRPr>
            </a:lvl2pPr>
            <a:lvl3pPr marL="1143000" indent="-228600">
              <a:defRPr sz="2400">
                <a:solidFill>
                  <a:schemeClr val="tx1"/>
                </a:solidFill>
                <a:latin typeface="Verdana" pitchFamily="34" charset="0"/>
                <a:ea typeface="MS PGothic" pitchFamily="34" charset="-128"/>
              </a:defRPr>
            </a:lvl3pPr>
            <a:lvl4pPr marL="1600200" indent="-228600">
              <a:defRPr sz="2400">
                <a:solidFill>
                  <a:schemeClr val="tx1"/>
                </a:solidFill>
                <a:latin typeface="Verdana" pitchFamily="34" charset="0"/>
                <a:ea typeface="MS PGothic" pitchFamily="34" charset="-128"/>
              </a:defRPr>
            </a:lvl4pPr>
            <a:lvl5pPr marL="2057400" indent="-228600">
              <a:defRPr sz="2400">
                <a:solidFill>
                  <a:schemeClr val="tx1"/>
                </a:solidFill>
                <a:latin typeface="Verdana" pitchFamily="34" charset="0"/>
                <a:ea typeface="MS PGothic" pitchFamily="34" charset="-128"/>
              </a:defRPr>
            </a:lvl5pPr>
            <a:lvl6pPr marL="2514600" indent="-228600" eaLnBrk="0" fontAlgn="base" hangingPunct="0">
              <a:spcBef>
                <a:spcPct val="0"/>
              </a:spcBef>
              <a:spcAft>
                <a:spcPct val="0"/>
              </a:spcAft>
              <a:defRPr sz="2400">
                <a:solidFill>
                  <a:schemeClr val="tx1"/>
                </a:solidFill>
                <a:latin typeface="Verdana" pitchFamily="34" charset="0"/>
                <a:ea typeface="MS PGothic" pitchFamily="34" charset="-128"/>
              </a:defRPr>
            </a:lvl6pPr>
            <a:lvl7pPr marL="2971800" indent="-228600" eaLnBrk="0" fontAlgn="base" hangingPunct="0">
              <a:spcBef>
                <a:spcPct val="0"/>
              </a:spcBef>
              <a:spcAft>
                <a:spcPct val="0"/>
              </a:spcAft>
              <a:defRPr sz="2400">
                <a:solidFill>
                  <a:schemeClr val="tx1"/>
                </a:solidFill>
                <a:latin typeface="Verdana" pitchFamily="34" charset="0"/>
                <a:ea typeface="MS PGothic" pitchFamily="34" charset="-128"/>
              </a:defRPr>
            </a:lvl7pPr>
            <a:lvl8pPr marL="3429000" indent="-228600" eaLnBrk="0" fontAlgn="base" hangingPunct="0">
              <a:spcBef>
                <a:spcPct val="0"/>
              </a:spcBef>
              <a:spcAft>
                <a:spcPct val="0"/>
              </a:spcAft>
              <a:defRPr sz="2400">
                <a:solidFill>
                  <a:schemeClr val="tx1"/>
                </a:solidFill>
                <a:latin typeface="Verdana" pitchFamily="34" charset="0"/>
                <a:ea typeface="MS PGothic" pitchFamily="34" charset="-128"/>
              </a:defRPr>
            </a:lvl8pPr>
            <a:lvl9pPr marL="3886200" indent="-228600" eaLnBrk="0" fontAlgn="base" hangingPunct="0">
              <a:spcBef>
                <a:spcPct val="0"/>
              </a:spcBef>
              <a:spcAft>
                <a:spcPct val="0"/>
              </a:spcAft>
              <a:defRPr sz="2400">
                <a:solidFill>
                  <a:schemeClr val="tx1"/>
                </a:solidFill>
                <a:latin typeface="Verdana" pitchFamily="34" charset="0"/>
                <a:ea typeface="MS PGothic"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F9B6732E-98E0-43A3-816E-134D4C0C4E13}" type="slidenum">
              <a:rPr kumimoji="0" lang="en-US" sz="1200" b="0" i="0" u="none" strike="noStrike" kern="1200" cap="none" spc="0" normalizeH="0" baseline="0" noProof="0">
                <a:ln>
                  <a:noFill/>
                </a:ln>
                <a:solidFill>
                  <a:srgbClr val="000000"/>
                </a:solidFill>
                <a:effectLst/>
                <a:uLnTx/>
                <a:uFillTx/>
                <a:latin typeface="Arial" pitchFamily="34" charset="0"/>
                <a:ea typeface="MS PGothic" pitchFamily="34" charset="-128"/>
                <a:cs typeface="+mn-cs"/>
              </a:rPr>
              <a:pPr marL="0" marR="0" lvl="0" indent="0" algn="r" defTabSz="914400" rtl="0" eaLnBrk="1" fontAlgn="base" latinLnBrk="0" hangingPunct="1">
                <a:lnSpc>
                  <a:spcPct val="100000"/>
                </a:lnSpc>
                <a:spcBef>
                  <a:spcPct val="0"/>
                </a:spcBef>
                <a:spcAft>
                  <a:spcPct val="0"/>
                </a:spcAft>
                <a:buClrTx/>
                <a:buSzTx/>
                <a:buFontTx/>
                <a:buNone/>
                <a:tabLst/>
                <a:defRPr/>
              </a:pPr>
              <a:t>30</a:t>
            </a:fld>
            <a:endParaRPr kumimoji="0" lang="en-US" sz="1200" b="0" i="0" u="none" strike="noStrike" kern="1200" cap="none" spc="0" normalizeH="0" baseline="0" noProof="0">
              <a:ln>
                <a:noFill/>
              </a:ln>
              <a:solidFill>
                <a:srgbClr val="000000"/>
              </a:solidFill>
              <a:effectLst/>
              <a:uLnTx/>
              <a:uFillTx/>
              <a:latin typeface="Arial" pitchFamily="34" charset="0"/>
              <a:ea typeface="MS PGothic" pitchFamily="34" charset="-128"/>
              <a:cs typeface="+mn-cs"/>
            </a:endParaRPr>
          </a:p>
        </p:txBody>
      </p:sp>
      <p:sp>
        <p:nvSpPr>
          <p:cNvPr id="59394" name="Rectangle 2"/>
          <p:cNvSpPr>
            <a:spLocks noGrp="1" noRot="1" noChangeAspect="1" noChangeArrowheads="1" noTextEdit="1"/>
          </p:cNvSpPr>
          <p:nvPr>
            <p:ph type="sldImg"/>
          </p:nvPr>
        </p:nvSpPr>
        <p:spPr>
          <a:ln/>
        </p:spPr>
      </p:sp>
      <p:sp>
        <p:nvSpPr>
          <p:cNvPr id="59395"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endParaRPr lang="de-DE">
              <a:latin typeface="Arial" pitchFamily="34" charset="0"/>
            </a:endParaRPr>
          </a:p>
        </p:txBody>
      </p:sp>
    </p:spTree>
    <p:extLst>
      <p:ext uri="{BB962C8B-B14F-4D97-AF65-F5344CB8AC3E}">
        <p14:creationId xmlns:p14="http://schemas.microsoft.com/office/powerpoint/2010/main" val="424901687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1"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Verdana" pitchFamily="34" charset="0"/>
                <a:ea typeface="MS PGothic" pitchFamily="34" charset="-128"/>
              </a:defRPr>
            </a:lvl1pPr>
            <a:lvl2pPr marL="742950" indent="-285750">
              <a:defRPr sz="2400">
                <a:solidFill>
                  <a:schemeClr val="tx1"/>
                </a:solidFill>
                <a:latin typeface="Verdana" pitchFamily="34" charset="0"/>
                <a:ea typeface="MS PGothic" pitchFamily="34" charset="-128"/>
              </a:defRPr>
            </a:lvl2pPr>
            <a:lvl3pPr marL="1143000" indent="-228600">
              <a:defRPr sz="2400">
                <a:solidFill>
                  <a:schemeClr val="tx1"/>
                </a:solidFill>
                <a:latin typeface="Verdana" pitchFamily="34" charset="0"/>
                <a:ea typeface="MS PGothic" pitchFamily="34" charset="-128"/>
              </a:defRPr>
            </a:lvl3pPr>
            <a:lvl4pPr marL="1600200" indent="-228600">
              <a:defRPr sz="2400">
                <a:solidFill>
                  <a:schemeClr val="tx1"/>
                </a:solidFill>
                <a:latin typeface="Verdana" pitchFamily="34" charset="0"/>
                <a:ea typeface="MS PGothic" pitchFamily="34" charset="-128"/>
              </a:defRPr>
            </a:lvl4pPr>
            <a:lvl5pPr marL="2057400" indent="-228600">
              <a:defRPr sz="2400">
                <a:solidFill>
                  <a:schemeClr val="tx1"/>
                </a:solidFill>
                <a:latin typeface="Verdana" pitchFamily="34" charset="0"/>
                <a:ea typeface="MS PGothic" pitchFamily="34" charset="-128"/>
              </a:defRPr>
            </a:lvl5pPr>
            <a:lvl6pPr marL="2514600" indent="-228600" eaLnBrk="0" fontAlgn="base" hangingPunct="0">
              <a:spcBef>
                <a:spcPct val="0"/>
              </a:spcBef>
              <a:spcAft>
                <a:spcPct val="0"/>
              </a:spcAft>
              <a:defRPr sz="2400">
                <a:solidFill>
                  <a:schemeClr val="tx1"/>
                </a:solidFill>
                <a:latin typeface="Verdana" pitchFamily="34" charset="0"/>
                <a:ea typeface="MS PGothic" pitchFamily="34" charset="-128"/>
              </a:defRPr>
            </a:lvl6pPr>
            <a:lvl7pPr marL="2971800" indent="-228600" eaLnBrk="0" fontAlgn="base" hangingPunct="0">
              <a:spcBef>
                <a:spcPct val="0"/>
              </a:spcBef>
              <a:spcAft>
                <a:spcPct val="0"/>
              </a:spcAft>
              <a:defRPr sz="2400">
                <a:solidFill>
                  <a:schemeClr val="tx1"/>
                </a:solidFill>
                <a:latin typeface="Verdana" pitchFamily="34" charset="0"/>
                <a:ea typeface="MS PGothic" pitchFamily="34" charset="-128"/>
              </a:defRPr>
            </a:lvl7pPr>
            <a:lvl8pPr marL="3429000" indent="-228600" eaLnBrk="0" fontAlgn="base" hangingPunct="0">
              <a:spcBef>
                <a:spcPct val="0"/>
              </a:spcBef>
              <a:spcAft>
                <a:spcPct val="0"/>
              </a:spcAft>
              <a:defRPr sz="2400">
                <a:solidFill>
                  <a:schemeClr val="tx1"/>
                </a:solidFill>
                <a:latin typeface="Verdana" pitchFamily="34" charset="0"/>
                <a:ea typeface="MS PGothic" pitchFamily="34" charset="-128"/>
              </a:defRPr>
            </a:lvl8pPr>
            <a:lvl9pPr marL="3886200" indent="-228600" eaLnBrk="0" fontAlgn="base" hangingPunct="0">
              <a:spcBef>
                <a:spcPct val="0"/>
              </a:spcBef>
              <a:spcAft>
                <a:spcPct val="0"/>
              </a:spcAft>
              <a:defRPr sz="2400">
                <a:solidFill>
                  <a:schemeClr val="tx1"/>
                </a:solidFill>
                <a:latin typeface="Verdana" pitchFamily="34" charset="0"/>
                <a:ea typeface="MS PGothic"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C16613CD-2BB9-4B6D-BF72-C1BCE1D1C1F2}" type="slidenum">
              <a:rPr kumimoji="0" lang="en-US" sz="1200" b="0" i="0" u="none" strike="noStrike" kern="1200" cap="none" spc="0" normalizeH="0" baseline="0" noProof="0">
                <a:ln>
                  <a:noFill/>
                </a:ln>
                <a:solidFill>
                  <a:srgbClr val="000000"/>
                </a:solidFill>
                <a:effectLst/>
                <a:uLnTx/>
                <a:uFillTx/>
                <a:latin typeface="Arial" pitchFamily="34" charset="0"/>
                <a:ea typeface="MS PGothic" pitchFamily="34" charset="-128"/>
                <a:cs typeface="+mn-cs"/>
              </a:rPr>
              <a:pPr marL="0" marR="0" lvl="0" indent="0" algn="r" defTabSz="914400" rtl="0" eaLnBrk="1" fontAlgn="base" latinLnBrk="0" hangingPunct="1">
                <a:lnSpc>
                  <a:spcPct val="100000"/>
                </a:lnSpc>
                <a:spcBef>
                  <a:spcPct val="0"/>
                </a:spcBef>
                <a:spcAft>
                  <a:spcPct val="0"/>
                </a:spcAft>
                <a:buClrTx/>
                <a:buSzTx/>
                <a:buFontTx/>
                <a:buNone/>
                <a:tabLst/>
                <a:defRPr/>
              </a:pPr>
              <a:t>31</a:t>
            </a:fld>
            <a:endParaRPr kumimoji="0" lang="en-US" sz="1200" b="0" i="0" u="none" strike="noStrike" kern="1200" cap="none" spc="0" normalizeH="0" baseline="0" noProof="0">
              <a:ln>
                <a:noFill/>
              </a:ln>
              <a:solidFill>
                <a:srgbClr val="000000"/>
              </a:solidFill>
              <a:effectLst/>
              <a:uLnTx/>
              <a:uFillTx/>
              <a:latin typeface="Arial" pitchFamily="34" charset="0"/>
              <a:ea typeface="MS PGothic" pitchFamily="34" charset="-128"/>
              <a:cs typeface="+mn-cs"/>
            </a:endParaRPr>
          </a:p>
        </p:txBody>
      </p:sp>
      <p:sp>
        <p:nvSpPr>
          <p:cNvPr id="92162" name="Rectangle 2"/>
          <p:cNvSpPr>
            <a:spLocks noGrp="1" noRot="1" noChangeAspect="1" noChangeArrowheads="1" noTextEdit="1"/>
          </p:cNvSpPr>
          <p:nvPr>
            <p:ph type="sldImg"/>
          </p:nvPr>
        </p:nvSpPr>
        <p:spPr>
          <a:ln/>
        </p:spPr>
      </p:sp>
      <p:sp>
        <p:nvSpPr>
          <p:cNvPr id="92163"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endParaRPr lang="de-DE">
              <a:latin typeface="Arial" pitchFamily="34" charset="0"/>
            </a:endParaRPr>
          </a:p>
        </p:txBody>
      </p:sp>
    </p:spTree>
    <p:extLst>
      <p:ext uri="{BB962C8B-B14F-4D97-AF65-F5344CB8AC3E}">
        <p14:creationId xmlns:p14="http://schemas.microsoft.com/office/powerpoint/2010/main" val="367672549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1"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Verdana" pitchFamily="34" charset="0"/>
                <a:ea typeface="MS PGothic" pitchFamily="34" charset="-128"/>
              </a:defRPr>
            </a:lvl1pPr>
            <a:lvl2pPr marL="742950" indent="-285750">
              <a:defRPr sz="2400">
                <a:solidFill>
                  <a:schemeClr val="tx1"/>
                </a:solidFill>
                <a:latin typeface="Verdana" pitchFamily="34" charset="0"/>
                <a:ea typeface="MS PGothic" pitchFamily="34" charset="-128"/>
              </a:defRPr>
            </a:lvl2pPr>
            <a:lvl3pPr marL="1143000" indent="-228600">
              <a:defRPr sz="2400">
                <a:solidFill>
                  <a:schemeClr val="tx1"/>
                </a:solidFill>
                <a:latin typeface="Verdana" pitchFamily="34" charset="0"/>
                <a:ea typeface="MS PGothic" pitchFamily="34" charset="-128"/>
              </a:defRPr>
            </a:lvl3pPr>
            <a:lvl4pPr marL="1600200" indent="-228600">
              <a:defRPr sz="2400">
                <a:solidFill>
                  <a:schemeClr val="tx1"/>
                </a:solidFill>
                <a:latin typeface="Verdana" pitchFamily="34" charset="0"/>
                <a:ea typeface="MS PGothic" pitchFamily="34" charset="-128"/>
              </a:defRPr>
            </a:lvl4pPr>
            <a:lvl5pPr marL="2057400" indent="-228600">
              <a:defRPr sz="2400">
                <a:solidFill>
                  <a:schemeClr val="tx1"/>
                </a:solidFill>
                <a:latin typeface="Verdana" pitchFamily="34" charset="0"/>
                <a:ea typeface="MS PGothic" pitchFamily="34" charset="-128"/>
              </a:defRPr>
            </a:lvl5pPr>
            <a:lvl6pPr marL="2514600" indent="-228600" eaLnBrk="0" fontAlgn="base" hangingPunct="0">
              <a:spcBef>
                <a:spcPct val="0"/>
              </a:spcBef>
              <a:spcAft>
                <a:spcPct val="0"/>
              </a:spcAft>
              <a:defRPr sz="2400">
                <a:solidFill>
                  <a:schemeClr val="tx1"/>
                </a:solidFill>
                <a:latin typeface="Verdana" pitchFamily="34" charset="0"/>
                <a:ea typeface="MS PGothic" pitchFamily="34" charset="-128"/>
              </a:defRPr>
            </a:lvl6pPr>
            <a:lvl7pPr marL="2971800" indent="-228600" eaLnBrk="0" fontAlgn="base" hangingPunct="0">
              <a:spcBef>
                <a:spcPct val="0"/>
              </a:spcBef>
              <a:spcAft>
                <a:spcPct val="0"/>
              </a:spcAft>
              <a:defRPr sz="2400">
                <a:solidFill>
                  <a:schemeClr val="tx1"/>
                </a:solidFill>
                <a:latin typeface="Verdana" pitchFamily="34" charset="0"/>
                <a:ea typeface="MS PGothic" pitchFamily="34" charset="-128"/>
              </a:defRPr>
            </a:lvl7pPr>
            <a:lvl8pPr marL="3429000" indent="-228600" eaLnBrk="0" fontAlgn="base" hangingPunct="0">
              <a:spcBef>
                <a:spcPct val="0"/>
              </a:spcBef>
              <a:spcAft>
                <a:spcPct val="0"/>
              </a:spcAft>
              <a:defRPr sz="2400">
                <a:solidFill>
                  <a:schemeClr val="tx1"/>
                </a:solidFill>
                <a:latin typeface="Verdana" pitchFamily="34" charset="0"/>
                <a:ea typeface="MS PGothic" pitchFamily="34" charset="-128"/>
              </a:defRPr>
            </a:lvl8pPr>
            <a:lvl9pPr marL="3886200" indent="-228600" eaLnBrk="0" fontAlgn="base" hangingPunct="0">
              <a:spcBef>
                <a:spcPct val="0"/>
              </a:spcBef>
              <a:spcAft>
                <a:spcPct val="0"/>
              </a:spcAft>
              <a:defRPr sz="2400">
                <a:solidFill>
                  <a:schemeClr val="tx1"/>
                </a:solidFill>
                <a:latin typeface="Verdana" pitchFamily="34" charset="0"/>
                <a:ea typeface="MS PGothic"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CC7035D9-8AE5-4BC1-97C1-63FEBB06D8C5}" type="slidenum">
              <a:rPr kumimoji="0" lang="en-US" sz="1200" b="0" i="0" u="none" strike="noStrike" kern="1200" cap="none" spc="0" normalizeH="0" baseline="0" noProof="0">
                <a:ln>
                  <a:noFill/>
                </a:ln>
                <a:solidFill>
                  <a:srgbClr val="000000"/>
                </a:solidFill>
                <a:effectLst/>
                <a:uLnTx/>
                <a:uFillTx/>
                <a:latin typeface="Arial" pitchFamily="34" charset="0"/>
                <a:ea typeface="MS PGothic" pitchFamily="34" charset="-128"/>
                <a:cs typeface="+mn-cs"/>
              </a:rPr>
              <a:pPr marL="0" marR="0" lvl="0" indent="0" algn="r" defTabSz="914400" rtl="0" eaLnBrk="1" fontAlgn="base" latinLnBrk="0" hangingPunct="1">
                <a:lnSpc>
                  <a:spcPct val="100000"/>
                </a:lnSpc>
                <a:spcBef>
                  <a:spcPct val="0"/>
                </a:spcBef>
                <a:spcAft>
                  <a:spcPct val="0"/>
                </a:spcAft>
                <a:buClrTx/>
                <a:buSzTx/>
                <a:buFontTx/>
                <a:buNone/>
                <a:tabLst/>
                <a:defRPr/>
              </a:pPr>
              <a:t>32</a:t>
            </a:fld>
            <a:endParaRPr kumimoji="0" lang="en-US" sz="1200" b="0" i="0" u="none" strike="noStrike" kern="1200" cap="none" spc="0" normalizeH="0" baseline="0" noProof="0">
              <a:ln>
                <a:noFill/>
              </a:ln>
              <a:solidFill>
                <a:srgbClr val="000000"/>
              </a:solidFill>
              <a:effectLst/>
              <a:uLnTx/>
              <a:uFillTx/>
              <a:latin typeface="Arial" pitchFamily="34" charset="0"/>
              <a:ea typeface="MS PGothic" pitchFamily="34" charset="-128"/>
              <a:cs typeface="+mn-cs"/>
            </a:endParaRPr>
          </a:p>
        </p:txBody>
      </p:sp>
      <p:sp>
        <p:nvSpPr>
          <p:cNvPr id="61442" name="Rectangle 2"/>
          <p:cNvSpPr>
            <a:spLocks noGrp="1" noRot="1" noChangeAspect="1" noChangeArrowheads="1" noTextEdit="1"/>
          </p:cNvSpPr>
          <p:nvPr>
            <p:ph type="sldImg"/>
          </p:nvPr>
        </p:nvSpPr>
        <p:spPr>
          <a:ln/>
        </p:spPr>
      </p:sp>
      <p:sp>
        <p:nvSpPr>
          <p:cNvPr id="61443"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endParaRPr lang="de-DE">
              <a:latin typeface="Arial" pitchFamily="34" charset="0"/>
            </a:endParaRPr>
          </a:p>
        </p:txBody>
      </p:sp>
    </p:spTree>
    <p:extLst>
      <p:ext uri="{BB962C8B-B14F-4D97-AF65-F5344CB8AC3E}">
        <p14:creationId xmlns:p14="http://schemas.microsoft.com/office/powerpoint/2010/main" val="33018366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89"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Verdana" pitchFamily="34" charset="0"/>
                <a:ea typeface="MS PGothic" pitchFamily="34" charset="-128"/>
              </a:defRPr>
            </a:lvl1pPr>
            <a:lvl2pPr marL="742950" indent="-285750">
              <a:defRPr sz="2400">
                <a:solidFill>
                  <a:schemeClr val="tx1"/>
                </a:solidFill>
                <a:latin typeface="Verdana" pitchFamily="34" charset="0"/>
                <a:ea typeface="MS PGothic" pitchFamily="34" charset="-128"/>
              </a:defRPr>
            </a:lvl2pPr>
            <a:lvl3pPr marL="1143000" indent="-228600">
              <a:defRPr sz="2400">
                <a:solidFill>
                  <a:schemeClr val="tx1"/>
                </a:solidFill>
                <a:latin typeface="Verdana" pitchFamily="34" charset="0"/>
                <a:ea typeface="MS PGothic" pitchFamily="34" charset="-128"/>
              </a:defRPr>
            </a:lvl3pPr>
            <a:lvl4pPr marL="1600200" indent="-228600">
              <a:defRPr sz="2400">
                <a:solidFill>
                  <a:schemeClr val="tx1"/>
                </a:solidFill>
                <a:latin typeface="Verdana" pitchFamily="34" charset="0"/>
                <a:ea typeface="MS PGothic" pitchFamily="34" charset="-128"/>
              </a:defRPr>
            </a:lvl4pPr>
            <a:lvl5pPr marL="2057400" indent="-228600">
              <a:defRPr sz="2400">
                <a:solidFill>
                  <a:schemeClr val="tx1"/>
                </a:solidFill>
                <a:latin typeface="Verdana" pitchFamily="34" charset="0"/>
                <a:ea typeface="MS PGothic" pitchFamily="34" charset="-128"/>
              </a:defRPr>
            </a:lvl5pPr>
            <a:lvl6pPr marL="2514600" indent="-228600" eaLnBrk="0" fontAlgn="base" hangingPunct="0">
              <a:spcBef>
                <a:spcPct val="0"/>
              </a:spcBef>
              <a:spcAft>
                <a:spcPct val="0"/>
              </a:spcAft>
              <a:defRPr sz="2400">
                <a:solidFill>
                  <a:schemeClr val="tx1"/>
                </a:solidFill>
                <a:latin typeface="Verdana" pitchFamily="34" charset="0"/>
                <a:ea typeface="MS PGothic" pitchFamily="34" charset="-128"/>
              </a:defRPr>
            </a:lvl6pPr>
            <a:lvl7pPr marL="2971800" indent="-228600" eaLnBrk="0" fontAlgn="base" hangingPunct="0">
              <a:spcBef>
                <a:spcPct val="0"/>
              </a:spcBef>
              <a:spcAft>
                <a:spcPct val="0"/>
              </a:spcAft>
              <a:defRPr sz="2400">
                <a:solidFill>
                  <a:schemeClr val="tx1"/>
                </a:solidFill>
                <a:latin typeface="Verdana" pitchFamily="34" charset="0"/>
                <a:ea typeface="MS PGothic" pitchFamily="34" charset="-128"/>
              </a:defRPr>
            </a:lvl7pPr>
            <a:lvl8pPr marL="3429000" indent="-228600" eaLnBrk="0" fontAlgn="base" hangingPunct="0">
              <a:spcBef>
                <a:spcPct val="0"/>
              </a:spcBef>
              <a:spcAft>
                <a:spcPct val="0"/>
              </a:spcAft>
              <a:defRPr sz="2400">
                <a:solidFill>
                  <a:schemeClr val="tx1"/>
                </a:solidFill>
                <a:latin typeface="Verdana" pitchFamily="34" charset="0"/>
                <a:ea typeface="MS PGothic" pitchFamily="34" charset="-128"/>
              </a:defRPr>
            </a:lvl8pPr>
            <a:lvl9pPr marL="3886200" indent="-228600" eaLnBrk="0" fontAlgn="base" hangingPunct="0">
              <a:spcBef>
                <a:spcPct val="0"/>
              </a:spcBef>
              <a:spcAft>
                <a:spcPct val="0"/>
              </a:spcAft>
              <a:defRPr sz="2400">
                <a:solidFill>
                  <a:schemeClr val="tx1"/>
                </a:solidFill>
                <a:latin typeface="Verdana" pitchFamily="34" charset="0"/>
                <a:ea typeface="MS PGothic"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93CF8E2B-EB90-4169-8AA8-97841C217CB2}" type="slidenum">
              <a:rPr kumimoji="0" lang="en-US" sz="1200" b="0" i="0" u="none" strike="noStrike" kern="1200" cap="none" spc="0" normalizeH="0" baseline="0" noProof="0">
                <a:ln>
                  <a:noFill/>
                </a:ln>
                <a:solidFill>
                  <a:srgbClr val="000000"/>
                </a:solidFill>
                <a:effectLst/>
                <a:uLnTx/>
                <a:uFillTx/>
                <a:latin typeface="Arial" pitchFamily="34" charset="0"/>
                <a:ea typeface="MS PGothic" pitchFamily="34" charset="-128"/>
                <a:cs typeface="+mn-cs"/>
              </a:rPr>
              <a:pPr marL="0" marR="0" lvl="0" indent="0" algn="r" defTabSz="914400" rtl="0" eaLnBrk="1" fontAlgn="base" latinLnBrk="0" hangingPunct="1">
                <a:lnSpc>
                  <a:spcPct val="100000"/>
                </a:lnSpc>
                <a:spcBef>
                  <a:spcPct val="0"/>
                </a:spcBef>
                <a:spcAft>
                  <a:spcPct val="0"/>
                </a:spcAft>
                <a:buClrTx/>
                <a:buSzTx/>
                <a:buFontTx/>
                <a:buNone/>
                <a:tabLst/>
                <a:defRPr/>
              </a:pPr>
              <a:t>33</a:t>
            </a:fld>
            <a:endParaRPr kumimoji="0" lang="en-US" sz="1200" b="0" i="0" u="none" strike="noStrike" kern="1200" cap="none" spc="0" normalizeH="0" baseline="0" noProof="0">
              <a:ln>
                <a:noFill/>
              </a:ln>
              <a:solidFill>
                <a:srgbClr val="000000"/>
              </a:solidFill>
              <a:effectLst/>
              <a:uLnTx/>
              <a:uFillTx/>
              <a:latin typeface="Arial" pitchFamily="34" charset="0"/>
              <a:ea typeface="MS PGothic" pitchFamily="34" charset="-128"/>
              <a:cs typeface="+mn-cs"/>
            </a:endParaRPr>
          </a:p>
        </p:txBody>
      </p:sp>
      <p:sp>
        <p:nvSpPr>
          <p:cNvPr id="63490" name="Rectangle 2"/>
          <p:cNvSpPr>
            <a:spLocks noGrp="1" noRot="1" noChangeAspect="1" noChangeArrowheads="1" noTextEdit="1"/>
          </p:cNvSpPr>
          <p:nvPr>
            <p:ph type="sldImg"/>
          </p:nvPr>
        </p:nvSpPr>
        <p:spPr>
          <a:ln/>
        </p:spPr>
      </p:sp>
      <p:sp>
        <p:nvSpPr>
          <p:cNvPr id="63491"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endParaRPr lang="de-DE">
              <a:latin typeface="Arial" pitchFamily="34" charset="0"/>
            </a:endParaRPr>
          </a:p>
        </p:txBody>
      </p:sp>
    </p:spTree>
    <p:extLst>
      <p:ext uri="{BB962C8B-B14F-4D97-AF65-F5344CB8AC3E}">
        <p14:creationId xmlns:p14="http://schemas.microsoft.com/office/powerpoint/2010/main" val="255470748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7"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Verdana" pitchFamily="34" charset="0"/>
                <a:ea typeface="MS PGothic" pitchFamily="34" charset="-128"/>
              </a:defRPr>
            </a:lvl1pPr>
            <a:lvl2pPr marL="742950" indent="-285750">
              <a:defRPr sz="2400">
                <a:solidFill>
                  <a:schemeClr val="tx1"/>
                </a:solidFill>
                <a:latin typeface="Verdana" pitchFamily="34" charset="0"/>
                <a:ea typeface="MS PGothic" pitchFamily="34" charset="-128"/>
              </a:defRPr>
            </a:lvl2pPr>
            <a:lvl3pPr marL="1143000" indent="-228600">
              <a:defRPr sz="2400">
                <a:solidFill>
                  <a:schemeClr val="tx1"/>
                </a:solidFill>
                <a:latin typeface="Verdana" pitchFamily="34" charset="0"/>
                <a:ea typeface="MS PGothic" pitchFamily="34" charset="-128"/>
              </a:defRPr>
            </a:lvl3pPr>
            <a:lvl4pPr marL="1600200" indent="-228600">
              <a:defRPr sz="2400">
                <a:solidFill>
                  <a:schemeClr val="tx1"/>
                </a:solidFill>
                <a:latin typeface="Verdana" pitchFamily="34" charset="0"/>
                <a:ea typeface="MS PGothic" pitchFamily="34" charset="-128"/>
              </a:defRPr>
            </a:lvl4pPr>
            <a:lvl5pPr marL="2057400" indent="-228600">
              <a:defRPr sz="2400">
                <a:solidFill>
                  <a:schemeClr val="tx1"/>
                </a:solidFill>
                <a:latin typeface="Verdana" pitchFamily="34" charset="0"/>
                <a:ea typeface="MS PGothic" pitchFamily="34" charset="-128"/>
              </a:defRPr>
            </a:lvl5pPr>
            <a:lvl6pPr marL="2514600" indent="-228600" eaLnBrk="0" fontAlgn="base" hangingPunct="0">
              <a:spcBef>
                <a:spcPct val="0"/>
              </a:spcBef>
              <a:spcAft>
                <a:spcPct val="0"/>
              </a:spcAft>
              <a:defRPr sz="2400">
                <a:solidFill>
                  <a:schemeClr val="tx1"/>
                </a:solidFill>
                <a:latin typeface="Verdana" pitchFamily="34" charset="0"/>
                <a:ea typeface="MS PGothic" pitchFamily="34" charset="-128"/>
              </a:defRPr>
            </a:lvl6pPr>
            <a:lvl7pPr marL="2971800" indent="-228600" eaLnBrk="0" fontAlgn="base" hangingPunct="0">
              <a:spcBef>
                <a:spcPct val="0"/>
              </a:spcBef>
              <a:spcAft>
                <a:spcPct val="0"/>
              </a:spcAft>
              <a:defRPr sz="2400">
                <a:solidFill>
                  <a:schemeClr val="tx1"/>
                </a:solidFill>
                <a:latin typeface="Verdana" pitchFamily="34" charset="0"/>
                <a:ea typeface="MS PGothic" pitchFamily="34" charset="-128"/>
              </a:defRPr>
            </a:lvl7pPr>
            <a:lvl8pPr marL="3429000" indent="-228600" eaLnBrk="0" fontAlgn="base" hangingPunct="0">
              <a:spcBef>
                <a:spcPct val="0"/>
              </a:spcBef>
              <a:spcAft>
                <a:spcPct val="0"/>
              </a:spcAft>
              <a:defRPr sz="2400">
                <a:solidFill>
                  <a:schemeClr val="tx1"/>
                </a:solidFill>
                <a:latin typeface="Verdana" pitchFamily="34" charset="0"/>
                <a:ea typeface="MS PGothic" pitchFamily="34" charset="-128"/>
              </a:defRPr>
            </a:lvl8pPr>
            <a:lvl9pPr marL="3886200" indent="-228600" eaLnBrk="0" fontAlgn="base" hangingPunct="0">
              <a:spcBef>
                <a:spcPct val="0"/>
              </a:spcBef>
              <a:spcAft>
                <a:spcPct val="0"/>
              </a:spcAft>
              <a:defRPr sz="2400">
                <a:solidFill>
                  <a:schemeClr val="tx1"/>
                </a:solidFill>
                <a:latin typeface="Verdana" pitchFamily="34" charset="0"/>
                <a:ea typeface="MS PGothic"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DE835F31-6093-45F9-8252-61EEC166EAB4}" type="slidenum">
              <a:rPr kumimoji="0" lang="en-US" sz="1200" b="0" i="0" u="none" strike="noStrike" kern="1200" cap="none" spc="0" normalizeH="0" baseline="0" noProof="0">
                <a:ln>
                  <a:noFill/>
                </a:ln>
                <a:solidFill>
                  <a:srgbClr val="000000"/>
                </a:solidFill>
                <a:effectLst/>
                <a:uLnTx/>
                <a:uFillTx/>
                <a:latin typeface="Arial" pitchFamily="34" charset="0"/>
                <a:ea typeface="MS PGothic" pitchFamily="34" charset="-128"/>
                <a:cs typeface="+mn-cs"/>
              </a:rPr>
              <a:pPr marL="0" marR="0" lvl="0" indent="0" algn="r" defTabSz="914400" rtl="0" eaLnBrk="1" fontAlgn="base" latinLnBrk="0" hangingPunct="1">
                <a:lnSpc>
                  <a:spcPct val="100000"/>
                </a:lnSpc>
                <a:spcBef>
                  <a:spcPct val="0"/>
                </a:spcBef>
                <a:spcAft>
                  <a:spcPct val="0"/>
                </a:spcAft>
                <a:buClrTx/>
                <a:buSzTx/>
                <a:buFontTx/>
                <a:buNone/>
                <a:tabLst/>
                <a:defRPr/>
              </a:pPr>
              <a:t>34</a:t>
            </a:fld>
            <a:endParaRPr kumimoji="0" lang="en-US" sz="1200" b="0" i="0" u="none" strike="noStrike" kern="1200" cap="none" spc="0" normalizeH="0" baseline="0" noProof="0">
              <a:ln>
                <a:noFill/>
              </a:ln>
              <a:solidFill>
                <a:srgbClr val="000000"/>
              </a:solidFill>
              <a:effectLst/>
              <a:uLnTx/>
              <a:uFillTx/>
              <a:latin typeface="Arial" pitchFamily="34" charset="0"/>
              <a:ea typeface="MS PGothic" pitchFamily="34" charset="-128"/>
              <a:cs typeface="+mn-cs"/>
            </a:endParaRPr>
          </a:p>
        </p:txBody>
      </p:sp>
      <p:sp>
        <p:nvSpPr>
          <p:cNvPr id="65538" name="Rectangle 2"/>
          <p:cNvSpPr>
            <a:spLocks noGrp="1" noRot="1" noChangeAspect="1" noChangeArrowheads="1" noTextEdit="1"/>
          </p:cNvSpPr>
          <p:nvPr>
            <p:ph type="sldImg"/>
          </p:nvPr>
        </p:nvSpPr>
        <p:spPr>
          <a:ln/>
        </p:spPr>
      </p:sp>
      <p:sp>
        <p:nvSpPr>
          <p:cNvPr id="65539"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endParaRPr lang="de-DE">
              <a:latin typeface="Arial" pitchFamily="34" charset="0"/>
            </a:endParaRPr>
          </a:p>
        </p:txBody>
      </p:sp>
    </p:spTree>
    <p:extLst>
      <p:ext uri="{BB962C8B-B14F-4D97-AF65-F5344CB8AC3E}">
        <p14:creationId xmlns:p14="http://schemas.microsoft.com/office/powerpoint/2010/main" val="267403995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91B4C252-306E-224C-8B2A-E6667D8E67C9}" type="slidenum">
              <a:rPr kumimoji="0" lang="en-US" altLang="en-US" sz="1200" b="0" i="0" u="none" strike="noStrike" kern="1200" cap="none" spc="0" normalizeH="0" baseline="0" noProof="0" smtClean="0">
                <a:ln>
                  <a:noFill/>
                </a:ln>
                <a:solidFill>
                  <a:prstClr val="black"/>
                </a:solidFill>
                <a:effectLst/>
                <a:uLnTx/>
                <a:uFillTx/>
                <a:latin typeface="Calibri" charset="0"/>
                <a:ea typeface="ＭＳ Ｐゴシック" charset="-128"/>
                <a:cs typeface="+mn-cs"/>
              </a:rPr>
              <a:pPr marL="0" marR="0" lvl="0" indent="0" algn="r" defTabSz="914400" rtl="0" eaLnBrk="1" fontAlgn="base" latinLnBrk="0" hangingPunct="1">
                <a:lnSpc>
                  <a:spcPct val="100000"/>
                </a:lnSpc>
                <a:spcBef>
                  <a:spcPct val="0"/>
                </a:spcBef>
                <a:spcAft>
                  <a:spcPct val="0"/>
                </a:spcAft>
                <a:buClrTx/>
                <a:buSzTx/>
                <a:buFontTx/>
                <a:buNone/>
                <a:tabLst/>
                <a:defRPr/>
              </a:pPr>
              <a:t>35</a:t>
            </a:fld>
            <a:endParaRPr kumimoji="0" lang="en-US" altLang="en-US" sz="1200" b="0" i="0" u="none" strike="noStrike" kern="1200" cap="none" spc="0" normalizeH="0" baseline="0" noProof="0">
              <a:ln>
                <a:noFill/>
              </a:ln>
              <a:solidFill>
                <a:prstClr val="black"/>
              </a:solidFill>
              <a:effectLst/>
              <a:uLnTx/>
              <a:uFillTx/>
              <a:latin typeface="Calibri" charset="0"/>
              <a:ea typeface="ＭＳ Ｐゴシック" charset="-128"/>
              <a:cs typeface="+mn-cs"/>
            </a:endParaRPr>
          </a:p>
        </p:txBody>
      </p:sp>
    </p:spTree>
    <p:extLst>
      <p:ext uri="{BB962C8B-B14F-4D97-AF65-F5344CB8AC3E}">
        <p14:creationId xmlns:p14="http://schemas.microsoft.com/office/powerpoint/2010/main" val="188914220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7"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Verdana" pitchFamily="34" charset="0"/>
                <a:ea typeface="MS PGothic" pitchFamily="34" charset="-128"/>
              </a:defRPr>
            </a:lvl1pPr>
            <a:lvl2pPr marL="742950" indent="-285750">
              <a:defRPr sz="2400">
                <a:solidFill>
                  <a:schemeClr val="tx1"/>
                </a:solidFill>
                <a:latin typeface="Verdana" pitchFamily="34" charset="0"/>
                <a:ea typeface="MS PGothic" pitchFamily="34" charset="-128"/>
              </a:defRPr>
            </a:lvl2pPr>
            <a:lvl3pPr marL="1143000" indent="-228600">
              <a:defRPr sz="2400">
                <a:solidFill>
                  <a:schemeClr val="tx1"/>
                </a:solidFill>
                <a:latin typeface="Verdana" pitchFamily="34" charset="0"/>
                <a:ea typeface="MS PGothic" pitchFamily="34" charset="-128"/>
              </a:defRPr>
            </a:lvl3pPr>
            <a:lvl4pPr marL="1600200" indent="-228600">
              <a:defRPr sz="2400">
                <a:solidFill>
                  <a:schemeClr val="tx1"/>
                </a:solidFill>
                <a:latin typeface="Verdana" pitchFamily="34" charset="0"/>
                <a:ea typeface="MS PGothic" pitchFamily="34" charset="-128"/>
              </a:defRPr>
            </a:lvl4pPr>
            <a:lvl5pPr marL="2057400" indent="-228600">
              <a:defRPr sz="2400">
                <a:solidFill>
                  <a:schemeClr val="tx1"/>
                </a:solidFill>
                <a:latin typeface="Verdana" pitchFamily="34" charset="0"/>
                <a:ea typeface="MS PGothic" pitchFamily="34" charset="-128"/>
              </a:defRPr>
            </a:lvl5pPr>
            <a:lvl6pPr marL="2514600" indent="-228600" eaLnBrk="0" fontAlgn="base" hangingPunct="0">
              <a:spcBef>
                <a:spcPct val="0"/>
              </a:spcBef>
              <a:spcAft>
                <a:spcPct val="0"/>
              </a:spcAft>
              <a:defRPr sz="2400">
                <a:solidFill>
                  <a:schemeClr val="tx1"/>
                </a:solidFill>
                <a:latin typeface="Verdana" pitchFamily="34" charset="0"/>
                <a:ea typeface="MS PGothic" pitchFamily="34" charset="-128"/>
              </a:defRPr>
            </a:lvl6pPr>
            <a:lvl7pPr marL="2971800" indent="-228600" eaLnBrk="0" fontAlgn="base" hangingPunct="0">
              <a:spcBef>
                <a:spcPct val="0"/>
              </a:spcBef>
              <a:spcAft>
                <a:spcPct val="0"/>
              </a:spcAft>
              <a:defRPr sz="2400">
                <a:solidFill>
                  <a:schemeClr val="tx1"/>
                </a:solidFill>
                <a:latin typeface="Verdana" pitchFamily="34" charset="0"/>
                <a:ea typeface="MS PGothic" pitchFamily="34" charset="-128"/>
              </a:defRPr>
            </a:lvl7pPr>
            <a:lvl8pPr marL="3429000" indent="-228600" eaLnBrk="0" fontAlgn="base" hangingPunct="0">
              <a:spcBef>
                <a:spcPct val="0"/>
              </a:spcBef>
              <a:spcAft>
                <a:spcPct val="0"/>
              </a:spcAft>
              <a:defRPr sz="2400">
                <a:solidFill>
                  <a:schemeClr val="tx1"/>
                </a:solidFill>
                <a:latin typeface="Verdana" pitchFamily="34" charset="0"/>
                <a:ea typeface="MS PGothic" pitchFamily="34" charset="-128"/>
              </a:defRPr>
            </a:lvl8pPr>
            <a:lvl9pPr marL="3886200" indent="-228600" eaLnBrk="0" fontAlgn="base" hangingPunct="0">
              <a:spcBef>
                <a:spcPct val="0"/>
              </a:spcBef>
              <a:spcAft>
                <a:spcPct val="0"/>
              </a:spcAft>
              <a:defRPr sz="2400">
                <a:solidFill>
                  <a:schemeClr val="tx1"/>
                </a:solidFill>
                <a:latin typeface="Verdana" pitchFamily="34" charset="0"/>
                <a:ea typeface="MS PGothic"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00338491-212B-488F-8FC5-8AAF672BF27E}" type="slidenum">
              <a:rPr kumimoji="0" lang="en-US" sz="1200" b="0" i="0" u="none" strike="noStrike" kern="1200" cap="none" spc="0" normalizeH="0" baseline="0" noProof="0">
                <a:ln>
                  <a:noFill/>
                </a:ln>
                <a:solidFill>
                  <a:srgbClr val="000000"/>
                </a:solidFill>
                <a:effectLst/>
                <a:uLnTx/>
                <a:uFillTx/>
                <a:latin typeface="Arial" pitchFamily="34" charset="0"/>
                <a:ea typeface="MS PGothic" pitchFamily="34" charset="-128"/>
                <a:cs typeface="+mn-cs"/>
              </a:rPr>
              <a:pPr marL="0" marR="0" lvl="0" indent="0" algn="r" defTabSz="914400" rtl="0" eaLnBrk="1" fontAlgn="base" latinLnBrk="0" hangingPunct="1">
                <a:lnSpc>
                  <a:spcPct val="100000"/>
                </a:lnSpc>
                <a:spcBef>
                  <a:spcPct val="0"/>
                </a:spcBef>
                <a:spcAft>
                  <a:spcPct val="0"/>
                </a:spcAft>
                <a:buClrTx/>
                <a:buSzTx/>
                <a:buFontTx/>
                <a:buNone/>
                <a:tabLst/>
                <a:defRPr/>
              </a:pPr>
              <a:t>39</a:t>
            </a:fld>
            <a:endParaRPr kumimoji="0" lang="en-US" sz="1200" b="0" i="0" u="none" strike="noStrike" kern="1200" cap="none" spc="0" normalizeH="0" baseline="0" noProof="0">
              <a:ln>
                <a:noFill/>
              </a:ln>
              <a:solidFill>
                <a:srgbClr val="000000"/>
              </a:solidFill>
              <a:effectLst/>
              <a:uLnTx/>
              <a:uFillTx/>
              <a:latin typeface="Arial" pitchFamily="34" charset="0"/>
              <a:ea typeface="MS PGothic" pitchFamily="34" charset="-128"/>
              <a:cs typeface="+mn-cs"/>
            </a:endParaRPr>
          </a:p>
        </p:txBody>
      </p:sp>
      <p:sp>
        <p:nvSpPr>
          <p:cNvPr id="75778" name="Rectangle 2"/>
          <p:cNvSpPr>
            <a:spLocks noGrp="1" noRot="1" noChangeAspect="1" noChangeArrowheads="1" noTextEdit="1"/>
          </p:cNvSpPr>
          <p:nvPr>
            <p:ph type="sldImg"/>
          </p:nvPr>
        </p:nvSpPr>
        <p:spPr>
          <a:ln/>
        </p:spPr>
      </p:sp>
      <p:sp>
        <p:nvSpPr>
          <p:cNvPr id="75779"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endParaRPr lang="de-DE">
              <a:latin typeface="Arial" pitchFamily="34" charset="0"/>
            </a:endParaRPr>
          </a:p>
        </p:txBody>
      </p:sp>
    </p:spTree>
    <p:extLst>
      <p:ext uri="{BB962C8B-B14F-4D97-AF65-F5344CB8AC3E}">
        <p14:creationId xmlns:p14="http://schemas.microsoft.com/office/powerpoint/2010/main" val="385237465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N</a:t>
            </a:r>
            <a:r>
              <a:rPr lang="zh-CN" altLang="en-US" dirty="0"/>
              <a:t>路组相关映射</a:t>
            </a:r>
          </a:p>
        </p:txBody>
      </p:sp>
      <p:sp>
        <p:nvSpPr>
          <p:cNvPr id="4" name="灯片编号占位符 3"/>
          <p:cNvSpPr>
            <a:spLocks noGrp="1"/>
          </p:cNvSpPr>
          <p:nvPr>
            <p:ph type="sldNum" sz="quarter" idx="5"/>
          </p:nvPr>
        </p:nvSpPr>
        <p:spPr/>
        <p:txBody>
          <a:bodyPr/>
          <a:lstStyle/>
          <a:p>
            <a:pPr>
              <a:defRPr/>
            </a:pPr>
            <a:fld id="{91B4C252-306E-224C-8B2A-E6667D8E67C9}" type="slidenum">
              <a:rPr lang="en-US" altLang="en-US" smtClean="0"/>
              <a:pPr>
                <a:defRPr/>
              </a:pPr>
              <a:t>40</a:t>
            </a:fld>
            <a:endParaRPr lang="en-US" altLang="en-US"/>
          </a:p>
        </p:txBody>
      </p:sp>
    </p:spTree>
    <p:extLst>
      <p:ext uri="{BB962C8B-B14F-4D97-AF65-F5344CB8AC3E}">
        <p14:creationId xmlns:p14="http://schemas.microsoft.com/office/powerpoint/2010/main" val="245233898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1665" name="Slide Image Placeholder 1">
            <a:extLst>
              <a:ext uri="{FF2B5EF4-FFF2-40B4-BE49-F238E27FC236}">
                <a16:creationId xmlns:a16="http://schemas.microsoft.com/office/drawing/2014/main" id="{6489FE02-8C36-C546-A801-E281BF10E77F}"/>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41666" name="Notes Placeholder 2">
            <a:extLst>
              <a:ext uri="{FF2B5EF4-FFF2-40B4-BE49-F238E27FC236}">
                <a16:creationId xmlns:a16="http://schemas.microsoft.com/office/drawing/2014/main" id="{BBE8A9E4-9F24-B046-AD6F-8D6ECA7C813C}"/>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ea typeface="ＭＳ Ｐゴシック" panose="020B0600070205080204" pitchFamily="34" charset="-128"/>
            </a:endParaRPr>
          </a:p>
        </p:txBody>
      </p:sp>
      <p:sp>
        <p:nvSpPr>
          <p:cNvPr id="241667" name="Slide Number Placeholder 3">
            <a:extLst>
              <a:ext uri="{FF2B5EF4-FFF2-40B4-BE49-F238E27FC236}">
                <a16:creationId xmlns:a16="http://schemas.microsoft.com/office/drawing/2014/main" id="{79AA5862-F58D-2542-AA2F-E31CD4BD3B53}"/>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ＭＳ Ｐゴシック" panose="020B0600070205080204" pitchFamily="34" charset="-128"/>
              </a:defRPr>
            </a:lvl1pPr>
            <a:lvl2pPr marL="742950" indent="-285750">
              <a:spcBef>
                <a:spcPct val="30000"/>
              </a:spcBef>
              <a:defRPr sz="1200">
                <a:solidFill>
                  <a:schemeClr val="tx1"/>
                </a:solidFill>
                <a:latin typeface="Calibri" panose="020F0502020204030204" pitchFamily="34" charset="0"/>
                <a:ea typeface="ＭＳ Ｐゴシック" panose="020B0600070205080204" pitchFamily="34" charset="-128"/>
              </a:defRPr>
            </a:lvl2pPr>
            <a:lvl3pPr marL="1143000" indent="-228600">
              <a:spcBef>
                <a:spcPct val="30000"/>
              </a:spcBef>
              <a:defRPr sz="1200">
                <a:solidFill>
                  <a:schemeClr val="tx1"/>
                </a:solidFill>
                <a:latin typeface="Calibri" panose="020F0502020204030204" pitchFamily="34" charset="0"/>
                <a:ea typeface="ＭＳ Ｐゴシック" panose="020B0600070205080204" pitchFamily="34" charset="-128"/>
              </a:defRPr>
            </a:lvl3pPr>
            <a:lvl4pPr marL="1600200" indent="-228600">
              <a:spcBef>
                <a:spcPct val="30000"/>
              </a:spcBef>
              <a:defRPr sz="1200">
                <a:solidFill>
                  <a:schemeClr val="tx1"/>
                </a:solidFill>
                <a:latin typeface="Calibri" panose="020F0502020204030204" pitchFamily="34" charset="0"/>
                <a:ea typeface="ＭＳ Ｐゴシック" panose="020B0600070205080204" pitchFamily="34" charset="-128"/>
              </a:defRPr>
            </a:lvl4pPr>
            <a:lvl5pPr marL="2057400" indent="-228600">
              <a:spcBef>
                <a:spcPct val="30000"/>
              </a:spcBef>
              <a:defRPr sz="1200">
                <a:solidFill>
                  <a:schemeClr val="tx1"/>
                </a:solidFill>
                <a:latin typeface="Calibri" panose="020F0502020204030204" pitchFamily="34" charset="0"/>
                <a:ea typeface="ＭＳ Ｐゴシック" panose="020B0600070205080204" pitchFamily="34" charset="-128"/>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6E2E99F8-86B3-0748-BFEC-8E71EC322606}" type="slidenum">
              <a:rPr kumimoji="0" lang="en-US" altLang="en-US" sz="1200" b="0" i="0" u="none" strike="noStrike" kern="1200" cap="none" spc="0" normalizeH="0" baseline="0" noProof="0" smtClean="0">
                <a:ln>
                  <a:noFill/>
                </a:ln>
                <a:solidFill>
                  <a:srgbClr val="000000"/>
                </a:solidFill>
                <a:effectLst/>
                <a:uLnTx/>
                <a:uFillTx/>
                <a:latin typeface="Calibri" panose="020F0502020204030204" pitchFamily="34" charset="0"/>
                <a:ea typeface="ＭＳ Ｐゴシック" panose="020B0600070205080204" pitchFamily="34" charset="-128"/>
                <a:cs typeface="+mn-cs"/>
              </a:rPr>
              <a:pPr marL="0" marR="0" lvl="0" indent="0" algn="r" defTabSz="914400" rtl="0" eaLnBrk="1" fontAlgn="base" latinLnBrk="0" hangingPunct="1">
                <a:lnSpc>
                  <a:spcPct val="100000"/>
                </a:lnSpc>
                <a:spcBef>
                  <a:spcPct val="0"/>
                </a:spcBef>
                <a:spcAft>
                  <a:spcPct val="0"/>
                </a:spcAft>
                <a:buClrTx/>
                <a:buSzTx/>
                <a:buFontTx/>
                <a:buNone/>
                <a:tabLst/>
                <a:defRPr/>
              </a:pPr>
              <a:t>44</a:t>
            </a:fld>
            <a:endParaRPr kumimoji="0" lang="en-US" altLang="en-US" sz="1200" b="0" i="0" u="none" strike="noStrike" kern="1200" cap="none" spc="0" normalizeH="0" baseline="0" noProof="0">
              <a:ln>
                <a:noFill/>
              </a:ln>
              <a:solidFill>
                <a:srgbClr val="000000"/>
              </a:solidFill>
              <a:effectLst/>
              <a:uLnTx/>
              <a:uFillTx/>
              <a:latin typeface="Calibri" panose="020F0502020204030204" pitchFamily="34" charset="0"/>
              <a:ea typeface="ＭＳ Ｐゴシック" panose="020B0600070205080204" pitchFamily="34" charset="-128"/>
              <a:cs typeface="+mn-cs"/>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2929" name="Rectangle 7">
            <a:extLst>
              <a:ext uri="{FF2B5EF4-FFF2-40B4-BE49-F238E27FC236}">
                <a16:creationId xmlns:a16="http://schemas.microsoft.com/office/drawing/2014/main" id="{A75D7540-965C-E946-94FC-7EA2412FF591}"/>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1225">
              <a:spcBef>
                <a:spcPct val="30000"/>
              </a:spcBef>
              <a:defRPr sz="1200">
                <a:solidFill>
                  <a:schemeClr val="tx1"/>
                </a:solidFill>
                <a:latin typeface="Calibri" panose="020F0502020204030204" pitchFamily="34" charset="0"/>
                <a:ea typeface="ＭＳ Ｐゴシック" panose="020B0600070205080204" pitchFamily="34" charset="-128"/>
              </a:defRPr>
            </a:lvl1pPr>
            <a:lvl2pPr marL="742950" indent="-285750" defTabSz="911225">
              <a:spcBef>
                <a:spcPct val="30000"/>
              </a:spcBef>
              <a:defRPr sz="1200">
                <a:solidFill>
                  <a:schemeClr val="tx1"/>
                </a:solidFill>
                <a:latin typeface="Calibri" panose="020F0502020204030204" pitchFamily="34" charset="0"/>
                <a:ea typeface="ＭＳ Ｐゴシック" panose="020B0600070205080204" pitchFamily="34" charset="-128"/>
              </a:defRPr>
            </a:lvl2pPr>
            <a:lvl3pPr marL="1143000" indent="-228600" defTabSz="911225">
              <a:spcBef>
                <a:spcPct val="30000"/>
              </a:spcBef>
              <a:defRPr sz="1200">
                <a:solidFill>
                  <a:schemeClr val="tx1"/>
                </a:solidFill>
                <a:latin typeface="Calibri" panose="020F0502020204030204" pitchFamily="34" charset="0"/>
                <a:ea typeface="ＭＳ Ｐゴシック" panose="020B0600070205080204" pitchFamily="34" charset="-128"/>
              </a:defRPr>
            </a:lvl3pPr>
            <a:lvl4pPr marL="1600200" indent="-228600" defTabSz="911225">
              <a:spcBef>
                <a:spcPct val="30000"/>
              </a:spcBef>
              <a:defRPr sz="1200">
                <a:solidFill>
                  <a:schemeClr val="tx1"/>
                </a:solidFill>
                <a:latin typeface="Calibri" panose="020F0502020204030204" pitchFamily="34" charset="0"/>
                <a:ea typeface="ＭＳ Ｐゴシック" panose="020B0600070205080204" pitchFamily="34" charset="-128"/>
              </a:defRPr>
            </a:lvl4pPr>
            <a:lvl5pPr marL="2057400" indent="-228600" defTabSz="911225">
              <a:spcBef>
                <a:spcPct val="30000"/>
              </a:spcBef>
              <a:defRPr sz="1200">
                <a:solidFill>
                  <a:schemeClr val="tx1"/>
                </a:solidFill>
                <a:latin typeface="Calibri" panose="020F0502020204030204" pitchFamily="34" charset="0"/>
                <a:ea typeface="ＭＳ Ｐゴシック" panose="020B0600070205080204" pitchFamily="34" charset="-128"/>
              </a:defRPr>
            </a:lvl5pPr>
            <a:lvl6pPr marL="2514600" indent="-228600" defTabSz="911225"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6pPr>
            <a:lvl7pPr marL="2971800" indent="-228600" defTabSz="911225"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7pPr>
            <a:lvl8pPr marL="3429000" indent="-228600" defTabSz="911225"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8pPr>
            <a:lvl9pPr marL="3886200" indent="-228600" defTabSz="911225"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9pPr>
          </a:lstStyle>
          <a:p>
            <a:pPr marL="0" marR="0" lvl="0" indent="0" algn="r" defTabSz="911225" rtl="0" eaLnBrk="1" fontAlgn="base" latinLnBrk="0" hangingPunct="1">
              <a:lnSpc>
                <a:spcPct val="100000"/>
              </a:lnSpc>
              <a:spcBef>
                <a:spcPct val="0"/>
              </a:spcBef>
              <a:spcAft>
                <a:spcPct val="0"/>
              </a:spcAft>
              <a:buClrTx/>
              <a:buSzTx/>
              <a:buFontTx/>
              <a:buNone/>
              <a:tabLst/>
              <a:defRPr/>
            </a:pPr>
            <a:fld id="{41B95770-E74D-3C40-B77A-829F3A679D7D}" type="slidenum">
              <a:rPr kumimoji="0" lang="en-US" altLang="en-US" sz="1200" b="0" i="0" u="none" strike="noStrike" kern="1200" cap="none" spc="0" normalizeH="0" baseline="0" noProof="0" smtClean="0">
                <a:ln>
                  <a:noFill/>
                </a:ln>
                <a:solidFill>
                  <a:srgbClr val="000000"/>
                </a:solidFill>
                <a:effectLst/>
                <a:uLnTx/>
                <a:uFillTx/>
                <a:latin typeface="Calibri" panose="020F0502020204030204" pitchFamily="34" charset="0"/>
                <a:ea typeface="ＭＳ Ｐゴシック" panose="020B0600070205080204" pitchFamily="34" charset="-128"/>
                <a:cs typeface="+mn-cs"/>
              </a:rPr>
              <a:pPr marL="0" marR="0" lvl="0" indent="0" algn="r" defTabSz="911225" rtl="0" eaLnBrk="1" fontAlgn="base" latinLnBrk="0" hangingPunct="1">
                <a:lnSpc>
                  <a:spcPct val="100000"/>
                </a:lnSpc>
                <a:spcBef>
                  <a:spcPct val="0"/>
                </a:spcBef>
                <a:spcAft>
                  <a:spcPct val="0"/>
                </a:spcAft>
                <a:buClrTx/>
                <a:buSzTx/>
                <a:buFontTx/>
                <a:buNone/>
                <a:tabLst/>
                <a:defRPr/>
              </a:pPr>
              <a:t>45</a:t>
            </a:fld>
            <a:endParaRPr kumimoji="0" lang="en-US" altLang="en-US" sz="1200" b="0" i="0" u="none" strike="noStrike" kern="1200" cap="none" spc="0" normalizeH="0" baseline="0" noProof="0">
              <a:ln>
                <a:noFill/>
              </a:ln>
              <a:solidFill>
                <a:srgbClr val="000000"/>
              </a:solidFill>
              <a:effectLst/>
              <a:uLnTx/>
              <a:uFillTx/>
              <a:latin typeface="Calibri" panose="020F0502020204030204" pitchFamily="34" charset="0"/>
              <a:ea typeface="ＭＳ Ｐゴシック" panose="020B0600070205080204" pitchFamily="34" charset="-128"/>
              <a:cs typeface="+mn-cs"/>
            </a:endParaRPr>
          </a:p>
        </p:txBody>
      </p:sp>
      <p:sp>
        <p:nvSpPr>
          <p:cNvPr id="252930" name="Rectangle 2">
            <a:extLst>
              <a:ext uri="{FF2B5EF4-FFF2-40B4-BE49-F238E27FC236}">
                <a16:creationId xmlns:a16="http://schemas.microsoft.com/office/drawing/2014/main" id="{6CCC05AD-DBB6-6D42-BC06-9F902698E766}"/>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52931" name="Rectangle 3">
            <a:extLst>
              <a:ext uri="{FF2B5EF4-FFF2-40B4-BE49-F238E27FC236}">
                <a16:creationId xmlns:a16="http://schemas.microsoft.com/office/drawing/2014/main" id="{FA67EF9A-679D-3146-BF38-9EDC49E2FDF7}"/>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en-US" altLang="en-US">
              <a:latin typeface="Arial" panose="020B0604020202020204" pitchFamily="34" charset="0"/>
              <a:ea typeface="ＭＳ Ｐゴシック" panose="020B0600070205080204" pitchFamily="34" charset="-128"/>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What does application pull mean?</a:t>
            </a:r>
            <a:endParaRPr lang="zh-CN" altLang="en-US" dirty="0"/>
          </a:p>
        </p:txBody>
      </p:sp>
      <p:sp>
        <p:nvSpPr>
          <p:cNvPr id="4" name="灯片编号占位符 3"/>
          <p:cNvSpPr>
            <a:spLocks noGrp="1"/>
          </p:cNvSpPr>
          <p:nvPr>
            <p:ph type="sldNum" sz="quarter" idx="5"/>
          </p:nvPr>
        </p:nvSpPr>
        <p:spPr/>
        <p:txBody>
          <a:bodyPr/>
          <a:lstStyle/>
          <a:p>
            <a:pPr>
              <a:defRPr/>
            </a:pPr>
            <a:fld id="{194A2244-8C6B-0D46-B48B-C6CB08A6C4C4}" type="slidenum">
              <a:rPr lang="en-US" altLang="en-US" smtClean="0"/>
              <a:pPr>
                <a:defRPr/>
              </a:pPr>
              <a:t>46</a:t>
            </a:fld>
            <a:endParaRPr lang="en-US" altLang="en-US"/>
          </a:p>
        </p:txBody>
      </p:sp>
    </p:spTree>
    <p:extLst>
      <p:ext uri="{BB962C8B-B14F-4D97-AF65-F5344CB8AC3E}">
        <p14:creationId xmlns:p14="http://schemas.microsoft.com/office/powerpoint/2010/main" val="47470091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What does application pull mean?</a:t>
            </a:r>
            <a:endParaRPr lang="zh-CN" altLang="en-US" dirty="0"/>
          </a:p>
        </p:txBody>
      </p:sp>
      <p:sp>
        <p:nvSpPr>
          <p:cNvPr id="4" name="灯片编号占位符 3"/>
          <p:cNvSpPr>
            <a:spLocks noGrp="1"/>
          </p:cNvSpPr>
          <p:nvPr>
            <p:ph type="sldNum" sz="quarter" idx="5"/>
          </p:nvPr>
        </p:nvSpPr>
        <p:spPr/>
        <p:txBody>
          <a:bodyPr/>
          <a:lstStyle/>
          <a:p>
            <a:pPr>
              <a:defRPr/>
            </a:pPr>
            <a:fld id="{194A2244-8C6B-0D46-B48B-C6CB08A6C4C4}" type="slidenum">
              <a:rPr lang="en-US" altLang="en-US" smtClean="0"/>
              <a:pPr>
                <a:defRPr/>
              </a:pPr>
              <a:t>47</a:t>
            </a:fld>
            <a:endParaRPr lang="en-US" altLang="en-US"/>
          </a:p>
        </p:txBody>
      </p:sp>
    </p:spTree>
    <p:extLst>
      <p:ext uri="{BB962C8B-B14F-4D97-AF65-F5344CB8AC3E}">
        <p14:creationId xmlns:p14="http://schemas.microsoft.com/office/powerpoint/2010/main" val="316071782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Premium:   </a:t>
            </a:r>
            <a:endParaRPr lang="zh-CN" altLang="en-US" dirty="0"/>
          </a:p>
        </p:txBody>
      </p:sp>
      <p:sp>
        <p:nvSpPr>
          <p:cNvPr id="4" name="灯片编号占位符 3"/>
          <p:cNvSpPr>
            <a:spLocks noGrp="1"/>
          </p:cNvSpPr>
          <p:nvPr>
            <p:ph type="sldNum" sz="quarter" idx="5"/>
          </p:nvPr>
        </p:nvSpPr>
        <p:spPr/>
        <p:txBody>
          <a:bodyPr/>
          <a:lstStyle/>
          <a:p>
            <a:pPr>
              <a:defRPr/>
            </a:pPr>
            <a:fld id="{91B4C252-306E-224C-8B2A-E6667D8E67C9}" type="slidenum">
              <a:rPr lang="en-US" altLang="en-US" smtClean="0"/>
              <a:pPr>
                <a:defRPr/>
              </a:pPr>
              <a:t>49</a:t>
            </a:fld>
            <a:endParaRPr lang="en-US" altLang="en-US"/>
          </a:p>
        </p:txBody>
      </p:sp>
    </p:spTree>
    <p:extLst>
      <p:ext uri="{BB962C8B-B14F-4D97-AF65-F5344CB8AC3E}">
        <p14:creationId xmlns:p14="http://schemas.microsoft.com/office/powerpoint/2010/main" val="66236727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Premium:   </a:t>
            </a:r>
            <a:endParaRPr lang="zh-CN" altLang="en-US" dirty="0"/>
          </a:p>
        </p:txBody>
      </p:sp>
      <p:sp>
        <p:nvSpPr>
          <p:cNvPr id="4" name="灯片编号占位符 3"/>
          <p:cNvSpPr>
            <a:spLocks noGrp="1"/>
          </p:cNvSpPr>
          <p:nvPr>
            <p:ph type="sldNum" sz="quarter" idx="5"/>
          </p:nvPr>
        </p:nvSpPr>
        <p:spPr/>
        <p:txBody>
          <a:bodyPr/>
          <a:lstStyle/>
          <a:p>
            <a:pPr>
              <a:defRPr/>
            </a:pPr>
            <a:fld id="{91B4C252-306E-224C-8B2A-E6667D8E67C9}" type="slidenum">
              <a:rPr lang="en-US" altLang="en-US" smtClean="0"/>
              <a:pPr>
                <a:defRPr/>
              </a:pPr>
              <a:t>54</a:t>
            </a:fld>
            <a:endParaRPr lang="en-US" altLang="en-US"/>
          </a:p>
        </p:txBody>
      </p:sp>
    </p:spTree>
    <p:extLst>
      <p:ext uri="{BB962C8B-B14F-4D97-AF65-F5344CB8AC3E}">
        <p14:creationId xmlns:p14="http://schemas.microsoft.com/office/powerpoint/2010/main" val="144614228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Coherence;</a:t>
            </a:r>
            <a:r>
              <a:rPr lang="zh-CN" altLang="en-US" dirty="0"/>
              <a:t>一致性</a:t>
            </a:r>
            <a:endParaRPr lang="en-US" altLang="zh-CN" dirty="0"/>
          </a:p>
          <a:p>
            <a:r>
              <a:rPr lang="en-US" altLang="zh-CN" dirty="0"/>
              <a:t>Consistency:</a:t>
            </a:r>
            <a:r>
              <a:rPr lang="zh-CN" altLang="en-US" dirty="0"/>
              <a:t>连贯性</a:t>
            </a:r>
          </a:p>
        </p:txBody>
      </p:sp>
      <p:sp>
        <p:nvSpPr>
          <p:cNvPr id="4" name="灯片编号占位符 3"/>
          <p:cNvSpPr>
            <a:spLocks noGrp="1"/>
          </p:cNvSpPr>
          <p:nvPr>
            <p:ph type="sldNum" sz="quarter" idx="5"/>
          </p:nvPr>
        </p:nvSpPr>
        <p:spPr/>
        <p:txBody>
          <a:bodyPr/>
          <a:lstStyle/>
          <a:p>
            <a:pPr>
              <a:defRPr/>
            </a:pPr>
            <a:fld id="{91B4C252-306E-224C-8B2A-E6667D8E67C9}" type="slidenum">
              <a:rPr lang="en-US" altLang="en-US" smtClean="0"/>
              <a:pPr>
                <a:defRPr/>
              </a:pPr>
              <a:t>55</a:t>
            </a:fld>
            <a:endParaRPr lang="en-US" altLang="en-US"/>
          </a:p>
        </p:txBody>
      </p:sp>
    </p:spTree>
    <p:extLst>
      <p:ext uri="{BB962C8B-B14F-4D97-AF65-F5344CB8AC3E}">
        <p14:creationId xmlns:p14="http://schemas.microsoft.com/office/powerpoint/2010/main" val="108166183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大三有很多课，假如</a:t>
            </a:r>
            <a:r>
              <a:rPr lang="en-US" altLang="zh-CN" dirty="0"/>
              <a:t>10</a:t>
            </a:r>
            <a:r>
              <a:rPr lang="zh-CN" altLang="en-US" dirty="0"/>
              <a:t>门课，你跟你室友都选了人工智能芯片与系统专业课，这样人工智能专业课的信息大家有兴趣去了解（</a:t>
            </a:r>
            <a:r>
              <a:rPr lang="en-US" altLang="zh-CN" dirty="0"/>
              <a:t>update</a:t>
            </a:r>
            <a:r>
              <a:rPr lang="zh-CN" altLang="en-US" dirty="0"/>
              <a:t>比较好）；但有选修课，不是所有人都选了，这个时候</a:t>
            </a:r>
            <a:r>
              <a:rPr lang="en-US" altLang="zh-CN" dirty="0"/>
              <a:t>update</a:t>
            </a:r>
            <a:r>
              <a:rPr lang="zh-CN" altLang="en-US" dirty="0"/>
              <a:t>就不好，</a:t>
            </a:r>
            <a:r>
              <a:rPr lang="en-US" altLang="zh-CN" dirty="0"/>
              <a:t>invalidate</a:t>
            </a:r>
            <a:r>
              <a:rPr lang="zh-CN" altLang="en-US" dirty="0"/>
              <a:t>就比较好。</a:t>
            </a:r>
          </a:p>
        </p:txBody>
      </p:sp>
      <p:sp>
        <p:nvSpPr>
          <p:cNvPr id="4" name="灯片编号占位符 3"/>
          <p:cNvSpPr>
            <a:spLocks noGrp="1"/>
          </p:cNvSpPr>
          <p:nvPr>
            <p:ph type="sldNum" sz="quarter" idx="5"/>
          </p:nvPr>
        </p:nvSpPr>
        <p:spPr/>
        <p:txBody>
          <a:bodyPr/>
          <a:lstStyle/>
          <a:p>
            <a:pPr>
              <a:defRPr/>
            </a:pPr>
            <a:fld id="{91B4C252-306E-224C-8B2A-E6667D8E67C9}" type="slidenum">
              <a:rPr lang="en-US" altLang="en-US" smtClean="0"/>
              <a:pPr>
                <a:defRPr/>
              </a:pPr>
              <a:t>59</a:t>
            </a:fld>
            <a:endParaRPr lang="en-US" altLang="en-US"/>
          </a:p>
        </p:txBody>
      </p:sp>
    </p:spTree>
    <p:extLst>
      <p:ext uri="{BB962C8B-B14F-4D97-AF65-F5344CB8AC3E}">
        <p14:creationId xmlns:p14="http://schemas.microsoft.com/office/powerpoint/2010/main" val="3127743158"/>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大三有很多课，假如</a:t>
            </a:r>
            <a:r>
              <a:rPr lang="en-US" altLang="zh-CN" dirty="0"/>
              <a:t>10</a:t>
            </a:r>
            <a:r>
              <a:rPr lang="zh-CN" altLang="en-US" dirty="0"/>
              <a:t>门课，你跟你室友都选了人工智能芯片与系统专业课，这样人工智能专业课的信息大家有兴趣去了解（</a:t>
            </a:r>
            <a:r>
              <a:rPr lang="en-US" altLang="zh-CN" dirty="0"/>
              <a:t>update</a:t>
            </a:r>
            <a:r>
              <a:rPr lang="zh-CN" altLang="en-US" dirty="0"/>
              <a:t>比较好）；但有选修课，不是所有人都选了，这个时候</a:t>
            </a:r>
            <a:r>
              <a:rPr lang="en-US" altLang="zh-CN" dirty="0"/>
              <a:t>update</a:t>
            </a:r>
            <a:r>
              <a:rPr lang="zh-CN" altLang="en-US" dirty="0"/>
              <a:t>就不好，</a:t>
            </a:r>
            <a:r>
              <a:rPr lang="en-US" altLang="zh-CN" dirty="0"/>
              <a:t>invalidate</a:t>
            </a:r>
            <a:r>
              <a:rPr lang="zh-CN" altLang="en-US" dirty="0"/>
              <a:t>就比较好。</a:t>
            </a:r>
          </a:p>
        </p:txBody>
      </p:sp>
      <p:sp>
        <p:nvSpPr>
          <p:cNvPr id="4" name="灯片编号占位符 3"/>
          <p:cNvSpPr>
            <a:spLocks noGrp="1"/>
          </p:cNvSpPr>
          <p:nvPr>
            <p:ph type="sldNum" sz="quarter" idx="5"/>
          </p:nvPr>
        </p:nvSpPr>
        <p:spPr/>
        <p:txBody>
          <a:bodyPr/>
          <a:lstStyle/>
          <a:p>
            <a:pPr>
              <a:defRPr/>
            </a:pPr>
            <a:fld id="{91B4C252-306E-224C-8B2A-E6667D8E67C9}" type="slidenum">
              <a:rPr lang="en-US" altLang="en-US" smtClean="0"/>
              <a:pPr>
                <a:defRPr/>
              </a:pPr>
              <a:t>63</a:t>
            </a:fld>
            <a:endParaRPr lang="en-US" altLang="en-US"/>
          </a:p>
        </p:txBody>
      </p:sp>
    </p:spTree>
    <p:extLst>
      <p:ext uri="{BB962C8B-B14F-4D97-AF65-F5344CB8AC3E}">
        <p14:creationId xmlns:p14="http://schemas.microsoft.com/office/powerpoint/2010/main" val="2750684370"/>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Invalidate Protocol is main stream. </a:t>
            </a:r>
            <a:endParaRPr lang="zh-CN" altLang="en-US" dirty="0"/>
          </a:p>
        </p:txBody>
      </p:sp>
      <p:sp>
        <p:nvSpPr>
          <p:cNvPr id="4" name="灯片编号占位符 3"/>
          <p:cNvSpPr>
            <a:spLocks noGrp="1"/>
          </p:cNvSpPr>
          <p:nvPr>
            <p:ph type="sldNum" sz="quarter" idx="5"/>
          </p:nvPr>
        </p:nvSpPr>
        <p:spPr/>
        <p:txBody>
          <a:bodyPr/>
          <a:lstStyle/>
          <a:p>
            <a:pPr>
              <a:defRPr/>
            </a:pPr>
            <a:fld id="{91B4C252-306E-224C-8B2A-E6667D8E67C9}" type="slidenum">
              <a:rPr lang="en-US" altLang="en-US" smtClean="0"/>
              <a:pPr>
                <a:defRPr/>
              </a:pPr>
              <a:t>65</a:t>
            </a:fld>
            <a:endParaRPr lang="en-US" altLang="en-US"/>
          </a:p>
        </p:txBody>
      </p:sp>
    </p:spTree>
    <p:extLst>
      <p:ext uri="{BB962C8B-B14F-4D97-AF65-F5344CB8AC3E}">
        <p14:creationId xmlns:p14="http://schemas.microsoft.com/office/powerpoint/2010/main" val="1699952700"/>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大三有很多课，假如</a:t>
            </a:r>
            <a:r>
              <a:rPr lang="en-US" altLang="zh-CN" dirty="0"/>
              <a:t>10</a:t>
            </a:r>
            <a:r>
              <a:rPr lang="zh-CN" altLang="en-US" dirty="0"/>
              <a:t>门课，你跟你室友都选了人工智能芯片与系统专业课，这样人工智能专业课的信息大家有兴趣去了解（</a:t>
            </a:r>
            <a:r>
              <a:rPr lang="en-US" altLang="zh-CN" dirty="0"/>
              <a:t>update</a:t>
            </a:r>
            <a:r>
              <a:rPr lang="zh-CN" altLang="en-US" dirty="0"/>
              <a:t>比较好）；但有选修课，不是所有人都选了，这个时候</a:t>
            </a:r>
            <a:r>
              <a:rPr lang="en-US" altLang="zh-CN" dirty="0"/>
              <a:t>update</a:t>
            </a:r>
            <a:r>
              <a:rPr lang="zh-CN" altLang="en-US" dirty="0"/>
              <a:t>就不好，</a:t>
            </a:r>
            <a:r>
              <a:rPr lang="en-US" altLang="zh-CN" dirty="0"/>
              <a:t>invalidate</a:t>
            </a:r>
            <a:r>
              <a:rPr lang="zh-CN" altLang="en-US" dirty="0"/>
              <a:t>就比较好。</a:t>
            </a:r>
          </a:p>
        </p:txBody>
      </p:sp>
      <p:sp>
        <p:nvSpPr>
          <p:cNvPr id="4" name="灯片编号占位符 3"/>
          <p:cNvSpPr>
            <a:spLocks noGrp="1"/>
          </p:cNvSpPr>
          <p:nvPr>
            <p:ph type="sldNum" sz="quarter" idx="5"/>
          </p:nvPr>
        </p:nvSpPr>
        <p:spPr/>
        <p:txBody>
          <a:bodyPr/>
          <a:lstStyle/>
          <a:p>
            <a:pPr>
              <a:defRPr/>
            </a:pPr>
            <a:fld id="{91B4C252-306E-224C-8B2A-E6667D8E67C9}" type="slidenum">
              <a:rPr lang="en-US" altLang="en-US" smtClean="0"/>
              <a:pPr>
                <a:defRPr/>
              </a:pPr>
              <a:t>67</a:t>
            </a:fld>
            <a:endParaRPr lang="en-US" altLang="en-US"/>
          </a:p>
        </p:txBody>
      </p:sp>
    </p:spTree>
    <p:extLst>
      <p:ext uri="{BB962C8B-B14F-4D97-AF65-F5344CB8AC3E}">
        <p14:creationId xmlns:p14="http://schemas.microsoft.com/office/powerpoint/2010/main" val="3119119187"/>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大三有很多课，假如</a:t>
            </a:r>
            <a:r>
              <a:rPr lang="en-US" altLang="zh-CN" dirty="0"/>
              <a:t>10</a:t>
            </a:r>
            <a:r>
              <a:rPr lang="zh-CN" altLang="en-US" dirty="0"/>
              <a:t>门课，你跟你室友都选了人工智能芯片与系统专业课，这样人工智能专业课的信息大家有兴趣去了解（</a:t>
            </a:r>
            <a:r>
              <a:rPr lang="en-US" altLang="zh-CN" dirty="0"/>
              <a:t>update</a:t>
            </a:r>
            <a:r>
              <a:rPr lang="zh-CN" altLang="en-US" dirty="0"/>
              <a:t>比较好）；但有选修课，不是所有人都选了，这个时候</a:t>
            </a:r>
            <a:r>
              <a:rPr lang="en-US" altLang="zh-CN" dirty="0"/>
              <a:t>update</a:t>
            </a:r>
            <a:r>
              <a:rPr lang="zh-CN" altLang="en-US" dirty="0"/>
              <a:t>就不好，</a:t>
            </a:r>
            <a:r>
              <a:rPr lang="en-US" altLang="zh-CN" dirty="0"/>
              <a:t>invalidate</a:t>
            </a:r>
            <a:r>
              <a:rPr lang="zh-CN" altLang="en-US" dirty="0"/>
              <a:t>就比较好。</a:t>
            </a:r>
          </a:p>
        </p:txBody>
      </p:sp>
      <p:sp>
        <p:nvSpPr>
          <p:cNvPr id="4" name="灯片编号占位符 3"/>
          <p:cNvSpPr>
            <a:spLocks noGrp="1"/>
          </p:cNvSpPr>
          <p:nvPr>
            <p:ph type="sldNum" sz="quarter" idx="5"/>
          </p:nvPr>
        </p:nvSpPr>
        <p:spPr/>
        <p:txBody>
          <a:bodyPr/>
          <a:lstStyle/>
          <a:p>
            <a:pPr>
              <a:defRPr/>
            </a:pPr>
            <a:fld id="{91B4C252-306E-224C-8B2A-E6667D8E67C9}" type="slidenum">
              <a:rPr lang="en-US" altLang="en-US" smtClean="0"/>
              <a:pPr>
                <a:defRPr/>
              </a:pPr>
              <a:t>71</a:t>
            </a:fld>
            <a:endParaRPr lang="en-US" altLang="en-US"/>
          </a:p>
        </p:txBody>
      </p:sp>
    </p:spTree>
    <p:extLst>
      <p:ext uri="{BB962C8B-B14F-4D97-AF65-F5344CB8AC3E}">
        <p14:creationId xmlns:p14="http://schemas.microsoft.com/office/powerpoint/2010/main" val="101343396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这个方向的研究没啥意义</a:t>
            </a:r>
            <a:r>
              <a:rPr lang="zh-CN" altLang="en-US" dirty="0"/>
              <a:t>。</a:t>
            </a:r>
            <a:endParaRPr lang="en-CN" dirty="0"/>
          </a:p>
        </p:txBody>
      </p:sp>
      <p:sp>
        <p:nvSpPr>
          <p:cNvPr id="4" name="Slide Number Placeholder 3"/>
          <p:cNvSpPr>
            <a:spLocks noGrp="1"/>
          </p:cNvSpPr>
          <p:nvPr>
            <p:ph type="sldNum" sz="quarter" idx="5"/>
          </p:nvPr>
        </p:nvSpPr>
        <p:spPr/>
        <p:txBody>
          <a:bodyPr/>
          <a:lstStyle/>
          <a:p>
            <a:pPr>
              <a:defRPr/>
            </a:pPr>
            <a:fld id="{91B4C252-306E-224C-8B2A-E6667D8E67C9}" type="slidenum">
              <a:rPr lang="en-US" altLang="en-US" smtClean="0"/>
              <a:pPr>
                <a:defRPr/>
              </a:pPr>
              <a:t>73</a:t>
            </a:fld>
            <a:endParaRPr lang="en-US" altLang="en-US"/>
          </a:p>
        </p:txBody>
      </p:sp>
    </p:spTree>
    <p:extLst>
      <p:ext uri="{BB962C8B-B14F-4D97-AF65-F5344CB8AC3E}">
        <p14:creationId xmlns:p14="http://schemas.microsoft.com/office/powerpoint/2010/main" val="3885628234"/>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Bus also broadcasts to C2…</a:t>
            </a:r>
            <a:endParaRPr lang="zh-CN" altLang="en-US" dirty="0"/>
          </a:p>
        </p:txBody>
      </p:sp>
      <p:sp>
        <p:nvSpPr>
          <p:cNvPr id="4" name="灯片编号占位符 3"/>
          <p:cNvSpPr>
            <a:spLocks noGrp="1"/>
          </p:cNvSpPr>
          <p:nvPr>
            <p:ph type="sldNum" sz="quarter" idx="5"/>
          </p:nvPr>
        </p:nvSpPr>
        <p:spPr/>
        <p:txBody>
          <a:bodyPr/>
          <a:lstStyle/>
          <a:p>
            <a:pPr>
              <a:defRPr/>
            </a:pPr>
            <a:fld id="{91B4C252-306E-224C-8B2A-E6667D8E67C9}" type="slidenum">
              <a:rPr lang="en-US" altLang="en-US" smtClean="0"/>
              <a:pPr>
                <a:defRPr/>
              </a:pPr>
              <a:t>78</a:t>
            </a:fld>
            <a:endParaRPr lang="en-US" altLang="en-US"/>
          </a:p>
        </p:txBody>
      </p:sp>
    </p:spTree>
    <p:extLst>
      <p:ext uri="{BB962C8B-B14F-4D97-AF65-F5344CB8AC3E}">
        <p14:creationId xmlns:p14="http://schemas.microsoft.com/office/powerpoint/2010/main" val="2684350390"/>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lvl="1"/>
            <a:endParaRPr lang="en-US" altLang="en-US" dirty="0">
              <a:ea typeface="ＭＳ Ｐゴシック" charset="-128"/>
            </a:endParaRPr>
          </a:p>
          <a:p>
            <a:r>
              <a:rPr lang="en-US" altLang="en-US" dirty="0">
                <a:ea typeface="ＭＳ Ｐゴシック" charset="-128"/>
              </a:rPr>
              <a:t>Protocol design is flexible</a:t>
            </a:r>
          </a:p>
          <a:p>
            <a:pPr lvl="1"/>
            <a:r>
              <a:rPr lang="en-US" altLang="en-US" dirty="0">
                <a:ea typeface="ＭＳ Ｐゴシック" charset="-128"/>
              </a:rPr>
              <a:t>Exact forwarding paths depend on implementation</a:t>
            </a:r>
          </a:p>
          <a:p>
            <a:pPr lvl="1"/>
            <a:r>
              <a:rPr lang="en-US" altLang="en-US" dirty="0">
                <a:ea typeface="ＭＳ Ｐゴシック" charset="-128"/>
              </a:rPr>
              <a:t>For example, do cache-to-cache transfer?</a:t>
            </a:r>
          </a:p>
          <a:p>
            <a:endParaRPr lang="zh-CN" altLang="en-US" dirty="0"/>
          </a:p>
        </p:txBody>
      </p:sp>
      <p:sp>
        <p:nvSpPr>
          <p:cNvPr id="4" name="灯片编号占位符 3"/>
          <p:cNvSpPr>
            <a:spLocks noGrp="1"/>
          </p:cNvSpPr>
          <p:nvPr>
            <p:ph type="sldNum" sz="quarter" idx="5"/>
          </p:nvPr>
        </p:nvSpPr>
        <p:spPr/>
        <p:txBody>
          <a:bodyPr/>
          <a:lstStyle/>
          <a:p>
            <a:pPr>
              <a:defRPr/>
            </a:pPr>
            <a:fld id="{91B4C252-306E-224C-8B2A-E6667D8E67C9}" type="slidenum">
              <a:rPr lang="en-US" altLang="en-US" smtClean="0"/>
              <a:pPr>
                <a:defRPr/>
              </a:pPr>
              <a:t>85</a:t>
            </a:fld>
            <a:endParaRPr lang="en-US" altLang="en-US"/>
          </a:p>
        </p:txBody>
      </p:sp>
    </p:spTree>
    <p:extLst>
      <p:ext uri="{BB962C8B-B14F-4D97-AF65-F5344CB8AC3E}">
        <p14:creationId xmlns:p14="http://schemas.microsoft.com/office/powerpoint/2010/main" val="5523182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8.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4" name="Freeform 7">
            <a:extLst>
              <a:ext uri="{FF2B5EF4-FFF2-40B4-BE49-F238E27FC236}">
                <a16:creationId xmlns:a16="http://schemas.microsoft.com/office/drawing/2014/main" id="{90EDC1BF-D507-7F45-A7C4-0B906829077C}"/>
              </a:ext>
            </a:extLst>
          </p:cNvPr>
          <p:cNvSpPr>
            <a:spLocks noChangeArrowheads="1"/>
          </p:cNvSpPr>
          <p:nvPr/>
        </p:nvSpPr>
        <p:spPr bwMode="auto">
          <a:xfrm>
            <a:off x="457200" y="1123950"/>
            <a:ext cx="8229600" cy="914400"/>
          </a:xfrm>
          <a:custGeom>
            <a:avLst/>
            <a:gdLst>
              <a:gd name="T0" fmla="*/ 0 w 1000"/>
              <a:gd name="T1" fmla="*/ 2147483646 h 1000"/>
              <a:gd name="T2" fmla="*/ 0 w 1000"/>
              <a:gd name="T3" fmla="*/ 0 h 1000"/>
              <a:gd name="T4" fmla="*/ 2147483646 w 1000"/>
              <a:gd name="T5" fmla="*/ 0 h 1000"/>
              <a:gd name="T6" fmla="*/ 0 60000 65536"/>
              <a:gd name="T7" fmla="*/ 0 60000 65536"/>
              <a:gd name="T8" fmla="*/ 0 60000 65536"/>
            </a:gdLst>
            <a:ahLst/>
            <a:cxnLst>
              <a:cxn ang="T6">
                <a:pos x="T0" y="T1"/>
              </a:cxn>
              <a:cxn ang="T7">
                <a:pos x="T2" y="T3"/>
              </a:cxn>
              <a:cxn ang="T8">
                <a:pos x="T4" y="T5"/>
              </a:cxn>
            </a:cxnLst>
            <a:rect l="0" t="0" r="r" b="b"/>
            <a:pathLst>
              <a:path w="1000" h="1000">
                <a:moveTo>
                  <a:pt x="0" y="1000"/>
                </a:moveTo>
                <a:lnTo>
                  <a:pt x="0" y="0"/>
                </a:lnTo>
                <a:lnTo>
                  <a:pt x="1000" y="0"/>
                </a:lnTo>
              </a:path>
            </a:pathLst>
          </a:custGeom>
          <a:noFill/>
          <a:ln w="25400" cap="flat" cmpd="sng">
            <a:solidFill>
              <a:schemeClr val="accent1"/>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 name="Line 8">
            <a:extLst>
              <a:ext uri="{FF2B5EF4-FFF2-40B4-BE49-F238E27FC236}">
                <a16:creationId xmlns:a16="http://schemas.microsoft.com/office/drawing/2014/main" id="{1992A2FD-3614-2F4F-8D8D-1968A4FCD5C3}"/>
              </a:ext>
            </a:extLst>
          </p:cNvPr>
          <p:cNvSpPr>
            <a:spLocks noChangeShapeType="1"/>
          </p:cNvSpPr>
          <p:nvPr/>
        </p:nvSpPr>
        <p:spPr bwMode="auto">
          <a:xfrm>
            <a:off x="457200" y="3371850"/>
            <a:ext cx="8229600" cy="0"/>
          </a:xfrm>
          <a:prstGeom prst="line">
            <a:avLst/>
          </a:prstGeom>
          <a:noFill/>
          <a:ln w="19050">
            <a:solidFill>
              <a:schemeClr val="accent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 name="Line 10">
            <a:extLst>
              <a:ext uri="{FF2B5EF4-FFF2-40B4-BE49-F238E27FC236}">
                <a16:creationId xmlns:a16="http://schemas.microsoft.com/office/drawing/2014/main" id="{88F423D4-7D62-A046-9486-902C5E643230}"/>
              </a:ext>
            </a:extLst>
          </p:cNvPr>
          <p:cNvSpPr>
            <a:spLocks noChangeShapeType="1"/>
          </p:cNvSpPr>
          <p:nvPr userDrawn="1"/>
        </p:nvSpPr>
        <p:spPr bwMode="auto">
          <a:xfrm>
            <a:off x="8686800" y="2457450"/>
            <a:ext cx="0" cy="914400"/>
          </a:xfrm>
          <a:prstGeom prst="line">
            <a:avLst/>
          </a:prstGeom>
          <a:noFill/>
          <a:ln w="25400">
            <a:solidFill>
              <a:schemeClr val="accent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1378" name="Rectangle 2"/>
          <p:cNvSpPr>
            <a:spLocks noGrp="1" noChangeArrowheads="1"/>
          </p:cNvSpPr>
          <p:nvPr>
            <p:ph type="ctrTitle"/>
          </p:nvPr>
        </p:nvSpPr>
        <p:spPr>
          <a:xfrm>
            <a:off x="685800" y="1524000"/>
            <a:ext cx="7924800" cy="1752600"/>
          </a:xfrm>
        </p:spPr>
        <p:txBody>
          <a:bodyPr/>
          <a:lstStyle>
            <a:lvl1pPr>
              <a:defRPr sz="4800"/>
            </a:lvl1pPr>
          </a:lstStyle>
          <a:p>
            <a:r>
              <a:rPr lang="en-US" altLang="en-US"/>
              <a:t>Click to edit Master title style</a:t>
            </a:r>
          </a:p>
        </p:txBody>
      </p:sp>
      <p:sp>
        <p:nvSpPr>
          <p:cNvPr id="101379" name="Rectangle 3"/>
          <p:cNvSpPr>
            <a:spLocks noGrp="1" noChangeArrowheads="1"/>
          </p:cNvSpPr>
          <p:nvPr>
            <p:ph type="subTitle" idx="1"/>
          </p:nvPr>
        </p:nvSpPr>
        <p:spPr>
          <a:xfrm>
            <a:off x="685800" y="3581400"/>
            <a:ext cx="7848600" cy="1752600"/>
          </a:xfrm>
        </p:spPr>
        <p:txBody>
          <a:bodyPr/>
          <a:lstStyle>
            <a:lvl1pPr marL="0" indent="0" algn="ctr">
              <a:buFont typeface="Wingdings" pitchFamily="2" charset="2"/>
              <a:buNone/>
              <a:defRPr/>
            </a:lvl1pPr>
          </a:lstStyle>
          <a:p>
            <a:r>
              <a:rPr lang="en-US" altLang="en-US"/>
              <a:t>Click to edit Master subtitle style</a:t>
            </a:r>
          </a:p>
        </p:txBody>
      </p:sp>
      <p:sp>
        <p:nvSpPr>
          <p:cNvPr id="7" name="Rectangle 4">
            <a:extLst>
              <a:ext uri="{FF2B5EF4-FFF2-40B4-BE49-F238E27FC236}">
                <a16:creationId xmlns:a16="http://schemas.microsoft.com/office/drawing/2014/main" id="{93B21A48-4278-2847-949C-8F4EE04798A4}"/>
              </a:ext>
            </a:extLst>
          </p:cNvPr>
          <p:cNvSpPr>
            <a:spLocks noGrp="1" noChangeArrowheads="1"/>
          </p:cNvSpPr>
          <p:nvPr>
            <p:ph type="dt" sz="half" idx="10"/>
          </p:nvPr>
        </p:nvSpPr>
        <p:spPr bwMode="auto">
          <a:xfrm>
            <a:off x="457200" y="6243638"/>
            <a:ext cx="2133600" cy="457200"/>
          </a:xfrm>
          <a:prstGeom prst="rect">
            <a:avLst/>
          </a:prstGeom>
          <a:ln>
            <a:miter lim="800000"/>
            <a:headEnd/>
            <a:tailEnd/>
          </a:ln>
        </p:spPr>
        <p:txBody>
          <a:bodyPr vert="horz" wrap="square" lIns="91440" tIns="45720" rIns="91440" bIns="45720" numCol="1" anchor="b" anchorCtr="0" compatLnSpc="1">
            <a:prstTxWarp prst="textNoShape">
              <a:avLst/>
            </a:prstTxWarp>
          </a:bodyPr>
          <a:lstStyle>
            <a:lvl1pPr eaLnBrk="1" hangingPunct="1">
              <a:defRPr sz="1200">
                <a:solidFill>
                  <a:srgbClr val="000000"/>
                </a:solidFill>
                <a:latin typeface="Garamond" pitchFamily="-106" charset="0"/>
                <a:ea typeface="Arial" pitchFamily="-106" charset="0"/>
                <a:cs typeface="Arial" pitchFamily="-106" charset="0"/>
              </a:defRPr>
            </a:lvl1pPr>
          </a:lstStyle>
          <a:p>
            <a:pPr>
              <a:defRPr/>
            </a:pPr>
            <a:r>
              <a:rPr lang="en-US"/>
              <a:t>Efficient Runahead Execution</a:t>
            </a:r>
          </a:p>
        </p:txBody>
      </p:sp>
      <p:sp>
        <p:nvSpPr>
          <p:cNvPr id="8" name="Rectangle 5">
            <a:extLst>
              <a:ext uri="{FF2B5EF4-FFF2-40B4-BE49-F238E27FC236}">
                <a16:creationId xmlns:a16="http://schemas.microsoft.com/office/drawing/2014/main" id="{B665F9C1-6ECF-784D-8FE7-AA1307BE8426}"/>
              </a:ext>
            </a:extLst>
          </p:cNvPr>
          <p:cNvSpPr>
            <a:spLocks noGrp="1" noChangeArrowheads="1"/>
          </p:cNvSpPr>
          <p:nvPr>
            <p:ph type="ftr" sz="quarter" idx="11"/>
          </p:nvPr>
        </p:nvSpPr>
        <p:spPr>
          <a:xfrm>
            <a:off x="3124200" y="6243638"/>
            <a:ext cx="2895600" cy="457200"/>
          </a:xfrm>
        </p:spPr>
        <p:txBody>
          <a:bodyPr/>
          <a:lstStyle>
            <a:lvl1pPr eaLnBrk="0" hangingPunct="0">
              <a:defRPr/>
            </a:lvl1pPr>
          </a:lstStyle>
          <a:p>
            <a:pPr>
              <a:defRPr/>
            </a:pPr>
            <a:endParaRPr lang="en-US" altLang="en-US"/>
          </a:p>
        </p:txBody>
      </p:sp>
      <p:sp>
        <p:nvSpPr>
          <p:cNvPr id="9" name="Rectangle 6">
            <a:extLst>
              <a:ext uri="{FF2B5EF4-FFF2-40B4-BE49-F238E27FC236}">
                <a16:creationId xmlns:a16="http://schemas.microsoft.com/office/drawing/2014/main" id="{11459B8B-977C-BF46-961F-BB3F0DCA34CC}"/>
              </a:ext>
            </a:extLst>
          </p:cNvPr>
          <p:cNvSpPr>
            <a:spLocks noGrp="1" noChangeArrowheads="1"/>
          </p:cNvSpPr>
          <p:nvPr>
            <p:ph type="sldNum" sz="quarter" idx="12"/>
          </p:nvPr>
        </p:nvSpPr>
        <p:spPr/>
        <p:txBody>
          <a:bodyPr/>
          <a:lstStyle>
            <a:lvl1pPr eaLnBrk="0" hangingPunct="0">
              <a:defRPr sz="1200"/>
            </a:lvl1pPr>
          </a:lstStyle>
          <a:p>
            <a:pPr>
              <a:defRPr/>
            </a:pPr>
            <a:fld id="{FE9E5A73-BAFF-F548-9E2E-21289D47583D}" type="slidenum">
              <a:rPr lang="en-US" altLang="en-US"/>
              <a:pPr>
                <a:defRPr/>
              </a:pPr>
              <a:t>‹#›</a:t>
            </a:fld>
            <a:endParaRPr lang="en-US" altLang="en-US"/>
          </a:p>
        </p:txBody>
      </p:sp>
    </p:spTree>
    <p:extLst>
      <p:ext uri="{BB962C8B-B14F-4D97-AF65-F5344CB8AC3E}">
        <p14:creationId xmlns:p14="http://schemas.microsoft.com/office/powerpoint/2010/main" val="2689984825"/>
      </p:ext>
    </p:extLst>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a:xfrm>
            <a:off x="228600" y="997529"/>
            <a:ext cx="8610600" cy="519372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1029">
            <a:extLst>
              <a:ext uri="{FF2B5EF4-FFF2-40B4-BE49-F238E27FC236}">
                <a16:creationId xmlns:a16="http://schemas.microsoft.com/office/drawing/2014/main" id="{7F827B9E-D107-FE47-BCBA-A0F54423FF28}"/>
              </a:ext>
            </a:extLst>
          </p:cNvPr>
          <p:cNvSpPr>
            <a:spLocks noGrp="1" noChangeArrowheads="1"/>
          </p:cNvSpPr>
          <p:nvPr>
            <p:ph type="ftr" sz="quarter" idx="10"/>
          </p:nvPr>
        </p:nvSpPr>
        <p:spPr/>
        <p:txBody>
          <a:bodyPr/>
          <a:lstStyle>
            <a:lvl1pPr eaLnBrk="0" hangingPunct="0">
              <a:defRPr/>
            </a:lvl1pPr>
          </a:lstStyle>
          <a:p>
            <a:pPr>
              <a:defRPr/>
            </a:pPr>
            <a:endParaRPr lang="en-US" altLang="en-US"/>
          </a:p>
        </p:txBody>
      </p:sp>
      <p:sp>
        <p:nvSpPr>
          <p:cNvPr id="5" name="Rectangle 1030">
            <a:extLst>
              <a:ext uri="{FF2B5EF4-FFF2-40B4-BE49-F238E27FC236}">
                <a16:creationId xmlns:a16="http://schemas.microsoft.com/office/drawing/2014/main" id="{AAE25E78-7811-3E45-9C3F-3AE96402681A}"/>
              </a:ext>
            </a:extLst>
          </p:cNvPr>
          <p:cNvSpPr>
            <a:spLocks noGrp="1" noChangeArrowheads="1"/>
          </p:cNvSpPr>
          <p:nvPr>
            <p:ph type="sldNum" sz="quarter" idx="11"/>
          </p:nvPr>
        </p:nvSpPr>
        <p:spPr/>
        <p:txBody>
          <a:bodyPr/>
          <a:lstStyle>
            <a:lvl1pPr eaLnBrk="0" hangingPunct="0">
              <a:defRPr/>
            </a:lvl1pPr>
          </a:lstStyle>
          <a:p>
            <a:pPr>
              <a:defRPr/>
            </a:pPr>
            <a:fld id="{9CD3246B-4504-6A44-A3C6-3AD1B220008A}" type="slidenum">
              <a:rPr lang="en-US" altLang="en-US"/>
              <a:pPr>
                <a:defRPr/>
              </a:pPr>
              <a:t>‹#›</a:t>
            </a:fld>
            <a:endParaRPr lang="en-US" altLang="en-US"/>
          </a:p>
        </p:txBody>
      </p:sp>
    </p:spTree>
    <p:extLst>
      <p:ext uri="{BB962C8B-B14F-4D97-AF65-F5344CB8AC3E}">
        <p14:creationId xmlns:p14="http://schemas.microsoft.com/office/powerpoint/2010/main" val="4064030766"/>
      </p:ext>
    </p:extLst>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8"/>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1029">
            <a:extLst>
              <a:ext uri="{FF2B5EF4-FFF2-40B4-BE49-F238E27FC236}">
                <a16:creationId xmlns:a16="http://schemas.microsoft.com/office/drawing/2014/main" id="{94D63735-01BA-B944-9CAC-1B9C54BD73C2}"/>
              </a:ext>
            </a:extLst>
          </p:cNvPr>
          <p:cNvSpPr>
            <a:spLocks noGrp="1" noChangeArrowheads="1"/>
          </p:cNvSpPr>
          <p:nvPr>
            <p:ph type="ftr" sz="quarter" idx="10"/>
          </p:nvPr>
        </p:nvSpPr>
        <p:spPr/>
        <p:txBody>
          <a:bodyPr/>
          <a:lstStyle>
            <a:lvl1pPr eaLnBrk="0" hangingPunct="0">
              <a:defRPr/>
            </a:lvl1pPr>
          </a:lstStyle>
          <a:p>
            <a:pPr>
              <a:defRPr/>
            </a:pPr>
            <a:endParaRPr lang="en-US" altLang="en-US"/>
          </a:p>
        </p:txBody>
      </p:sp>
      <p:sp>
        <p:nvSpPr>
          <p:cNvPr id="5" name="Rectangle 1030">
            <a:extLst>
              <a:ext uri="{FF2B5EF4-FFF2-40B4-BE49-F238E27FC236}">
                <a16:creationId xmlns:a16="http://schemas.microsoft.com/office/drawing/2014/main" id="{7C670B12-B340-A643-9F4E-E46E2789DC7F}"/>
              </a:ext>
            </a:extLst>
          </p:cNvPr>
          <p:cNvSpPr>
            <a:spLocks noGrp="1" noChangeArrowheads="1"/>
          </p:cNvSpPr>
          <p:nvPr>
            <p:ph type="sldNum" sz="quarter" idx="11"/>
          </p:nvPr>
        </p:nvSpPr>
        <p:spPr/>
        <p:txBody>
          <a:bodyPr/>
          <a:lstStyle>
            <a:lvl1pPr eaLnBrk="0" hangingPunct="0">
              <a:defRPr/>
            </a:lvl1pPr>
          </a:lstStyle>
          <a:p>
            <a:pPr>
              <a:defRPr/>
            </a:pPr>
            <a:fld id="{CB2591BB-F593-DC41-9202-A6281FB4FDB6}" type="slidenum">
              <a:rPr lang="en-US" altLang="en-US"/>
              <a:pPr>
                <a:defRPr/>
              </a:pPr>
              <a:t>‹#›</a:t>
            </a:fld>
            <a:endParaRPr lang="en-US" altLang="en-US"/>
          </a:p>
        </p:txBody>
      </p:sp>
    </p:spTree>
    <p:extLst>
      <p:ext uri="{BB962C8B-B14F-4D97-AF65-F5344CB8AC3E}">
        <p14:creationId xmlns:p14="http://schemas.microsoft.com/office/powerpoint/2010/main" val="3907512914"/>
      </p:ext>
    </p:extLst>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228603" y="1371600"/>
            <a:ext cx="4229100" cy="4876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10103" y="1371600"/>
            <a:ext cx="4229100" cy="4876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1029">
            <a:extLst>
              <a:ext uri="{FF2B5EF4-FFF2-40B4-BE49-F238E27FC236}">
                <a16:creationId xmlns:a16="http://schemas.microsoft.com/office/drawing/2014/main" id="{FD1CFE7F-38BF-7E4F-8084-41548CC6EB39}"/>
              </a:ext>
            </a:extLst>
          </p:cNvPr>
          <p:cNvSpPr>
            <a:spLocks noGrp="1" noChangeArrowheads="1"/>
          </p:cNvSpPr>
          <p:nvPr>
            <p:ph type="ftr" sz="quarter" idx="10"/>
          </p:nvPr>
        </p:nvSpPr>
        <p:spPr/>
        <p:txBody>
          <a:bodyPr/>
          <a:lstStyle>
            <a:lvl1pPr eaLnBrk="0" hangingPunct="0">
              <a:defRPr/>
            </a:lvl1pPr>
          </a:lstStyle>
          <a:p>
            <a:pPr>
              <a:defRPr/>
            </a:pPr>
            <a:endParaRPr lang="en-US" altLang="en-US"/>
          </a:p>
        </p:txBody>
      </p:sp>
      <p:sp>
        <p:nvSpPr>
          <p:cNvPr id="6" name="Rectangle 1030">
            <a:extLst>
              <a:ext uri="{FF2B5EF4-FFF2-40B4-BE49-F238E27FC236}">
                <a16:creationId xmlns:a16="http://schemas.microsoft.com/office/drawing/2014/main" id="{0B09D385-5ADD-F044-A1E9-12910F637D9B}"/>
              </a:ext>
            </a:extLst>
          </p:cNvPr>
          <p:cNvSpPr>
            <a:spLocks noGrp="1" noChangeArrowheads="1"/>
          </p:cNvSpPr>
          <p:nvPr>
            <p:ph type="sldNum" sz="quarter" idx="11"/>
          </p:nvPr>
        </p:nvSpPr>
        <p:spPr/>
        <p:txBody>
          <a:bodyPr/>
          <a:lstStyle>
            <a:lvl1pPr eaLnBrk="0" hangingPunct="0">
              <a:defRPr/>
            </a:lvl1pPr>
          </a:lstStyle>
          <a:p>
            <a:pPr>
              <a:defRPr/>
            </a:pPr>
            <a:fld id="{A850AAB8-6D13-F74D-82DE-01543047371E}" type="slidenum">
              <a:rPr lang="en-US" altLang="en-US"/>
              <a:pPr>
                <a:defRPr/>
              </a:pPr>
              <a:t>‹#›</a:t>
            </a:fld>
            <a:endParaRPr lang="en-US" altLang="en-US"/>
          </a:p>
        </p:txBody>
      </p:sp>
    </p:spTree>
    <p:extLst>
      <p:ext uri="{BB962C8B-B14F-4D97-AF65-F5344CB8AC3E}">
        <p14:creationId xmlns:p14="http://schemas.microsoft.com/office/powerpoint/2010/main" val="1210210236"/>
      </p:ext>
    </p:extLst>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3"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3"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31"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31"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1029">
            <a:extLst>
              <a:ext uri="{FF2B5EF4-FFF2-40B4-BE49-F238E27FC236}">
                <a16:creationId xmlns:a16="http://schemas.microsoft.com/office/drawing/2014/main" id="{5F562CE1-D7B9-2B48-AABD-520F279FD19B}"/>
              </a:ext>
            </a:extLst>
          </p:cNvPr>
          <p:cNvSpPr>
            <a:spLocks noGrp="1" noChangeArrowheads="1"/>
          </p:cNvSpPr>
          <p:nvPr>
            <p:ph type="ftr" sz="quarter" idx="10"/>
          </p:nvPr>
        </p:nvSpPr>
        <p:spPr/>
        <p:txBody>
          <a:bodyPr/>
          <a:lstStyle>
            <a:lvl1pPr eaLnBrk="0" hangingPunct="0">
              <a:defRPr/>
            </a:lvl1pPr>
          </a:lstStyle>
          <a:p>
            <a:pPr>
              <a:defRPr/>
            </a:pPr>
            <a:endParaRPr lang="en-US" altLang="en-US"/>
          </a:p>
        </p:txBody>
      </p:sp>
      <p:sp>
        <p:nvSpPr>
          <p:cNvPr id="8" name="Rectangle 1030">
            <a:extLst>
              <a:ext uri="{FF2B5EF4-FFF2-40B4-BE49-F238E27FC236}">
                <a16:creationId xmlns:a16="http://schemas.microsoft.com/office/drawing/2014/main" id="{48A76E69-B5F0-BF4B-B407-6D552D390EF3}"/>
              </a:ext>
            </a:extLst>
          </p:cNvPr>
          <p:cNvSpPr>
            <a:spLocks noGrp="1" noChangeArrowheads="1"/>
          </p:cNvSpPr>
          <p:nvPr>
            <p:ph type="sldNum" sz="quarter" idx="11"/>
          </p:nvPr>
        </p:nvSpPr>
        <p:spPr/>
        <p:txBody>
          <a:bodyPr/>
          <a:lstStyle>
            <a:lvl1pPr eaLnBrk="0" hangingPunct="0">
              <a:defRPr/>
            </a:lvl1pPr>
          </a:lstStyle>
          <a:p>
            <a:pPr>
              <a:defRPr/>
            </a:pPr>
            <a:fld id="{7DCC7F1B-7885-0949-97FC-084E8A56F43B}" type="slidenum">
              <a:rPr lang="en-US" altLang="en-US"/>
              <a:pPr>
                <a:defRPr/>
              </a:pPr>
              <a:t>‹#›</a:t>
            </a:fld>
            <a:endParaRPr lang="en-US" altLang="en-US"/>
          </a:p>
        </p:txBody>
      </p:sp>
    </p:spTree>
    <p:extLst>
      <p:ext uri="{BB962C8B-B14F-4D97-AF65-F5344CB8AC3E}">
        <p14:creationId xmlns:p14="http://schemas.microsoft.com/office/powerpoint/2010/main" val="2879685069"/>
      </p:ext>
    </p:extLst>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1029">
            <a:extLst>
              <a:ext uri="{FF2B5EF4-FFF2-40B4-BE49-F238E27FC236}">
                <a16:creationId xmlns:a16="http://schemas.microsoft.com/office/drawing/2014/main" id="{335DD151-C820-B34A-B26B-2D2F1D3E1F83}"/>
              </a:ext>
            </a:extLst>
          </p:cNvPr>
          <p:cNvSpPr>
            <a:spLocks noGrp="1" noChangeArrowheads="1"/>
          </p:cNvSpPr>
          <p:nvPr>
            <p:ph type="ftr" sz="quarter" idx="10"/>
          </p:nvPr>
        </p:nvSpPr>
        <p:spPr/>
        <p:txBody>
          <a:bodyPr/>
          <a:lstStyle>
            <a:lvl1pPr eaLnBrk="0" hangingPunct="0">
              <a:defRPr/>
            </a:lvl1pPr>
          </a:lstStyle>
          <a:p>
            <a:pPr>
              <a:defRPr/>
            </a:pPr>
            <a:endParaRPr lang="en-US" altLang="en-US"/>
          </a:p>
        </p:txBody>
      </p:sp>
      <p:sp>
        <p:nvSpPr>
          <p:cNvPr id="4" name="Rectangle 1030">
            <a:extLst>
              <a:ext uri="{FF2B5EF4-FFF2-40B4-BE49-F238E27FC236}">
                <a16:creationId xmlns:a16="http://schemas.microsoft.com/office/drawing/2014/main" id="{CCFDF57E-6974-814A-893F-5B3EC8AC9CA0}"/>
              </a:ext>
            </a:extLst>
          </p:cNvPr>
          <p:cNvSpPr>
            <a:spLocks noGrp="1" noChangeArrowheads="1"/>
          </p:cNvSpPr>
          <p:nvPr>
            <p:ph type="sldNum" sz="quarter" idx="11"/>
          </p:nvPr>
        </p:nvSpPr>
        <p:spPr/>
        <p:txBody>
          <a:bodyPr/>
          <a:lstStyle>
            <a:lvl1pPr eaLnBrk="0" hangingPunct="0">
              <a:defRPr/>
            </a:lvl1pPr>
          </a:lstStyle>
          <a:p>
            <a:pPr>
              <a:defRPr/>
            </a:pPr>
            <a:fld id="{BDA969E1-C8A6-544B-920A-17EB75C6EE01}" type="slidenum">
              <a:rPr lang="en-US" altLang="en-US"/>
              <a:pPr>
                <a:defRPr/>
              </a:pPr>
              <a:t>‹#›</a:t>
            </a:fld>
            <a:endParaRPr lang="en-US" altLang="en-US"/>
          </a:p>
        </p:txBody>
      </p:sp>
    </p:spTree>
    <p:extLst>
      <p:ext uri="{BB962C8B-B14F-4D97-AF65-F5344CB8AC3E}">
        <p14:creationId xmlns:p14="http://schemas.microsoft.com/office/powerpoint/2010/main" val="3608567536"/>
      </p:ext>
    </p:extLst>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1029">
            <a:extLst>
              <a:ext uri="{FF2B5EF4-FFF2-40B4-BE49-F238E27FC236}">
                <a16:creationId xmlns:a16="http://schemas.microsoft.com/office/drawing/2014/main" id="{53C2F28A-A914-FE46-A024-DF13262B8C5F}"/>
              </a:ext>
            </a:extLst>
          </p:cNvPr>
          <p:cNvSpPr>
            <a:spLocks noGrp="1" noChangeArrowheads="1"/>
          </p:cNvSpPr>
          <p:nvPr>
            <p:ph type="ftr" sz="quarter" idx="10"/>
          </p:nvPr>
        </p:nvSpPr>
        <p:spPr/>
        <p:txBody>
          <a:bodyPr/>
          <a:lstStyle>
            <a:lvl1pPr eaLnBrk="0" hangingPunct="0">
              <a:defRPr/>
            </a:lvl1pPr>
          </a:lstStyle>
          <a:p>
            <a:pPr>
              <a:defRPr/>
            </a:pPr>
            <a:endParaRPr lang="en-US" altLang="en-US"/>
          </a:p>
        </p:txBody>
      </p:sp>
      <p:sp>
        <p:nvSpPr>
          <p:cNvPr id="3" name="Rectangle 1030">
            <a:extLst>
              <a:ext uri="{FF2B5EF4-FFF2-40B4-BE49-F238E27FC236}">
                <a16:creationId xmlns:a16="http://schemas.microsoft.com/office/drawing/2014/main" id="{19100917-C7B6-434C-99E9-E987DCCAA5D8}"/>
              </a:ext>
            </a:extLst>
          </p:cNvPr>
          <p:cNvSpPr>
            <a:spLocks noGrp="1" noChangeArrowheads="1"/>
          </p:cNvSpPr>
          <p:nvPr>
            <p:ph type="sldNum" sz="quarter" idx="11"/>
          </p:nvPr>
        </p:nvSpPr>
        <p:spPr/>
        <p:txBody>
          <a:bodyPr/>
          <a:lstStyle>
            <a:lvl1pPr eaLnBrk="0" hangingPunct="0">
              <a:defRPr/>
            </a:lvl1pPr>
          </a:lstStyle>
          <a:p>
            <a:pPr>
              <a:defRPr/>
            </a:pPr>
            <a:fld id="{6585CF00-0E48-FA45-8634-07059AC75E63}" type="slidenum">
              <a:rPr lang="en-US" altLang="en-US"/>
              <a:pPr>
                <a:defRPr/>
              </a:pPr>
              <a:t>‹#›</a:t>
            </a:fld>
            <a:endParaRPr lang="en-US" altLang="en-US"/>
          </a:p>
        </p:txBody>
      </p:sp>
    </p:spTree>
    <p:extLst>
      <p:ext uri="{BB962C8B-B14F-4D97-AF65-F5344CB8AC3E}">
        <p14:creationId xmlns:p14="http://schemas.microsoft.com/office/powerpoint/2010/main" val="399624967"/>
      </p:ext>
    </p:extLst>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6"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5" y="273055"/>
            <a:ext cx="5111751"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6" y="1435105"/>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1029">
            <a:extLst>
              <a:ext uri="{FF2B5EF4-FFF2-40B4-BE49-F238E27FC236}">
                <a16:creationId xmlns:a16="http://schemas.microsoft.com/office/drawing/2014/main" id="{8552A2B8-84EB-424B-AB45-BF86C41D24AC}"/>
              </a:ext>
            </a:extLst>
          </p:cNvPr>
          <p:cNvSpPr>
            <a:spLocks noGrp="1" noChangeArrowheads="1"/>
          </p:cNvSpPr>
          <p:nvPr>
            <p:ph type="ftr" sz="quarter" idx="10"/>
          </p:nvPr>
        </p:nvSpPr>
        <p:spPr/>
        <p:txBody>
          <a:bodyPr/>
          <a:lstStyle>
            <a:lvl1pPr eaLnBrk="0" hangingPunct="0">
              <a:defRPr/>
            </a:lvl1pPr>
          </a:lstStyle>
          <a:p>
            <a:pPr>
              <a:defRPr/>
            </a:pPr>
            <a:endParaRPr lang="en-US" altLang="en-US"/>
          </a:p>
        </p:txBody>
      </p:sp>
      <p:sp>
        <p:nvSpPr>
          <p:cNvPr id="6" name="Rectangle 1030">
            <a:extLst>
              <a:ext uri="{FF2B5EF4-FFF2-40B4-BE49-F238E27FC236}">
                <a16:creationId xmlns:a16="http://schemas.microsoft.com/office/drawing/2014/main" id="{A2D8C86B-640E-DD49-A5A7-2807F5B6B58F}"/>
              </a:ext>
            </a:extLst>
          </p:cNvPr>
          <p:cNvSpPr>
            <a:spLocks noGrp="1" noChangeArrowheads="1"/>
          </p:cNvSpPr>
          <p:nvPr>
            <p:ph type="sldNum" sz="quarter" idx="11"/>
          </p:nvPr>
        </p:nvSpPr>
        <p:spPr/>
        <p:txBody>
          <a:bodyPr/>
          <a:lstStyle>
            <a:lvl1pPr eaLnBrk="0" hangingPunct="0">
              <a:defRPr/>
            </a:lvl1pPr>
          </a:lstStyle>
          <a:p>
            <a:pPr>
              <a:defRPr/>
            </a:pPr>
            <a:fld id="{2C344135-9420-D548-BD7C-79317C91434F}" type="slidenum">
              <a:rPr lang="en-US" altLang="en-US"/>
              <a:pPr>
                <a:defRPr/>
              </a:pPr>
              <a:t>‹#›</a:t>
            </a:fld>
            <a:endParaRPr lang="en-US" altLang="en-US"/>
          </a:p>
        </p:txBody>
      </p:sp>
    </p:spTree>
    <p:extLst>
      <p:ext uri="{BB962C8B-B14F-4D97-AF65-F5344CB8AC3E}">
        <p14:creationId xmlns:p14="http://schemas.microsoft.com/office/powerpoint/2010/main" val="1149384007"/>
      </p:ext>
    </p:extLst>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1"/>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9"/>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1029">
            <a:extLst>
              <a:ext uri="{FF2B5EF4-FFF2-40B4-BE49-F238E27FC236}">
                <a16:creationId xmlns:a16="http://schemas.microsoft.com/office/drawing/2014/main" id="{8EBB0C76-64C6-2942-B4EB-EE86FC1D051F}"/>
              </a:ext>
            </a:extLst>
          </p:cNvPr>
          <p:cNvSpPr>
            <a:spLocks noGrp="1" noChangeArrowheads="1"/>
          </p:cNvSpPr>
          <p:nvPr>
            <p:ph type="ftr" sz="quarter" idx="10"/>
          </p:nvPr>
        </p:nvSpPr>
        <p:spPr/>
        <p:txBody>
          <a:bodyPr/>
          <a:lstStyle>
            <a:lvl1pPr eaLnBrk="0" hangingPunct="0">
              <a:defRPr/>
            </a:lvl1pPr>
          </a:lstStyle>
          <a:p>
            <a:pPr>
              <a:defRPr/>
            </a:pPr>
            <a:endParaRPr lang="en-US" altLang="en-US"/>
          </a:p>
        </p:txBody>
      </p:sp>
      <p:sp>
        <p:nvSpPr>
          <p:cNvPr id="6" name="Rectangle 1030">
            <a:extLst>
              <a:ext uri="{FF2B5EF4-FFF2-40B4-BE49-F238E27FC236}">
                <a16:creationId xmlns:a16="http://schemas.microsoft.com/office/drawing/2014/main" id="{2E47F2FC-584D-BF4D-AF6A-AD9133707603}"/>
              </a:ext>
            </a:extLst>
          </p:cNvPr>
          <p:cNvSpPr>
            <a:spLocks noGrp="1" noChangeArrowheads="1"/>
          </p:cNvSpPr>
          <p:nvPr>
            <p:ph type="sldNum" sz="quarter" idx="11"/>
          </p:nvPr>
        </p:nvSpPr>
        <p:spPr/>
        <p:txBody>
          <a:bodyPr/>
          <a:lstStyle>
            <a:lvl1pPr eaLnBrk="0" hangingPunct="0">
              <a:defRPr/>
            </a:lvl1pPr>
          </a:lstStyle>
          <a:p>
            <a:pPr>
              <a:defRPr/>
            </a:pPr>
            <a:fld id="{F1DB68E5-2868-6D4F-A89F-4CC0EFD4A2B9}" type="slidenum">
              <a:rPr lang="en-US" altLang="en-US"/>
              <a:pPr>
                <a:defRPr/>
              </a:pPr>
              <a:t>‹#›</a:t>
            </a:fld>
            <a:endParaRPr lang="en-US" altLang="en-US"/>
          </a:p>
        </p:txBody>
      </p:sp>
    </p:spTree>
    <p:extLst>
      <p:ext uri="{BB962C8B-B14F-4D97-AF65-F5344CB8AC3E}">
        <p14:creationId xmlns:p14="http://schemas.microsoft.com/office/powerpoint/2010/main" val="1734396646"/>
      </p:ext>
    </p:extLst>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1029">
            <a:extLst>
              <a:ext uri="{FF2B5EF4-FFF2-40B4-BE49-F238E27FC236}">
                <a16:creationId xmlns:a16="http://schemas.microsoft.com/office/drawing/2014/main" id="{7631792A-AD76-664C-A1F8-67622FD12195}"/>
              </a:ext>
            </a:extLst>
          </p:cNvPr>
          <p:cNvSpPr>
            <a:spLocks noGrp="1" noChangeArrowheads="1"/>
          </p:cNvSpPr>
          <p:nvPr>
            <p:ph type="ftr" sz="quarter" idx="10"/>
          </p:nvPr>
        </p:nvSpPr>
        <p:spPr/>
        <p:txBody>
          <a:bodyPr/>
          <a:lstStyle>
            <a:lvl1pPr eaLnBrk="0" hangingPunct="0">
              <a:defRPr/>
            </a:lvl1pPr>
          </a:lstStyle>
          <a:p>
            <a:pPr>
              <a:defRPr/>
            </a:pPr>
            <a:endParaRPr lang="en-US" altLang="en-US"/>
          </a:p>
        </p:txBody>
      </p:sp>
      <p:sp>
        <p:nvSpPr>
          <p:cNvPr id="5" name="Rectangle 1030">
            <a:extLst>
              <a:ext uri="{FF2B5EF4-FFF2-40B4-BE49-F238E27FC236}">
                <a16:creationId xmlns:a16="http://schemas.microsoft.com/office/drawing/2014/main" id="{AD1CFAAE-D710-B945-880C-4838C9E27A0A}"/>
              </a:ext>
            </a:extLst>
          </p:cNvPr>
          <p:cNvSpPr>
            <a:spLocks noGrp="1" noChangeArrowheads="1"/>
          </p:cNvSpPr>
          <p:nvPr>
            <p:ph type="sldNum" sz="quarter" idx="11"/>
          </p:nvPr>
        </p:nvSpPr>
        <p:spPr/>
        <p:txBody>
          <a:bodyPr/>
          <a:lstStyle>
            <a:lvl1pPr eaLnBrk="0" hangingPunct="0">
              <a:defRPr/>
            </a:lvl1pPr>
          </a:lstStyle>
          <a:p>
            <a:pPr>
              <a:defRPr/>
            </a:pPr>
            <a:fld id="{B99F8390-5E7B-F84D-BB5A-F0643481A975}" type="slidenum">
              <a:rPr lang="en-US" altLang="en-US"/>
              <a:pPr>
                <a:defRPr/>
              </a:pPr>
              <a:t>‹#›</a:t>
            </a:fld>
            <a:endParaRPr lang="en-US" altLang="en-US"/>
          </a:p>
        </p:txBody>
      </p:sp>
    </p:spTree>
    <p:extLst>
      <p:ext uri="{BB962C8B-B14F-4D97-AF65-F5344CB8AC3E}">
        <p14:creationId xmlns:p14="http://schemas.microsoft.com/office/powerpoint/2010/main" val="2459097830"/>
      </p:ext>
    </p:extLst>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86549" y="152400"/>
            <a:ext cx="2152651" cy="60960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228606" y="152400"/>
            <a:ext cx="6305551" cy="60960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1029">
            <a:extLst>
              <a:ext uri="{FF2B5EF4-FFF2-40B4-BE49-F238E27FC236}">
                <a16:creationId xmlns:a16="http://schemas.microsoft.com/office/drawing/2014/main" id="{550158EE-260B-B548-928C-E911F37962D7}"/>
              </a:ext>
            </a:extLst>
          </p:cNvPr>
          <p:cNvSpPr>
            <a:spLocks noGrp="1" noChangeArrowheads="1"/>
          </p:cNvSpPr>
          <p:nvPr>
            <p:ph type="ftr" sz="quarter" idx="10"/>
          </p:nvPr>
        </p:nvSpPr>
        <p:spPr/>
        <p:txBody>
          <a:bodyPr/>
          <a:lstStyle>
            <a:lvl1pPr eaLnBrk="0" hangingPunct="0">
              <a:defRPr/>
            </a:lvl1pPr>
          </a:lstStyle>
          <a:p>
            <a:pPr>
              <a:defRPr/>
            </a:pPr>
            <a:endParaRPr lang="en-US" altLang="en-US"/>
          </a:p>
        </p:txBody>
      </p:sp>
      <p:sp>
        <p:nvSpPr>
          <p:cNvPr id="5" name="Rectangle 1030">
            <a:extLst>
              <a:ext uri="{FF2B5EF4-FFF2-40B4-BE49-F238E27FC236}">
                <a16:creationId xmlns:a16="http://schemas.microsoft.com/office/drawing/2014/main" id="{D3577B43-A5DC-1B40-946C-9AFCCF79B3B1}"/>
              </a:ext>
            </a:extLst>
          </p:cNvPr>
          <p:cNvSpPr>
            <a:spLocks noGrp="1" noChangeArrowheads="1"/>
          </p:cNvSpPr>
          <p:nvPr>
            <p:ph type="sldNum" sz="quarter" idx="11"/>
          </p:nvPr>
        </p:nvSpPr>
        <p:spPr/>
        <p:txBody>
          <a:bodyPr/>
          <a:lstStyle>
            <a:lvl1pPr eaLnBrk="0" hangingPunct="0">
              <a:defRPr/>
            </a:lvl1pPr>
          </a:lstStyle>
          <a:p>
            <a:pPr>
              <a:defRPr/>
            </a:pPr>
            <a:fld id="{954DE8F5-A1D7-DB49-969C-EAC86A464DD7}" type="slidenum">
              <a:rPr lang="en-US" altLang="en-US"/>
              <a:pPr>
                <a:defRPr/>
              </a:pPr>
              <a:t>‹#›</a:t>
            </a:fld>
            <a:endParaRPr lang="en-US" altLang="en-US"/>
          </a:p>
        </p:txBody>
      </p:sp>
    </p:spTree>
    <p:extLst>
      <p:ext uri="{BB962C8B-B14F-4D97-AF65-F5344CB8AC3E}">
        <p14:creationId xmlns:p14="http://schemas.microsoft.com/office/powerpoint/2010/main" val="1985091396"/>
      </p:ext>
    </p:extLst>
  </p:cSld>
  <p:clrMapOvr>
    <a:masterClrMapping/>
  </p:clrMapOvr>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clipArtAndTx" preserve="1">
  <p:cSld name="Title, Clip Art and Text">
    <p:spTree>
      <p:nvGrpSpPr>
        <p:cNvPr id="1" name=""/>
        <p:cNvGrpSpPr/>
        <p:nvPr/>
      </p:nvGrpSpPr>
      <p:grpSpPr>
        <a:xfrm>
          <a:off x="0" y="0"/>
          <a:ext cx="0" cy="0"/>
          <a:chOff x="0" y="0"/>
          <a:chExt cx="0" cy="0"/>
        </a:xfrm>
      </p:grpSpPr>
      <p:sp>
        <p:nvSpPr>
          <p:cNvPr id="2" name="Title 1"/>
          <p:cNvSpPr>
            <a:spLocks noGrp="1"/>
          </p:cNvSpPr>
          <p:nvPr>
            <p:ph type="title"/>
          </p:nvPr>
        </p:nvSpPr>
        <p:spPr>
          <a:xfrm>
            <a:off x="228600" y="152400"/>
            <a:ext cx="8610600" cy="1066800"/>
          </a:xfrm>
        </p:spPr>
        <p:txBody>
          <a:bodyPr/>
          <a:lstStyle/>
          <a:p>
            <a:r>
              <a:rPr lang="en-US"/>
              <a:t>Click to edit Master title style</a:t>
            </a:r>
          </a:p>
        </p:txBody>
      </p:sp>
      <p:sp>
        <p:nvSpPr>
          <p:cNvPr id="3" name="ClipArt Placeholder 2"/>
          <p:cNvSpPr>
            <a:spLocks noGrp="1"/>
          </p:cNvSpPr>
          <p:nvPr>
            <p:ph type="clipArt" sz="half" idx="1"/>
          </p:nvPr>
        </p:nvSpPr>
        <p:spPr>
          <a:xfrm>
            <a:off x="228603" y="1371600"/>
            <a:ext cx="4229100" cy="4876800"/>
          </a:xfrm>
        </p:spPr>
        <p:txBody>
          <a:bodyPr/>
          <a:lstStyle/>
          <a:p>
            <a:pPr lvl="0"/>
            <a:endParaRPr lang="en-US" noProof="0"/>
          </a:p>
        </p:txBody>
      </p:sp>
      <p:sp>
        <p:nvSpPr>
          <p:cNvPr id="4" name="Text Placeholder 3"/>
          <p:cNvSpPr>
            <a:spLocks noGrp="1"/>
          </p:cNvSpPr>
          <p:nvPr>
            <p:ph type="body" sz="half" idx="2"/>
          </p:nvPr>
        </p:nvSpPr>
        <p:spPr>
          <a:xfrm>
            <a:off x="4610103" y="1371600"/>
            <a:ext cx="4229100" cy="4876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1029">
            <a:extLst>
              <a:ext uri="{FF2B5EF4-FFF2-40B4-BE49-F238E27FC236}">
                <a16:creationId xmlns:a16="http://schemas.microsoft.com/office/drawing/2014/main" id="{26F2D48B-DA98-9943-BC1C-A3EA9EB5DCED}"/>
              </a:ext>
            </a:extLst>
          </p:cNvPr>
          <p:cNvSpPr>
            <a:spLocks noGrp="1" noChangeArrowheads="1"/>
          </p:cNvSpPr>
          <p:nvPr>
            <p:ph type="ftr" sz="quarter" idx="10"/>
          </p:nvPr>
        </p:nvSpPr>
        <p:spPr/>
        <p:txBody>
          <a:bodyPr/>
          <a:lstStyle>
            <a:lvl1pPr eaLnBrk="0" hangingPunct="0">
              <a:defRPr/>
            </a:lvl1pPr>
          </a:lstStyle>
          <a:p>
            <a:pPr>
              <a:defRPr/>
            </a:pPr>
            <a:endParaRPr lang="en-US" altLang="en-US"/>
          </a:p>
        </p:txBody>
      </p:sp>
      <p:sp>
        <p:nvSpPr>
          <p:cNvPr id="6" name="Rectangle 1030">
            <a:extLst>
              <a:ext uri="{FF2B5EF4-FFF2-40B4-BE49-F238E27FC236}">
                <a16:creationId xmlns:a16="http://schemas.microsoft.com/office/drawing/2014/main" id="{D1997EEF-E597-CB49-82CE-E15B3C1E8B73}"/>
              </a:ext>
            </a:extLst>
          </p:cNvPr>
          <p:cNvSpPr>
            <a:spLocks noGrp="1" noChangeArrowheads="1"/>
          </p:cNvSpPr>
          <p:nvPr>
            <p:ph type="sldNum" sz="quarter" idx="11"/>
          </p:nvPr>
        </p:nvSpPr>
        <p:spPr/>
        <p:txBody>
          <a:bodyPr/>
          <a:lstStyle>
            <a:lvl1pPr eaLnBrk="0" hangingPunct="0">
              <a:defRPr/>
            </a:lvl1pPr>
          </a:lstStyle>
          <a:p>
            <a:pPr>
              <a:defRPr/>
            </a:pPr>
            <a:fld id="{C61C15F8-46C5-1E47-A52A-D0FDBA87F580}" type="slidenum">
              <a:rPr lang="en-US" altLang="en-US"/>
              <a:pPr>
                <a:defRPr/>
              </a:pPr>
              <a:t>‹#›</a:t>
            </a:fld>
            <a:endParaRPr lang="en-US" altLang="en-US"/>
          </a:p>
        </p:txBody>
      </p:sp>
    </p:spTree>
    <p:extLst>
      <p:ext uri="{BB962C8B-B14F-4D97-AF65-F5344CB8AC3E}">
        <p14:creationId xmlns:p14="http://schemas.microsoft.com/office/powerpoint/2010/main" val="1145671746"/>
      </p:ext>
    </p:extLst>
  </p:cSld>
  <p:clrMapOvr>
    <a:masterClrMapping/>
  </p:clrMapOvr>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4" name="Freeform 7">
            <a:extLst>
              <a:ext uri="{FF2B5EF4-FFF2-40B4-BE49-F238E27FC236}">
                <a16:creationId xmlns:a16="http://schemas.microsoft.com/office/drawing/2014/main" id="{FF78E4D0-424C-0347-A9CF-9E0B76713F17}"/>
              </a:ext>
            </a:extLst>
          </p:cNvPr>
          <p:cNvSpPr>
            <a:spLocks noChangeArrowheads="1"/>
          </p:cNvSpPr>
          <p:nvPr/>
        </p:nvSpPr>
        <p:spPr bwMode="auto">
          <a:xfrm>
            <a:off x="457200" y="1123950"/>
            <a:ext cx="8229600" cy="914400"/>
          </a:xfrm>
          <a:custGeom>
            <a:avLst/>
            <a:gdLst>
              <a:gd name="T0" fmla="*/ 0 w 1000"/>
              <a:gd name="T1" fmla="*/ 2147483646 h 1000"/>
              <a:gd name="T2" fmla="*/ 0 w 1000"/>
              <a:gd name="T3" fmla="*/ 0 h 1000"/>
              <a:gd name="T4" fmla="*/ 2147483646 w 1000"/>
              <a:gd name="T5" fmla="*/ 0 h 1000"/>
              <a:gd name="T6" fmla="*/ 0 60000 65536"/>
              <a:gd name="T7" fmla="*/ 0 60000 65536"/>
              <a:gd name="T8" fmla="*/ 0 60000 65536"/>
            </a:gdLst>
            <a:ahLst/>
            <a:cxnLst>
              <a:cxn ang="T6">
                <a:pos x="T0" y="T1"/>
              </a:cxn>
              <a:cxn ang="T7">
                <a:pos x="T2" y="T3"/>
              </a:cxn>
              <a:cxn ang="T8">
                <a:pos x="T4" y="T5"/>
              </a:cxn>
            </a:cxnLst>
            <a:rect l="0" t="0" r="r" b="b"/>
            <a:pathLst>
              <a:path w="1000" h="1000">
                <a:moveTo>
                  <a:pt x="0" y="1000"/>
                </a:moveTo>
                <a:lnTo>
                  <a:pt x="0" y="0"/>
                </a:lnTo>
                <a:lnTo>
                  <a:pt x="1000" y="0"/>
                </a:lnTo>
              </a:path>
            </a:pathLst>
          </a:custGeom>
          <a:noFill/>
          <a:ln w="25400" cap="flat" cmpd="sng">
            <a:solidFill>
              <a:schemeClr val="accent1"/>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 name="Line 8">
            <a:extLst>
              <a:ext uri="{FF2B5EF4-FFF2-40B4-BE49-F238E27FC236}">
                <a16:creationId xmlns:a16="http://schemas.microsoft.com/office/drawing/2014/main" id="{A33CC073-19C1-4248-876B-620F0F137C37}"/>
              </a:ext>
            </a:extLst>
          </p:cNvPr>
          <p:cNvSpPr>
            <a:spLocks noChangeShapeType="1"/>
          </p:cNvSpPr>
          <p:nvPr/>
        </p:nvSpPr>
        <p:spPr bwMode="auto">
          <a:xfrm>
            <a:off x="457200" y="3371850"/>
            <a:ext cx="8229600" cy="0"/>
          </a:xfrm>
          <a:prstGeom prst="line">
            <a:avLst/>
          </a:prstGeom>
          <a:noFill/>
          <a:ln w="19050">
            <a:solidFill>
              <a:schemeClr val="accent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 name="Line 10">
            <a:extLst>
              <a:ext uri="{FF2B5EF4-FFF2-40B4-BE49-F238E27FC236}">
                <a16:creationId xmlns:a16="http://schemas.microsoft.com/office/drawing/2014/main" id="{9A9073A6-6853-0F42-BD07-7378E2199118}"/>
              </a:ext>
            </a:extLst>
          </p:cNvPr>
          <p:cNvSpPr>
            <a:spLocks noChangeShapeType="1"/>
          </p:cNvSpPr>
          <p:nvPr userDrawn="1"/>
        </p:nvSpPr>
        <p:spPr bwMode="auto">
          <a:xfrm>
            <a:off x="8686800" y="2457450"/>
            <a:ext cx="0" cy="914400"/>
          </a:xfrm>
          <a:prstGeom prst="line">
            <a:avLst/>
          </a:prstGeom>
          <a:noFill/>
          <a:ln w="25400">
            <a:solidFill>
              <a:schemeClr val="accent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1378" name="Rectangle 2"/>
          <p:cNvSpPr>
            <a:spLocks noGrp="1" noChangeArrowheads="1"/>
          </p:cNvSpPr>
          <p:nvPr>
            <p:ph type="ctrTitle"/>
          </p:nvPr>
        </p:nvSpPr>
        <p:spPr>
          <a:xfrm>
            <a:off x="685800" y="1524000"/>
            <a:ext cx="7924800" cy="1752600"/>
          </a:xfrm>
        </p:spPr>
        <p:txBody>
          <a:bodyPr/>
          <a:lstStyle>
            <a:lvl1pPr>
              <a:defRPr sz="4800"/>
            </a:lvl1pPr>
          </a:lstStyle>
          <a:p>
            <a:r>
              <a:rPr lang="en-US" altLang="en-US"/>
              <a:t>Click to edit Master title style</a:t>
            </a:r>
          </a:p>
        </p:txBody>
      </p:sp>
      <p:sp>
        <p:nvSpPr>
          <p:cNvPr id="101379" name="Rectangle 3"/>
          <p:cNvSpPr>
            <a:spLocks noGrp="1" noChangeArrowheads="1"/>
          </p:cNvSpPr>
          <p:nvPr>
            <p:ph type="subTitle" idx="1"/>
          </p:nvPr>
        </p:nvSpPr>
        <p:spPr>
          <a:xfrm>
            <a:off x="685800" y="3581400"/>
            <a:ext cx="7848600" cy="1752600"/>
          </a:xfrm>
        </p:spPr>
        <p:txBody>
          <a:bodyPr/>
          <a:lstStyle>
            <a:lvl1pPr marL="0" indent="0" algn="ctr">
              <a:buFont typeface="Wingdings" pitchFamily="2" charset="2"/>
              <a:buNone/>
              <a:defRPr/>
            </a:lvl1pPr>
          </a:lstStyle>
          <a:p>
            <a:r>
              <a:rPr lang="en-US" altLang="en-US"/>
              <a:t>Click to edit Master subtitle style</a:t>
            </a:r>
          </a:p>
        </p:txBody>
      </p:sp>
      <p:sp>
        <p:nvSpPr>
          <p:cNvPr id="7" name="Rectangle 4">
            <a:extLst>
              <a:ext uri="{FF2B5EF4-FFF2-40B4-BE49-F238E27FC236}">
                <a16:creationId xmlns:a16="http://schemas.microsoft.com/office/drawing/2014/main" id="{D25A0291-5427-B84A-B976-84F330C4F86E}"/>
              </a:ext>
            </a:extLst>
          </p:cNvPr>
          <p:cNvSpPr>
            <a:spLocks noGrp="1" noChangeArrowheads="1"/>
          </p:cNvSpPr>
          <p:nvPr>
            <p:ph type="dt" sz="half" idx="10"/>
          </p:nvPr>
        </p:nvSpPr>
        <p:spPr bwMode="auto">
          <a:xfrm>
            <a:off x="457200" y="6243638"/>
            <a:ext cx="2133600" cy="457200"/>
          </a:xfrm>
          <a:prstGeom prst="rect">
            <a:avLst/>
          </a:prstGeom>
          <a:ln>
            <a:miter lim="800000"/>
            <a:headEnd/>
            <a:tailEnd/>
          </a:ln>
        </p:spPr>
        <p:txBody>
          <a:bodyPr vert="horz" wrap="square" lIns="91440" tIns="45720" rIns="91440" bIns="45720" numCol="1" anchor="b" anchorCtr="0" compatLnSpc="1">
            <a:prstTxWarp prst="textNoShape">
              <a:avLst/>
            </a:prstTxWarp>
          </a:bodyPr>
          <a:lstStyle>
            <a:lvl1pPr eaLnBrk="1" hangingPunct="1">
              <a:defRPr sz="1200">
                <a:solidFill>
                  <a:srgbClr val="000000"/>
                </a:solidFill>
                <a:latin typeface="Garamond" pitchFamily="-106" charset="0"/>
                <a:ea typeface="Arial" pitchFamily="-106" charset="0"/>
                <a:cs typeface="Arial" pitchFamily="-106" charset="0"/>
              </a:defRPr>
            </a:lvl1pPr>
          </a:lstStyle>
          <a:p>
            <a:pPr>
              <a:defRPr/>
            </a:pPr>
            <a:r>
              <a:rPr lang="en-US"/>
              <a:t>Efficient Runahead Execution</a:t>
            </a:r>
          </a:p>
        </p:txBody>
      </p:sp>
      <p:sp>
        <p:nvSpPr>
          <p:cNvPr id="8" name="Rectangle 5">
            <a:extLst>
              <a:ext uri="{FF2B5EF4-FFF2-40B4-BE49-F238E27FC236}">
                <a16:creationId xmlns:a16="http://schemas.microsoft.com/office/drawing/2014/main" id="{4FE10629-1650-674B-8E6B-FB0D2376E987}"/>
              </a:ext>
            </a:extLst>
          </p:cNvPr>
          <p:cNvSpPr>
            <a:spLocks noGrp="1" noChangeArrowheads="1"/>
          </p:cNvSpPr>
          <p:nvPr>
            <p:ph type="ftr" sz="quarter" idx="11"/>
          </p:nvPr>
        </p:nvSpPr>
        <p:spPr>
          <a:xfrm>
            <a:off x="3124200" y="6243638"/>
            <a:ext cx="2895600" cy="457200"/>
          </a:xfrm>
        </p:spPr>
        <p:txBody>
          <a:bodyPr/>
          <a:lstStyle>
            <a:lvl1pPr eaLnBrk="0" hangingPunct="0">
              <a:defRPr/>
            </a:lvl1pPr>
          </a:lstStyle>
          <a:p>
            <a:pPr>
              <a:defRPr/>
            </a:pPr>
            <a:endParaRPr lang="en-US" altLang="en-US"/>
          </a:p>
        </p:txBody>
      </p:sp>
      <p:sp>
        <p:nvSpPr>
          <p:cNvPr id="9" name="Rectangle 6">
            <a:extLst>
              <a:ext uri="{FF2B5EF4-FFF2-40B4-BE49-F238E27FC236}">
                <a16:creationId xmlns:a16="http://schemas.microsoft.com/office/drawing/2014/main" id="{972D5666-8AF3-5D4B-9DBF-049134A814EB}"/>
              </a:ext>
            </a:extLst>
          </p:cNvPr>
          <p:cNvSpPr>
            <a:spLocks noGrp="1" noChangeArrowheads="1"/>
          </p:cNvSpPr>
          <p:nvPr>
            <p:ph type="sldNum" sz="quarter" idx="12"/>
          </p:nvPr>
        </p:nvSpPr>
        <p:spPr/>
        <p:txBody>
          <a:bodyPr/>
          <a:lstStyle>
            <a:lvl1pPr eaLnBrk="0" hangingPunct="0">
              <a:defRPr sz="1200"/>
            </a:lvl1pPr>
          </a:lstStyle>
          <a:p>
            <a:pPr>
              <a:defRPr/>
            </a:pPr>
            <a:fld id="{E967BE0B-2763-2049-A065-F1B8755BA5E2}" type="slidenum">
              <a:rPr lang="en-US" altLang="en-US"/>
              <a:pPr>
                <a:defRPr/>
              </a:pPr>
              <a:t>‹#›</a:t>
            </a:fld>
            <a:endParaRPr lang="en-US" altLang="en-US"/>
          </a:p>
        </p:txBody>
      </p:sp>
    </p:spTree>
    <p:extLst>
      <p:ext uri="{BB962C8B-B14F-4D97-AF65-F5344CB8AC3E}">
        <p14:creationId xmlns:p14="http://schemas.microsoft.com/office/powerpoint/2010/main" val="1654954318"/>
      </p:ext>
    </p:extLst>
  </p:cSld>
  <p:clrMapOvr>
    <a:masterClrMapping/>
  </p:clrMapOvr>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a:xfrm>
            <a:off x="228600" y="997529"/>
            <a:ext cx="8610600" cy="519372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1029">
            <a:extLst>
              <a:ext uri="{FF2B5EF4-FFF2-40B4-BE49-F238E27FC236}">
                <a16:creationId xmlns:a16="http://schemas.microsoft.com/office/drawing/2014/main" id="{D9F6E65B-F4D3-3944-A374-1D0280283ABB}"/>
              </a:ext>
            </a:extLst>
          </p:cNvPr>
          <p:cNvSpPr>
            <a:spLocks noGrp="1" noChangeArrowheads="1"/>
          </p:cNvSpPr>
          <p:nvPr>
            <p:ph type="ftr" sz="quarter" idx="10"/>
          </p:nvPr>
        </p:nvSpPr>
        <p:spPr/>
        <p:txBody>
          <a:bodyPr/>
          <a:lstStyle>
            <a:lvl1pPr eaLnBrk="0" hangingPunct="0">
              <a:defRPr/>
            </a:lvl1pPr>
          </a:lstStyle>
          <a:p>
            <a:pPr>
              <a:defRPr/>
            </a:pPr>
            <a:endParaRPr lang="en-US" altLang="en-US"/>
          </a:p>
        </p:txBody>
      </p:sp>
      <p:sp>
        <p:nvSpPr>
          <p:cNvPr id="5" name="Rectangle 1030">
            <a:extLst>
              <a:ext uri="{FF2B5EF4-FFF2-40B4-BE49-F238E27FC236}">
                <a16:creationId xmlns:a16="http://schemas.microsoft.com/office/drawing/2014/main" id="{01A79C1B-984C-364F-AF40-AE13374B2D25}"/>
              </a:ext>
            </a:extLst>
          </p:cNvPr>
          <p:cNvSpPr>
            <a:spLocks noGrp="1" noChangeArrowheads="1"/>
          </p:cNvSpPr>
          <p:nvPr>
            <p:ph type="sldNum" sz="quarter" idx="11"/>
          </p:nvPr>
        </p:nvSpPr>
        <p:spPr/>
        <p:txBody>
          <a:bodyPr/>
          <a:lstStyle>
            <a:lvl1pPr eaLnBrk="0" hangingPunct="0">
              <a:defRPr/>
            </a:lvl1pPr>
          </a:lstStyle>
          <a:p>
            <a:pPr>
              <a:defRPr/>
            </a:pPr>
            <a:fld id="{5492BC37-A118-A54F-AC4D-063C0DBF1266}" type="slidenum">
              <a:rPr lang="en-US" altLang="en-US"/>
              <a:pPr>
                <a:defRPr/>
              </a:pPr>
              <a:t>‹#›</a:t>
            </a:fld>
            <a:endParaRPr lang="en-US" altLang="en-US"/>
          </a:p>
        </p:txBody>
      </p:sp>
    </p:spTree>
    <p:extLst>
      <p:ext uri="{BB962C8B-B14F-4D97-AF65-F5344CB8AC3E}">
        <p14:creationId xmlns:p14="http://schemas.microsoft.com/office/powerpoint/2010/main" val="2922122689"/>
      </p:ext>
    </p:extLst>
  </p:cSld>
  <p:clrMapOvr>
    <a:masterClrMapping/>
  </p:clrMapOvr>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8"/>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1029">
            <a:extLst>
              <a:ext uri="{FF2B5EF4-FFF2-40B4-BE49-F238E27FC236}">
                <a16:creationId xmlns:a16="http://schemas.microsoft.com/office/drawing/2014/main" id="{9D05D34E-8F1F-7E44-8E24-99F75182925A}"/>
              </a:ext>
            </a:extLst>
          </p:cNvPr>
          <p:cNvSpPr>
            <a:spLocks noGrp="1" noChangeArrowheads="1"/>
          </p:cNvSpPr>
          <p:nvPr>
            <p:ph type="ftr" sz="quarter" idx="10"/>
          </p:nvPr>
        </p:nvSpPr>
        <p:spPr/>
        <p:txBody>
          <a:bodyPr/>
          <a:lstStyle>
            <a:lvl1pPr eaLnBrk="0" hangingPunct="0">
              <a:defRPr/>
            </a:lvl1pPr>
          </a:lstStyle>
          <a:p>
            <a:pPr>
              <a:defRPr/>
            </a:pPr>
            <a:endParaRPr lang="en-US" altLang="en-US"/>
          </a:p>
        </p:txBody>
      </p:sp>
      <p:sp>
        <p:nvSpPr>
          <p:cNvPr id="5" name="Rectangle 1030">
            <a:extLst>
              <a:ext uri="{FF2B5EF4-FFF2-40B4-BE49-F238E27FC236}">
                <a16:creationId xmlns:a16="http://schemas.microsoft.com/office/drawing/2014/main" id="{051EFE95-F820-E747-9341-BA4039E1E260}"/>
              </a:ext>
            </a:extLst>
          </p:cNvPr>
          <p:cNvSpPr>
            <a:spLocks noGrp="1" noChangeArrowheads="1"/>
          </p:cNvSpPr>
          <p:nvPr>
            <p:ph type="sldNum" sz="quarter" idx="11"/>
          </p:nvPr>
        </p:nvSpPr>
        <p:spPr/>
        <p:txBody>
          <a:bodyPr/>
          <a:lstStyle>
            <a:lvl1pPr eaLnBrk="0" hangingPunct="0">
              <a:defRPr/>
            </a:lvl1pPr>
          </a:lstStyle>
          <a:p>
            <a:pPr>
              <a:defRPr/>
            </a:pPr>
            <a:fld id="{E7E050C4-0910-8048-9740-3DBA2CE33BA0}" type="slidenum">
              <a:rPr lang="en-US" altLang="en-US"/>
              <a:pPr>
                <a:defRPr/>
              </a:pPr>
              <a:t>‹#›</a:t>
            </a:fld>
            <a:endParaRPr lang="en-US" altLang="en-US"/>
          </a:p>
        </p:txBody>
      </p:sp>
    </p:spTree>
    <p:extLst>
      <p:ext uri="{BB962C8B-B14F-4D97-AF65-F5344CB8AC3E}">
        <p14:creationId xmlns:p14="http://schemas.microsoft.com/office/powerpoint/2010/main" val="1064178948"/>
      </p:ext>
    </p:extLst>
  </p:cSld>
  <p:clrMapOvr>
    <a:masterClrMapping/>
  </p:clrMapOvr>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228603" y="1371600"/>
            <a:ext cx="4229100" cy="4876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10103" y="1371600"/>
            <a:ext cx="4229100" cy="4876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1029">
            <a:extLst>
              <a:ext uri="{FF2B5EF4-FFF2-40B4-BE49-F238E27FC236}">
                <a16:creationId xmlns:a16="http://schemas.microsoft.com/office/drawing/2014/main" id="{5663CB9F-F849-5645-8E13-F1DE817F51CB}"/>
              </a:ext>
            </a:extLst>
          </p:cNvPr>
          <p:cNvSpPr>
            <a:spLocks noGrp="1" noChangeArrowheads="1"/>
          </p:cNvSpPr>
          <p:nvPr>
            <p:ph type="ftr" sz="quarter" idx="10"/>
          </p:nvPr>
        </p:nvSpPr>
        <p:spPr/>
        <p:txBody>
          <a:bodyPr/>
          <a:lstStyle>
            <a:lvl1pPr eaLnBrk="0" hangingPunct="0">
              <a:defRPr/>
            </a:lvl1pPr>
          </a:lstStyle>
          <a:p>
            <a:pPr>
              <a:defRPr/>
            </a:pPr>
            <a:endParaRPr lang="en-US" altLang="en-US"/>
          </a:p>
        </p:txBody>
      </p:sp>
      <p:sp>
        <p:nvSpPr>
          <p:cNvPr id="6" name="Rectangle 1030">
            <a:extLst>
              <a:ext uri="{FF2B5EF4-FFF2-40B4-BE49-F238E27FC236}">
                <a16:creationId xmlns:a16="http://schemas.microsoft.com/office/drawing/2014/main" id="{441F8311-5EED-E845-BC70-610F9CFD66AE}"/>
              </a:ext>
            </a:extLst>
          </p:cNvPr>
          <p:cNvSpPr>
            <a:spLocks noGrp="1" noChangeArrowheads="1"/>
          </p:cNvSpPr>
          <p:nvPr>
            <p:ph type="sldNum" sz="quarter" idx="11"/>
          </p:nvPr>
        </p:nvSpPr>
        <p:spPr/>
        <p:txBody>
          <a:bodyPr/>
          <a:lstStyle>
            <a:lvl1pPr eaLnBrk="0" hangingPunct="0">
              <a:defRPr/>
            </a:lvl1pPr>
          </a:lstStyle>
          <a:p>
            <a:pPr>
              <a:defRPr/>
            </a:pPr>
            <a:fld id="{91A66211-12EB-5542-A4A8-C149AEDD23E2}" type="slidenum">
              <a:rPr lang="en-US" altLang="en-US"/>
              <a:pPr>
                <a:defRPr/>
              </a:pPr>
              <a:t>‹#›</a:t>
            </a:fld>
            <a:endParaRPr lang="en-US" altLang="en-US"/>
          </a:p>
        </p:txBody>
      </p:sp>
    </p:spTree>
    <p:extLst>
      <p:ext uri="{BB962C8B-B14F-4D97-AF65-F5344CB8AC3E}">
        <p14:creationId xmlns:p14="http://schemas.microsoft.com/office/powerpoint/2010/main" val="949620015"/>
      </p:ext>
    </p:extLst>
  </p:cSld>
  <p:clrMapOvr>
    <a:masterClrMapping/>
  </p:clrMapOvr>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3"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3"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31"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31"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1029">
            <a:extLst>
              <a:ext uri="{FF2B5EF4-FFF2-40B4-BE49-F238E27FC236}">
                <a16:creationId xmlns:a16="http://schemas.microsoft.com/office/drawing/2014/main" id="{5B71E6E3-998C-9544-B8FF-E54C160A5660}"/>
              </a:ext>
            </a:extLst>
          </p:cNvPr>
          <p:cNvSpPr>
            <a:spLocks noGrp="1" noChangeArrowheads="1"/>
          </p:cNvSpPr>
          <p:nvPr>
            <p:ph type="ftr" sz="quarter" idx="10"/>
          </p:nvPr>
        </p:nvSpPr>
        <p:spPr/>
        <p:txBody>
          <a:bodyPr/>
          <a:lstStyle>
            <a:lvl1pPr eaLnBrk="0" hangingPunct="0">
              <a:defRPr/>
            </a:lvl1pPr>
          </a:lstStyle>
          <a:p>
            <a:pPr>
              <a:defRPr/>
            </a:pPr>
            <a:endParaRPr lang="en-US" altLang="en-US"/>
          </a:p>
        </p:txBody>
      </p:sp>
      <p:sp>
        <p:nvSpPr>
          <p:cNvPr id="8" name="Rectangle 1030">
            <a:extLst>
              <a:ext uri="{FF2B5EF4-FFF2-40B4-BE49-F238E27FC236}">
                <a16:creationId xmlns:a16="http://schemas.microsoft.com/office/drawing/2014/main" id="{A419141F-C4E9-0B4E-A246-8CC026C0A177}"/>
              </a:ext>
            </a:extLst>
          </p:cNvPr>
          <p:cNvSpPr>
            <a:spLocks noGrp="1" noChangeArrowheads="1"/>
          </p:cNvSpPr>
          <p:nvPr>
            <p:ph type="sldNum" sz="quarter" idx="11"/>
          </p:nvPr>
        </p:nvSpPr>
        <p:spPr/>
        <p:txBody>
          <a:bodyPr/>
          <a:lstStyle>
            <a:lvl1pPr eaLnBrk="0" hangingPunct="0">
              <a:defRPr/>
            </a:lvl1pPr>
          </a:lstStyle>
          <a:p>
            <a:pPr>
              <a:defRPr/>
            </a:pPr>
            <a:fld id="{3BCF3F7B-A04E-DF4A-8937-C43C179D5B24}" type="slidenum">
              <a:rPr lang="en-US" altLang="en-US"/>
              <a:pPr>
                <a:defRPr/>
              </a:pPr>
              <a:t>‹#›</a:t>
            </a:fld>
            <a:endParaRPr lang="en-US" altLang="en-US"/>
          </a:p>
        </p:txBody>
      </p:sp>
    </p:spTree>
    <p:extLst>
      <p:ext uri="{BB962C8B-B14F-4D97-AF65-F5344CB8AC3E}">
        <p14:creationId xmlns:p14="http://schemas.microsoft.com/office/powerpoint/2010/main" val="4216294795"/>
      </p:ext>
    </p:extLst>
  </p:cSld>
  <p:clrMapOvr>
    <a:masterClrMapping/>
  </p:clrMapOvr>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1029">
            <a:extLst>
              <a:ext uri="{FF2B5EF4-FFF2-40B4-BE49-F238E27FC236}">
                <a16:creationId xmlns:a16="http://schemas.microsoft.com/office/drawing/2014/main" id="{6911567B-47F9-5849-930E-8C6D41B52A1B}"/>
              </a:ext>
            </a:extLst>
          </p:cNvPr>
          <p:cNvSpPr>
            <a:spLocks noGrp="1" noChangeArrowheads="1"/>
          </p:cNvSpPr>
          <p:nvPr>
            <p:ph type="ftr" sz="quarter" idx="10"/>
          </p:nvPr>
        </p:nvSpPr>
        <p:spPr/>
        <p:txBody>
          <a:bodyPr/>
          <a:lstStyle>
            <a:lvl1pPr eaLnBrk="0" hangingPunct="0">
              <a:defRPr/>
            </a:lvl1pPr>
          </a:lstStyle>
          <a:p>
            <a:pPr>
              <a:defRPr/>
            </a:pPr>
            <a:endParaRPr lang="en-US" altLang="en-US"/>
          </a:p>
        </p:txBody>
      </p:sp>
      <p:sp>
        <p:nvSpPr>
          <p:cNvPr id="4" name="Rectangle 1030">
            <a:extLst>
              <a:ext uri="{FF2B5EF4-FFF2-40B4-BE49-F238E27FC236}">
                <a16:creationId xmlns:a16="http://schemas.microsoft.com/office/drawing/2014/main" id="{26280F4A-A5F7-B34A-99FD-B7DAC4D84D91}"/>
              </a:ext>
            </a:extLst>
          </p:cNvPr>
          <p:cNvSpPr>
            <a:spLocks noGrp="1" noChangeArrowheads="1"/>
          </p:cNvSpPr>
          <p:nvPr>
            <p:ph type="sldNum" sz="quarter" idx="11"/>
          </p:nvPr>
        </p:nvSpPr>
        <p:spPr/>
        <p:txBody>
          <a:bodyPr/>
          <a:lstStyle>
            <a:lvl1pPr eaLnBrk="0" hangingPunct="0">
              <a:defRPr/>
            </a:lvl1pPr>
          </a:lstStyle>
          <a:p>
            <a:pPr>
              <a:defRPr/>
            </a:pPr>
            <a:fld id="{54DC08C1-50FB-784E-8290-EF1E56DEDA31}" type="slidenum">
              <a:rPr lang="en-US" altLang="en-US"/>
              <a:pPr>
                <a:defRPr/>
              </a:pPr>
              <a:t>‹#›</a:t>
            </a:fld>
            <a:endParaRPr lang="en-US" altLang="en-US"/>
          </a:p>
        </p:txBody>
      </p:sp>
    </p:spTree>
    <p:extLst>
      <p:ext uri="{BB962C8B-B14F-4D97-AF65-F5344CB8AC3E}">
        <p14:creationId xmlns:p14="http://schemas.microsoft.com/office/powerpoint/2010/main" val="818168374"/>
      </p:ext>
    </p:extLst>
  </p:cSld>
  <p:clrMapOvr>
    <a:masterClrMapping/>
  </p:clrMapOvr>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1029">
            <a:extLst>
              <a:ext uri="{FF2B5EF4-FFF2-40B4-BE49-F238E27FC236}">
                <a16:creationId xmlns:a16="http://schemas.microsoft.com/office/drawing/2014/main" id="{ED3ED04A-310E-B641-A663-4B51CE77C666}"/>
              </a:ext>
            </a:extLst>
          </p:cNvPr>
          <p:cNvSpPr>
            <a:spLocks noGrp="1" noChangeArrowheads="1"/>
          </p:cNvSpPr>
          <p:nvPr>
            <p:ph type="ftr" sz="quarter" idx="10"/>
          </p:nvPr>
        </p:nvSpPr>
        <p:spPr/>
        <p:txBody>
          <a:bodyPr/>
          <a:lstStyle>
            <a:lvl1pPr eaLnBrk="0" hangingPunct="0">
              <a:defRPr/>
            </a:lvl1pPr>
          </a:lstStyle>
          <a:p>
            <a:pPr>
              <a:defRPr/>
            </a:pPr>
            <a:endParaRPr lang="en-US" altLang="en-US"/>
          </a:p>
        </p:txBody>
      </p:sp>
      <p:sp>
        <p:nvSpPr>
          <p:cNvPr id="3" name="Rectangle 1030">
            <a:extLst>
              <a:ext uri="{FF2B5EF4-FFF2-40B4-BE49-F238E27FC236}">
                <a16:creationId xmlns:a16="http://schemas.microsoft.com/office/drawing/2014/main" id="{9B1C7671-C4C8-144F-B54F-68976AADE334}"/>
              </a:ext>
            </a:extLst>
          </p:cNvPr>
          <p:cNvSpPr>
            <a:spLocks noGrp="1" noChangeArrowheads="1"/>
          </p:cNvSpPr>
          <p:nvPr>
            <p:ph type="sldNum" sz="quarter" idx="11"/>
          </p:nvPr>
        </p:nvSpPr>
        <p:spPr/>
        <p:txBody>
          <a:bodyPr/>
          <a:lstStyle>
            <a:lvl1pPr eaLnBrk="0" hangingPunct="0">
              <a:defRPr/>
            </a:lvl1pPr>
          </a:lstStyle>
          <a:p>
            <a:pPr>
              <a:defRPr/>
            </a:pPr>
            <a:fld id="{FF3A6762-16BE-2040-B803-55E100CD2124}" type="slidenum">
              <a:rPr lang="en-US" altLang="en-US"/>
              <a:pPr>
                <a:defRPr/>
              </a:pPr>
              <a:t>‹#›</a:t>
            </a:fld>
            <a:endParaRPr lang="en-US" altLang="en-US"/>
          </a:p>
        </p:txBody>
      </p:sp>
    </p:spTree>
    <p:extLst>
      <p:ext uri="{BB962C8B-B14F-4D97-AF65-F5344CB8AC3E}">
        <p14:creationId xmlns:p14="http://schemas.microsoft.com/office/powerpoint/2010/main" val="2985086897"/>
      </p:ext>
    </p:extLst>
  </p:cSld>
  <p:clrMapOvr>
    <a:masterClrMapping/>
  </p:clrMapOvr>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6"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5" y="273055"/>
            <a:ext cx="5111751"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6" y="1435105"/>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1029">
            <a:extLst>
              <a:ext uri="{FF2B5EF4-FFF2-40B4-BE49-F238E27FC236}">
                <a16:creationId xmlns:a16="http://schemas.microsoft.com/office/drawing/2014/main" id="{5C5228AF-DAE0-C34E-AE0C-CE18E3E0F390}"/>
              </a:ext>
            </a:extLst>
          </p:cNvPr>
          <p:cNvSpPr>
            <a:spLocks noGrp="1" noChangeArrowheads="1"/>
          </p:cNvSpPr>
          <p:nvPr>
            <p:ph type="ftr" sz="quarter" idx="10"/>
          </p:nvPr>
        </p:nvSpPr>
        <p:spPr/>
        <p:txBody>
          <a:bodyPr/>
          <a:lstStyle>
            <a:lvl1pPr eaLnBrk="0" hangingPunct="0">
              <a:defRPr/>
            </a:lvl1pPr>
          </a:lstStyle>
          <a:p>
            <a:pPr>
              <a:defRPr/>
            </a:pPr>
            <a:endParaRPr lang="en-US" altLang="en-US"/>
          </a:p>
        </p:txBody>
      </p:sp>
      <p:sp>
        <p:nvSpPr>
          <p:cNvPr id="6" name="Rectangle 1030">
            <a:extLst>
              <a:ext uri="{FF2B5EF4-FFF2-40B4-BE49-F238E27FC236}">
                <a16:creationId xmlns:a16="http://schemas.microsoft.com/office/drawing/2014/main" id="{1F1C6DDA-B4E8-6D45-BD7C-A2B555DF7B57}"/>
              </a:ext>
            </a:extLst>
          </p:cNvPr>
          <p:cNvSpPr>
            <a:spLocks noGrp="1" noChangeArrowheads="1"/>
          </p:cNvSpPr>
          <p:nvPr>
            <p:ph type="sldNum" sz="quarter" idx="11"/>
          </p:nvPr>
        </p:nvSpPr>
        <p:spPr/>
        <p:txBody>
          <a:bodyPr/>
          <a:lstStyle>
            <a:lvl1pPr eaLnBrk="0" hangingPunct="0">
              <a:defRPr/>
            </a:lvl1pPr>
          </a:lstStyle>
          <a:p>
            <a:pPr>
              <a:defRPr/>
            </a:pPr>
            <a:fld id="{D08B495F-94D1-AD4D-82FB-0AC90C72F42F}" type="slidenum">
              <a:rPr lang="en-US" altLang="en-US"/>
              <a:pPr>
                <a:defRPr/>
              </a:pPr>
              <a:t>‹#›</a:t>
            </a:fld>
            <a:endParaRPr lang="en-US" altLang="en-US"/>
          </a:p>
        </p:txBody>
      </p:sp>
    </p:spTree>
    <p:extLst>
      <p:ext uri="{BB962C8B-B14F-4D97-AF65-F5344CB8AC3E}">
        <p14:creationId xmlns:p14="http://schemas.microsoft.com/office/powerpoint/2010/main" val="2845765192"/>
      </p:ext>
    </p:extLst>
  </p:cSld>
  <p:clrMapOvr>
    <a:masterClrMapping/>
  </p:clrMapOvr>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1"/>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9"/>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1029">
            <a:extLst>
              <a:ext uri="{FF2B5EF4-FFF2-40B4-BE49-F238E27FC236}">
                <a16:creationId xmlns:a16="http://schemas.microsoft.com/office/drawing/2014/main" id="{3F6B5E7B-1157-6340-89A3-6088FF59640E}"/>
              </a:ext>
            </a:extLst>
          </p:cNvPr>
          <p:cNvSpPr>
            <a:spLocks noGrp="1" noChangeArrowheads="1"/>
          </p:cNvSpPr>
          <p:nvPr>
            <p:ph type="ftr" sz="quarter" idx="10"/>
          </p:nvPr>
        </p:nvSpPr>
        <p:spPr/>
        <p:txBody>
          <a:bodyPr/>
          <a:lstStyle>
            <a:lvl1pPr eaLnBrk="0" hangingPunct="0">
              <a:defRPr/>
            </a:lvl1pPr>
          </a:lstStyle>
          <a:p>
            <a:pPr>
              <a:defRPr/>
            </a:pPr>
            <a:endParaRPr lang="en-US" altLang="en-US"/>
          </a:p>
        </p:txBody>
      </p:sp>
      <p:sp>
        <p:nvSpPr>
          <p:cNvPr id="6" name="Rectangle 1030">
            <a:extLst>
              <a:ext uri="{FF2B5EF4-FFF2-40B4-BE49-F238E27FC236}">
                <a16:creationId xmlns:a16="http://schemas.microsoft.com/office/drawing/2014/main" id="{98132281-096F-2846-AF74-40556CC34CD1}"/>
              </a:ext>
            </a:extLst>
          </p:cNvPr>
          <p:cNvSpPr>
            <a:spLocks noGrp="1" noChangeArrowheads="1"/>
          </p:cNvSpPr>
          <p:nvPr>
            <p:ph type="sldNum" sz="quarter" idx="11"/>
          </p:nvPr>
        </p:nvSpPr>
        <p:spPr/>
        <p:txBody>
          <a:bodyPr/>
          <a:lstStyle>
            <a:lvl1pPr eaLnBrk="0" hangingPunct="0">
              <a:defRPr/>
            </a:lvl1pPr>
          </a:lstStyle>
          <a:p>
            <a:pPr>
              <a:defRPr/>
            </a:pPr>
            <a:fld id="{D60E6768-6EA0-2B48-B4F6-782912DF6E73}" type="slidenum">
              <a:rPr lang="en-US" altLang="en-US"/>
              <a:pPr>
                <a:defRPr/>
              </a:pPr>
              <a:t>‹#›</a:t>
            </a:fld>
            <a:endParaRPr lang="en-US" altLang="en-US"/>
          </a:p>
        </p:txBody>
      </p:sp>
    </p:spTree>
    <p:extLst>
      <p:ext uri="{BB962C8B-B14F-4D97-AF65-F5344CB8AC3E}">
        <p14:creationId xmlns:p14="http://schemas.microsoft.com/office/powerpoint/2010/main" val="3435096079"/>
      </p:ext>
    </p:extLst>
  </p:cSld>
  <p:clrMapOvr>
    <a:masterClrMapping/>
  </p:clrMapOvr>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1029">
            <a:extLst>
              <a:ext uri="{FF2B5EF4-FFF2-40B4-BE49-F238E27FC236}">
                <a16:creationId xmlns:a16="http://schemas.microsoft.com/office/drawing/2014/main" id="{DE348F99-A9E9-A340-93CE-467BCF71994E}"/>
              </a:ext>
            </a:extLst>
          </p:cNvPr>
          <p:cNvSpPr>
            <a:spLocks noGrp="1" noChangeArrowheads="1"/>
          </p:cNvSpPr>
          <p:nvPr>
            <p:ph type="ftr" sz="quarter" idx="10"/>
          </p:nvPr>
        </p:nvSpPr>
        <p:spPr/>
        <p:txBody>
          <a:bodyPr/>
          <a:lstStyle>
            <a:lvl1pPr eaLnBrk="0" hangingPunct="0">
              <a:defRPr/>
            </a:lvl1pPr>
          </a:lstStyle>
          <a:p>
            <a:pPr>
              <a:defRPr/>
            </a:pPr>
            <a:endParaRPr lang="en-US" altLang="en-US"/>
          </a:p>
        </p:txBody>
      </p:sp>
      <p:sp>
        <p:nvSpPr>
          <p:cNvPr id="5" name="Rectangle 1030">
            <a:extLst>
              <a:ext uri="{FF2B5EF4-FFF2-40B4-BE49-F238E27FC236}">
                <a16:creationId xmlns:a16="http://schemas.microsoft.com/office/drawing/2014/main" id="{CEA0239B-2D4E-AF41-9282-EB8079EAA6E2}"/>
              </a:ext>
            </a:extLst>
          </p:cNvPr>
          <p:cNvSpPr>
            <a:spLocks noGrp="1" noChangeArrowheads="1"/>
          </p:cNvSpPr>
          <p:nvPr>
            <p:ph type="sldNum" sz="quarter" idx="11"/>
          </p:nvPr>
        </p:nvSpPr>
        <p:spPr/>
        <p:txBody>
          <a:bodyPr/>
          <a:lstStyle>
            <a:lvl1pPr eaLnBrk="0" hangingPunct="0">
              <a:defRPr/>
            </a:lvl1pPr>
          </a:lstStyle>
          <a:p>
            <a:pPr>
              <a:defRPr/>
            </a:pPr>
            <a:fld id="{E7DE3877-7A7D-DD4D-82B4-4016483A2B08}" type="slidenum">
              <a:rPr lang="en-US" altLang="en-US"/>
              <a:pPr>
                <a:defRPr/>
              </a:pPr>
              <a:t>‹#›</a:t>
            </a:fld>
            <a:endParaRPr lang="en-US" altLang="en-US"/>
          </a:p>
        </p:txBody>
      </p:sp>
    </p:spTree>
    <p:extLst>
      <p:ext uri="{BB962C8B-B14F-4D97-AF65-F5344CB8AC3E}">
        <p14:creationId xmlns:p14="http://schemas.microsoft.com/office/powerpoint/2010/main" val="1129802142"/>
      </p:ext>
    </p:extLst>
  </p:cSld>
  <p:clrMapOvr>
    <a:masterClrMapping/>
  </p:clrMapOvr>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86549" y="152400"/>
            <a:ext cx="2152651" cy="60960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228606" y="152400"/>
            <a:ext cx="6305551" cy="60960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1029">
            <a:extLst>
              <a:ext uri="{FF2B5EF4-FFF2-40B4-BE49-F238E27FC236}">
                <a16:creationId xmlns:a16="http://schemas.microsoft.com/office/drawing/2014/main" id="{30946A57-00B5-BF4D-BA0D-4C0AAA5BC94D}"/>
              </a:ext>
            </a:extLst>
          </p:cNvPr>
          <p:cNvSpPr>
            <a:spLocks noGrp="1" noChangeArrowheads="1"/>
          </p:cNvSpPr>
          <p:nvPr>
            <p:ph type="ftr" sz="quarter" idx="10"/>
          </p:nvPr>
        </p:nvSpPr>
        <p:spPr/>
        <p:txBody>
          <a:bodyPr/>
          <a:lstStyle>
            <a:lvl1pPr eaLnBrk="0" hangingPunct="0">
              <a:defRPr/>
            </a:lvl1pPr>
          </a:lstStyle>
          <a:p>
            <a:pPr>
              <a:defRPr/>
            </a:pPr>
            <a:endParaRPr lang="en-US" altLang="en-US"/>
          </a:p>
        </p:txBody>
      </p:sp>
      <p:sp>
        <p:nvSpPr>
          <p:cNvPr id="5" name="Rectangle 1030">
            <a:extLst>
              <a:ext uri="{FF2B5EF4-FFF2-40B4-BE49-F238E27FC236}">
                <a16:creationId xmlns:a16="http://schemas.microsoft.com/office/drawing/2014/main" id="{418EEB5B-561D-2D4D-A99E-0F26DFC44BCB}"/>
              </a:ext>
            </a:extLst>
          </p:cNvPr>
          <p:cNvSpPr>
            <a:spLocks noGrp="1" noChangeArrowheads="1"/>
          </p:cNvSpPr>
          <p:nvPr>
            <p:ph type="sldNum" sz="quarter" idx="11"/>
          </p:nvPr>
        </p:nvSpPr>
        <p:spPr/>
        <p:txBody>
          <a:bodyPr/>
          <a:lstStyle>
            <a:lvl1pPr eaLnBrk="0" hangingPunct="0">
              <a:defRPr/>
            </a:lvl1pPr>
          </a:lstStyle>
          <a:p>
            <a:pPr>
              <a:defRPr/>
            </a:pPr>
            <a:fld id="{E749DD3B-C68E-8E45-8046-6CB425BBF8BA}" type="slidenum">
              <a:rPr lang="en-US" altLang="en-US"/>
              <a:pPr>
                <a:defRPr/>
              </a:pPr>
              <a:t>‹#›</a:t>
            </a:fld>
            <a:endParaRPr lang="en-US" altLang="en-US"/>
          </a:p>
        </p:txBody>
      </p:sp>
    </p:spTree>
    <p:extLst>
      <p:ext uri="{BB962C8B-B14F-4D97-AF65-F5344CB8AC3E}">
        <p14:creationId xmlns:p14="http://schemas.microsoft.com/office/powerpoint/2010/main" val="3348681100"/>
      </p:ext>
    </p:extLst>
  </p:cSld>
  <p:clrMapOvr>
    <a:masterClrMapping/>
  </p:clrMapOvr>
  <p:transition/>
</p:sldLayout>
</file>

<file path=ppt/slideLayouts/slideLayout24.xml><?xml version="1.0" encoding="utf-8"?>
<p:sldLayout xmlns:a="http://schemas.openxmlformats.org/drawingml/2006/main" xmlns:r="http://schemas.openxmlformats.org/officeDocument/2006/relationships" xmlns:p="http://schemas.openxmlformats.org/presentationml/2006/main" type="clipArtAndTx" preserve="1">
  <p:cSld name="Title, Clip Art and Text">
    <p:spTree>
      <p:nvGrpSpPr>
        <p:cNvPr id="1" name=""/>
        <p:cNvGrpSpPr/>
        <p:nvPr/>
      </p:nvGrpSpPr>
      <p:grpSpPr>
        <a:xfrm>
          <a:off x="0" y="0"/>
          <a:ext cx="0" cy="0"/>
          <a:chOff x="0" y="0"/>
          <a:chExt cx="0" cy="0"/>
        </a:xfrm>
      </p:grpSpPr>
      <p:sp>
        <p:nvSpPr>
          <p:cNvPr id="2" name="Title 1"/>
          <p:cNvSpPr>
            <a:spLocks noGrp="1"/>
          </p:cNvSpPr>
          <p:nvPr>
            <p:ph type="title"/>
          </p:nvPr>
        </p:nvSpPr>
        <p:spPr>
          <a:xfrm>
            <a:off x="228600" y="152400"/>
            <a:ext cx="8610600" cy="1066800"/>
          </a:xfrm>
        </p:spPr>
        <p:txBody>
          <a:bodyPr/>
          <a:lstStyle/>
          <a:p>
            <a:r>
              <a:rPr lang="en-US"/>
              <a:t>Click to edit Master title style</a:t>
            </a:r>
          </a:p>
        </p:txBody>
      </p:sp>
      <p:sp>
        <p:nvSpPr>
          <p:cNvPr id="3" name="ClipArt Placeholder 2"/>
          <p:cNvSpPr>
            <a:spLocks noGrp="1"/>
          </p:cNvSpPr>
          <p:nvPr>
            <p:ph type="clipArt" sz="half" idx="1"/>
          </p:nvPr>
        </p:nvSpPr>
        <p:spPr>
          <a:xfrm>
            <a:off x="228603" y="1371600"/>
            <a:ext cx="4229100" cy="4876800"/>
          </a:xfrm>
        </p:spPr>
        <p:txBody>
          <a:bodyPr/>
          <a:lstStyle/>
          <a:p>
            <a:pPr lvl="0"/>
            <a:endParaRPr lang="en-US" noProof="0"/>
          </a:p>
        </p:txBody>
      </p:sp>
      <p:sp>
        <p:nvSpPr>
          <p:cNvPr id="4" name="Text Placeholder 3"/>
          <p:cNvSpPr>
            <a:spLocks noGrp="1"/>
          </p:cNvSpPr>
          <p:nvPr>
            <p:ph type="body" sz="half" idx="2"/>
          </p:nvPr>
        </p:nvSpPr>
        <p:spPr>
          <a:xfrm>
            <a:off x="4610103" y="1371600"/>
            <a:ext cx="4229100" cy="4876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1029">
            <a:extLst>
              <a:ext uri="{FF2B5EF4-FFF2-40B4-BE49-F238E27FC236}">
                <a16:creationId xmlns:a16="http://schemas.microsoft.com/office/drawing/2014/main" id="{6A6527E0-E5A8-6D40-BCBD-944D973152BB}"/>
              </a:ext>
            </a:extLst>
          </p:cNvPr>
          <p:cNvSpPr>
            <a:spLocks noGrp="1" noChangeArrowheads="1"/>
          </p:cNvSpPr>
          <p:nvPr>
            <p:ph type="ftr" sz="quarter" idx="10"/>
          </p:nvPr>
        </p:nvSpPr>
        <p:spPr/>
        <p:txBody>
          <a:bodyPr/>
          <a:lstStyle>
            <a:lvl1pPr eaLnBrk="0" hangingPunct="0">
              <a:defRPr/>
            </a:lvl1pPr>
          </a:lstStyle>
          <a:p>
            <a:pPr>
              <a:defRPr/>
            </a:pPr>
            <a:endParaRPr lang="en-US" altLang="en-US"/>
          </a:p>
        </p:txBody>
      </p:sp>
      <p:sp>
        <p:nvSpPr>
          <p:cNvPr id="6" name="Rectangle 1030">
            <a:extLst>
              <a:ext uri="{FF2B5EF4-FFF2-40B4-BE49-F238E27FC236}">
                <a16:creationId xmlns:a16="http://schemas.microsoft.com/office/drawing/2014/main" id="{115E69D3-0FB2-2144-A9A0-8AA4872599DE}"/>
              </a:ext>
            </a:extLst>
          </p:cNvPr>
          <p:cNvSpPr>
            <a:spLocks noGrp="1" noChangeArrowheads="1"/>
          </p:cNvSpPr>
          <p:nvPr>
            <p:ph type="sldNum" sz="quarter" idx="11"/>
          </p:nvPr>
        </p:nvSpPr>
        <p:spPr/>
        <p:txBody>
          <a:bodyPr/>
          <a:lstStyle>
            <a:lvl1pPr eaLnBrk="0" hangingPunct="0">
              <a:defRPr/>
            </a:lvl1pPr>
          </a:lstStyle>
          <a:p>
            <a:pPr>
              <a:defRPr/>
            </a:pPr>
            <a:fld id="{004A0ECB-096A-4742-BD97-AA048FDF8203}" type="slidenum">
              <a:rPr lang="en-US" altLang="en-US"/>
              <a:pPr>
                <a:defRPr/>
              </a:pPr>
              <a:t>‹#›</a:t>
            </a:fld>
            <a:endParaRPr lang="en-US" altLang="en-US"/>
          </a:p>
        </p:txBody>
      </p:sp>
    </p:spTree>
    <p:extLst>
      <p:ext uri="{BB962C8B-B14F-4D97-AF65-F5344CB8AC3E}">
        <p14:creationId xmlns:p14="http://schemas.microsoft.com/office/powerpoint/2010/main" val="904977946"/>
      </p:ext>
    </p:extLst>
  </p:cSld>
  <p:clrMapOvr>
    <a:masterClrMapping/>
  </p:clrMapOvr>
  <p:transition/>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4" name="Freeform 7">
            <a:extLst>
              <a:ext uri="{FF2B5EF4-FFF2-40B4-BE49-F238E27FC236}">
                <a16:creationId xmlns:a16="http://schemas.microsoft.com/office/drawing/2014/main" id="{C3742222-F29D-8746-8485-52B78EC42955}"/>
              </a:ext>
            </a:extLst>
          </p:cNvPr>
          <p:cNvSpPr>
            <a:spLocks noChangeArrowheads="1"/>
          </p:cNvSpPr>
          <p:nvPr/>
        </p:nvSpPr>
        <p:spPr bwMode="auto">
          <a:xfrm>
            <a:off x="457200" y="1123950"/>
            <a:ext cx="8229600" cy="914400"/>
          </a:xfrm>
          <a:custGeom>
            <a:avLst/>
            <a:gdLst>
              <a:gd name="T0" fmla="*/ 0 w 1000"/>
              <a:gd name="T1" fmla="*/ 2147483646 h 1000"/>
              <a:gd name="T2" fmla="*/ 0 w 1000"/>
              <a:gd name="T3" fmla="*/ 0 h 1000"/>
              <a:gd name="T4" fmla="*/ 2147483646 w 1000"/>
              <a:gd name="T5" fmla="*/ 0 h 1000"/>
              <a:gd name="T6" fmla="*/ 0 60000 65536"/>
              <a:gd name="T7" fmla="*/ 0 60000 65536"/>
              <a:gd name="T8" fmla="*/ 0 60000 65536"/>
            </a:gdLst>
            <a:ahLst/>
            <a:cxnLst>
              <a:cxn ang="T6">
                <a:pos x="T0" y="T1"/>
              </a:cxn>
              <a:cxn ang="T7">
                <a:pos x="T2" y="T3"/>
              </a:cxn>
              <a:cxn ang="T8">
                <a:pos x="T4" y="T5"/>
              </a:cxn>
            </a:cxnLst>
            <a:rect l="0" t="0" r="r" b="b"/>
            <a:pathLst>
              <a:path w="1000" h="1000">
                <a:moveTo>
                  <a:pt x="0" y="1000"/>
                </a:moveTo>
                <a:lnTo>
                  <a:pt x="0" y="0"/>
                </a:lnTo>
                <a:lnTo>
                  <a:pt x="1000" y="0"/>
                </a:lnTo>
              </a:path>
            </a:pathLst>
          </a:custGeom>
          <a:noFill/>
          <a:ln w="25400" cap="flat" cmpd="sng">
            <a:solidFill>
              <a:schemeClr val="accent1"/>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 name="Line 8">
            <a:extLst>
              <a:ext uri="{FF2B5EF4-FFF2-40B4-BE49-F238E27FC236}">
                <a16:creationId xmlns:a16="http://schemas.microsoft.com/office/drawing/2014/main" id="{DA1EEB37-4086-A048-BCA6-52EF3E991764}"/>
              </a:ext>
            </a:extLst>
          </p:cNvPr>
          <p:cNvSpPr>
            <a:spLocks noChangeShapeType="1"/>
          </p:cNvSpPr>
          <p:nvPr/>
        </p:nvSpPr>
        <p:spPr bwMode="auto">
          <a:xfrm>
            <a:off x="457200" y="3371850"/>
            <a:ext cx="8229600" cy="0"/>
          </a:xfrm>
          <a:prstGeom prst="line">
            <a:avLst/>
          </a:prstGeom>
          <a:noFill/>
          <a:ln w="19050">
            <a:solidFill>
              <a:schemeClr val="accent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 name="Line 10">
            <a:extLst>
              <a:ext uri="{FF2B5EF4-FFF2-40B4-BE49-F238E27FC236}">
                <a16:creationId xmlns:a16="http://schemas.microsoft.com/office/drawing/2014/main" id="{351D10F5-CF07-BC4F-AEA7-EB0EBBF5C7F7}"/>
              </a:ext>
            </a:extLst>
          </p:cNvPr>
          <p:cNvSpPr>
            <a:spLocks noChangeShapeType="1"/>
          </p:cNvSpPr>
          <p:nvPr userDrawn="1"/>
        </p:nvSpPr>
        <p:spPr bwMode="auto">
          <a:xfrm>
            <a:off x="8686800" y="2457450"/>
            <a:ext cx="0" cy="914400"/>
          </a:xfrm>
          <a:prstGeom prst="line">
            <a:avLst/>
          </a:prstGeom>
          <a:noFill/>
          <a:ln w="25400">
            <a:solidFill>
              <a:schemeClr val="accent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1378" name="Rectangle 2"/>
          <p:cNvSpPr>
            <a:spLocks noGrp="1" noChangeArrowheads="1"/>
          </p:cNvSpPr>
          <p:nvPr>
            <p:ph type="ctrTitle"/>
          </p:nvPr>
        </p:nvSpPr>
        <p:spPr>
          <a:xfrm>
            <a:off x="685800" y="1524000"/>
            <a:ext cx="7924800" cy="1752600"/>
          </a:xfrm>
        </p:spPr>
        <p:txBody>
          <a:bodyPr/>
          <a:lstStyle>
            <a:lvl1pPr>
              <a:defRPr sz="4800"/>
            </a:lvl1pPr>
          </a:lstStyle>
          <a:p>
            <a:r>
              <a:rPr lang="en-US" altLang="en-US"/>
              <a:t>Click to edit Master title style</a:t>
            </a:r>
          </a:p>
        </p:txBody>
      </p:sp>
      <p:sp>
        <p:nvSpPr>
          <p:cNvPr id="101379" name="Rectangle 3"/>
          <p:cNvSpPr>
            <a:spLocks noGrp="1" noChangeArrowheads="1"/>
          </p:cNvSpPr>
          <p:nvPr>
            <p:ph type="subTitle" idx="1"/>
          </p:nvPr>
        </p:nvSpPr>
        <p:spPr>
          <a:xfrm>
            <a:off x="685800" y="3581400"/>
            <a:ext cx="7848600" cy="1752600"/>
          </a:xfrm>
        </p:spPr>
        <p:txBody>
          <a:bodyPr/>
          <a:lstStyle>
            <a:lvl1pPr marL="0" indent="0" algn="ctr">
              <a:buFont typeface="Wingdings" pitchFamily="2" charset="2"/>
              <a:buNone/>
              <a:defRPr/>
            </a:lvl1pPr>
          </a:lstStyle>
          <a:p>
            <a:r>
              <a:rPr lang="en-US" altLang="en-US"/>
              <a:t>Click to edit Master subtitle style</a:t>
            </a:r>
          </a:p>
        </p:txBody>
      </p:sp>
      <p:sp>
        <p:nvSpPr>
          <p:cNvPr id="7" name="Rectangle 4">
            <a:extLst>
              <a:ext uri="{FF2B5EF4-FFF2-40B4-BE49-F238E27FC236}">
                <a16:creationId xmlns:a16="http://schemas.microsoft.com/office/drawing/2014/main" id="{35279F13-A660-0442-BA6B-97FEC7F14209}"/>
              </a:ext>
            </a:extLst>
          </p:cNvPr>
          <p:cNvSpPr>
            <a:spLocks noGrp="1" noChangeArrowheads="1"/>
          </p:cNvSpPr>
          <p:nvPr>
            <p:ph type="dt" sz="half" idx="10"/>
          </p:nvPr>
        </p:nvSpPr>
        <p:spPr bwMode="auto">
          <a:xfrm>
            <a:off x="457200" y="6243638"/>
            <a:ext cx="2133600" cy="457200"/>
          </a:xfrm>
          <a:prstGeom prst="rect">
            <a:avLst/>
          </a:prstGeom>
          <a:ln>
            <a:miter lim="800000"/>
            <a:headEnd/>
            <a:tailEnd/>
          </a:ln>
        </p:spPr>
        <p:txBody>
          <a:bodyPr vert="horz" wrap="square" lIns="91440" tIns="45720" rIns="91440" bIns="45720" numCol="1" anchor="b" anchorCtr="0" compatLnSpc="1">
            <a:prstTxWarp prst="textNoShape">
              <a:avLst/>
            </a:prstTxWarp>
          </a:bodyPr>
          <a:lstStyle>
            <a:lvl1pPr>
              <a:defRPr sz="1200">
                <a:solidFill>
                  <a:srgbClr val="000000"/>
                </a:solidFill>
                <a:latin typeface="Garamond" pitchFamily="-106" charset="0"/>
                <a:ea typeface="Arial" pitchFamily="-106" charset="0"/>
                <a:cs typeface="Arial" pitchFamily="-106" charset="0"/>
              </a:defRPr>
            </a:lvl1pPr>
          </a:lstStyle>
          <a:p>
            <a:pPr>
              <a:defRPr/>
            </a:pPr>
            <a:r>
              <a:rPr lang="en-US"/>
              <a:t>Efficient Runahead Execution</a:t>
            </a:r>
          </a:p>
        </p:txBody>
      </p:sp>
      <p:sp>
        <p:nvSpPr>
          <p:cNvPr id="8" name="Rectangle 5">
            <a:extLst>
              <a:ext uri="{FF2B5EF4-FFF2-40B4-BE49-F238E27FC236}">
                <a16:creationId xmlns:a16="http://schemas.microsoft.com/office/drawing/2014/main" id="{B6D374A8-8534-4C45-BA6E-2E1580AF53EA}"/>
              </a:ext>
            </a:extLst>
          </p:cNvPr>
          <p:cNvSpPr>
            <a:spLocks noGrp="1" noChangeArrowheads="1"/>
          </p:cNvSpPr>
          <p:nvPr>
            <p:ph type="ftr" sz="quarter" idx="11"/>
          </p:nvPr>
        </p:nvSpPr>
        <p:spPr>
          <a:xfrm>
            <a:off x="3124200" y="6243638"/>
            <a:ext cx="2895600" cy="457200"/>
          </a:xfrm>
        </p:spPr>
        <p:txBody>
          <a:bodyPr/>
          <a:lstStyle>
            <a:lvl1pPr>
              <a:defRPr/>
            </a:lvl1pPr>
          </a:lstStyle>
          <a:p>
            <a:pPr>
              <a:defRPr/>
            </a:pPr>
            <a:endParaRPr lang="en-US" altLang="en-US"/>
          </a:p>
        </p:txBody>
      </p:sp>
      <p:sp>
        <p:nvSpPr>
          <p:cNvPr id="9" name="Rectangle 6">
            <a:extLst>
              <a:ext uri="{FF2B5EF4-FFF2-40B4-BE49-F238E27FC236}">
                <a16:creationId xmlns:a16="http://schemas.microsoft.com/office/drawing/2014/main" id="{FA3412AE-DCDC-2D47-A254-A070F420216B}"/>
              </a:ext>
            </a:extLst>
          </p:cNvPr>
          <p:cNvSpPr>
            <a:spLocks noGrp="1" noChangeArrowheads="1"/>
          </p:cNvSpPr>
          <p:nvPr>
            <p:ph type="sldNum" sz="quarter" idx="12"/>
          </p:nvPr>
        </p:nvSpPr>
        <p:spPr/>
        <p:txBody>
          <a:bodyPr/>
          <a:lstStyle>
            <a:lvl1pPr>
              <a:defRPr sz="1200" smtClean="0"/>
            </a:lvl1pPr>
          </a:lstStyle>
          <a:p>
            <a:pPr>
              <a:defRPr/>
            </a:pPr>
            <a:fld id="{E9B532B6-A008-424A-924E-EA71AE4F142F}" type="slidenum">
              <a:rPr lang="en-US" altLang="en-US"/>
              <a:pPr>
                <a:defRPr/>
              </a:pPr>
              <a:t>‹#›</a:t>
            </a:fld>
            <a:endParaRPr lang="en-US" altLang="en-US"/>
          </a:p>
        </p:txBody>
      </p:sp>
    </p:spTree>
    <p:extLst>
      <p:ext uri="{BB962C8B-B14F-4D97-AF65-F5344CB8AC3E}">
        <p14:creationId xmlns:p14="http://schemas.microsoft.com/office/powerpoint/2010/main" val="761445027"/>
      </p:ext>
    </p:extLst>
  </p:cSld>
  <p:clrMapOvr>
    <a:masterClrMapping/>
  </p:clrMapOvr>
  <p:transition/>
</p:sldLayout>
</file>

<file path=ppt/slideLayouts/slideLayout2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a:xfrm>
            <a:off x="228600" y="997527"/>
            <a:ext cx="8610600" cy="519372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1029">
            <a:extLst>
              <a:ext uri="{FF2B5EF4-FFF2-40B4-BE49-F238E27FC236}">
                <a16:creationId xmlns:a16="http://schemas.microsoft.com/office/drawing/2014/main" id="{7CC0346A-E57B-6F40-9390-403E914C0F35}"/>
              </a:ext>
            </a:extLst>
          </p:cNvPr>
          <p:cNvSpPr>
            <a:spLocks noGrp="1" noChangeArrowheads="1"/>
          </p:cNvSpPr>
          <p:nvPr>
            <p:ph type="ftr" sz="quarter" idx="10"/>
          </p:nvPr>
        </p:nvSpPr>
        <p:spPr>
          <a:ln/>
        </p:spPr>
        <p:txBody>
          <a:bodyPr/>
          <a:lstStyle>
            <a:lvl1pPr>
              <a:defRPr/>
            </a:lvl1pPr>
          </a:lstStyle>
          <a:p>
            <a:pPr>
              <a:defRPr/>
            </a:pPr>
            <a:endParaRPr lang="en-US" altLang="en-US"/>
          </a:p>
        </p:txBody>
      </p:sp>
      <p:sp>
        <p:nvSpPr>
          <p:cNvPr id="5" name="Rectangle 1030">
            <a:extLst>
              <a:ext uri="{FF2B5EF4-FFF2-40B4-BE49-F238E27FC236}">
                <a16:creationId xmlns:a16="http://schemas.microsoft.com/office/drawing/2014/main" id="{9FABF3E2-2C59-E840-A957-4865F1925F60}"/>
              </a:ext>
            </a:extLst>
          </p:cNvPr>
          <p:cNvSpPr>
            <a:spLocks noGrp="1" noChangeArrowheads="1"/>
          </p:cNvSpPr>
          <p:nvPr>
            <p:ph type="sldNum" sz="quarter" idx="11"/>
          </p:nvPr>
        </p:nvSpPr>
        <p:spPr>
          <a:ln/>
        </p:spPr>
        <p:txBody>
          <a:bodyPr/>
          <a:lstStyle>
            <a:lvl1pPr>
              <a:defRPr/>
            </a:lvl1pPr>
          </a:lstStyle>
          <a:p>
            <a:pPr>
              <a:defRPr/>
            </a:pPr>
            <a:fld id="{D2B0D574-11D3-D64D-8790-E46EB69BFFB9}" type="slidenum">
              <a:rPr lang="en-US" altLang="en-US"/>
              <a:pPr>
                <a:defRPr/>
              </a:pPr>
              <a:t>‹#›</a:t>
            </a:fld>
            <a:endParaRPr lang="en-US" altLang="en-US"/>
          </a:p>
        </p:txBody>
      </p:sp>
    </p:spTree>
    <p:extLst>
      <p:ext uri="{BB962C8B-B14F-4D97-AF65-F5344CB8AC3E}">
        <p14:creationId xmlns:p14="http://schemas.microsoft.com/office/powerpoint/2010/main" val="1059654291"/>
      </p:ext>
    </p:extLst>
  </p:cSld>
  <p:clrMapOvr>
    <a:masterClrMapping/>
  </p:clrMapOvr>
  <p:transition/>
</p:sldLayout>
</file>

<file path=ppt/slideLayouts/slideLayout2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1029">
            <a:extLst>
              <a:ext uri="{FF2B5EF4-FFF2-40B4-BE49-F238E27FC236}">
                <a16:creationId xmlns:a16="http://schemas.microsoft.com/office/drawing/2014/main" id="{68AFD0C6-552A-BF4A-B802-D080C569DD09}"/>
              </a:ext>
            </a:extLst>
          </p:cNvPr>
          <p:cNvSpPr>
            <a:spLocks noGrp="1" noChangeArrowheads="1"/>
          </p:cNvSpPr>
          <p:nvPr>
            <p:ph type="ftr" sz="quarter" idx="10"/>
          </p:nvPr>
        </p:nvSpPr>
        <p:spPr>
          <a:ln/>
        </p:spPr>
        <p:txBody>
          <a:bodyPr/>
          <a:lstStyle>
            <a:lvl1pPr>
              <a:defRPr/>
            </a:lvl1pPr>
          </a:lstStyle>
          <a:p>
            <a:pPr>
              <a:defRPr/>
            </a:pPr>
            <a:endParaRPr lang="en-US" altLang="en-US"/>
          </a:p>
        </p:txBody>
      </p:sp>
      <p:sp>
        <p:nvSpPr>
          <p:cNvPr id="5" name="Rectangle 1030">
            <a:extLst>
              <a:ext uri="{FF2B5EF4-FFF2-40B4-BE49-F238E27FC236}">
                <a16:creationId xmlns:a16="http://schemas.microsoft.com/office/drawing/2014/main" id="{C2DCC204-07CA-D146-872C-416F095E31EA}"/>
              </a:ext>
            </a:extLst>
          </p:cNvPr>
          <p:cNvSpPr>
            <a:spLocks noGrp="1" noChangeArrowheads="1"/>
          </p:cNvSpPr>
          <p:nvPr>
            <p:ph type="sldNum" sz="quarter" idx="11"/>
          </p:nvPr>
        </p:nvSpPr>
        <p:spPr>
          <a:ln/>
        </p:spPr>
        <p:txBody>
          <a:bodyPr/>
          <a:lstStyle>
            <a:lvl1pPr>
              <a:defRPr/>
            </a:lvl1pPr>
          </a:lstStyle>
          <a:p>
            <a:pPr>
              <a:defRPr/>
            </a:pPr>
            <a:fld id="{0BD38EAD-5B00-BF4C-BB83-04F79AC870FD}" type="slidenum">
              <a:rPr lang="en-US" altLang="en-US"/>
              <a:pPr>
                <a:defRPr/>
              </a:pPr>
              <a:t>‹#›</a:t>
            </a:fld>
            <a:endParaRPr lang="en-US" altLang="en-US"/>
          </a:p>
        </p:txBody>
      </p:sp>
    </p:spTree>
    <p:extLst>
      <p:ext uri="{BB962C8B-B14F-4D97-AF65-F5344CB8AC3E}">
        <p14:creationId xmlns:p14="http://schemas.microsoft.com/office/powerpoint/2010/main" val="2788198150"/>
      </p:ext>
    </p:extLst>
  </p:cSld>
  <p:clrMapOvr>
    <a:masterClrMapping/>
  </p:clrMapOvr>
  <p:transition/>
</p:sldLayout>
</file>

<file path=ppt/slideLayouts/slideLayout2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228600" y="1371600"/>
            <a:ext cx="4229100" cy="4876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10100" y="1371600"/>
            <a:ext cx="4229100" cy="4876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1029">
            <a:extLst>
              <a:ext uri="{FF2B5EF4-FFF2-40B4-BE49-F238E27FC236}">
                <a16:creationId xmlns:a16="http://schemas.microsoft.com/office/drawing/2014/main" id="{B054A0D1-0549-344F-8552-4DE1684069A4}"/>
              </a:ext>
            </a:extLst>
          </p:cNvPr>
          <p:cNvSpPr>
            <a:spLocks noGrp="1" noChangeArrowheads="1"/>
          </p:cNvSpPr>
          <p:nvPr>
            <p:ph type="ftr" sz="quarter" idx="10"/>
          </p:nvPr>
        </p:nvSpPr>
        <p:spPr>
          <a:ln/>
        </p:spPr>
        <p:txBody>
          <a:bodyPr/>
          <a:lstStyle>
            <a:lvl1pPr>
              <a:defRPr/>
            </a:lvl1pPr>
          </a:lstStyle>
          <a:p>
            <a:pPr>
              <a:defRPr/>
            </a:pPr>
            <a:endParaRPr lang="en-US" altLang="en-US"/>
          </a:p>
        </p:txBody>
      </p:sp>
      <p:sp>
        <p:nvSpPr>
          <p:cNvPr id="6" name="Rectangle 1030">
            <a:extLst>
              <a:ext uri="{FF2B5EF4-FFF2-40B4-BE49-F238E27FC236}">
                <a16:creationId xmlns:a16="http://schemas.microsoft.com/office/drawing/2014/main" id="{CA1508F3-C424-1B47-AA30-2C03B51A81D1}"/>
              </a:ext>
            </a:extLst>
          </p:cNvPr>
          <p:cNvSpPr>
            <a:spLocks noGrp="1" noChangeArrowheads="1"/>
          </p:cNvSpPr>
          <p:nvPr>
            <p:ph type="sldNum" sz="quarter" idx="11"/>
          </p:nvPr>
        </p:nvSpPr>
        <p:spPr>
          <a:ln/>
        </p:spPr>
        <p:txBody>
          <a:bodyPr/>
          <a:lstStyle>
            <a:lvl1pPr>
              <a:defRPr/>
            </a:lvl1pPr>
          </a:lstStyle>
          <a:p>
            <a:pPr>
              <a:defRPr/>
            </a:pPr>
            <a:fld id="{ACC8D11A-B685-594F-92D4-7402680B15C8}" type="slidenum">
              <a:rPr lang="en-US" altLang="en-US"/>
              <a:pPr>
                <a:defRPr/>
              </a:pPr>
              <a:t>‹#›</a:t>
            </a:fld>
            <a:endParaRPr lang="en-US" altLang="en-US"/>
          </a:p>
        </p:txBody>
      </p:sp>
    </p:spTree>
    <p:extLst>
      <p:ext uri="{BB962C8B-B14F-4D97-AF65-F5344CB8AC3E}">
        <p14:creationId xmlns:p14="http://schemas.microsoft.com/office/powerpoint/2010/main" val="3387957050"/>
      </p:ext>
    </p:extLst>
  </p:cSld>
  <p:clrMapOvr>
    <a:masterClrMapping/>
  </p:clrMapOvr>
  <p:transition/>
</p:sldLayout>
</file>

<file path=ppt/slideLayouts/slideLayout2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1029">
            <a:extLst>
              <a:ext uri="{FF2B5EF4-FFF2-40B4-BE49-F238E27FC236}">
                <a16:creationId xmlns:a16="http://schemas.microsoft.com/office/drawing/2014/main" id="{9986699C-7B92-9242-BC30-2B42D065FAD4}"/>
              </a:ext>
            </a:extLst>
          </p:cNvPr>
          <p:cNvSpPr>
            <a:spLocks noGrp="1" noChangeArrowheads="1"/>
          </p:cNvSpPr>
          <p:nvPr>
            <p:ph type="ftr" sz="quarter" idx="10"/>
          </p:nvPr>
        </p:nvSpPr>
        <p:spPr>
          <a:ln/>
        </p:spPr>
        <p:txBody>
          <a:bodyPr/>
          <a:lstStyle>
            <a:lvl1pPr>
              <a:defRPr/>
            </a:lvl1pPr>
          </a:lstStyle>
          <a:p>
            <a:pPr>
              <a:defRPr/>
            </a:pPr>
            <a:endParaRPr lang="en-US" altLang="en-US"/>
          </a:p>
        </p:txBody>
      </p:sp>
      <p:sp>
        <p:nvSpPr>
          <p:cNvPr id="8" name="Rectangle 1030">
            <a:extLst>
              <a:ext uri="{FF2B5EF4-FFF2-40B4-BE49-F238E27FC236}">
                <a16:creationId xmlns:a16="http://schemas.microsoft.com/office/drawing/2014/main" id="{4715F616-BAAD-B64A-8179-9775F2181067}"/>
              </a:ext>
            </a:extLst>
          </p:cNvPr>
          <p:cNvSpPr>
            <a:spLocks noGrp="1" noChangeArrowheads="1"/>
          </p:cNvSpPr>
          <p:nvPr>
            <p:ph type="sldNum" sz="quarter" idx="11"/>
          </p:nvPr>
        </p:nvSpPr>
        <p:spPr>
          <a:ln/>
        </p:spPr>
        <p:txBody>
          <a:bodyPr/>
          <a:lstStyle>
            <a:lvl1pPr>
              <a:defRPr/>
            </a:lvl1pPr>
          </a:lstStyle>
          <a:p>
            <a:pPr>
              <a:defRPr/>
            </a:pPr>
            <a:fld id="{745BB188-0DEA-C148-82FD-03336D5DBA25}" type="slidenum">
              <a:rPr lang="en-US" altLang="en-US"/>
              <a:pPr>
                <a:defRPr/>
              </a:pPr>
              <a:t>‹#›</a:t>
            </a:fld>
            <a:endParaRPr lang="en-US" altLang="en-US"/>
          </a:p>
        </p:txBody>
      </p:sp>
    </p:spTree>
    <p:extLst>
      <p:ext uri="{BB962C8B-B14F-4D97-AF65-F5344CB8AC3E}">
        <p14:creationId xmlns:p14="http://schemas.microsoft.com/office/powerpoint/2010/main" val="446603068"/>
      </p:ext>
    </p:extLst>
  </p:cSld>
  <p:clrMapOvr>
    <a:masterClrMapping/>
  </p:clrMapOvr>
  <p:transition/>
</p:sldLayout>
</file>

<file path=ppt/slideLayouts/slideLayout3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1029">
            <a:extLst>
              <a:ext uri="{FF2B5EF4-FFF2-40B4-BE49-F238E27FC236}">
                <a16:creationId xmlns:a16="http://schemas.microsoft.com/office/drawing/2014/main" id="{92A548EE-EB47-1940-8A88-A755330E9D82}"/>
              </a:ext>
            </a:extLst>
          </p:cNvPr>
          <p:cNvSpPr>
            <a:spLocks noGrp="1" noChangeArrowheads="1"/>
          </p:cNvSpPr>
          <p:nvPr>
            <p:ph type="ftr" sz="quarter" idx="10"/>
          </p:nvPr>
        </p:nvSpPr>
        <p:spPr>
          <a:ln/>
        </p:spPr>
        <p:txBody>
          <a:bodyPr/>
          <a:lstStyle>
            <a:lvl1pPr>
              <a:defRPr/>
            </a:lvl1pPr>
          </a:lstStyle>
          <a:p>
            <a:pPr>
              <a:defRPr/>
            </a:pPr>
            <a:endParaRPr lang="en-US" altLang="en-US"/>
          </a:p>
        </p:txBody>
      </p:sp>
      <p:sp>
        <p:nvSpPr>
          <p:cNvPr id="4" name="Rectangle 1030">
            <a:extLst>
              <a:ext uri="{FF2B5EF4-FFF2-40B4-BE49-F238E27FC236}">
                <a16:creationId xmlns:a16="http://schemas.microsoft.com/office/drawing/2014/main" id="{BFD0B88A-D29A-BE47-9EF2-F7E7B500875D}"/>
              </a:ext>
            </a:extLst>
          </p:cNvPr>
          <p:cNvSpPr>
            <a:spLocks noGrp="1" noChangeArrowheads="1"/>
          </p:cNvSpPr>
          <p:nvPr>
            <p:ph type="sldNum" sz="quarter" idx="11"/>
          </p:nvPr>
        </p:nvSpPr>
        <p:spPr>
          <a:ln/>
        </p:spPr>
        <p:txBody>
          <a:bodyPr/>
          <a:lstStyle>
            <a:lvl1pPr>
              <a:defRPr/>
            </a:lvl1pPr>
          </a:lstStyle>
          <a:p>
            <a:pPr>
              <a:defRPr/>
            </a:pPr>
            <a:fld id="{35716B2A-6574-DD42-8F78-46F777B3BA23}" type="slidenum">
              <a:rPr lang="en-US" altLang="en-US"/>
              <a:pPr>
                <a:defRPr/>
              </a:pPr>
              <a:t>‹#›</a:t>
            </a:fld>
            <a:endParaRPr lang="en-US" altLang="en-US"/>
          </a:p>
        </p:txBody>
      </p:sp>
    </p:spTree>
    <p:extLst>
      <p:ext uri="{BB962C8B-B14F-4D97-AF65-F5344CB8AC3E}">
        <p14:creationId xmlns:p14="http://schemas.microsoft.com/office/powerpoint/2010/main" val="3011786868"/>
      </p:ext>
    </p:extLst>
  </p:cSld>
  <p:clrMapOvr>
    <a:masterClrMapping/>
  </p:clrMapOvr>
  <p:transition/>
</p:sldLayout>
</file>

<file path=ppt/slideLayouts/slideLayout3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1029">
            <a:extLst>
              <a:ext uri="{FF2B5EF4-FFF2-40B4-BE49-F238E27FC236}">
                <a16:creationId xmlns:a16="http://schemas.microsoft.com/office/drawing/2014/main" id="{58813B69-B5B7-CD48-BAD2-F658836CB222}"/>
              </a:ext>
            </a:extLst>
          </p:cNvPr>
          <p:cNvSpPr>
            <a:spLocks noGrp="1" noChangeArrowheads="1"/>
          </p:cNvSpPr>
          <p:nvPr>
            <p:ph type="ftr" sz="quarter" idx="10"/>
          </p:nvPr>
        </p:nvSpPr>
        <p:spPr>
          <a:ln/>
        </p:spPr>
        <p:txBody>
          <a:bodyPr/>
          <a:lstStyle>
            <a:lvl1pPr>
              <a:defRPr/>
            </a:lvl1pPr>
          </a:lstStyle>
          <a:p>
            <a:pPr>
              <a:defRPr/>
            </a:pPr>
            <a:endParaRPr lang="en-US" altLang="en-US"/>
          </a:p>
        </p:txBody>
      </p:sp>
      <p:sp>
        <p:nvSpPr>
          <p:cNvPr id="3" name="Rectangle 1030">
            <a:extLst>
              <a:ext uri="{FF2B5EF4-FFF2-40B4-BE49-F238E27FC236}">
                <a16:creationId xmlns:a16="http://schemas.microsoft.com/office/drawing/2014/main" id="{F8E0F78B-FEC5-1845-80C5-6F4A789232DA}"/>
              </a:ext>
            </a:extLst>
          </p:cNvPr>
          <p:cNvSpPr>
            <a:spLocks noGrp="1" noChangeArrowheads="1"/>
          </p:cNvSpPr>
          <p:nvPr>
            <p:ph type="sldNum" sz="quarter" idx="11"/>
          </p:nvPr>
        </p:nvSpPr>
        <p:spPr>
          <a:ln/>
        </p:spPr>
        <p:txBody>
          <a:bodyPr/>
          <a:lstStyle>
            <a:lvl1pPr>
              <a:defRPr/>
            </a:lvl1pPr>
          </a:lstStyle>
          <a:p>
            <a:pPr>
              <a:defRPr/>
            </a:pPr>
            <a:fld id="{C48E01A5-AB12-254B-80C1-12E7FDB99213}" type="slidenum">
              <a:rPr lang="en-US" altLang="en-US"/>
              <a:pPr>
                <a:defRPr/>
              </a:pPr>
              <a:t>‹#›</a:t>
            </a:fld>
            <a:endParaRPr lang="en-US" altLang="en-US"/>
          </a:p>
        </p:txBody>
      </p:sp>
    </p:spTree>
    <p:extLst>
      <p:ext uri="{BB962C8B-B14F-4D97-AF65-F5344CB8AC3E}">
        <p14:creationId xmlns:p14="http://schemas.microsoft.com/office/powerpoint/2010/main" val="3980718697"/>
      </p:ext>
    </p:extLst>
  </p:cSld>
  <p:clrMapOvr>
    <a:masterClrMapping/>
  </p:clrMapOvr>
  <p:transition/>
</p:sldLayout>
</file>

<file path=ppt/slideLayouts/slideLayout3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1029">
            <a:extLst>
              <a:ext uri="{FF2B5EF4-FFF2-40B4-BE49-F238E27FC236}">
                <a16:creationId xmlns:a16="http://schemas.microsoft.com/office/drawing/2014/main" id="{83DB902F-38D8-A24C-9BF2-9F954FFA0D52}"/>
              </a:ext>
            </a:extLst>
          </p:cNvPr>
          <p:cNvSpPr>
            <a:spLocks noGrp="1" noChangeArrowheads="1"/>
          </p:cNvSpPr>
          <p:nvPr>
            <p:ph type="ftr" sz="quarter" idx="10"/>
          </p:nvPr>
        </p:nvSpPr>
        <p:spPr>
          <a:ln/>
        </p:spPr>
        <p:txBody>
          <a:bodyPr/>
          <a:lstStyle>
            <a:lvl1pPr>
              <a:defRPr/>
            </a:lvl1pPr>
          </a:lstStyle>
          <a:p>
            <a:pPr>
              <a:defRPr/>
            </a:pPr>
            <a:endParaRPr lang="en-US" altLang="en-US"/>
          </a:p>
        </p:txBody>
      </p:sp>
      <p:sp>
        <p:nvSpPr>
          <p:cNvPr id="6" name="Rectangle 1030">
            <a:extLst>
              <a:ext uri="{FF2B5EF4-FFF2-40B4-BE49-F238E27FC236}">
                <a16:creationId xmlns:a16="http://schemas.microsoft.com/office/drawing/2014/main" id="{C3DC7B3F-4F2E-D145-B398-6B3E10D56B6A}"/>
              </a:ext>
            </a:extLst>
          </p:cNvPr>
          <p:cNvSpPr>
            <a:spLocks noGrp="1" noChangeArrowheads="1"/>
          </p:cNvSpPr>
          <p:nvPr>
            <p:ph type="sldNum" sz="quarter" idx="11"/>
          </p:nvPr>
        </p:nvSpPr>
        <p:spPr>
          <a:ln/>
        </p:spPr>
        <p:txBody>
          <a:bodyPr/>
          <a:lstStyle>
            <a:lvl1pPr>
              <a:defRPr/>
            </a:lvl1pPr>
          </a:lstStyle>
          <a:p>
            <a:pPr>
              <a:defRPr/>
            </a:pPr>
            <a:fld id="{C93FEB14-871A-A642-9D43-2895160B9A93}" type="slidenum">
              <a:rPr lang="en-US" altLang="en-US"/>
              <a:pPr>
                <a:defRPr/>
              </a:pPr>
              <a:t>‹#›</a:t>
            </a:fld>
            <a:endParaRPr lang="en-US" altLang="en-US"/>
          </a:p>
        </p:txBody>
      </p:sp>
    </p:spTree>
    <p:extLst>
      <p:ext uri="{BB962C8B-B14F-4D97-AF65-F5344CB8AC3E}">
        <p14:creationId xmlns:p14="http://schemas.microsoft.com/office/powerpoint/2010/main" val="4267367731"/>
      </p:ext>
    </p:extLst>
  </p:cSld>
  <p:clrMapOvr>
    <a:masterClrMapping/>
  </p:clrMapOvr>
  <p:transition/>
</p:sldLayout>
</file>

<file path=ppt/slideLayouts/slideLayout3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1029">
            <a:extLst>
              <a:ext uri="{FF2B5EF4-FFF2-40B4-BE49-F238E27FC236}">
                <a16:creationId xmlns:a16="http://schemas.microsoft.com/office/drawing/2014/main" id="{3EC101C1-41AB-9147-A093-DE6C3C505081}"/>
              </a:ext>
            </a:extLst>
          </p:cNvPr>
          <p:cNvSpPr>
            <a:spLocks noGrp="1" noChangeArrowheads="1"/>
          </p:cNvSpPr>
          <p:nvPr>
            <p:ph type="ftr" sz="quarter" idx="10"/>
          </p:nvPr>
        </p:nvSpPr>
        <p:spPr>
          <a:ln/>
        </p:spPr>
        <p:txBody>
          <a:bodyPr/>
          <a:lstStyle>
            <a:lvl1pPr>
              <a:defRPr/>
            </a:lvl1pPr>
          </a:lstStyle>
          <a:p>
            <a:pPr>
              <a:defRPr/>
            </a:pPr>
            <a:endParaRPr lang="en-US" altLang="en-US"/>
          </a:p>
        </p:txBody>
      </p:sp>
      <p:sp>
        <p:nvSpPr>
          <p:cNvPr id="6" name="Rectangle 1030">
            <a:extLst>
              <a:ext uri="{FF2B5EF4-FFF2-40B4-BE49-F238E27FC236}">
                <a16:creationId xmlns:a16="http://schemas.microsoft.com/office/drawing/2014/main" id="{DD5E2ADD-A347-F642-85BB-9810FD9AA001}"/>
              </a:ext>
            </a:extLst>
          </p:cNvPr>
          <p:cNvSpPr>
            <a:spLocks noGrp="1" noChangeArrowheads="1"/>
          </p:cNvSpPr>
          <p:nvPr>
            <p:ph type="sldNum" sz="quarter" idx="11"/>
          </p:nvPr>
        </p:nvSpPr>
        <p:spPr>
          <a:ln/>
        </p:spPr>
        <p:txBody>
          <a:bodyPr/>
          <a:lstStyle>
            <a:lvl1pPr>
              <a:defRPr/>
            </a:lvl1pPr>
          </a:lstStyle>
          <a:p>
            <a:pPr>
              <a:defRPr/>
            </a:pPr>
            <a:fld id="{8C03FC76-6196-F84D-A33E-AC850170F734}" type="slidenum">
              <a:rPr lang="en-US" altLang="en-US"/>
              <a:pPr>
                <a:defRPr/>
              </a:pPr>
              <a:t>‹#›</a:t>
            </a:fld>
            <a:endParaRPr lang="en-US" altLang="en-US"/>
          </a:p>
        </p:txBody>
      </p:sp>
    </p:spTree>
    <p:extLst>
      <p:ext uri="{BB962C8B-B14F-4D97-AF65-F5344CB8AC3E}">
        <p14:creationId xmlns:p14="http://schemas.microsoft.com/office/powerpoint/2010/main" val="1693396542"/>
      </p:ext>
    </p:extLst>
  </p:cSld>
  <p:clrMapOvr>
    <a:masterClrMapping/>
  </p:clrMapOvr>
  <p:transition/>
</p:sldLayout>
</file>

<file path=ppt/slideLayouts/slideLayout3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1029">
            <a:extLst>
              <a:ext uri="{FF2B5EF4-FFF2-40B4-BE49-F238E27FC236}">
                <a16:creationId xmlns:a16="http://schemas.microsoft.com/office/drawing/2014/main" id="{B4A68A53-E6AD-3D4A-A5AD-C8BAE714FB96}"/>
              </a:ext>
            </a:extLst>
          </p:cNvPr>
          <p:cNvSpPr>
            <a:spLocks noGrp="1" noChangeArrowheads="1"/>
          </p:cNvSpPr>
          <p:nvPr>
            <p:ph type="ftr" sz="quarter" idx="10"/>
          </p:nvPr>
        </p:nvSpPr>
        <p:spPr>
          <a:ln/>
        </p:spPr>
        <p:txBody>
          <a:bodyPr/>
          <a:lstStyle>
            <a:lvl1pPr>
              <a:defRPr/>
            </a:lvl1pPr>
          </a:lstStyle>
          <a:p>
            <a:pPr>
              <a:defRPr/>
            </a:pPr>
            <a:endParaRPr lang="en-US" altLang="en-US"/>
          </a:p>
        </p:txBody>
      </p:sp>
      <p:sp>
        <p:nvSpPr>
          <p:cNvPr id="5" name="Rectangle 1030">
            <a:extLst>
              <a:ext uri="{FF2B5EF4-FFF2-40B4-BE49-F238E27FC236}">
                <a16:creationId xmlns:a16="http://schemas.microsoft.com/office/drawing/2014/main" id="{CC5B509E-82B4-674A-BE6F-B5ACA15C1F0B}"/>
              </a:ext>
            </a:extLst>
          </p:cNvPr>
          <p:cNvSpPr>
            <a:spLocks noGrp="1" noChangeArrowheads="1"/>
          </p:cNvSpPr>
          <p:nvPr>
            <p:ph type="sldNum" sz="quarter" idx="11"/>
          </p:nvPr>
        </p:nvSpPr>
        <p:spPr>
          <a:ln/>
        </p:spPr>
        <p:txBody>
          <a:bodyPr/>
          <a:lstStyle>
            <a:lvl1pPr>
              <a:defRPr/>
            </a:lvl1pPr>
          </a:lstStyle>
          <a:p>
            <a:pPr>
              <a:defRPr/>
            </a:pPr>
            <a:fld id="{7F4C376A-0C92-DF4F-9013-F4619B16C3CA}" type="slidenum">
              <a:rPr lang="en-US" altLang="en-US"/>
              <a:pPr>
                <a:defRPr/>
              </a:pPr>
              <a:t>‹#›</a:t>
            </a:fld>
            <a:endParaRPr lang="en-US" altLang="en-US"/>
          </a:p>
        </p:txBody>
      </p:sp>
    </p:spTree>
    <p:extLst>
      <p:ext uri="{BB962C8B-B14F-4D97-AF65-F5344CB8AC3E}">
        <p14:creationId xmlns:p14="http://schemas.microsoft.com/office/powerpoint/2010/main" val="3158534849"/>
      </p:ext>
    </p:extLst>
  </p:cSld>
  <p:clrMapOvr>
    <a:masterClrMapping/>
  </p:clrMapOvr>
  <p:transition/>
</p:sldLayout>
</file>

<file path=ppt/slideLayouts/slideLayout3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86550" y="152400"/>
            <a:ext cx="2152650" cy="60960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228600" y="152400"/>
            <a:ext cx="6305550" cy="60960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1029">
            <a:extLst>
              <a:ext uri="{FF2B5EF4-FFF2-40B4-BE49-F238E27FC236}">
                <a16:creationId xmlns:a16="http://schemas.microsoft.com/office/drawing/2014/main" id="{970A5FEF-40C5-A141-9473-6023FFF1C50D}"/>
              </a:ext>
            </a:extLst>
          </p:cNvPr>
          <p:cNvSpPr>
            <a:spLocks noGrp="1" noChangeArrowheads="1"/>
          </p:cNvSpPr>
          <p:nvPr>
            <p:ph type="ftr" sz="quarter" idx="10"/>
          </p:nvPr>
        </p:nvSpPr>
        <p:spPr>
          <a:ln/>
        </p:spPr>
        <p:txBody>
          <a:bodyPr/>
          <a:lstStyle>
            <a:lvl1pPr>
              <a:defRPr/>
            </a:lvl1pPr>
          </a:lstStyle>
          <a:p>
            <a:pPr>
              <a:defRPr/>
            </a:pPr>
            <a:endParaRPr lang="en-US" altLang="en-US"/>
          </a:p>
        </p:txBody>
      </p:sp>
      <p:sp>
        <p:nvSpPr>
          <p:cNvPr id="5" name="Rectangle 1030">
            <a:extLst>
              <a:ext uri="{FF2B5EF4-FFF2-40B4-BE49-F238E27FC236}">
                <a16:creationId xmlns:a16="http://schemas.microsoft.com/office/drawing/2014/main" id="{524A988D-876D-DD45-A280-19C3559BFA11}"/>
              </a:ext>
            </a:extLst>
          </p:cNvPr>
          <p:cNvSpPr>
            <a:spLocks noGrp="1" noChangeArrowheads="1"/>
          </p:cNvSpPr>
          <p:nvPr>
            <p:ph type="sldNum" sz="quarter" idx="11"/>
          </p:nvPr>
        </p:nvSpPr>
        <p:spPr>
          <a:ln/>
        </p:spPr>
        <p:txBody>
          <a:bodyPr/>
          <a:lstStyle>
            <a:lvl1pPr>
              <a:defRPr/>
            </a:lvl1pPr>
          </a:lstStyle>
          <a:p>
            <a:pPr>
              <a:defRPr/>
            </a:pPr>
            <a:fld id="{209D9080-6B3D-274B-8935-CD0F10A0EE50}" type="slidenum">
              <a:rPr lang="en-US" altLang="en-US"/>
              <a:pPr>
                <a:defRPr/>
              </a:pPr>
              <a:t>‹#›</a:t>
            </a:fld>
            <a:endParaRPr lang="en-US" altLang="en-US"/>
          </a:p>
        </p:txBody>
      </p:sp>
    </p:spTree>
    <p:extLst>
      <p:ext uri="{BB962C8B-B14F-4D97-AF65-F5344CB8AC3E}">
        <p14:creationId xmlns:p14="http://schemas.microsoft.com/office/powerpoint/2010/main" val="2990367354"/>
      </p:ext>
    </p:extLst>
  </p:cSld>
  <p:clrMapOvr>
    <a:masterClrMapping/>
  </p:clrMapOvr>
  <p:transition/>
</p:sldLayout>
</file>

<file path=ppt/slideLayouts/slideLayout36.xml><?xml version="1.0" encoding="utf-8"?>
<p:sldLayout xmlns:a="http://schemas.openxmlformats.org/drawingml/2006/main" xmlns:r="http://schemas.openxmlformats.org/officeDocument/2006/relationships" xmlns:p="http://schemas.openxmlformats.org/presentationml/2006/main" type="clipArtAndTx" preserve="1">
  <p:cSld name="Title, Clip Art and Text">
    <p:spTree>
      <p:nvGrpSpPr>
        <p:cNvPr id="1" name=""/>
        <p:cNvGrpSpPr/>
        <p:nvPr/>
      </p:nvGrpSpPr>
      <p:grpSpPr>
        <a:xfrm>
          <a:off x="0" y="0"/>
          <a:ext cx="0" cy="0"/>
          <a:chOff x="0" y="0"/>
          <a:chExt cx="0" cy="0"/>
        </a:xfrm>
      </p:grpSpPr>
      <p:sp>
        <p:nvSpPr>
          <p:cNvPr id="2" name="Title 1"/>
          <p:cNvSpPr>
            <a:spLocks noGrp="1"/>
          </p:cNvSpPr>
          <p:nvPr>
            <p:ph type="title"/>
          </p:nvPr>
        </p:nvSpPr>
        <p:spPr>
          <a:xfrm>
            <a:off x="228600" y="152400"/>
            <a:ext cx="8610600" cy="1066800"/>
          </a:xfrm>
        </p:spPr>
        <p:txBody>
          <a:bodyPr/>
          <a:lstStyle/>
          <a:p>
            <a:r>
              <a:rPr lang="en-US"/>
              <a:t>Click to edit Master title style</a:t>
            </a:r>
          </a:p>
        </p:txBody>
      </p:sp>
      <p:sp>
        <p:nvSpPr>
          <p:cNvPr id="3" name="ClipArt Placeholder 2"/>
          <p:cNvSpPr>
            <a:spLocks noGrp="1"/>
          </p:cNvSpPr>
          <p:nvPr>
            <p:ph type="clipArt" sz="half" idx="1"/>
          </p:nvPr>
        </p:nvSpPr>
        <p:spPr>
          <a:xfrm>
            <a:off x="228600" y="1371600"/>
            <a:ext cx="4229100" cy="4876800"/>
          </a:xfrm>
        </p:spPr>
        <p:txBody>
          <a:bodyPr/>
          <a:lstStyle/>
          <a:p>
            <a:pPr lvl="0"/>
            <a:endParaRPr lang="en-US" noProof="0"/>
          </a:p>
        </p:txBody>
      </p:sp>
      <p:sp>
        <p:nvSpPr>
          <p:cNvPr id="4" name="Text Placeholder 3"/>
          <p:cNvSpPr>
            <a:spLocks noGrp="1"/>
          </p:cNvSpPr>
          <p:nvPr>
            <p:ph type="body" sz="half" idx="2"/>
          </p:nvPr>
        </p:nvSpPr>
        <p:spPr>
          <a:xfrm>
            <a:off x="4610100" y="1371600"/>
            <a:ext cx="4229100" cy="4876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1029">
            <a:extLst>
              <a:ext uri="{FF2B5EF4-FFF2-40B4-BE49-F238E27FC236}">
                <a16:creationId xmlns:a16="http://schemas.microsoft.com/office/drawing/2014/main" id="{88BEB09C-B257-3942-A72E-B204574FC8B2}"/>
              </a:ext>
            </a:extLst>
          </p:cNvPr>
          <p:cNvSpPr>
            <a:spLocks noGrp="1" noChangeArrowheads="1"/>
          </p:cNvSpPr>
          <p:nvPr>
            <p:ph type="ftr" sz="quarter" idx="10"/>
          </p:nvPr>
        </p:nvSpPr>
        <p:spPr>
          <a:ln/>
        </p:spPr>
        <p:txBody>
          <a:bodyPr/>
          <a:lstStyle>
            <a:lvl1pPr>
              <a:defRPr/>
            </a:lvl1pPr>
          </a:lstStyle>
          <a:p>
            <a:pPr>
              <a:defRPr/>
            </a:pPr>
            <a:endParaRPr lang="en-US" altLang="en-US"/>
          </a:p>
        </p:txBody>
      </p:sp>
      <p:sp>
        <p:nvSpPr>
          <p:cNvPr id="6" name="Rectangle 1030">
            <a:extLst>
              <a:ext uri="{FF2B5EF4-FFF2-40B4-BE49-F238E27FC236}">
                <a16:creationId xmlns:a16="http://schemas.microsoft.com/office/drawing/2014/main" id="{BA401158-F3E8-214A-84B5-EE46C4E719B1}"/>
              </a:ext>
            </a:extLst>
          </p:cNvPr>
          <p:cNvSpPr>
            <a:spLocks noGrp="1" noChangeArrowheads="1"/>
          </p:cNvSpPr>
          <p:nvPr>
            <p:ph type="sldNum" sz="quarter" idx="11"/>
          </p:nvPr>
        </p:nvSpPr>
        <p:spPr>
          <a:ln/>
        </p:spPr>
        <p:txBody>
          <a:bodyPr/>
          <a:lstStyle>
            <a:lvl1pPr>
              <a:defRPr/>
            </a:lvl1pPr>
          </a:lstStyle>
          <a:p>
            <a:pPr>
              <a:defRPr/>
            </a:pPr>
            <a:fld id="{6E4119E5-1D2D-6F40-BFB5-6DDC3CE8305C}" type="slidenum">
              <a:rPr lang="en-US" altLang="en-US"/>
              <a:pPr>
                <a:defRPr/>
              </a:pPr>
              <a:t>‹#›</a:t>
            </a:fld>
            <a:endParaRPr lang="en-US" altLang="en-US"/>
          </a:p>
        </p:txBody>
      </p:sp>
    </p:spTree>
    <p:extLst>
      <p:ext uri="{BB962C8B-B14F-4D97-AF65-F5344CB8AC3E}">
        <p14:creationId xmlns:p14="http://schemas.microsoft.com/office/powerpoint/2010/main" val="4240258005"/>
      </p:ext>
    </p:extLst>
  </p:cSld>
  <p:clrMapOvr>
    <a:masterClrMapping/>
  </p:clrMapOvr>
  <p:transition/>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4" name="Freeform 7">
            <a:extLst>
              <a:ext uri="{FF2B5EF4-FFF2-40B4-BE49-F238E27FC236}">
                <a16:creationId xmlns:a16="http://schemas.microsoft.com/office/drawing/2014/main" id="{82E1C9A3-F56E-D141-AFDD-14DAFE99136E}"/>
              </a:ext>
            </a:extLst>
          </p:cNvPr>
          <p:cNvSpPr>
            <a:spLocks noChangeArrowheads="1"/>
          </p:cNvSpPr>
          <p:nvPr/>
        </p:nvSpPr>
        <p:spPr bwMode="auto">
          <a:xfrm>
            <a:off x="457200" y="1123950"/>
            <a:ext cx="8229600" cy="914400"/>
          </a:xfrm>
          <a:custGeom>
            <a:avLst/>
            <a:gdLst>
              <a:gd name="T0" fmla="*/ 0 w 1000"/>
              <a:gd name="T1" fmla="*/ 2147483646 h 1000"/>
              <a:gd name="T2" fmla="*/ 0 w 1000"/>
              <a:gd name="T3" fmla="*/ 0 h 1000"/>
              <a:gd name="T4" fmla="*/ 2147483646 w 1000"/>
              <a:gd name="T5" fmla="*/ 0 h 1000"/>
              <a:gd name="T6" fmla="*/ 0 60000 65536"/>
              <a:gd name="T7" fmla="*/ 0 60000 65536"/>
              <a:gd name="T8" fmla="*/ 0 60000 65536"/>
            </a:gdLst>
            <a:ahLst/>
            <a:cxnLst>
              <a:cxn ang="T6">
                <a:pos x="T0" y="T1"/>
              </a:cxn>
              <a:cxn ang="T7">
                <a:pos x="T2" y="T3"/>
              </a:cxn>
              <a:cxn ang="T8">
                <a:pos x="T4" y="T5"/>
              </a:cxn>
            </a:cxnLst>
            <a:rect l="0" t="0" r="r" b="b"/>
            <a:pathLst>
              <a:path w="1000" h="1000">
                <a:moveTo>
                  <a:pt x="0" y="1000"/>
                </a:moveTo>
                <a:lnTo>
                  <a:pt x="0" y="0"/>
                </a:lnTo>
                <a:lnTo>
                  <a:pt x="1000" y="0"/>
                </a:lnTo>
              </a:path>
            </a:pathLst>
          </a:custGeom>
          <a:noFill/>
          <a:ln w="25400" cap="flat" cmpd="sng">
            <a:solidFill>
              <a:schemeClr val="accent1"/>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 name="Line 8">
            <a:extLst>
              <a:ext uri="{FF2B5EF4-FFF2-40B4-BE49-F238E27FC236}">
                <a16:creationId xmlns:a16="http://schemas.microsoft.com/office/drawing/2014/main" id="{F27F9853-DC4D-6A40-8B3D-0046D6891CA8}"/>
              </a:ext>
            </a:extLst>
          </p:cNvPr>
          <p:cNvSpPr>
            <a:spLocks noChangeShapeType="1"/>
          </p:cNvSpPr>
          <p:nvPr/>
        </p:nvSpPr>
        <p:spPr bwMode="auto">
          <a:xfrm>
            <a:off x="457200" y="3371850"/>
            <a:ext cx="8229600" cy="0"/>
          </a:xfrm>
          <a:prstGeom prst="line">
            <a:avLst/>
          </a:prstGeom>
          <a:noFill/>
          <a:ln w="19050">
            <a:solidFill>
              <a:schemeClr val="accent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 name="Line 10">
            <a:extLst>
              <a:ext uri="{FF2B5EF4-FFF2-40B4-BE49-F238E27FC236}">
                <a16:creationId xmlns:a16="http://schemas.microsoft.com/office/drawing/2014/main" id="{1A3CEF30-81C3-494E-8E08-B06EED17BF65}"/>
              </a:ext>
            </a:extLst>
          </p:cNvPr>
          <p:cNvSpPr>
            <a:spLocks noChangeShapeType="1"/>
          </p:cNvSpPr>
          <p:nvPr userDrawn="1"/>
        </p:nvSpPr>
        <p:spPr bwMode="auto">
          <a:xfrm>
            <a:off x="8686800" y="2457450"/>
            <a:ext cx="0" cy="914400"/>
          </a:xfrm>
          <a:prstGeom prst="line">
            <a:avLst/>
          </a:prstGeom>
          <a:noFill/>
          <a:ln w="25400">
            <a:solidFill>
              <a:schemeClr val="accent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1378" name="Rectangle 2"/>
          <p:cNvSpPr>
            <a:spLocks noGrp="1" noChangeArrowheads="1"/>
          </p:cNvSpPr>
          <p:nvPr>
            <p:ph type="ctrTitle"/>
          </p:nvPr>
        </p:nvSpPr>
        <p:spPr>
          <a:xfrm>
            <a:off x="685800" y="1524000"/>
            <a:ext cx="7924800" cy="1752600"/>
          </a:xfrm>
        </p:spPr>
        <p:txBody>
          <a:bodyPr/>
          <a:lstStyle>
            <a:lvl1pPr>
              <a:defRPr sz="4800"/>
            </a:lvl1pPr>
          </a:lstStyle>
          <a:p>
            <a:r>
              <a:rPr lang="en-US" altLang="en-US"/>
              <a:t>Click to edit Master title style</a:t>
            </a:r>
          </a:p>
        </p:txBody>
      </p:sp>
      <p:sp>
        <p:nvSpPr>
          <p:cNvPr id="101379" name="Rectangle 3"/>
          <p:cNvSpPr>
            <a:spLocks noGrp="1" noChangeArrowheads="1"/>
          </p:cNvSpPr>
          <p:nvPr>
            <p:ph type="subTitle" idx="1"/>
          </p:nvPr>
        </p:nvSpPr>
        <p:spPr>
          <a:xfrm>
            <a:off x="685800" y="3581400"/>
            <a:ext cx="7848600" cy="1752600"/>
          </a:xfrm>
        </p:spPr>
        <p:txBody>
          <a:bodyPr/>
          <a:lstStyle>
            <a:lvl1pPr marL="0" indent="0" algn="ctr">
              <a:buFont typeface="Wingdings" pitchFamily="2" charset="2"/>
              <a:buNone/>
              <a:defRPr/>
            </a:lvl1pPr>
          </a:lstStyle>
          <a:p>
            <a:r>
              <a:rPr lang="en-US" altLang="en-US"/>
              <a:t>Click to edit Master subtitle style</a:t>
            </a:r>
          </a:p>
        </p:txBody>
      </p:sp>
      <p:sp>
        <p:nvSpPr>
          <p:cNvPr id="7" name="Rectangle 4">
            <a:extLst>
              <a:ext uri="{FF2B5EF4-FFF2-40B4-BE49-F238E27FC236}">
                <a16:creationId xmlns:a16="http://schemas.microsoft.com/office/drawing/2014/main" id="{E31DA0A4-3F10-7243-82FB-1B85A352C978}"/>
              </a:ext>
            </a:extLst>
          </p:cNvPr>
          <p:cNvSpPr>
            <a:spLocks noGrp="1" noChangeArrowheads="1"/>
          </p:cNvSpPr>
          <p:nvPr>
            <p:ph type="dt" sz="half" idx="10"/>
          </p:nvPr>
        </p:nvSpPr>
        <p:spPr bwMode="auto">
          <a:xfrm>
            <a:off x="457200" y="6243638"/>
            <a:ext cx="2133600" cy="457200"/>
          </a:xfrm>
          <a:prstGeom prst="rect">
            <a:avLst/>
          </a:prstGeom>
          <a:ln>
            <a:miter lim="800000"/>
            <a:headEnd/>
            <a:tailEnd/>
          </a:ln>
        </p:spPr>
        <p:txBody>
          <a:bodyPr vert="horz" wrap="square" lIns="91440" tIns="45720" rIns="91440" bIns="45720" numCol="1" anchor="b" anchorCtr="0" compatLnSpc="1">
            <a:prstTxWarp prst="textNoShape">
              <a:avLst/>
            </a:prstTxWarp>
          </a:bodyPr>
          <a:lstStyle>
            <a:lvl1pPr eaLnBrk="1" hangingPunct="1">
              <a:defRPr sz="1200">
                <a:solidFill>
                  <a:srgbClr val="000000"/>
                </a:solidFill>
                <a:latin typeface="Garamond" pitchFamily="-106" charset="0"/>
                <a:ea typeface="Arial" pitchFamily="-106" charset="0"/>
                <a:cs typeface="Arial" pitchFamily="-106" charset="0"/>
              </a:defRPr>
            </a:lvl1pPr>
          </a:lstStyle>
          <a:p>
            <a:pPr>
              <a:defRPr/>
            </a:pPr>
            <a:r>
              <a:rPr lang="en-US"/>
              <a:t>Efficient Runahead Execution</a:t>
            </a:r>
          </a:p>
        </p:txBody>
      </p:sp>
      <p:sp>
        <p:nvSpPr>
          <p:cNvPr id="8" name="Rectangle 5">
            <a:extLst>
              <a:ext uri="{FF2B5EF4-FFF2-40B4-BE49-F238E27FC236}">
                <a16:creationId xmlns:a16="http://schemas.microsoft.com/office/drawing/2014/main" id="{E93FF985-53D0-9349-AC13-CD6AE394120F}"/>
              </a:ext>
            </a:extLst>
          </p:cNvPr>
          <p:cNvSpPr>
            <a:spLocks noGrp="1" noChangeArrowheads="1"/>
          </p:cNvSpPr>
          <p:nvPr>
            <p:ph type="ftr" sz="quarter" idx="11"/>
          </p:nvPr>
        </p:nvSpPr>
        <p:spPr>
          <a:xfrm>
            <a:off x="3124200" y="6243638"/>
            <a:ext cx="2895600" cy="457200"/>
          </a:xfrm>
        </p:spPr>
        <p:txBody>
          <a:bodyPr/>
          <a:lstStyle>
            <a:lvl1pPr eaLnBrk="0" hangingPunct="0">
              <a:defRPr/>
            </a:lvl1pPr>
          </a:lstStyle>
          <a:p>
            <a:pPr>
              <a:defRPr/>
            </a:pPr>
            <a:endParaRPr lang="en-US" altLang="en-US"/>
          </a:p>
        </p:txBody>
      </p:sp>
      <p:sp>
        <p:nvSpPr>
          <p:cNvPr id="9" name="Rectangle 6">
            <a:extLst>
              <a:ext uri="{FF2B5EF4-FFF2-40B4-BE49-F238E27FC236}">
                <a16:creationId xmlns:a16="http://schemas.microsoft.com/office/drawing/2014/main" id="{99D741F4-487D-3E4E-9492-1709A5584903}"/>
              </a:ext>
            </a:extLst>
          </p:cNvPr>
          <p:cNvSpPr>
            <a:spLocks noGrp="1" noChangeArrowheads="1"/>
          </p:cNvSpPr>
          <p:nvPr>
            <p:ph type="sldNum" sz="quarter" idx="12"/>
          </p:nvPr>
        </p:nvSpPr>
        <p:spPr/>
        <p:txBody>
          <a:bodyPr/>
          <a:lstStyle>
            <a:lvl1pPr eaLnBrk="0" hangingPunct="0">
              <a:defRPr sz="1200"/>
            </a:lvl1pPr>
          </a:lstStyle>
          <a:p>
            <a:pPr>
              <a:defRPr/>
            </a:pPr>
            <a:fld id="{23E0EA3A-D5AA-C346-B0E5-0F3723CF0AFF}" type="slidenum">
              <a:rPr lang="en-US" altLang="en-US"/>
              <a:pPr>
                <a:defRPr/>
              </a:pPr>
              <a:t>‹#›</a:t>
            </a:fld>
            <a:endParaRPr lang="en-US" altLang="en-US"/>
          </a:p>
        </p:txBody>
      </p:sp>
    </p:spTree>
    <p:extLst>
      <p:ext uri="{BB962C8B-B14F-4D97-AF65-F5344CB8AC3E}">
        <p14:creationId xmlns:p14="http://schemas.microsoft.com/office/powerpoint/2010/main" val="854004945"/>
      </p:ext>
    </p:extLst>
  </p:cSld>
  <p:clrMapOvr>
    <a:masterClrMapping/>
  </p:clrMapOvr>
  <p:transition/>
</p:sldLayout>
</file>

<file path=ppt/slideLayouts/slideLayout38.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a:xfrm>
            <a:off x="228600" y="997529"/>
            <a:ext cx="8610600" cy="519372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1029">
            <a:extLst>
              <a:ext uri="{FF2B5EF4-FFF2-40B4-BE49-F238E27FC236}">
                <a16:creationId xmlns:a16="http://schemas.microsoft.com/office/drawing/2014/main" id="{274190E3-4064-CF4E-9EF1-5498E2CC5D1E}"/>
              </a:ext>
            </a:extLst>
          </p:cNvPr>
          <p:cNvSpPr>
            <a:spLocks noGrp="1" noChangeArrowheads="1"/>
          </p:cNvSpPr>
          <p:nvPr>
            <p:ph type="ftr" sz="quarter" idx="10"/>
          </p:nvPr>
        </p:nvSpPr>
        <p:spPr/>
        <p:txBody>
          <a:bodyPr/>
          <a:lstStyle>
            <a:lvl1pPr eaLnBrk="0" hangingPunct="0">
              <a:defRPr/>
            </a:lvl1pPr>
          </a:lstStyle>
          <a:p>
            <a:pPr>
              <a:defRPr/>
            </a:pPr>
            <a:endParaRPr lang="en-US" altLang="en-US"/>
          </a:p>
        </p:txBody>
      </p:sp>
      <p:sp>
        <p:nvSpPr>
          <p:cNvPr id="5" name="Rectangle 1030">
            <a:extLst>
              <a:ext uri="{FF2B5EF4-FFF2-40B4-BE49-F238E27FC236}">
                <a16:creationId xmlns:a16="http://schemas.microsoft.com/office/drawing/2014/main" id="{97C4C7F7-4C4D-B944-BC3B-71BA39BC6914}"/>
              </a:ext>
            </a:extLst>
          </p:cNvPr>
          <p:cNvSpPr>
            <a:spLocks noGrp="1" noChangeArrowheads="1"/>
          </p:cNvSpPr>
          <p:nvPr>
            <p:ph type="sldNum" sz="quarter" idx="11"/>
          </p:nvPr>
        </p:nvSpPr>
        <p:spPr/>
        <p:txBody>
          <a:bodyPr/>
          <a:lstStyle>
            <a:lvl1pPr eaLnBrk="0" hangingPunct="0">
              <a:defRPr/>
            </a:lvl1pPr>
          </a:lstStyle>
          <a:p>
            <a:pPr>
              <a:defRPr/>
            </a:pPr>
            <a:fld id="{614BF785-49C4-4B44-9CBF-9B061C32DFF6}" type="slidenum">
              <a:rPr lang="en-US" altLang="en-US"/>
              <a:pPr>
                <a:defRPr/>
              </a:pPr>
              <a:t>‹#›</a:t>
            </a:fld>
            <a:endParaRPr lang="en-US" altLang="en-US"/>
          </a:p>
        </p:txBody>
      </p:sp>
    </p:spTree>
    <p:extLst>
      <p:ext uri="{BB962C8B-B14F-4D97-AF65-F5344CB8AC3E}">
        <p14:creationId xmlns:p14="http://schemas.microsoft.com/office/powerpoint/2010/main" val="1820010747"/>
      </p:ext>
    </p:extLst>
  </p:cSld>
  <p:clrMapOvr>
    <a:masterClrMapping/>
  </p:clrMapOvr>
  <p:transition/>
</p:sldLayout>
</file>

<file path=ppt/slideLayouts/slideLayout39.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8"/>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1029">
            <a:extLst>
              <a:ext uri="{FF2B5EF4-FFF2-40B4-BE49-F238E27FC236}">
                <a16:creationId xmlns:a16="http://schemas.microsoft.com/office/drawing/2014/main" id="{6D11A547-9A96-D34E-9AE5-D03E9FBB1A01}"/>
              </a:ext>
            </a:extLst>
          </p:cNvPr>
          <p:cNvSpPr>
            <a:spLocks noGrp="1" noChangeArrowheads="1"/>
          </p:cNvSpPr>
          <p:nvPr>
            <p:ph type="ftr" sz="quarter" idx="10"/>
          </p:nvPr>
        </p:nvSpPr>
        <p:spPr/>
        <p:txBody>
          <a:bodyPr/>
          <a:lstStyle>
            <a:lvl1pPr eaLnBrk="0" hangingPunct="0">
              <a:defRPr/>
            </a:lvl1pPr>
          </a:lstStyle>
          <a:p>
            <a:pPr>
              <a:defRPr/>
            </a:pPr>
            <a:endParaRPr lang="en-US" altLang="en-US"/>
          </a:p>
        </p:txBody>
      </p:sp>
      <p:sp>
        <p:nvSpPr>
          <p:cNvPr id="5" name="Rectangle 1030">
            <a:extLst>
              <a:ext uri="{FF2B5EF4-FFF2-40B4-BE49-F238E27FC236}">
                <a16:creationId xmlns:a16="http://schemas.microsoft.com/office/drawing/2014/main" id="{F09AFB6F-ED4E-7541-AA59-8A27C3DE6BDE}"/>
              </a:ext>
            </a:extLst>
          </p:cNvPr>
          <p:cNvSpPr>
            <a:spLocks noGrp="1" noChangeArrowheads="1"/>
          </p:cNvSpPr>
          <p:nvPr>
            <p:ph type="sldNum" sz="quarter" idx="11"/>
          </p:nvPr>
        </p:nvSpPr>
        <p:spPr/>
        <p:txBody>
          <a:bodyPr/>
          <a:lstStyle>
            <a:lvl1pPr eaLnBrk="0" hangingPunct="0">
              <a:defRPr/>
            </a:lvl1pPr>
          </a:lstStyle>
          <a:p>
            <a:pPr>
              <a:defRPr/>
            </a:pPr>
            <a:fld id="{7310A982-9DE3-0240-BA09-D77CC283AC50}" type="slidenum">
              <a:rPr lang="en-US" altLang="en-US"/>
              <a:pPr>
                <a:defRPr/>
              </a:pPr>
              <a:t>‹#›</a:t>
            </a:fld>
            <a:endParaRPr lang="en-US" altLang="en-US"/>
          </a:p>
        </p:txBody>
      </p:sp>
    </p:spTree>
    <p:extLst>
      <p:ext uri="{BB962C8B-B14F-4D97-AF65-F5344CB8AC3E}">
        <p14:creationId xmlns:p14="http://schemas.microsoft.com/office/powerpoint/2010/main" val="3419679840"/>
      </p:ext>
    </p:extLst>
  </p:cSld>
  <p:clrMapOvr>
    <a:masterClrMapping/>
  </p:clrMapOvr>
  <p:transition/>
</p:sldLayout>
</file>

<file path=ppt/slideLayouts/slideLayout40.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228603" y="1371600"/>
            <a:ext cx="4229100" cy="4876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10103" y="1371600"/>
            <a:ext cx="4229100" cy="4876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1029">
            <a:extLst>
              <a:ext uri="{FF2B5EF4-FFF2-40B4-BE49-F238E27FC236}">
                <a16:creationId xmlns:a16="http://schemas.microsoft.com/office/drawing/2014/main" id="{81FFA73C-96FD-4047-9E4B-7F77101D9E1C}"/>
              </a:ext>
            </a:extLst>
          </p:cNvPr>
          <p:cNvSpPr>
            <a:spLocks noGrp="1" noChangeArrowheads="1"/>
          </p:cNvSpPr>
          <p:nvPr>
            <p:ph type="ftr" sz="quarter" idx="10"/>
          </p:nvPr>
        </p:nvSpPr>
        <p:spPr/>
        <p:txBody>
          <a:bodyPr/>
          <a:lstStyle>
            <a:lvl1pPr eaLnBrk="0" hangingPunct="0">
              <a:defRPr/>
            </a:lvl1pPr>
          </a:lstStyle>
          <a:p>
            <a:pPr>
              <a:defRPr/>
            </a:pPr>
            <a:endParaRPr lang="en-US" altLang="en-US"/>
          </a:p>
        </p:txBody>
      </p:sp>
      <p:sp>
        <p:nvSpPr>
          <p:cNvPr id="6" name="Rectangle 1030">
            <a:extLst>
              <a:ext uri="{FF2B5EF4-FFF2-40B4-BE49-F238E27FC236}">
                <a16:creationId xmlns:a16="http://schemas.microsoft.com/office/drawing/2014/main" id="{6CDFF0CB-D922-AE44-8655-D362B07698D0}"/>
              </a:ext>
            </a:extLst>
          </p:cNvPr>
          <p:cNvSpPr>
            <a:spLocks noGrp="1" noChangeArrowheads="1"/>
          </p:cNvSpPr>
          <p:nvPr>
            <p:ph type="sldNum" sz="quarter" idx="11"/>
          </p:nvPr>
        </p:nvSpPr>
        <p:spPr/>
        <p:txBody>
          <a:bodyPr/>
          <a:lstStyle>
            <a:lvl1pPr eaLnBrk="0" hangingPunct="0">
              <a:defRPr/>
            </a:lvl1pPr>
          </a:lstStyle>
          <a:p>
            <a:pPr>
              <a:defRPr/>
            </a:pPr>
            <a:fld id="{711E71DC-D6B8-B544-A322-844BB8D72F5D}" type="slidenum">
              <a:rPr lang="en-US" altLang="en-US"/>
              <a:pPr>
                <a:defRPr/>
              </a:pPr>
              <a:t>‹#›</a:t>
            </a:fld>
            <a:endParaRPr lang="en-US" altLang="en-US"/>
          </a:p>
        </p:txBody>
      </p:sp>
    </p:spTree>
    <p:extLst>
      <p:ext uri="{BB962C8B-B14F-4D97-AF65-F5344CB8AC3E}">
        <p14:creationId xmlns:p14="http://schemas.microsoft.com/office/powerpoint/2010/main" val="1472780677"/>
      </p:ext>
    </p:extLst>
  </p:cSld>
  <p:clrMapOvr>
    <a:masterClrMapping/>
  </p:clrMapOvr>
  <p:transition/>
</p:sldLayout>
</file>

<file path=ppt/slideLayouts/slideLayout41.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3"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3"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31"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31"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1029">
            <a:extLst>
              <a:ext uri="{FF2B5EF4-FFF2-40B4-BE49-F238E27FC236}">
                <a16:creationId xmlns:a16="http://schemas.microsoft.com/office/drawing/2014/main" id="{CBC457C9-BFF8-2F46-8923-024E19AE3015}"/>
              </a:ext>
            </a:extLst>
          </p:cNvPr>
          <p:cNvSpPr>
            <a:spLocks noGrp="1" noChangeArrowheads="1"/>
          </p:cNvSpPr>
          <p:nvPr>
            <p:ph type="ftr" sz="quarter" idx="10"/>
          </p:nvPr>
        </p:nvSpPr>
        <p:spPr/>
        <p:txBody>
          <a:bodyPr/>
          <a:lstStyle>
            <a:lvl1pPr eaLnBrk="0" hangingPunct="0">
              <a:defRPr/>
            </a:lvl1pPr>
          </a:lstStyle>
          <a:p>
            <a:pPr>
              <a:defRPr/>
            </a:pPr>
            <a:endParaRPr lang="en-US" altLang="en-US"/>
          </a:p>
        </p:txBody>
      </p:sp>
      <p:sp>
        <p:nvSpPr>
          <p:cNvPr id="8" name="Rectangle 1030">
            <a:extLst>
              <a:ext uri="{FF2B5EF4-FFF2-40B4-BE49-F238E27FC236}">
                <a16:creationId xmlns:a16="http://schemas.microsoft.com/office/drawing/2014/main" id="{E2576195-54AB-DD4F-9010-41A85A870D68}"/>
              </a:ext>
            </a:extLst>
          </p:cNvPr>
          <p:cNvSpPr>
            <a:spLocks noGrp="1" noChangeArrowheads="1"/>
          </p:cNvSpPr>
          <p:nvPr>
            <p:ph type="sldNum" sz="quarter" idx="11"/>
          </p:nvPr>
        </p:nvSpPr>
        <p:spPr/>
        <p:txBody>
          <a:bodyPr/>
          <a:lstStyle>
            <a:lvl1pPr eaLnBrk="0" hangingPunct="0">
              <a:defRPr/>
            </a:lvl1pPr>
          </a:lstStyle>
          <a:p>
            <a:pPr>
              <a:defRPr/>
            </a:pPr>
            <a:fld id="{36184090-2B8D-2C48-90B7-6903E8EFDAAF}" type="slidenum">
              <a:rPr lang="en-US" altLang="en-US"/>
              <a:pPr>
                <a:defRPr/>
              </a:pPr>
              <a:t>‹#›</a:t>
            </a:fld>
            <a:endParaRPr lang="en-US" altLang="en-US"/>
          </a:p>
        </p:txBody>
      </p:sp>
    </p:spTree>
    <p:extLst>
      <p:ext uri="{BB962C8B-B14F-4D97-AF65-F5344CB8AC3E}">
        <p14:creationId xmlns:p14="http://schemas.microsoft.com/office/powerpoint/2010/main" val="3002820407"/>
      </p:ext>
    </p:extLst>
  </p:cSld>
  <p:clrMapOvr>
    <a:masterClrMapping/>
  </p:clrMapOvr>
  <p:transition/>
</p:sldLayout>
</file>

<file path=ppt/slideLayouts/slideLayout4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1029">
            <a:extLst>
              <a:ext uri="{FF2B5EF4-FFF2-40B4-BE49-F238E27FC236}">
                <a16:creationId xmlns:a16="http://schemas.microsoft.com/office/drawing/2014/main" id="{7C6CA79B-3246-2340-B232-D58F661C36AE}"/>
              </a:ext>
            </a:extLst>
          </p:cNvPr>
          <p:cNvSpPr>
            <a:spLocks noGrp="1" noChangeArrowheads="1"/>
          </p:cNvSpPr>
          <p:nvPr>
            <p:ph type="ftr" sz="quarter" idx="10"/>
          </p:nvPr>
        </p:nvSpPr>
        <p:spPr/>
        <p:txBody>
          <a:bodyPr/>
          <a:lstStyle>
            <a:lvl1pPr eaLnBrk="0" hangingPunct="0">
              <a:defRPr/>
            </a:lvl1pPr>
          </a:lstStyle>
          <a:p>
            <a:pPr>
              <a:defRPr/>
            </a:pPr>
            <a:endParaRPr lang="en-US" altLang="en-US"/>
          </a:p>
        </p:txBody>
      </p:sp>
      <p:sp>
        <p:nvSpPr>
          <p:cNvPr id="4" name="Rectangle 1030">
            <a:extLst>
              <a:ext uri="{FF2B5EF4-FFF2-40B4-BE49-F238E27FC236}">
                <a16:creationId xmlns:a16="http://schemas.microsoft.com/office/drawing/2014/main" id="{9EF88248-C1B9-0748-9AB9-32134EA6D980}"/>
              </a:ext>
            </a:extLst>
          </p:cNvPr>
          <p:cNvSpPr>
            <a:spLocks noGrp="1" noChangeArrowheads="1"/>
          </p:cNvSpPr>
          <p:nvPr>
            <p:ph type="sldNum" sz="quarter" idx="11"/>
          </p:nvPr>
        </p:nvSpPr>
        <p:spPr/>
        <p:txBody>
          <a:bodyPr/>
          <a:lstStyle>
            <a:lvl1pPr eaLnBrk="0" hangingPunct="0">
              <a:defRPr/>
            </a:lvl1pPr>
          </a:lstStyle>
          <a:p>
            <a:pPr>
              <a:defRPr/>
            </a:pPr>
            <a:fld id="{AA3D9306-ECE4-C544-A3CD-354A1CDCC3A5}" type="slidenum">
              <a:rPr lang="en-US" altLang="en-US"/>
              <a:pPr>
                <a:defRPr/>
              </a:pPr>
              <a:t>‹#›</a:t>
            </a:fld>
            <a:endParaRPr lang="en-US" altLang="en-US"/>
          </a:p>
        </p:txBody>
      </p:sp>
    </p:spTree>
    <p:extLst>
      <p:ext uri="{BB962C8B-B14F-4D97-AF65-F5344CB8AC3E}">
        <p14:creationId xmlns:p14="http://schemas.microsoft.com/office/powerpoint/2010/main" val="649066829"/>
      </p:ext>
    </p:extLst>
  </p:cSld>
  <p:clrMapOvr>
    <a:masterClrMapping/>
  </p:clrMapOvr>
  <p:transition/>
</p:sldLayout>
</file>

<file path=ppt/slideLayouts/slideLayout4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1029">
            <a:extLst>
              <a:ext uri="{FF2B5EF4-FFF2-40B4-BE49-F238E27FC236}">
                <a16:creationId xmlns:a16="http://schemas.microsoft.com/office/drawing/2014/main" id="{3B408B40-D24F-6743-BC6C-4DDBDBC0F30D}"/>
              </a:ext>
            </a:extLst>
          </p:cNvPr>
          <p:cNvSpPr>
            <a:spLocks noGrp="1" noChangeArrowheads="1"/>
          </p:cNvSpPr>
          <p:nvPr>
            <p:ph type="ftr" sz="quarter" idx="10"/>
          </p:nvPr>
        </p:nvSpPr>
        <p:spPr/>
        <p:txBody>
          <a:bodyPr/>
          <a:lstStyle>
            <a:lvl1pPr eaLnBrk="0" hangingPunct="0">
              <a:defRPr/>
            </a:lvl1pPr>
          </a:lstStyle>
          <a:p>
            <a:pPr>
              <a:defRPr/>
            </a:pPr>
            <a:endParaRPr lang="en-US" altLang="en-US"/>
          </a:p>
        </p:txBody>
      </p:sp>
      <p:sp>
        <p:nvSpPr>
          <p:cNvPr id="3" name="Rectangle 1030">
            <a:extLst>
              <a:ext uri="{FF2B5EF4-FFF2-40B4-BE49-F238E27FC236}">
                <a16:creationId xmlns:a16="http://schemas.microsoft.com/office/drawing/2014/main" id="{00155B31-3658-5D48-8A04-A92905AD0B13}"/>
              </a:ext>
            </a:extLst>
          </p:cNvPr>
          <p:cNvSpPr>
            <a:spLocks noGrp="1" noChangeArrowheads="1"/>
          </p:cNvSpPr>
          <p:nvPr>
            <p:ph type="sldNum" sz="quarter" idx="11"/>
          </p:nvPr>
        </p:nvSpPr>
        <p:spPr/>
        <p:txBody>
          <a:bodyPr/>
          <a:lstStyle>
            <a:lvl1pPr eaLnBrk="0" hangingPunct="0">
              <a:defRPr/>
            </a:lvl1pPr>
          </a:lstStyle>
          <a:p>
            <a:pPr>
              <a:defRPr/>
            </a:pPr>
            <a:fld id="{623C1B2B-713D-944A-8EF0-1D71CFC78B0C}" type="slidenum">
              <a:rPr lang="en-US" altLang="en-US"/>
              <a:pPr>
                <a:defRPr/>
              </a:pPr>
              <a:t>‹#›</a:t>
            </a:fld>
            <a:endParaRPr lang="en-US" altLang="en-US"/>
          </a:p>
        </p:txBody>
      </p:sp>
    </p:spTree>
    <p:extLst>
      <p:ext uri="{BB962C8B-B14F-4D97-AF65-F5344CB8AC3E}">
        <p14:creationId xmlns:p14="http://schemas.microsoft.com/office/powerpoint/2010/main" val="1447092355"/>
      </p:ext>
    </p:extLst>
  </p:cSld>
  <p:clrMapOvr>
    <a:masterClrMapping/>
  </p:clrMapOvr>
  <p:transition/>
</p:sldLayout>
</file>

<file path=ppt/slideLayouts/slideLayout44.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6"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5" y="273055"/>
            <a:ext cx="5111751"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6" y="1435105"/>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1029">
            <a:extLst>
              <a:ext uri="{FF2B5EF4-FFF2-40B4-BE49-F238E27FC236}">
                <a16:creationId xmlns:a16="http://schemas.microsoft.com/office/drawing/2014/main" id="{35F94AF5-7321-5D4E-AB77-CE6E9B9B4F66}"/>
              </a:ext>
            </a:extLst>
          </p:cNvPr>
          <p:cNvSpPr>
            <a:spLocks noGrp="1" noChangeArrowheads="1"/>
          </p:cNvSpPr>
          <p:nvPr>
            <p:ph type="ftr" sz="quarter" idx="10"/>
          </p:nvPr>
        </p:nvSpPr>
        <p:spPr/>
        <p:txBody>
          <a:bodyPr/>
          <a:lstStyle>
            <a:lvl1pPr eaLnBrk="0" hangingPunct="0">
              <a:defRPr/>
            </a:lvl1pPr>
          </a:lstStyle>
          <a:p>
            <a:pPr>
              <a:defRPr/>
            </a:pPr>
            <a:endParaRPr lang="en-US" altLang="en-US"/>
          </a:p>
        </p:txBody>
      </p:sp>
      <p:sp>
        <p:nvSpPr>
          <p:cNvPr id="6" name="Rectangle 1030">
            <a:extLst>
              <a:ext uri="{FF2B5EF4-FFF2-40B4-BE49-F238E27FC236}">
                <a16:creationId xmlns:a16="http://schemas.microsoft.com/office/drawing/2014/main" id="{4E881CA0-D034-7849-BDCB-DDCB8F1B602C}"/>
              </a:ext>
            </a:extLst>
          </p:cNvPr>
          <p:cNvSpPr>
            <a:spLocks noGrp="1" noChangeArrowheads="1"/>
          </p:cNvSpPr>
          <p:nvPr>
            <p:ph type="sldNum" sz="quarter" idx="11"/>
          </p:nvPr>
        </p:nvSpPr>
        <p:spPr/>
        <p:txBody>
          <a:bodyPr/>
          <a:lstStyle>
            <a:lvl1pPr eaLnBrk="0" hangingPunct="0">
              <a:defRPr/>
            </a:lvl1pPr>
          </a:lstStyle>
          <a:p>
            <a:pPr>
              <a:defRPr/>
            </a:pPr>
            <a:fld id="{7C870DD5-5BB8-B04A-8DCF-77553DDFA286}" type="slidenum">
              <a:rPr lang="en-US" altLang="en-US"/>
              <a:pPr>
                <a:defRPr/>
              </a:pPr>
              <a:t>‹#›</a:t>
            </a:fld>
            <a:endParaRPr lang="en-US" altLang="en-US"/>
          </a:p>
        </p:txBody>
      </p:sp>
    </p:spTree>
    <p:extLst>
      <p:ext uri="{BB962C8B-B14F-4D97-AF65-F5344CB8AC3E}">
        <p14:creationId xmlns:p14="http://schemas.microsoft.com/office/powerpoint/2010/main" val="514083092"/>
      </p:ext>
    </p:extLst>
  </p:cSld>
  <p:clrMapOvr>
    <a:masterClrMapping/>
  </p:clrMapOvr>
  <p:transition/>
</p:sldLayout>
</file>

<file path=ppt/slideLayouts/slideLayout45.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1"/>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9"/>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1029">
            <a:extLst>
              <a:ext uri="{FF2B5EF4-FFF2-40B4-BE49-F238E27FC236}">
                <a16:creationId xmlns:a16="http://schemas.microsoft.com/office/drawing/2014/main" id="{DEF76DDE-0079-A74C-89D8-E23DF7952DBD}"/>
              </a:ext>
            </a:extLst>
          </p:cNvPr>
          <p:cNvSpPr>
            <a:spLocks noGrp="1" noChangeArrowheads="1"/>
          </p:cNvSpPr>
          <p:nvPr>
            <p:ph type="ftr" sz="quarter" idx="10"/>
          </p:nvPr>
        </p:nvSpPr>
        <p:spPr/>
        <p:txBody>
          <a:bodyPr/>
          <a:lstStyle>
            <a:lvl1pPr eaLnBrk="0" hangingPunct="0">
              <a:defRPr/>
            </a:lvl1pPr>
          </a:lstStyle>
          <a:p>
            <a:pPr>
              <a:defRPr/>
            </a:pPr>
            <a:endParaRPr lang="en-US" altLang="en-US"/>
          </a:p>
        </p:txBody>
      </p:sp>
      <p:sp>
        <p:nvSpPr>
          <p:cNvPr id="6" name="Rectangle 1030">
            <a:extLst>
              <a:ext uri="{FF2B5EF4-FFF2-40B4-BE49-F238E27FC236}">
                <a16:creationId xmlns:a16="http://schemas.microsoft.com/office/drawing/2014/main" id="{1EC2C245-9575-3E48-858A-A505AB8D973D}"/>
              </a:ext>
            </a:extLst>
          </p:cNvPr>
          <p:cNvSpPr>
            <a:spLocks noGrp="1" noChangeArrowheads="1"/>
          </p:cNvSpPr>
          <p:nvPr>
            <p:ph type="sldNum" sz="quarter" idx="11"/>
          </p:nvPr>
        </p:nvSpPr>
        <p:spPr/>
        <p:txBody>
          <a:bodyPr/>
          <a:lstStyle>
            <a:lvl1pPr eaLnBrk="0" hangingPunct="0">
              <a:defRPr/>
            </a:lvl1pPr>
          </a:lstStyle>
          <a:p>
            <a:pPr>
              <a:defRPr/>
            </a:pPr>
            <a:fld id="{7DC0B96F-BEA7-3F4F-8A59-59148C79862C}" type="slidenum">
              <a:rPr lang="en-US" altLang="en-US"/>
              <a:pPr>
                <a:defRPr/>
              </a:pPr>
              <a:t>‹#›</a:t>
            </a:fld>
            <a:endParaRPr lang="en-US" altLang="en-US"/>
          </a:p>
        </p:txBody>
      </p:sp>
    </p:spTree>
    <p:extLst>
      <p:ext uri="{BB962C8B-B14F-4D97-AF65-F5344CB8AC3E}">
        <p14:creationId xmlns:p14="http://schemas.microsoft.com/office/powerpoint/2010/main" val="455398916"/>
      </p:ext>
    </p:extLst>
  </p:cSld>
  <p:clrMapOvr>
    <a:masterClrMapping/>
  </p:clrMapOvr>
  <p:transition/>
</p:sldLayout>
</file>

<file path=ppt/slideLayouts/slideLayout4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1029">
            <a:extLst>
              <a:ext uri="{FF2B5EF4-FFF2-40B4-BE49-F238E27FC236}">
                <a16:creationId xmlns:a16="http://schemas.microsoft.com/office/drawing/2014/main" id="{72477E4B-B36D-AB49-AB2A-B49BEDB8BA46}"/>
              </a:ext>
            </a:extLst>
          </p:cNvPr>
          <p:cNvSpPr>
            <a:spLocks noGrp="1" noChangeArrowheads="1"/>
          </p:cNvSpPr>
          <p:nvPr>
            <p:ph type="ftr" sz="quarter" idx="10"/>
          </p:nvPr>
        </p:nvSpPr>
        <p:spPr/>
        <p:txBody>
          <a:bodyPr/>
          <a:lstStyle>
            <a:lvl1pPr eaLnBrk="0" hangingPunct="0">
              <a:defRPr/>
            </a:lvl1pPr>
          </a:lstStyle>
          <a:p>
            <a:pPr>
              <a:defRPr/>
            </a:pPr>
            <a:endParaRPr lang="en-US" altLang="en-US"/>
          </a:p>
        </p:txBody>
      </p:sp>
      <p:sp>
        <p:nvSpPr>
          <p:cNvPr id="5" name="Rectangle 1030">
            <a:extLst>
              <a:ext uri="{FF2B5EF4-FFF2-40B4-BE49-F238E27FC236}">
                <a16:creationId xmlns:a16="http://schemas.microsoft.com/office/drawing/2014/main" id="{1248D540-1400-2E4B-A645-30C5F856A3B3}"/>
              </a:ext>
            </a:extLst>
          </p:cNvPr>
          <p:cNvSpPr>
            <a:spLocks noGrp="1" noChangeArrowheads="1"/>
          </p:cNvSpPr>
          <p:nvPr>
            <p:ph type="sldNum" sz="quarter" idx="11"/>
          </p:nvPr>
        </p:nvSpPr>
        <p:spPr/>
        <p:txBody>
          <a:bodyPr/>
          <a:lstStyle>
            <a:lvl1pPr eaLnBrk="0" hangingPunct="0">
              <a:defRPr/>
            </a:lvl1pPr>
          </a:lstStyle>
          <a:p>
            <a:pPr>
              <a:defRPr/>
            </a:pPr>
            <a:fld id="{F973F432-234C-0B43-BBAA-E00587F55143}" type="slidenum">
              <a:rPr lang="en-US" altLang="en-US"/>
              <a:pPr>
                <a:defRPr/>
              </a:pPr>
              <a:t>‹#›</a:t>
            </a:fld>
            <a:endParaRPr lang="en-US" altLang="en-US"/>
          </a:p>
        </p:txBody>
      </p:sp>
    </p:spTree>
    <p:extLst>
      <p:ext uri="{BB962C8B-B14F-4D97-AF65-F5344CB8AC3E}">
        <p14:creationId xmlns:p14="http://schemas.microsoft.com/office/powerpoint/2010/main" val="374041100"/>
      </p:ext>
    </p:extLst>
  </p:cSld>
  <p:clrMapOvr>
    <a:masterClrMapping/>
  </p:clrMapOvr>
  <p:transition/>
</p:sldLayout>
</file>

<file path=ppt/slideLayouts/slideLayout4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86549" y="152400"/>
            <a:ext cx="2152651" cy="60960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228606" y="152400"/>
            <a:ext cx="6305551" cy="60960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1029">
            <a:extLst>
              <a:ext uri="{FF2B5EF4-FFF2-40B4-BE49-F238E27FC236}">
                <a16:creationId xmlns:a16="http://schemas.microsoft.com/office/drawing/2014/main" id="{FD2F324C-9234-7D4C-BFDC-556019537C76}"/>
              </a:ext>
            </a:extLst>
          </p:cNvPr>
          <p:cNvSpPr>
            <a:spLocks noGrp="1" noChangeArrowheads="1"/>
          </p:cNvSpPr>
          <p:nvPr>
            <p:ph type="ftr" sz="quarter" idx="10"/>
          </p:nvPr>
        </p:nvSpPr>
        <p:spPr/>
        <p:txBody>
          <a:bodyPr/>
          <a:lstStyle>
            <a:lvl1pPr eaLnBrk="0" hangingPunct="0">
              <a:defRPr/>
            </a:lvl1pPr>
          </a:lstStyle>
          <a:p>
            <a:pPr>
              <a:defRPr/>
            </a:pPr>
            <a:endParaRPr lang="en-US" altLang="en-US"/>
          </a:p>
        </p:txBody>
      </p:sp>
      <p:sp>
        <p:nvSpPr>
          <p:cNvPr id="5" name="Rectangle 1030">
            <a:extLst>
              <a:ext uri="{FF2B5EF4-FFF2-40B4-BE49-F238E27FC236}">
                <a16:creationId xmlns:a16="http://schemas.microsoft.com/office/drawing/2014/main" id="{E6D6E083-9670-8249-B57A-4F9188469D49}"/>
              </a:ext>
            </a:extLst>
          </p:cNvPr>
          <p:cNvSpPr>
            <a:spLocks noGrp="1" noChangeArrowheads="1"/>
          </p:cNvSpPr>
          <p:nvPr>
            <p:ph type="sldNum" sz="quarter" idx="11"/>
          </p:nvPr>
        </p:nvSpPr>
        <p:spPr/>
        <p:txBody>
          <a:bodyPr/>
          <a:lstStyle>
            <a:lvl1pPr eaLnBrk="0" hangingPunct="0">
              <a:defRPr/>
            </a:lvl1pPr>
          </a:lstStyle>
          <a:p>
            <a:pPr>
              <a:defRPr/>
            </a:pPr>
            <a:fld id="{63C054EE-DDC4-1E44-8972-DD1D6D6730DA}" type="slidenum">
              <a:rPr lang="en-US" altLang="en-US"/>
              <a:pPr>
                <a:defRPr/>
              </a:pPr>
              <a:t>‹#›</a:t>
            </a:fld>
            <a:endParaRPr lang="en-US" altLang="en-US"/>
          </a:p>
        </p:txBody>
      </p:sp>
    </p:spTree>
    <p:extLst>
      <p:ext uri="{BB962C8B-B14F-4D97-AF65-F5344CB8AC3E}">
        <p14:creationId xmlns:p14="http://schemas.microsoft.com/office/powerpoint/2010/main" val="3413166820"/>
      </p:ext>
    </p:extLst>
  </p:cSld>
  <p:clrMapOvr>
    <a:masterClrMapping/>
  </p:clrMapOvr>
  <p:transition/>
</p:sldLayout>
</file>

<file path=ppt/slideLayouts/slideLayout48.xml><?xml version="1.0" encoding="utf-8"?>
<p:sldLayout xmlns:a="http://schemas.openxmlformats.org/drawingml/2006/main" xmlns:r="http://schemas.openxmlformats.org/officeDocument/2006/relationships" xmlns:p="http://schemas.openxmlformats.org/presentationml/2006/main" type="clipArtAndTx" preserve="1">
  <p:cSld name="Title, Clip Art and Text">
    <p:spTree>
      <p:nvGrpSpPr>
        <p:cNvPr id="1" name=""/>
        <p:cNvGrpSpPr/>
        <p:nvPr/>
      </p:nvGrpSpPr>
      <p:grpSpPr>
        <a:xfrm>
          <a:off x="0" y="0"/>
          <a:ext cx="0" cy="0"/>
          <a:chOff x="0" y="0"/>
          <a:chExt cx="0" cy="0"/>
        </a:xfrm>
      </p:grpSpPr>
      <p:sp>
        <p:nvSpPr>
          <p:cNvPr id="2" name="Title 1"/>
          <p:cNvSpPr>
            <a:spLocks noGrp="1"/>
          </p:cNvSpPr>
          <p:nvPr>
            <p:ph type="title"/>
          </p:nvPr>
        </p:nvSpPr>
        <p:spPr>
          <a:xfrm>
            <a:off x="228600" y="152400"/>
            <a:ext cx="8610600" cy="1066800"/>
          </a:xfrm>
        </p:spPr>
        <p:txBody>
          <a:bodyPr/>
          <a:lstStyle/>
          <a:p>
            <a:r>
              <a:rPr lang="en-US"/>
              <a:t>Click to edit Master title style</a:t>
            </a:r>
          </a:p>
        </p:txBody>
      </p:sp>
      <p:sp>
        <p:nvSpPr>
          <p:cNvPr id="3" name="ClipArt Placeholder 2"/>
          <p:cNvSpPr>
            <a:spLocks noGrp="1"/>
          </p:cNvSpPr>
          <p:nvPr>
            <p:ph type="clipArt" sz="half" idx="1"/>
          </p:nvPr>
        </p:nvSpPr>
        <p:spPr>
          <a:xfrm>
            <a:off x="228603" y="1371600"/>
            <a:ext cx="4229100" cy="4876800"/>
          </a:xfrm>
        </p:spPr>
        <p:txBody>
          <a:bodyPr/>
          <a:lstStyle/>
          <a:p>
            <a:pPr lvl="0"/>
            <a:endParaRPr lang="en-US" noProof="0"/>
          </a:p>
        </p:txBody>
      </p:sp>
      <p:sp>
        <p:nvSpPr>
          <p:cNvPr id="4" name="Text Placeholder 3"/>
          <p:cNvSpPr>
            <a:spLocks noGrp="1"/>
          </p:cNvSpPr>
          <p:nvPr>
            <p:ph type="body" sz="half" idx="2"/>
          </p:nvPr>
        </p:nvSpPr>
        <p:spPr>
          <a:xfrm>
            <a:off x="4610103" y="1371600"/>
            <a:ext cx="4229100" cy="4876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1029">
            <a:extLst>
              <a:ext uri="{FF2B5EF4-FFF2-40B4-BE49-F238E27FC236}">
                <a16:creationId xmlns:a16="http://schemas.microsoft.com/office/drawing/2014/main" id="{57E5DF24-E9FE-C344-9BD0-18942DD36EDB}"/>
              </a:ext>
            </a:extLst>
          </p:cNvPr>
          <p:cNvSpPr>
            <a:spLocks noGrp="1" noChangeArrowheads="1"/>
          </p:cNvSpPr>
          <p:nvPr>
            <p:ph type="ftr" sz="quarter" idx="10"/>
          </p:nvPr>
        </p:nvSpPr>
        <p:spPr/>
        <p:txBody>
          <a:bodyPr/>
          <a:lstStyle>
            <a:lvl1pPr eaLnBrk="0" hangingPunct="0">
              <a:defRPr/>
            </a:lvl1pPr>
          </a:lstStyle>
          <a:p>
            <a:pPr>
              <a:defRPr/>
            </a:pPr>
            <a:endParaRPr lang="en-US" altLang="en-US"/>
          </a:p>
        </p:txBody>
      </p:sp>
      <p:sp>
        <p:nvSpPr>
          <p:cNvPr id="6" name="Rectangle 1030">
            <a:extLst>
              <a:ext uri="{FF2B5EF4-FFF2-40B4-BE49-F238E27FC236}">
                <a16:creationId xmlns:a16="http://schemas.microsoft.com/office/drawing/2014/main" id="{6BFD28FE-BE78-6A48-AEF2-D0B0FE3828B1}"/>
              </a:ext>
            </a:extLst>
          </p:cNvPr>
          <p:cNvSpPr>
            <a:spLocks noGrp="1" noChangeArrowheads="1"/>
          </p:cNvSpPr>
          <p:nvPr>
            <p:ph type="sldNum" sz="quarter" idx="11"/>
          </p:nvPr>
        </p:nvSpPr>
        <p:spPr/>
        <p:txBody>
          <a:bodyPr/>
          <a:lstStyle>
            <a:lvl1pPr eaLnBrk="0" hangingPunct="0">
              <a:defRPr/>
            </a:lvl1pPr>
          </a:lstStyle>
          <a:p>
            <a:pPr>
              <a:defRPr/>
            </a:pPr>
            <a:fld id="{70BE929E-4EFA-1347-8DBD-771F9AC3AB4A}" type="slidenum">
              <a:rPr lang="en-US" altLang="en-US"/>
              <a:pPr>
                <a:defRPr/>
              </a:pPr>
              <a:t>‹#›</a:t>
            </a:fld>
            <a:endParaRPr lang="en-US" altLang="en-US"/>
          </a:p>
        </p:txBody>
      </p:sp>
    </p:spTree>
    <p:extLst>
      <p:ext uri="{BB962C8B-B14F-4D97-AF65-F5344CB8AC3E}">
        <p14:creationId xmlns:p14="http://schemas.microsoft.com/office/powerpoint/2010/main" val="1963962836"/>
      </p:ext>
    </p:extLst>
  </p:cSld>
  <p:clrMapOvr>
    <a:masterClrMapping/>
  </p:clrMapOvr>
  <p:transition/>
</p:sldLayout>
</file>

<file path=ppt/slideLayouts/slideLayout49.xml><?xml version="1.0" encoding="utf-8"?>
<p:sldLayout xmlns:a="http://schemas.openxmlformats.org/drawingml/2006/main" xmlns:r="http://schemas.openxmlformats.org/officeDocument/2006/relationships" xmlns:p="http://schemas.openxmlformats.org/presentationml/2006/main">
  <p:cSld name="9_Title and Horizontal Content">
    <p:spTree>
      <p:nvGrpSpPr>
        <p:cNvPr id="1" name=""/>
        <p:cNvGrpSpPr/>
        <p:nvPr/>
      </p:nvGrpSpPr>
      <p:grpSpPr>
        <a:xfrm>
          <a:off x="0" y="0"/>
          <a:ext cx="0" cy="0"/>
          <a:chOff x="0" y="0"/>
          <a:chExt cx="0" cy="0"/>
        </a:xfrm>
      </p:grpSpPr>
      <p:sp>
        <p:nvSpPr>
          <p:cNvPr id="2" name="Title 1"/>
          <p:cNvSpPr>
            <a:spLocks noGrp="1"/>
          </p:cNvSpPr>
          <p:nvPr>
            <p:ph type="title"/>
          </p:nvPr>
        </p:nvSpPr>
        <p:spPr>
          <a:xfrm>
            <a:off x="357018" y="435678"/>
            <a:ext cx="7592093" cy="762000"/>
          </a:xfrm>
        </p:spPr>
        <p:txBody>
          <a:bodyPr/>
          <a:lstStyle>
            <a:lvl1pPr>
              <a:defRPr>
                <a:latin typeface="Calibri" pitchFamily="34" charset="0"/>
              </a:defRPr>
            </a:lvl1pPr>
          </a:lstStyle>
          <a:p>
            <a:r>
              <a:rPr lang="en-US"/>
              <a:t>Click to edit Master title style</a:t>
            </a:r>
            <a:endParaRPr lang="en-US" dirty="0"/>
          </a:p>
        </p:txBody>
      </p:sp>
      <p:sp>
        <p:nvSpPr>
          <p:cNvPr id="3" name="Content Placeholder 2"/>
          <p:cNvSpPr>
            <a:spLocks noGrp="1"/>
          </p:cNvSpPr>
          <p:nvPr>
            <p:ph idx="1"/>
          </p:nvPr>
        </p:nvSpPr>
        <p:spPr>
          <a:xfrm>
            <a:off x="396875" y="1362075"/>
            <a:ext cx="7896225" cy="2447925"/>
          </a:xfrm>
        </p:spPr>
        <p:txBody>
          <a:bodyPr/>
          <a:lstStyle>
            <a:lvl1pPr>
              <a:defRPr>
                <a:latin typeface="Calibri" pitchFamily="34" charset="0"/>
              </a:defRPr>
            </a:lvl1pPr>
            <a:lvl2pPr>
              <a:defRPr>
                <a:latin typeface="Calibri" pitchFamily="34" charset="0"/>
              </a:defRPr>
            </a:lvl2pPr>
            <a:lvl3pPr>
              <a:defRPr>
                <a:latin typeface="Calibri" pitchFamily="34" charset="0"/>
              </a:defRPr>
            </a:lvl3pPr>
            <a:lvl4pPr>
              <a:defRPr>
                <a:latin typeface="Calibri" pitchFamily="34" charset="0"/>
              </a:defRPr>
            </a:lvl4pPr>
            <a:lvl5pPr>
              <a:defRPr>
                <a:latin typeface="Calibri"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Content Placeholder 2"/>
          <p:cNvSpPr>
            <a:spLocks noGrp="1"/>
          </p:cNvSpPr>
          <p:nvPr>
            <p:ph idx="11"/>
          </p:nvPr>
        </p:nvSpPr>
        <p:spPr>
          <a:xfrm>
            <a:off x="404565" y="3886201"/>
            <a:ext cx="7896225" cy="2452382"/>
          </a:xfrm>
        </p:spPr>
        <p:txBody>
          <a:bodyPr/>
          <a:lstStyle>
            <a:lvl1pPr>
              <a:defRPr>
                <a:latin typeface="Calibri" pitchFamily="34" charset="0"/>
              </a:defRPr>
            </a:lvl1pPr>
            <a:lvl2pPr>
              <a:defRPr>
                <a:latin typeface="Calibri" pitchFamily="34" charset="0"/>
              </a:defRPr>
            </a:lvl2pPr>
            <a:lvl3pPr>
              <a:defRPr>
                <a:latin typeface="Calibri" pitchFamily="34" charset="0"/>
              </a:defRPr>
            </a:lvl3pPr>
            <a:lvl4pPr>
              <a:defRPr>
                <a:latin typeface="Calibri" pitchFamily="34" charset="0"/>
              </a:defRPr>
            </a:lvl4pPr>
            <a:lvl5pPr>
              <a:defRPr>
                <a:latin typeface="Calibri"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499961926"/>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cSld name="4_DoubleCode_Explanation">
    <p:spTree>
      <p:nvGrpSpPr>
        <p:cNvPr id="1" name=""/>
        <p:cNvGrpSpPr/>
        <p:nvPr/>
      </p:nvGrpSpPr>
      <p:grpSpPr>
        <a:xfrm>
          <a:off x="0" y="0"/>
          <a:ext cx="0" cy="0"/>
          <a:chOff x="0" y="0"/>
          <a:chExt cx="0" cy="0"/>
        </a:xfrm>
      </p:grpSpPr>
      <p:sp>
        <p:nvSpPr>
          <p:cNvPr id="2" name="Title 1"/>
          <p:cNvSpPr>
            <a:spLocks noGrp="1"/>
          </p:cNvSpPr>
          <p:nvPr>
            <p:ph type="title"/>
          </p:nvPr>
        </p:nvSpPr>
        <p:spPr>
          <a:xfrm>
            <a:off x="357018" y="435678"/>
            <a:ext cx="8085307" cy="762000"/>
          </a:xfrm>
        </p:spPr>
        <p:txBody>
          <a:bodyPr/>
          <a:lstStyle>
            <a:lvl1pPr>
              <a:defRPr>
                <a:latin typeface="Calibri" pitchFamily="34" charset="0"/>
              </a:defRPr>
            </a:lvl1pPr>
          </a:lstStyle>
          <a:p>
            <a:r>
              <a:rPr lang="en-US"/>
              <a:t>Click to edit Master title style</a:t>
            </a:r>
            <a:endParaRPr lang="en-US" dirty="0"/>
          </a:p>
        </p:txBody>
      </p:sp>
      <p:sp>
        <p:nvSpPr>
          <p:cNvPr id="3" name="Content Placeholder 2"/>
          <p:cNvSpPr>
            <a:spLocks noGrp="1"/>
          </p:cNvSpPr>
          <p:nvPr>
            <p:ph idx="1" hasCustomPrompt="1"/>
          </p:nvPr>
        </p:nvSpPr>
        <p:spPr>
          <a:xfrm>
            <a:off x="488950" y="1904999"/>
            <a:ext cx="3870325" cy="1905001"/>
          </a:xfrm>
          <a:solidFill>
            <a:srgbClr val="F6F5BD"/>
          </a:solidFill>
          <a:ln>
            <a:solidFill>
              <a:schemeClr val="accent4">
                <a:lumMod val="25000"/>
              </a:schemeClr>
            </a:solidFill>
          </a:ln>
        </p:spPr>
        <p:txBody>
          <a:bodyPr/>
          <a:lstStyle>
            <a:lvl1pPr marL="0" indent="0">
              <a:lnSpc>
                <a:spcPct val="100000"/>
              </a:lnSpc>
              <a:spcBef>
                <a:spcPts val="0"/>
              </a:spcBef>
              <a:buNone/>
              <a:defRPr sz="1600" b="0">
                <a:solidFill>
                  <a:schemeClr val="tx1"/>
                </a:solidFill>
                <a:latin typeface="Consolas" pitchFamily="49" charset="0"/>
                <a:cs typeface="Consolas" pitchFamily="49" charset="0"/>
              </a:defRPr>
            </a:lvl1pPr>
            <a:lvl2pPr marL="457200" indent="0">
              <a:buNone/>
              <a:defRPr>
                <a:latin typeface="Calibri" pitchFamily="34" charset="0"/>
              </a:defRPr>
            </a:lvl2pPr>
            <a:lvl3pPr marL="914400" indent="0">
              <a:buNone/>
              <a:defRPr>
                <a:latin typeface="Calibri" pitchFamily="34" charset="0"/>
              </a:defRPr>
            </a:lvl3pPr>
            <a:lvl4pPr marL="1371600" indent="0">
              <a:buNone/>
              <a:defRPr>
                <a:latin typeface="Calibri" pitchFamily="34" charset="0"/>
              </a:defRPr>
            </a:lvl4pPr>
            <a:lvl5pPr marL="1828800" indent="0">
              <a:buNone/>
              <a:defRPr>
                <a:latin typeface="Calibri" pitchFamily="34" charset="0"/>
              </a:defRPr>
            </a:lvl5pPr>
          </a:lstStyle>
          <a:p>
            <a:pPr lvl="0"/>
            <a:r>
              <a:rPr lang="en-US" dirty="0"/>
              <a:t>Click to edit source code</a:t>
            </a:r>
          </a:p>
        </p:txBody>
      </p:sp>
      <p:sp>
        <p:nvSpPr>
          <p:cNvPr id="4" name="Content Placeholder 2"/>
          <p:cNvSpPr>
            <a:spLocks noGrp="1"/>
          </p:cNvSpPr>
          <p:nvPr>
            <p:ph idx="10" hasCustomPrompt="1"/>
          </p:nvPr>
        </p:nvSpPr>
        <p:spPr>
          <a:xfrm>
            <a:off x="4664075" y="1904999"/>
            <a:ext cx="3870325" cy="1905001"/>
          </a:xfrm>
          <a:solidFill>
            <a:schemeClr val="accent5"/>
          </a:solidFill>
          <a:ln>
            <a:solidFill>
              <a:schemeClr val="accent4">
                <a:lumMod val="25000"/>
              </a:schemeClr>
            </a:solidFill>
          </a:ln>
        </p:spPr>
        <p:txBody>
          <a:bodyPr/>
          <a:lstStyle>
            <a:lvl1pPr marL="0" indent="0">
              <a:lnSpc>
                <a:spcPct val="100000"/>
              </a:lnSpc>
              <a:spcBef>
                <a:spcPts val="0"/>
              </a:spcBef>
              <a:buNone/>
              <a:defRPr sz="1600" b="0">
                <a:latin typeface="Consolas" pitchFamily="49" charset="0"/>
                <a:cs typeface="Consolas" pitchFamily="49" charset="0"/>
              </a:defRPr>
            </a:lvl1pPr>
            <a:lvl2pPr marL="457200" indent="0">
              <a:buNone/>
              <a:defRPr>
                <a:latin typeface="Calibri" pitchFamily="34" charset="0"/>
              </a:defRPr>
            </a:lvl2pPr>
            <a:lvl3pPr marL="914400" indent="0">
              <a:buNone/>
              <a:defRPr>
                <a:latin typeface="Calibri" pitchFamily="34" charset="0"/>
              </a:defRPr>
            </a:lvl3pPr>
            <a:lvl4pPr marL="1371600" indent="0">
              <a:buNone/>
              <a:defRPr>
                <a:latin typeface="Calibri" pitchFamily="34" charset="0"/>
              </a:defRPr>
            </a:lvl4pPr>
            <a:lvl5pPr marL="1828800" indent="0">
              <a:buNone/>
              <a:defRPr>
                <a:latin typeface="Calibri" pitchFamily="34" charset="0"/>
              </a:defRPr>
            </a:lvl5pPr>
          </a:lstStyle>
          <a:p>
            <a:pPr lvl="0"/>
            <a:r>
              <a:rPr lang="en-US" dirty="0"/>
              <a:t>Click to edit source code</a:t>
            </a:r>
          </a:p>
        </p:txBody>
      </p:sp>
      <p:sp>
        <p:nvSpPr>
          <p:cNvPr id="10" name="Text Placeholder 9"/>
          <p:cNvSpPr>
            <a:spLocks noGrp="1"/>
          </p:cNvSpPr>
          <p:nvPr>
            <p:ph type="body" sz="quarter" idx="11" hasCustomPrompt="1"/>
          </p:nvPr>
        </p:nvSpPr>
        <p:spPr>
          <a:xfrm>
            <a:off x="390436" y="1447800"/>
            <a:ext cx="3870325" cy="457200"/>
          </a:xfrm>
        </p:spPr>
        <p:txBody>
          <a:bodyPr/>
          <a:lstStyle>
            <a:lvl1pPr marL="0" indent="0">
              <a:lnSpc>
                <a:spcPct val="100000"/>
              </a:lnSpc>
              <a:spcAft>
                <a:spcPts val="600"/>
              </a:spcAft>
              <a:buNone/>
              <a:defRPr i="1" baseline="0">
                <a:solidFill>
                  <a:schemeClr val="accent1">
                    <a:lumMod val="75000"/>
                    <a:lumOff val="25000"/>
                  </a:schemeClr>
                </a:solidFill>
              </a:defRPr>
            </a:lvl1pPr>
            <a:lvl2pPr marL="457200" indent="0">
              <a:buNone/>
              <a:defRPr>
                <a:solidFill>
                  <a:schemeClr val="tx2">
                    <a:lumMod val="90000"/>
                    <a:lumOff val="10000"/>
                  </a:schemeClr>
                </a:solidFill>
              </a:defRPr>
            </a:lvl2pPr>
            <a:lvl3pPr marL="914400" indent="0">
              <a:buNone/>
              <a:defRPr>
                <a:solidFill>
                  <a:schemeClr val="tx2">
                    <a:lumMod val="90000"/>
                    <a:lumOff val="10000"/>
                  </a:schemeClr>
                </a:solidFill>
              </a:defRPr>
            </a:lvl3pPr>
            <a:lvl4pPr marL="1371600" indent="0">
              <a:buNone/>
              <a:defRPr>
                <a:solidFill>
                  <a:schemeClr val="tx2">
                    <a:lumMod val="90000"/>
                    <a:lumOff val="10000"/>
                  </a:schemeClr>
                </a:solidFill>
              </a:defRPr>
            </a:lvl4pPr>
            <a:lvl5pPr marL="1828800" indent="0">
              <a:buNone/>
              <a:defRPr>
                <a:solidFill>
                  <a:schemeClr val="tx2">
                    <a:lumMod val="90000"/>
                    <a:lumOff val="10000"/>
                  </a:schemeClr>
                </a:solidFill>
              </a:defRPr>
            </a:lvl5pPr>
          </a:lstStyle>
          <a:p>
            <a:pPr lvl="0"/>
            <a:r>
              <a:rPr lang="en-US" dirty="0"/>
              <a:t>Click to edit title</a:t>
            </a:r>
            <a:endParaRPr lang="de-CH" dirty="0"/>
          </a:p>
        </p:txBody>
      </p:sp>
      <p:sp>
        <p:nvSpPr>
          <p:cNvPr id="11" name="Text Placeholder 9"/>
          <p:cNvSpPr>
            <a:spLocks noGrp="1"/>
          </p:cNvSpPr>
          <p:nvPr>
            <p:ph type="body" sz="quarter" idx="12" hasCustomPrompt="1"/>
          </p:nvPr>
        </p:nvSpPr>
        <p:spPr>
          <a:xfrm>
            <a:off x="4553306" y="1447799"/>
            <a:ext cx="3870325" cy="457200"/>
          </a:xfrm>
        </p:spPr>
        <p:txBody>
          <a:bodyPr/>
          <a:lstStyle>
            <a:lvl1pPr marL="0" indent="0">
              <a:lnSpc>
                <a:spcPct val="100000"/>
              </a:lnSpc>
              <a:spcAft>
                <a:spcPts val="600"/>
              </a:spcAft>
              <a:buNone/>
              <a:defRPr i="1" baseline="0">
                <a:solidFill>
                  <a:schemeClr val="accent1">
                    <a:lumMod val="75000"/>
                    <a:lumOff val="25000"/>
                  </a:schemeClr>
                </a:solidFill>
              </a:defRPr>
            </a:lvl1pPr>
            <a:lvl2pPr marL="457200" indent="0">
              <a:buNone/>
              <a:defRPr>
                <a:solidFill>
                  <a:schemeClr val="tx2">
                    <a:lumMod val="90000"/>
                    <a:lumOff val="10000"/>
                  </a:schemeClr>
                </a:solidFill>
              </a:defRPr>
            </a:lvl2pPr>
            <a:lvl3pPr marL="914400" indent="0">
              <a:buNone/>
              <a:defRPr>
                <a:solidFill>
                  <a:schemeClr val="tx2">
                    <a:lumMod val="90000"/>
                    <a:lumOff val="10000"/>
                  </a:schemeClr>
                </a:solidFill>
              </a:defRPr>
            </a:lvl3pPr>
            <a:lvl4pPr marL="1371600" indent="0">
              <a:buNone/>
              <a:defRPr>
                <a:solidFill>
                  <a:schemeClr val="tx2">
                    <a:lumMod val="90000"/>
                    <a:lumOff val="10000"/>
                  </a:schemeClr>
                </a:solidFill>
              </a:defRPr>
            </a:lvl4pPr>
            <a:lvl5pPr marL="1828800" indent="0">
              <a:buNone/>
              <a:defRPr>
                <a:solidFill>
                  <a:schemeClr val="tx2">
                    <a:lumMod val="90000"/>
                    <a:lumOff val="10000"/>
                  </a:schemeClr>
                </a:solidFill>
              </a:defRPr>
            </a:lvl5pPr>
          </a:lstStyle>
          <a:p>
            <a:pPr lvl="0"/>
            <a:r>
              <a:rPr lang="en-US" dirty="0"/>
              <a:t>Click to edit title</a:t>
            </a:r>
            <a:endParaRPr lang="de-CH" dirty="0"/>
          </a:p>
        </p:txBody>
      </p:sp>
      <p:sp>
        <p:nvSpPr>
          <p:cNvPr id="7" name="Content Placeholder 2"/>
          <p:cNvSpPr>
            <a:spLocks noGrp="1"/>
          </p:cNvSpPr>
          <p:nvPr>
            <p:ph idx="13"/>
          </p:nvPr>
        </p:nvSpPr>
        <p:spPr>
          <a:xfrm>
            <a:off x="396875" y="3952875"/>
            <a:ext cx="7896225" cy="2447925"/>
          </a:xfrm>
        </p:spPr>
        <p:txBody>
          <a:bodyPr/>
          <a:lstStyle>
            <a:lvl1pPr>
              <a:defRPr>
                <a:latin typeface="Calibri" pitchFamily="34" charset="0"/>
              </a:defRPr>
            </a:lvl1pPr>
            <a:lvl2pPr>
              <a:defRPr>
                <a:latin typeface="Calibri" pitchFamily="34" charset="0"/>
              </a:defRPr>
            </a:lvl2pPr>
            <a:lvl3pPr>
              <a:defRPr>
                <a:latin typeface="Calibri" pitchFamily="34" charset="0"/>
              </a:defRPr>
            </a:lvl3pPr>
            <a:lvl4pPr>
              <a:defRPr>
                <a:latin typeface="Calibri" pitchFamily="34" charset="0"/>
              </a:defRPr>
            </a:lvl4pPr>
            <a:lvl5pPr>
              <a:defRPr>
                <a:latin typeface="Calibri" pitchFamily="34" charset="0"/>
              </a:defRPr>
            </a:lvl5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2003337158"/>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4" name="Freeform 7"/>
          <p:cNvSpPr>
            <a:spLocks noChangeArrowheads="1"/>
          </p:cNvSpPr>
          <p:nvPr/>
        </p:nvSpPr>
        <p:spPr bwMode="auto">
          <a:xfrm>
            <a:off x="457200" y="1123950"/>
            <a:ext cx="8229600" cy="914400"/>
          </a:xfrm>
          <a:custGeom>
            <a:avLst/>
            <a:gdLst>
              <a:gd name="T0" fmla="*/ 0 w 1000"/>
              <a:gd name="T1" fmla="*/ 2147483647 h 1000"/>
              <a:gd name="T2" fmla="*/ 0 w 1000"/>
              <a:gd name="T3" fmla="*/ 0 h 1000"/>
              <a:gd name="T4" fmla="*/ 2147483647 w 1000"/>
              <a:gd name="T5" fmla="*/ 0 h 1000"/>
              <a:gd name="T6" fmla="*/ 0 60000 65536"/>
              <a:gd name="T7" fmla="*/ 0 60000 65536"/>
              <a:gd name="T8" fmla="*/ 0 60000 65536"/>
            </a:gdLst>
            <a:ahLst/>
            <a:cxnLst>
              <a:cxn ang="T6">
                <a:pos x="T0" y="T1"/>
              </a:cxn>
              <a:cxn ang="T7">
                <a:pos x="T2" y="T3"/>
              </a:cxn>
              <a:cxn ang="T8">
                <a:pos x="T4" y="T5"/>
              </a:cxn>
            </a:cxnLst>
            <a:rect l="0" t="0" r="r" b="b"/>
            <a:pathLst>
              <a:path w="1000" h="1000">
                <a:moveTo>
                  <a:pt x="0" y="1000"/>
                </a:moveTo>
                <a:lnTo>
                  <a:pt x="0" y="0"/>
                </a:lnTo>
                <a:lnTo>
                  <a:pt x="1000" y="0"/>
                </a:lnTo>
              </a:path>
            </a:pathLst>
          </a:custGeom>
          <a:noFill/>
          <a:ln w="25400" cap="flat" cmpd="sng">
            <a:solidFill>
              <a:schemeClr val="accent1"/>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en-US">
              <a:solidFill>
                <a:srgbClr val="000000"/>
              </a:solidFill>
              <a:latin typeface="Arial" charset="0"/>
              <a:ea typeface="ＭＳ Ｐゴシック" charset="-128"/>
            </a:endParaRPr>
          </a:p>
        </p:txBody>
      </p:sp>
      <p:sp>
        <p:nvSpPr>
          <p:cNvPr id="5" name="Line 8"/>
          <p:cNvSpPr>
            <a:spLocks noChangeShapeType="1"/>
          </p:cNvSpPr>
          <p:nvPr/>
        </p:nvSpPr>
        <p:spPr bwMode="auto">
          <a:xfrm>
            <a:off x="457200" y="3371850"/>
            <a:ext cx="8229600" cy="0"/>
          </a:xfrm>
          <a:prstGeom prst="line">
            <a:avLst/>
          </a:prstGeom>
          <a:noFill/>
          <a:ln w="19050">
            <a:solidFill>
              <a:schemeClr val="accent1"/>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Arial" charset="0"/>
              <a:ea typeface="ＭＳ Ｐゴシック" charset="-128"/>
            </a:endParaRPr>
          </a:p>
        </p:txBody>
      </p:sp>
      <p:sp>
        <p:nvSpPr>
          <p:cNvPr id="6" name="Line 10"/>
          <p:cNvSpPr>
            <a:spLocks noChangeShapeType="1"/>
          </p:cNvSpPr>
          <p:nvPr userDrawn="1"/>
        </p:nvSpPr>
        <p:spPr bwMode="auto">
          <a:xfrm>
            <a:off x="8686800" y="2457450"/>
            <a:ext cx="0" cy="914400"/>
          </a:xfrm>
          <a:prstGeom prst="line">
            <a:avLst/>
          </a:prstGeom>
          <a:noFill/>
          <a:ln w="25400">
            <a:solidFill>
              <a:schemeClr val="accent1"/>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Arial" charset="0"/>
              <a:ea typeface="ＭＳ Ｐゴシック" charset="-128"/>
            </a:endParaRPr>
          </a:p>
        </p:txBody>
      </p:sp>
      <p:sp>
        <p:nvSpPr>
          <p:cNvPr id="101378" name="Rectangle 2"/>
          <p:cNvSpPr>
            <a:spLocks noGrp="1" noChangeArrowheads="1"/>
          </p:cNvSpPr>
          <p:nvPr>
            <p:ph type="ctrTitle"/>
          </p:nvPr>
        </p:nvSpPr>
        <p:spPr>
          <a:xfrm>
            <a:off x="685800" y="1524000"/>
            <a:ext cx="7924800" cy="1752600"/>
          </a:xfrm>
        </p:spPr>
        <p:txBody>
          <a:bodyPr/>
          <a:lstStyle>
            <a:lvl1pPr>
              <a:defRPr sz="4800"/>
            </a:lvl1pPr>
          </a:lstStyle>
          <a:p>
            <a:r>
              <a:rPr lang="en-US" altLang="en-US"/>
              <a:t>Click to edit Master title style</a:t>
            </a:r>
          </a:p>
        </p:txBody>
      </p:sp>
      <p:sp>
        <p:nvSpPr>
          <p:cNvPr id="101379" name="Rectangle 3"/>
          <p:cNvSpPr>
            <a:spLocks noGrp="1" noChangeArrowheads="1"/>
          </p:cNvSpPr>
          <p:nvPr>
            <p:ph type="subTitle" idx="1"/>
          </p:nvPr>
        </p:nvSpPr>
        <p:spPr>
          <a:xfrm>
            <a:off x="685800" y="3581400"/>
            <a:ext cx="7848600" cy="1752600"/>
          </a:xfrm>
        </p:spPr>
        <p:txBody>
          <a:bodyPr/>
          <a:lstStyle>
            <a:lvl1pPr marL="0" indent="0" algn="ctr">
              <a:buFont typeface="Wingdings" pitchFamily="2" charset="2"/>
              <a:buNone/>
              <a:defRPr/>
            </a:lvl1pPr>
          </a:lstStyle>
          <a:p>
            <a:r>
              <a:rPr lang="en-US" altLang="en-US"/>
              <a:t>Click to edit Master subtitle style</a:t>
            </a:r>
          </a:p>
        </p:txBody>
      </p:sp>
      <p:sp>
        <p:nvSpPr>
          <p:cNvPr id="7" name="Rectangle 4"/>
          <p:cNvSpPr>
            <a:spLocks noGrp="1" noChangeArrowheads="1"/>
          </p:cNvSpPr>
          <p:nvPr>
            <p:ph type="dt" sz="half" idx="10"/>
          </p:nvPr>
        </p:nvSpPr>
        <p:spPr bwMode="auto">
          <a:xfrm>
            <a:off x="457200" y="6243638"/>
            <a:ext cx="2133600" cy="457200"/>
          </a:xfrm>
          <a:prstGeom prst="rect">
            <a:avLst/>
          </a:prstGeom>
          <a:ln>
            <a:miter lim="800000"/>
            <a:headEnd/>
            <a:tailEnd/>
          </a:ln>
        </p:spPr>
        <p:txBody>
          <a:bodyPr vert="horz" wrap="square" lIns="91440" tIns="45720" rIns="91440" bIns="45720" numCol="1" anchor="b" anchorCtr="0" compatLnSpc="1">
            <a:prstTxWarp prst="textNoShape">
              <a:avLst/>
            </a:prstTxWarp>
          </a:bodyPr>
          <a:lstStyle>
            <a:lvl1pPr>
              <a:defRPr sz="1200">
                <a:solidFill>
                  <a:srgbClr val="000000"/>
                </a:solidFill>
                <a:latin typeface="Garamond" pitchFamily="-106" charset="0"/>
                <a:ea typeface="Arial" pitchFamily="-106" charset="0"/>
                <a:cs typeface="Arial" pitchFamily="-106" charset="0"/>
              </a:defRPr>
            </a:lvl1pPr>
          </a:lstStyle>
          <a:p>
            <a:pPr fontAlgn="base">
              <a:spcBef>
                <a:spcPct val="0"/>
              </a:spcBef>
              <a:spcAft>
                <a:spcPct val="0"/>
              </a:spcAft>
              <a:defRPr/>
            </a:pPr>
            <a:endParaRPr lang="en-US"/>
          </a:p>
        </p:txBody>
      </p:sp>
      <p:sp>
        <p:nvSpPr>
          <p:cNvPr id="8" name="Rectangle 5"/>
          <p:cNvSpPr>
            <a:spLocks noGrp="1" noChangeArrowheads="1"/>
          </p:cNvSpPr>
          <p:nvPr>
            <p:ph type="ftr" sz="quarter" idx="11"/>
          </p:nvPr>
        </p:nvSpPr>
        <p:spPr>
          <a:xfrm>
            <a:off x="3124200" y="6243638"/>
            <a:ext cx="2895600" cy="457200"/>
          </a:xfrm>
        </p:spPr>
        <p:txBody>
          <a:bodyPr/>
          <a:lstStyle>
            <a:lvl1pPr>
              <a:defRPr/>
            </a:lvl1pPr>
          </a:lstStyle>
          <a:p>
            <a:pPr>
              <a:defRPr/>
            </a:pPr>
            <a:endParaRPr lang="en-US" altLang="en-US"/>
          </a:p>
        </p:txBody>
      </p:sp>
      <p:sp>
        <p:nvSpPr>
          <p:cNvPr id="9" name="Rectangle 6"/>
          <p:cNvSpPr>
            <a:spLocks noGrp="1" noChangeArrowheads="1"/>
          </p:cNvSpPr>
          <p:nvPr>
            <p:ph type="sldNum" sz="quarter" idx="12"/>
          </p:nvPr>
        </p:nvSpPr>
        <p:spPr/>
        <p:txBody>
          <a:bodyPr/>
          <a:lstStyle>
            <a:lvl1pPr>
              <a:defRPr sz="1200"/>
            </a:lvl1pPr>
          </a:lstStyle>
          <a:p>
            <a:fld id="{B83FCC61-4B87-AB4C-8CFF-885FAAC811D8}" type="slidenum">
              <a:rPr lang="en-US" altLang="en-US"/>
              <a:pPr/>
              <a:t>‹#›</a:t>
            </a:fld>
            <a:endParaRPr lang="en-US" altLang="en-US"/>
          </a:p>
        </p:txBody>
      </p:sp>
    </p:spTree>
    <p:extLst>
      <p:ext uri="{BB962C8B-B14F-4D97-AF65-F5344CB8AC3E}">
        <p14:creationId xmlns:p14="http://schemas.microsoft.com/office/powerpoint/2010/main" val="1491265733"/>
      </p:ext>
    </p:extLst>
  </p:cSld>
  <p:clrMapOvr>
    <a:masterClrMapping/>
  </p:clrMapOvr>
  <p:transition/>
</p:sldLayout>
</file>

<file path=ppt/slideLayouts/slideLayout5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a:xfrm>
            <a:off x="228600" y="997529"/>
            <a:ext cx="8610600" cy="519372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1029"/>
          <p:cNvSpPr>
            <a:spLocks noGrp="1" noChangeArrowheads="1"/>
          </p:cNvSpPr>
          <p:nvPr>
            <p:ph type="ftr" sz="quarter" idx="10"/>
          </p:nvPr>
        </p:nvSpPr>
        <p:spPr>
          <a:ln/>
        </p:spPr>
        <p:txBody>
          <a:bodyPr/>
          <a:lstStyle>
            <a:lvl1pPr>
              <a:defRPr/>
            </a:lvl1pPr>
          </a:lstStyle>
          <a:p>
            <a:pPr>
              <a:defRPr/>
            </a:pPr>
            <a:endParaRPr lang="en-US" altLang="en-US"/>
          </a:p>
        </p:txBody>
      </p:sp>
      <p:sp>
        <p:nvSpPr>
          <p:cNvPr id="5" name="Rectangle 1030"/>
          <p:cNvSpPr>
            <a:spLocks noGrp="1" noChangeArrowheads="1"/>
          </p:cNvSpPr>
          <p:nvPr>
            <p:ph type="sldNum" sz="quarter" idx="11"/>
          </p:nvPr>
        </p:nvSpPr>
        <p:spPr>
          <a:ln/>
        </p:spPr>
        <p:txBody>
          <a:bodyPr/>
          <a:lstStyle>
            <a:lvl1pPr>
              <a:defRPr/>
            </a:lvl1pPr>
          </a:lstStyle>
          <a:p>
            <a:fld id="{70AE726A-E58B-F348-AFE8-8E758D918561}" type="slidenum">
              <a:rPr lang="en-US" altLang="en-US"/>
              <a:pPr/>
              <a:t>‹#›</a:t>
            </a:fld>
            <a:endParaRPr lang="en-US" altLang="en-US"/>
          </a:p>
        </p:txBody>
      </p:sp>
    </p:spTree>
    <p:extLst>
      <p:ext uri="{BB962C8B-B14F-4D97-AF65-F5344CB8AC3E}">
        <p14:creationId xmlns:p14="http://schemas.microsoft.com/office/powerpoint/2010/main" val="2961876742"/>
      </p:ext>
    </p:extLst>
  </p:cSld>
  <p:clrMapOvr>
    <a:masterClrMapping/>
  </p:clrMapOvr>
  <p:transition/>
</p:sldLayout>
</file>

<file path=ppt/slideLayouts/slideLayout5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8"/>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1029"/>
          <p:cNvSpPr>
            <a:spLocks noGrp="1" noChangeArrowheads="1"/>
          </p:cNvSpPr>
          <p:nvPr>
            <p:ph type="ftr" sz="quarter" idx="10"/>
          </p:nvPr>
        </p:nvSpPr>
        <p:spPr>
          <a:ln/>
        </p:spPr>
        <p:txBody>
          <a:bodyPr/>
          <a:lstStyle>
            <a:lvl1pPr>
              <a:defRPr/>
            </a:lvl1pPr>
          </a:lstStyle>
          <a:p>
            <a:pPr>
              <a:defRPr/>
            </a:pPr>
            <a:endParaRPr lang="en-US" altLang="en-US"/>
          </a:p>
        </p:txBody>
      </p:sp>
      <p:sp>
        <p:nvSpPr>
          <p:cNvPr id="5" name="Rectangle 1030"/>
          <p:cNvSpPr>
            <a:spLocks noGrp="1" noChangeArrowheads="1"/>
          </p:cNvSpPr>
          <p:nvPr>
            <p:ph type="sldNum" sz="quarter" idx="11"/>
          </p:nvPr>
        </p:nvSpPr>
        <p:spPr>
          <a:ln/>
        </p:spPr>
        <p:txBody>
          <a:bodyPr/>
          <a:lstStyle>
            <a:lvl1pPr>
              <a:defRPr/>
            </a:lvl1pPr>
          </a:lstStyle>
          <a:p>
            <a:fld id="{7CAB8120-7BE8-1646-82F1-87D6D6593A7B}" type="slidenum">
              <a:rPr lang="en-US" altLang="en-US"/>
              <a:pPr/>
              <a:t>‹#›</a:t>
            </a:fld>
            <a:endParaRPr lang="en-US" altLang="en-US"/>
          </a:p>
        </p:txBody>
      </p:sp>
    </p:spTree>
    <p:extLst>
      <p:ext uri="{BB962C8B-B14F-4D97-AF65-F5344CB8AC3E}">
        <p14:creationId xmlns:p14="http://schemas.microsoft.com/office/powerpoint/2010/main" val="2992478371"/>
      </p:ext>
    </p:extLst>
  </p:cSld>
  <p:clrMapOvr>
    <a:masterClrMapping/>
  </p:clrMapOvr>
  <p:transition/>
</p:sldLayout>
</file>

<file path=ppt/slideLayouts/slideLayout5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228603" y="1371600"/>
            <a:ext cx="4229100" cy="4876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10103" y="1371600"/>
            <a:ext cx="4229100" cy="4876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1029"/>
          <p:cNvSpPr>
            <a:spLocks noGrp="1" noChangeArrowheads="1"/>
          </p:cNvSpPr>
          <p:nvPr>
            <p:ph type="ftr" sz="quarter" idx="10"/>
          </p:nvPr>
        </p:nvSpPr>
        <p:spPr>
          <a:ln/>
        </p:spPr>
        <p:txBody>
          <a:bodyPr/>
          <a:lstStyle>
            <a:lvl1pPr>
              <a:defRPr/>
            </a:lvl1pPr>
          </a:lstStyle>
          <a:p>
            <a:pPr>
              <a:defRPr/>
            </a:pPr>
            <a:endParaRPr lang="en-US" altLang="en-US"/>
          </a:p>
        </p:txBody>
      </p:sp>
      <p:sp>
        <p:nvSpPr>
          <p:cNvPr id="6" name="Rectangle 1030"/>
          <p:cNvSpPr>
            <a:spLocks noGrp="1" noChangeArrowheads="1"/>
          </p:cNvSpPr>
          <p:nvPr>
            <p:ph type="sldNum" sz="quarter" idx="11"/>
          </p:nvPr>
        </p:nvSpPr>
        <p:spPr>
          <a:ln/>
        </p:spPr>
        <p:txBody>
          <a:bodyPr/>
          <a:lstStyle>
            <a:lvl1pPr>
              <a:defRPr/>
            </a:lvl1pPr>
          </a:lstStyle>
          <a:p>
            <a:fld id="{0F598457-F2AF-5642-8568-B194DCD11FC7}" type="slidenum">
              <a:rPr lang="en-US" altLang="en-US"/>
              <a:pPr/>
              <a:t>‹#›</a:t>
            </a:fld>
            <a:endParaRPr lang="en-US" altLang="en-US"/>
          </a:p>
        </p:txBody>
      </p:sp>
    </p:spTree>
    <p:extLst>
      <p:ext uri="{BB962C8B-B14F-4D97-AF65-F5344CB8AC3E}">
        <p14:creationId xmlns:p14="http://schemas.microsoft.com/office/powerpoint/2010/main" val="777065099"/>
      </p:ext>
    </p:extLst>
  </p:cSld>
  <p:clrMapOvr>
    <a:masterClrMapping/>
  </p:clrMapOvr>
  <p:transition/>
</p:sldLayout>
</file>

<file path=ppt/slideLayouts/slideLayout5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3"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3"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31"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31"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1029"/>
          <p:cNvSpPr>
            <a:spLocks noGrp="1" noChangeArrowheads="1"/>
          </p:cNvSpPr>
          <p:nvPr>
            <p:ph type="ftr" sz="quarter" idx="10"/>
          </p:nvPr>
        </p:nvSpPr>
        <p:spPr>
          <a:ln/>
        </p:spPr>
        <p:txBody>
          <a:bodyPr/>
          <a:lstStyle>
            <a:lvl1pPr>
              <a:defRPr/>
            </a:lvl1pPr>
          </a:lstStyle>
          <a:p>
            <a:pPr>
              <a:defRPr/>
            </a:pPr>
            <a:endParaRPr lang="en-US" altLang="en-US"/>
          </a:p>
        </p:txBody>
      </p:sp>
      <p:sp>
        <p:nvSpPr>
          <p:cNvPr id="8" name="Rectangle 1030"/>
          <p:cNvSpPr>
            <a:spLocks noGrp="1" noChangeArrowheads="1"/>
          </p:cNvSpPr>
          <p:nvPr>
            <p:ph type="sldNum" sz="quarter" idx="11"/>
          </p:nvPr>
        </p:nvSpPr>
        <p:spPr>
          <a:ln/>
        </p:spPr>
        <p:txBody>
          <a:bodyPr/>
          <a:lstStyle>
            <a:lvl1pPr>
              <a:defRPr/>
            </a:lvl1pPr>
          </a:lstStyle>
          <a:p>
            <a:fld id="{EF5EC3EF-F419-4C4A-80EB-49D8207AEA83}" type="slidenum">
              <a:rPr lang="en-US" altLang="en-US"/>
              <a:pPr/>
              <a:t>‹#›</a:t>
            </a:fld>
            <a:endParaRPr lang="en-US" altLang="en-US"/>
          </a:p>
        </p:txBody>
      </p:sp>
    </p:spTree>
    <p:extLst>
      <p:ext uri="{BB962C8B-B14F-4D97-AF65-F5344CB8AC3E}">
        <p14:creationId xmlns:p14="http://schemas.microsoft.com/office/powerpoint/2010/main" val="1148405484"/>
      </p:ext>
    </p:extLst>
  </p:cSld>
  <p:clrMapOvr>
    <a:masterClrMapping/>
  </p:clrMapOvr>
  <p:transition/>
</p:sldLayout>
</file>

<file path=ppt/slideLayouts/slideLayout5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1029"/>
          <p:cNvSpPr>
            <a:spLocks noGrp="1" noChangeArrowheads="1"/>
          </p:cNvSpPr>
          <p:nvPr>
            <p:ph type="ftr" sz="quarter" idx="10"/>
          </p:nvPr>
        </p:nvSpPr>
        <p:spPr>
          <a:ln/>
        </p:spPr>
        <p:txBody>
          <a:bodyPr/>
          <a:lstStyle>
            <a:lvl1pPr>
              <a:defRPr/>
            </a:lvl1pPr>
          </a:lstStyle>
          <a:p>
            <a:pPr>
              <a:defRPr/>
            </a:pPr>
            <a:endParaRPr lang="en-US" altLang="en-US"/>
          </a:p>
        </p:txBody>
      </p:sp>
      <p:sp>
        <p:nvSpPr>
          <p:cNvPr id="4" name="Rectangle 1030"/>
          <p:cNvSpPr>
            <a:spLocks noGrp="1" noChangeArrowheads="1"/>
          </p:cNvSpPr>
          <p:nvPr>
            <p:ph type="sldNum" sz="quarter" idx="11"/>
          </p:nvPr>
        </p:nvSpPr>
        <p:spPr>
          <a:ln/>
        </p:spPr>
        <p:txBody>
          <a:bodyPr/>
          <a:lstStyle>
            <a:lvl1pPr>
              <a:defRPr/>
            </a:lvl1pPr>
          </a:lstStyle>
          <a:p>
            <a:fld id="{AC2B5F6E-C0B7-6A47-A6C5-C921A6B45A47}" type="slidenum">
              <a:rPr lang="en-US" altLang="en-US"/>
              <a:pPr/>
              <a:t>‹#›</a:t>
            </a:fld>
            <a:endParaRPr lang="en-US" altLang="en-US"/>
          </a:p>
        </p:txBody>
      </p:sp>
    </p:spTree>
    <p:extLst>
      <p:ext uri="{BB962C8B-B14F-4D97-AF65-F5344CB8AC3E}">
        <p14:creationId xmlns:p14="http://schemas.microsoft.com/office/powerpoint/2010/main" val="2768397911"/>
      </p:ext>
    </p:extLst>
  </p:cSld>
  <p:clrMapOvr>
    <a:masterClrMapping/>
  </p:clrMapOvr>
  <p:transition/>
</p:sldLayout>
</file>

<file path=ppt/slideLayouts/slideLayout5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1029"/>
          <p:cNvSpPr>
            <a:spLocks noGrp="1" noChangeArrowheads="1"/>
          </p:cNvSpPr>
          <p:nvPr>
            <p:ph type="ftr" sz="quarter" idx="10"/>
          </p:nvPr>
        </p:nvSpPr>
        <p:spPr>
          <a:ln/>
        </p:spPr>
        <p:txBody>
          <a:bodyPr/>
          <a:lstStyle>
            <a:lvl1pPr>
              <a:defRPr/>
            </a:lvl1pPr>
          </a:lstStyle>
          <a:p>
            <a:pPr>
              <a:defRPr/>
            </a:pPr>
            <a:endParaRPr lang="en-US" altLang="en-US"/>
          </a:p>
        </p:txBody>
      </p:sp>
      <p:sp>
        <p:nvSpPr>
          <p:cNvPr id="3" name="Rectangle 1030"/>
          <p:cNvSpPr>
            <a:spLocks noGrp="1" noChangeArrowheads="1"/>
          </p:cNvSpPr>
          <p:nvPr>
            <p:ph type="sldNum" sz="quarter" idx="11"/>
          </p:nvPr>
        </p:nvSpPr>
        <p:spPr>
          <a:ln/>
        </p:spPr>
        <p:txBody>
          <a:bodyPr/>
          <a:lstStyle>
            <a:lvl1pPr>
              <a:defRPr/>
            </a:lvl1pPr>
          </a:lstStyle>
          <a:p>
            <a:fld id="{A1CB7EBA-2110-394E-909B-C314EBAE9622}" type="slidenum">
              <a:rPr lang="en-US" altLang="en-US"/>
              <a:pPr/>
              <a:t>‹#›</a:t>
            </a:fld>
            <a:endParaRPr lang="en-US" altLang="en-US"/>
          </a:p>
        </p:txBody>
      </p:sp>
    </p:spTree>
    <p:extLst>
      <p:ext uri="{BB962C8B-B14F-4D97-AF65-F5344CB8AC3E}">
        <p14:creationId xmlns:p14="http://schemas.microsoft.com/office/powerpoint/2010/main" val="1409329122"/>
      </p:ext>
    </p:extLst>
  </p:cSld>
  <p:clrMapOvr>
    <a:masterClrMapping/>
  </p:clrMapOvr>
  <p:transition/>
</p:sldLayout>
</file>

<file path=ppt/slideLayouts/slideLayout5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6"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5" y="273055"/>
            <a:ext cx="5111751"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6" y="1435105"/>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1029"/>
          <p:cNvSpPr>
            <a:spLocks noGrp="1" noChangeArrowheads="1"/>
          </p:cNvSpPr>
          <p:nvPr>
            <p:ph type="ftr" sz="quarter" idx="10"/>
          </p:nvPr>
        </p:nvSpPr>
        <p:spPr>
          <a:ln/>
        </p:spPr>
        <p:txBody>
          <a:bodyPr/>
          <a:lstStyle>
            <a:lvl1pPr>
              <a:defRPr/>
            </a:lvl1pPr>
          </a:lstStyle>
          <a:p>
            <a:pPr>
              <a:defRPr/>
            </a:pPr>
            <a:endParaRPr lang="en-US" altLang="en-US"/>
          </a:p>
        </p:txBody>
      </p:sp>
      <p:sp>
        <p:nvSpPr>
          <p:cNvPr id="6" name="Rectangle 1030"/>
          <p:cNvSpPr>
            <a:spLocks noGrp="1" noChangeArrowheads="1"/>
          </p:cNvSpPr>
          <p:nvPr>
            <p:ph type="sldNum" sz="quarter" idx="11"/>
          </p:nvPr>
        </p:nvSpPr>
        <p:spPr>
          <a:ln/>
        </p:spPr>
        <p:txBody>
          <a:bodyPr/>
          <a:lstStyle>
            <a:lvl1pPr>
              <a:defRPr/>
            </a:lvl1pPr>
          </a:lstStyle>
          <a:p>
            <a:fld id="{2DE0B401-FF74-F249-AECE-D27786BDFACB}" type="slidenum">
              <a:rPr lang="en-US" altLang="en-US"/>
              <a:pPr/>
              <a:t>‹#›</a:t>
            </a:fld>
            <a:endParaRPr lang="en-US" altLang="en-US"/>
          </a:p>
        </p:txBody>
      </p:sp>
    </p:spTree>
    <p:extLst>
      <p:ext uri="{BB962C8B-B14F-4D97-AF65-F5344CB8AC3E}">
        <p14:creationId xmlns:p14="http://schemas.microsoft.com/office/powerpoint/2010/main" val="1831456084"/>
      </p:ext>
    </p:extLst>
  </p:cSld>
  <p:clrMapOvr>
    <a:masterClrMapping/>
  </p:clrMapOvr>
  <p:transition/>
</p:sldLayout>
</file>

<file path=ppt/slideLayouts/slideLayout5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1"/>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9"/>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1029"/>
          <p:cNvSpPr>
            <a:spLocks noGrp="1" noChangeArrowheads="1"/>
          </p:cNvSpPr>
          <p:nvPr>
            <p:ph type="ftr" sz="quarter" idx="10"/>
          </p:nvPr>
        </p:nvSpPr>
        <p:spPr>
          <a:ln/>
        </p:spPr>
        <p:txBody>
          <a:bodyPr/>
          <a:lstStyle>
            <a:lvl1pPr>
              <a:defRPr/>
            </a:lvl1pPr>
          </a:lstStyle>
          <a:p>
            <a:pPr>
              <a:defRPr/>
            </a:pPr>
            <a:endParaRPr lang="en-US" altLang="en-US"/>
          </a:p>
        </p:txBody>
      </p:sp>
      <p:sp>
        <p:nvSpPr>
          <p:cNvPr id="6" name="Rectangle 1030"/>
          <p:cNvSpPr>
            <a:spLocks noGrp="1" noChangeArrowheads="1"/>
          </p:cNvSpPr>
          <p:nvPr>
            <p:ph type="sldNum" sz="quarter" idx="11"/>
          </p:nvPr>
        </p:nvSpPr>
        <p:spPr>
          <a:ln/>
        </p:spPr>
        <p:txBody>
          <a:bodyPr/>
          <a:lstStyle>
            <a:lvl1pPr>
              <a:defRPr/>
            </a:lvl1pPr>
          </a:lstStyle>
          <a:p>
            <a:fld id="{C76ACA92-08C4-574F-92B6-F6E2D1FD557F}" type="slidenum">
              <a:rPr lang="en-US" altLang="en-US"/>
              <a:pPr/>
              <a:t>‹#›</a:t>
            </a:fld>
            <a:endParaRPr lang="en-US" altLang="en-US"/>
          </a:p>
        </p:txBody>
      </p:sp>
    </p:spTree>
    <p:extLst>
      <p:ext uri="{BB962C8B-B14F-4D97-AF65-F5344CB8AC3E}">
        <p14:creationId xmlns:p14="http://schemas.microsoft.com/office/powerpoint/2010/main" val="2107294200"/>
      </p:ext>
    </p:extLst>
  </p:cSld>
  <p:clrMapOvr>
    <a:masterClrMapping/>
  </p:clrMapOvr>
  <p:transition/>
</p:sldLayout>
</file>

<file path=ppt/slideLayouts/slideLayout6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1029"/>
          <p:cNvSpPr>
            <a:spLocks noGrp="1" noChangeArrowheads="1"/>
          </p:cNvSpPr>
          <p:nvPr>
            <p:ph type="ftr" sz="quarter" idx="10"/>
          </p:nvPr>
        </p:nvSpPr>
        <p:spPr>
          <a:ln/>
        </p:spPr>
        <p:txBody>
          <a:bodyPr/>
          <a:lstStyle>
            <a:lvl1pPr>
              <a:defRPr/>
            </a:lvl1pPr>
          </a:lstStyle>
          <a:p>
            <a:pPr>
              <a:defRPr/>
            </a:pPr>
            <a:endParaRPr lang="en-US" altLang="en-US"/>
          </a:p>
        </p:txBody>
      </p:sp>
      <p:sp>
        <p:nvSpPr>
          <p:cNvPr id="5" name="Rectangle 1030"/>
          <p:cNvSpPr>
            <a:spLocks noGrp="1" noChangeArrowheads="1"/>
          </p:cNvSpPr>
          <p:nvPr>
            <p:ph type="sldNum" sz="quarter" idx="11"/>
          </p:nvPr>
        </p:nvSpPr>
        <p:spPr>
          <a:ln/>
        </p:spPr>
        <p:txBody>
          <a:bodyPr/>
          <a:lstStyle>
            <a:lvl1pPr>
              <a:defRPr/>
            </a:lvl1pPr>
          </a:lstStyle>
          <a:p>
            <a:fld id="{4B232DBB-60A4-A549-94D6-E89D51F1F93F}" type="slidenum">
              <a:rPr lang="en-US" altLang="en-US"/>
              <a:pPr/>
              <a:t>‹#›</a:t>
            </a:fld>
            <a:endParaRPr lang="en-US" altLang="en-US"/>
          </a:p>
        </p:txBody>
      </p:sp>
    </p:spTree>
    <p:extLst>
      <p:ext uri="{BB962C8B-B14F-4D97-AF65-F5344CB8AC3E}">
        <p14:creationId xmlns:p14="http://schemas.microsoft.com/office/powerpoint/2010/main" val="1732834585"/>
      </p:ext>
    </p:extLst>
  </p:cSld>
  <p:clrMapOvr>
    <a:masterClrMapping/>
  </p:clrMapOvr>
  <p:transition/>
</p:sldLayout>
</file>

<file path=ppt/slideLayouts/slideLayout6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86549" y="152400"/>
            <a:ext cx="2152651" cy="60960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228606" y="152400"/>
            <a:ext cx="6305551" cy="60960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1029"/>
          <p:cNvSpPr>
            <a:spLocks noGrp="1" noChangeArrowheads="1"/>
          </p:cNvSpPr>
          <p:nvPr>
            <p:ph type="ftr" sz="quarter" idx="10"/>
          </p:nvPr>
        </p:nvSpPr>
        <p:spPr>
          <a:ln/>
        </p:spPr>
        <p:txBody>
          <a:bodyPr/>
          <a:lstStyle>
            <a:lvl1pPr>
              <a:defRPr/>
            </a:lvl1pPr>
          </a:lstStyle>
          <a:p>
            <a:pPr>
              <a:defRPr/>
            </a:pPr>
            <a:endParaRPr lang="en-US" altLang="en-US"/>
          </a:p>
        </p:txBody>
      </p:sp>
      <p:sp>
        <p:nvSpPr>
          <p:cNvPr id="5" name="Rectangle 1030"/>
          <p:cNvSpPr>
            <a:spLocks noGrp="1" noChangeArrowheads="1"/>
          </p:cNvSpPr>
          <p:nvPr>
            <p:ph type="sldNum" sz="quarter" idx="11"/>
          </p:nvPr>
        </p:nvSpPr>
        <p:spPr>
          <a:ln/>
        </p:spPr>
        <p:txBody>
          <a:bodyPr/>
          <a:lstStyle>
            <a:lvl1pPr>
              <a:defRPr/>
            </a:lvl1pPr>
          </a:lstStyle>
          <a:p>
            <a:fld id="{8F886BC7-1C5A-4343-9502-58A4CA5A58A1}" type="slidenum">
              <a:rPr lang="en-US" altLang="en-US"/>
              <a:pPr/>
              <a:t>‹#›</a:t>
            </a:fld>
            <a:endParaRPr lang="en-US" altLang="en-US"/>
          </a:p>
        </p:txBody>
      </p:sp>
    </p:spTree>
    <p:extLst>
      <p:ext uri="{BB962C8B-B14F-4D97-AF65-F5344CB8AC3E}">
        <p14:creationId xmlns:p14="http://schemas.microsoft.com/office/powerpoint/2010/main" val="3822526334"/>
      </p:ext>
    </p:extLst>
  </p:cSld>
  <p:clrMapOvr>
    <a:masterClrMapping/>
  </p:clrMapOvr>
  <p:transition/>
</p:sldLayout>
</file>

<file path=ppt/slideLayouts/slideLayout62.xml><?xml version="1.0" encoding="utf-8"?>
<p:sldLayout xmlns:a="http://schemas.openxmlformats.org/drawingml/2006/main" xmlns:r="http://schemas.openxmlformats.org/officeDocument/2006/relationships" xmlns:p="http://schemas.openxmlformats.org/presentationml/2006/main" type="clipArtAndTx" preserve="1">
  <p:cSld name="Title, Clip Art and Text">
    <p:spTree>
      <p:nvGrpSpPr>
        <p:cNvPr id="1" name=""/>
        <p:cNvGrpSpPr/>
        <p:nvPr/>
      </p:nvGrpSpPr>
      <p:grpSpPr>
        <a:xfrm>
          <a:off x="0" y="0"/>
          <a:ext cx="0" cy="0"/>
          <a:chOff x="0" y="0"/>
          <a:chExt cx="0" cy="0"/>
        </a:xfrm>
      </p:grpSpPr>
      <p:sp>
        <p:nvSpPr>
          <p:cNvPr id="2" name="Title 1"/>
          <p:cNvSpPr>
            <a:spLocks noGrp="1"/>
          </p:cNvSpPr>
          <p:nvPr>
            <p:ph type="title"/>
          </p:nvPr>
        </p:nvSpPr>
        <p:spPr>
          <a:xfrm>
            <a:off x="228600" y="152400"/>
            <a:ext cx="8610600" cy="1066800"/>
          </a:xfrm>
        </p:spPr>
        <p:txBody>
          <a:bodyPr/>
          <a:lstStyle/>
          <a:p>
            <a:r>
              <a:rPr lang="en-US"/>
              <a:t>Click to edit Master title style</a:t>
            </a:r>
          </a:p>
        </p:txBody>
      </p:sp>
      <p:sp>
        <p:nvSpPr>
          <p:cNvPr id="3" name="ClipArt Placeholder 2"/>
          <p:cNvSpPr>
            <a:spLocks noGrp="1"/>
          </p:cNvSpPr>
          <p:nvPr>
            <p:ph type="clipArt" sz="half" idx="1"/>
          </p:nvPr>
        </p:nvSpPr>
        <p:spPr>
          <a:xfrm>
            <a:off x="228603" y="1371600"/>
            <a:ext cx="4229100" cy="4876800"/>
          </a:xfrm>
        </p:spPr>
        <p:txBody>
          <a:bodyPr/>
          <a:lstStyle/>
          <a:p>
            <a:pPr lvl="0"/>
            <a:endParaRPr lang="en-US" noProof="0"/>
          </a:p>
        </p:txBody>
      </p:sp>
      <p:sp>
        <p:nvSpPr>
          <p:cNvPr id="4" name="Text Placeholder 3"/>
          <p:cNvSpPr>
            <a:spLocks noGrp="1"/>
          </p:cNvSpPr>
          <p:nvPr>
            <p:ph type="body" sz="half" idx="2"/>
          </p:nvPr>
        </p:nvSpPr>
        <p:spPr>
          <a:xfrm>
            <a:off x="4610103" y="1371600"/>
            <a:ext cx="4229100" cy="4876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1029"/>
          <p:cNvSpPr>
            <a:spLocks noGrp="1" noChangeArrowheads="1"/>
          </p:cNvSpPr>
          <p:nvPr>
            <p:ph type="ftr" sz="quarter" idx="10"/>
          </p:nvPr>
        </p:nvSpPr>
        <p:spPr>
          <a:ln/>
        </p:spPr>
        <p:txBody>
          <a:bodyPr/>
          <a:lstStyle>
            <a:lvl1pPr>
              <a:defRPr/>
            </a:lvl1pPr>
          </a:lstStyle>
          <a:p>
            <a:pPr>
              <a:defRPr/>
            </a:pPr>
            <a:endParaRPr lang="en-US" altLang="en-US"/>
          </a:p>
        </p:txBody>
      </p:sp>
      <p:sp>
        <p:nvSpPr>
          <p:cNvPr id="6" name="Rectangle 1030"/>
          <p:cNvSpPr>
            <a:spLocks noGrp="1" noChangeArrowheads="1"/>
          </p:cNvSpPr>
          <p:nvPr>
            <p:ph type="sldNum" sz="quarter" idx="11"/>
          </p:nvPr>
        </p:nvSpPr>
        <p:spPr>
          <a:ln/>
        </p:spPr>
        <p:txBody>
          <a:bodyPr/>
          <a:lstStyle>
            <a:lvl1pPr>
              <a:defRPr/>
            </a:lvl1pPr>
          </a:lstStyle>
          <a:p>
            <a:fld id="{A651F7F5-D84C-3749-9543-62E47283D0D8}" type="slidenum">
              <a:rPr lang="en-US" altLang="en-US"/>
              <a:pPr/>
              <a:t>‹#›</a:t>
            </a:fld>
            <a:endParaRPr lang="en-US" altLang="en-US"/>
          </a:p>
        </p:txBody>
      </p:sp>
    </p:spTree>
    <p:extLst>
      <p:ext uri="{BB962C8B-B14F-4D97-AF65-F5344CB8AC3E}">
        <p14:creationId xmlns:p14="http://schemas.microsoft.com/office/powerpoint/2010/main" val="3920382092"/>
      </p:ext>
    </p:extLst>
  </p:cSld>
  <p:clrMapOvr>
    <a:masterClrMapping/>
  </p:clrMapOvr>
  <p:transition/>
</p:sldLayout>
</file>

<file path=ppt/slideLayouts/slideLayout63.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a:xfrm>
            <a:off x="228600" y="997527"/>
            <a:ext cx="8610600" cy="519372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1029"/>
          <p:cNvSpPr>
            <a:spLocks noGrp="1" noChangeArrowheads="1"/>
          </p:cNvSpPr>
          <p:nvPr>
            <p:ph type="ftr" sz="quarter" idx="10"/>
          </p:nvPr>
        </p:nvSpPr>
        <p:spPr>
          <a:ln/>
        </p:spPr>
        <p:txBody>
          <a:bodyPr/>
          <a:lstStyle>
            <a:lvl1pPr>
              <a:defRPr/>
            </a:lvl1pPr>
          </a:lstStyle>
          <a:p>
            <a:pPr>
              <a:defRPr/>
            </a:pPr>
            <a:endParaRPr lang="en-US" altLang="en-US"/>
          </a:p>
        </p:txBody>
      </p:sp>
      <p:sp>
        <p:nvSpPr>
          <p:cNvPr id="5" name="Rectangle 1030"/>
          <p:cNvSpPr>
            <a:spLocks noGrp="1" noChangeArrowheads="1"/>
          </p:cNvSpPr>
          <p:nvPr>
            <p:ph type="sldNum" sz="quarter" idx="11"/>
          </p:nvPr>
        </p:nvSpPr>
        <p:spPr>
          <a:ln/>
        </p:spPr>
        <p:txBody>
          <a:bodyPr/>
          <a:lstStyle>
            <a:lvl1pPr>
              <a:defRPr/>
            </a:lvl1pPr>
          </a:lstStyle>
          <a:p>
            <a:fld id="{9299AED6-79BC-4446-BC9E-2F1AC7B3839D}" type="slidenum">
              <a:rPr lang="en-US" altLang="en-US"/>
              <a:pPr/>
              <a:t>‹#›</a:t>
            </a:fld>
            <a:endParaRPr lang="en-US" altLang="en-US"/>
          </a:p>
        </p:txBody>
      </p:sp>
    </p:spTree>
    <p:extLst>
      <p:ext uri="{BB962C8B-B14F-4D97-AF65-F5344CB8AC3E}">
        <p14:creationId xmlns:p14="http://schemas.microsoft.com/office/powerpoint/2010/main" val="831728003"/>
      </p:ext>
    </p:extLst>
  </p:cSld>
  <p:clrMapOvr>
    <a:masterClrMapping/>
  </p:clrMapOvr>
  <p:transition/>
</p:sldLayout>
</file>

<file path=ppt/slideLayouts/slideLayout64.xml><?xml version="1.0" encoding="utf-8"?>
<p:sldLayout xmlns:a="http://schemas.openxmlformats.org/drawingml/2006/main" xmlns:r="http://schemas.openxmlformats.org/officeDocument/2006/relationships" xmlns:p="http://schemas.openxmlformats.org/presentationml/2006/main" showMasterSp="0" type="title">
  <p:cSld name="Title Slide">
    <p:spTree>
      <p:nvGrpSpPr>
        <p:cNvPr id="1" name=""/>
        <p:cNvGrpSpPr/>
        <p:nvPr/>
      </p:nvGrpSpPr>
      <p:grpSpPr>
        <a:xfrm>
          <a:off x="0" y="0"/>
          <a:ext cx="0" cy="0"/>
          <a:chOff x="0" y="0"/>
          <a:chExt cx="0" cy="0"/>
        </a:xfrm>
      </p:grpSpPr>
      <p:sp>
        <p:nvSpPr>
          <p:cNvPr id="4" name="Freeform 7"/>
          <p:cNvSpPr>
            <a:spLocks noChangeArrowheads="1"/>
          </p:cNvSpPr>
          <p:nvPr/>
        </p:nvSpPr>
        <p:spPr bwMode="auto">
          <a:xfrm>
            <a:off x="457200" y="1123950"/>
            <a:ext cx="8229600" cy="914400"/>
          </a:xfrm>
          <a:custGeom>
            <a:avLst/>
            <a:gdLst>
              <a:gd name="T0" fmla="*/ 0 w 1000"/>
              <a:gd name="T1" fmla="*/ 2147483647 h 1000"/>
              <a:gd name="T2" fmla="*/ 0 w 1000"/>
              <a:gd name="T3" fmla="*/ 0 h 1000"/>
              <a:gd name="T4" fmla="*/ 2147483647 w 1000"/>
              <a:gd name="T5" fmla="*/ 0 h 1000"/>
              <a:gd name="T6" fmla="*/ 0 60000 65536"/>
              <a:gd name="T7" fmla="*/ 0 60000 65536"/>
              <a:gd name="T8" fmla="*/ 0 60000 65536"/>
            </a:gdLst>
            <a:ahLst/>
            <a:cxnLst>
              <a:cxn ang="T6">
                <a:pos x="T0" y="T1"/>
              </a:cxn>
              <a:cxn ang="T7">
                <a:pos x="T2" y="T3"/>
              </a:cxn>
              <a:cxn ang="T8">
                <a:pos x="T4" y="T5"/>
              </a:cxn>
            </a:cxnLst>
            <a:rect l="0" t="0" r="r" b="b"/>
            <a:pathLst>
              <a:path w="1000" h="1000">
                <a:moveTo>
                  <a:pt x="0" y="1000"/>
                </a:moveTo>
                <a:lnTo>
                  <a:pt x="0" y="0"/>
                </a:lnTo>
                <a:lnTo>
                  <a:pt x="1000" y="0"/>
                </a:lnTo>
              </a:path>
            </a:pathLst>
          </a:custGeom>
          <a:noFill/>
          <a:ln w="25400" cap="flat" cmpd="sng">
            <a:solidFill>
              <a:schemeClr val="accent1"/>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en-US">
              <a:solidFill>
                <a:srgbClr val="000000"/>
              </a:solidFill>
              <a:latin typeface="Arial" charset="0"/>
              <a:ea typeface="ＭＳ Ｐゴシック" charset="-128"/>
            </a:endParaRPr>
          </a:p>
        </p:txBody>
      </p:sp>
      <p:sp>
        <p:nvSpPr>
          <p:cNvPr id="5" name="Line 8"/>
          <p:cNvSpPr>
            <a:spLocks noChangeShapeType="1"/>
          </p:cNvSpPr>
          <p:nvPr/>
        </p:nvSpPr>
        <p:spPr bwMode="auto">
          <a:xfrm>
            <a:off x="457200" y="3371850"/>
            <a:ext cx="8229600" cy="0"/>
          </a:xfrm>
          <a:prstGeom prst="line">
            <a:avLst/>
          </a:prstGeom>
          <a:noFill/>
          <a:ln w="19050">
            <a:solidFill>
              <a:schemeClr val="accent1"/>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Arial" charset="0"/>
              <a:ea typeface="ＭＳ Ｐゴシック" charset="-128"/>
            </a:endParaRPr>
          </a:p>
        </p:txBody>
      </p:sp>
      <p:sp>
        <p:nvSpPr>
          <p:cNvPr id="6" name="Line 10"/>
          <p:cNvSpPr>
            <a:spLocks noChangeShapeType="1"/>
          </p:cNvSpPr>
          <p:nvPr userDrawn="1"/>
        </p:nvSpPr>
        <p:spPr bwMode="auto">
          <a:xfrm>
            <a:off x="8686800" y="2457450"/>
            <a:ext cx="0" cy="914400"/>
          </a:xfrm>
          <a:prstGeom prst="line">
            <a:avLst/>
          </a:prstGeom>
          <a:noFill/>
          <a:ln w="25400">
            <a:solidFill>
              <a:schemeClr val="accent1"/>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Arial" charset="0"/>
              <a:ea typeface="ＭＳ Ｐゴシック" charset="-128"/>
            </a:endParaRPr>
          </a:p>
        </p:txBody>
      </p:sp>
      <p:sp>
        <p:nvSpPr>
          <p:cNvPr id="101378" name="Rectangle 2"/>
          <p:cNvSpPr>
            <a:spLocks noGrp="1" noChangeArrowheads="1"/>
          </p:cNvSpPr>
          <p:nvPr>
            <p:ph type="ctrTitle"/>
          </p:nvPr>
        </p:nvSpPr>
        <p:spPr>
          <a:xfrm>
            <a:off x="685800" y="1524000"/>
            <a:ext cx="7924800" cy="1752600"/>
          </a:xfrm>
        </p:spPr>
        <p:txBody>
          <a:bodyPr/>
          <a:lstStyle>
            <a:lvl1pPr>
              <a:defRPr sz="4800"/>
            </a:lvl1pPr>
          </a:lstStyle>
          <a:p>
            <a:r>
              <a:rPr lang="en-US" altLang="en-US"/>
              <a:t>Click to edit Master title style</a:t>
            </a:r>
          </a:p>
        </p:txBody>
      </p:sp>
      <p:sp>
        <p:nvSpPr>
          <p:cNvPr id="101379" name="Rectangle 3"/>
          <p:cNvSpPr>
            <a:spLocks noGrp="1" noChangeArrowheads="1"/>
          </p:cNvSpPr>
          <p:nvPr>
            <p:ph type="subTitle" idx="1"/>
          </p:nvPr>
        </p:nvSpPr>
        <p:spPr>
          <a:xfrm>
            <a:off x="685800" y="3581400"/>
            <a:ext cx="7848600" cy="1752600"/>
          </a:xfrm>
        </p:spPr>
        <p:txBody>
          <a:bodyPr/>
          <a:lstStyle>
            <a:lvl1pPr marL="0" indent="0" algn="ctr">
              <a:buFont typeface="Wingdings" pitchFamily="2" charset="2"/>
              <a:buNone/>
              <a:defRPr/>
            </a:lvl1pPr>
          </a:lstStyle>
          <a:p>
            <a:r>
              <a:rPr lang="en-US" altLang="en-US"/>
              <a:t>Click to edit Master subtitle style</a:t>
            </a:r>
          </a:p>
        </p:txBody>
      </p:sp>
      <p:sp>
        <p:nvSpPr>
          <p:cNvPr id="7" name="Rectangle 4"/>
          <p:cNvSpPr>
            <a:spLocks noGrp="1" noChangeArrowheads="1"/>
          </p:cNvSpPr>
          <p:nvPr>
            <p:ph type="dt" sz="half" idx="10"/>
          </p:nvPr>
        </p:nvSpPr>
        <p:spPr bwMode="auto">
          <a:xfrm>
            <a:off x="457200" y="6243638"/>
            <a:ext cx="2133600" cy="457200"/>
          </a:xfrm>
          <a:prstGeom prst="rect">
            <a:avLst/>
          </a:prstGeom>
          <a:ln>
            <a:miter lim="800000"/>
            <a:headEnd/>
            <a:tailEnd/>
          </a:ln>
        </p:spPr>
        <p:txBody>
          <a:bodyPr vert="horz" wrap="square" lIns="91440" tIns="45720" rIns="91440" bIns="45720" numCol="1" anchor="b" anchorCtr="0" compatLnSpc="1">
            <a:prstTxWarp prst="textNoShape">
              <a:avLst/>
            </a:prstTxWarp>
          </a:bodyPr>
          <a:lstStyle>
            <a:lvl1pPr>
              <a:defRPr sz="1200">
                <a:solidFill>
                  <a:srgbClr val="000000"/>
                </a:solidFill>
                <a:latin typeface="Garamond" pitchFamily="-106" charset="0"/>
                <a:ea typeface="Arial" pitchFamily="-106" charset="0"/>
                <a:cs typeface="Arial" pitchFamily="-106" charset="0"/>
              </a:defRPr>
            </a:lvl1pPr>
          </a:lstStyle>
          <a:p>
            <a:pPr fontAlgn="base">
              <a:spcBef>
                <a:spcPct val="0"/>
              </a:spcBef>
              <a:spcAft>
                <a:spcPct val="0"/>
              </a:spcAft>
              <a:defRPr/>
            </a:pPr>
            <a:endParaRPr lang="en-US"/>
          </a:p>
        </p:txBody>
      </p:sp>
      <p:sp>
        <p:nvSpPr>
          <p:cNvPr id="8" name="Rectangle 5"/>
          <p:cNvSpPr>
            <a:spLocks noGrp="1" noChangeArrowheads="1"/>
          </p:cNvSpPr>
          <p:nvPr>
            <p:ph type="ftr" sz="quarter" idx="11"/>
          </p:nvPr>
        </p:nvSpPr>
        <p:spPr>
          <a:xfrm>
            <a:off x="3124200" y="6243638"/>
            <a:ext cx="2895600" cy="457200"/>
          </a:xfrm>
        </p:spPr>
        <p:txBody>
          <a:bodyPr/>
          <a:lstStyle>
            <a:lvl1pPr>
              <a:defRPr/>
            </a:lvl1pPr>
          </a:lstStyle>
          <a:p>
            <a:pPr>
              <a:defRPr/>
            </a:pPr>
            <a:endParaRPr lang="en-US" altLang="en-US"/>
          </a:p>
        </p:txBody>
      </p:sp>
      <p:sp>
        <p:nvSpPr>
          <p:cNvPr id="9" name="Rectangle 6"/>
          <p:cNvSpPr>
            <a:spLocks noGrp="1" noChangeArrowheads="1"/>
          </p:cNvSpPr>
          <p:nvPr>
            <p:ph type="sldNum" sz="quarter" idx="12"/>
          </p:nvPr>
        </p:nvSpPr>
        <p:spPr/>
        <p:txBody>
          <a:bodyPr/>
          <a:lstStyle>
            <a:lvl1pPr>
              <a:defRPr sz="1200"/>
            </a:lvl1pPr>
          </a:lstStyle>
          <a:p>
            <a:fld id="{198C375A-5227-0144-9C68-C314CEC44D94}" type="slidenum">
              <a:rPr lang="en-US" altLang="en-US"/>
              <a:pPr/>
              <a:t>‹#›</a:t>
            </a:fld>
            <a:endParaRPr lang="en-US" altLang="en-US"/>
          </a:p>
        </p:txBody>
      </p:sp>
    </p:spTree>
    <p:extLst>
      <p:ext uri="{BB962C8B-B14F-4D97-AF65-F5344CB8AC3E}">
        <p14:creationId xmlns:p14="http://schemas.microsoft.com/office/powerpoint/2010/main" val="1020777804"/>
      </p:ext>
    </p:extLst>
  </p:cSld>
  <p:clrMapOvr>
    <a:masterClrMapping/>
  </p:clrMapOvr>
  <p:transition/>
</p:sldLayout>
</file>

<file path=ppt/slideLayouts/slideLayout65.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4" name="Freeform 3"/>
          <p:cNvSpPr>
            <a:spLocks noChangeArrowheads="1"/>
          </p:cNvSpPr>
          <p:nvPr/>
        </p:nvSpPr>
        <p:spPr bwMode="auto">
          <a:xfrm>
            <a:off x="457200" y="1123950"/>
            <a:ext cx="8229600" cy="914400"/>
          </a:xfrm>
          <a:custGeom>
            <a:avLst/>
            <a:gdLst/>
            <a:ahLst/>
            <a:cxnLst>
              <a:cxn ang="0">
                <a:pos x="0" y="1000"/>
              </a:cxn>
              <a:cxn ang="0">
                <a:pos x="0" y="0"/>
              </a:cxn>
              <a:cxn ang="0">
                <a:pos x="1000" y="0"/>
              </a:cxn>
            </a:cxnLst>
            <a:rect l="0" t="0" r="r" b="b"/>
            <a:pathLst>
              <a:path w="1000" h="1000">
                <a:moveTo>
                  <a:pt x="0" y="1000"/>
                </a:moveTo>
                <a:lnTo>
                  <a:pt x="0" y="0"/>
                </a:lnTo>
                <a:lnTo>
                  <a:pt x="1000" y="0"/>
                </a:lnTo>
              </a:path>
            </a:pathLst>
          </a:custGeom>
          <a:noFill/>
          <a:ln w="25400" cap="flat" cmpd="sng">
            <a:solidFill>
              <a:schemeClr val="accent1"/>
            </a:solidFill>
            <a:prstDash val="solid"/>
            <a:miter lim="800000"/>
            <a:headEnd/>
            <a:tailEnd/>
          </a:ln>
        </p:spPr>
        <p:txBody>
          <a:bodyPr/>
          <a:lstStyle/>
          <a:p>
            <a:endParaRPr lang="en-US"/>
          </a:p>
        </p:txBody>
      </p:sp>
      <p:sp>
        <p:nvSpPr>
          <p:cNvPr id="5" name="Line 8"/>
          <p:cNvSpPr>
            <a:spLocks noChangeShapeType="1"/>
          </p:cNvSpPr>
          <p:nvPr/>
        </p:nvSpPr>
        <p:spPr bwMode="auto">
          <a:xfrm>
            <a:off x="457200" y="3371850"/>
            <a:ext cx="8229600" cy="0"/>
          </a:xfrm>
          <a:prstGeom prst="line">
            <a:avLst/>
          </a:prstGeom>
          <a:noFill/>
          <a:ln w="19050">
            <a:solidFill>
              <a:schemeClr val="accent1"/>
            </a:solidFill>
            <a:round/>
            <a:headEnd/>
            <a:tailEnd/>
          </a:ln>
          <a:effectLst/>
        </p:spPr>
        <p:txBody>
          <a:bodyPr/>
          <a:lstStyle/>
          <a:p>
            <a:pPr>
              <a:defRPr/>
            </a:pPr>
            <a:endParaRPr lang="en-US"/>
          </a:p>
        </p:txBody>
      </p:sp>
      <p:sp>
        <p:nvSpPr>
          <p:cNvPr id="6" name="Line 10"/>
          <p:cNvSpPr>
            <a:spLocks noChangeShapeType="1"/>
          </p:cNvSpPr>
          <p:nvPr userDrawn="1"/>
        </p:nvSpPr>
        <p:spPr bwMode="auto">
          <a:xfrm>
            <a:off x="8686800" y="2457450"/>
            <a:ext cx="0" cy="914400"/>
          </a:xfrm>
          <a:prstGeom prst="line">
            <a:avLst/>
          </a:prstGeom>
          <a:noFill/>
          <a:ln w="25400">
            <a:solidFill>
              <a:schemeClr val="accent1"/>
            </a:solidFill>
            <a:round/>
            <a:headEnd/>
            <a:tailEnd/>
          </a:ln>
          <a:effectLst/>
        </p:spPr>
        <p:txBody>
          <a:bodyPr/>
          <a:lstStyle/>
          <a:p>
            <a:pPr>
              <a:defRPr/>
            </a:pPr>
            <a:endParaRPr lang="en-US"/>
          </a:p>
        </p:txBody>
      </p:sp>
      <p:sp>
        <p:nvSpPr>
          <p:cNvPr id="101378" name="Rectangle 2"/>
          <p:cNvSpPr>
            <a:spLocks noGrp="1" noChangeArrowheads="1"/>
          </p:cNvSpPr>
          <p:nvPr>
            <p:ph type="ctrTitle"/>
          </p:nvPr>
        </p:nvSpPr>
        <p:spPr>
          <a:xfrm>
            <a:off x="685800" y="1524000"/>
            <a:ext cx="7924800" cy="1752600"/>
          </a:xfrm>
        </p:spPr>
        <p:txBody>
          <a:bodyPr/>
          <a:lstStyle>
            <a:lvl1pPr>
              <a:defRPr sz="4800"/>
            </a:lvl1pPr>
          </a:lstStyle>
          <a:p>
            <a:r>
              <a:rPr lang="en-US" altLang="en-US"/>
              <a:t>Click to edit Master title style</a:t>
            </a:r>
          </a:p>
        </p:txBody>
      </p:sp>
      <p:sp>
        <p:nvSpPr>
          <p:cNvPr id="101379" name="Rectangle 3"/>
          <p:cNvSpPr>
            <a:spLocks noGrp="1" noChangeArrowheads="1"/>
          </p:cNvSpPr>
          <p:nvPr>
            <p:ph type="subTitle" idx="1"/>
          </p:nvPr>
        </p:nvSpPr>
        <p:spPr>
          <a:xfrm>
            <a:off x="685800" y="3581400"/>
            <a:ext cx="7848600" cy="1752600"/>
          </a:xfrm>
        </p:spPr>
        <p:txBody>
          <a:bodyPr/>
          <a:lstStyle>
            <a:lvl1pPr marL="0" indent="0" algn="ctr">
              <a:buFont typeface="Wingdings" pitchFamily="2" charset="2"/>
              <a:buNone/>
              <a:defRPr/>
            </a:lvl1pPr>
          </a:lstStyle>
          <a:p>
            <a:r>
              <a:rPr lang="en-US" altLang="en-US"/>
              <a:t>Click to edit Master subtitle style</a:t>
            </a:r>
          </a:p>
        </p:txBody>
      </p:sp>
      <p:sp>
        <p:nvSpPr>
          <p:cNvPr id="7" name="Rectangle 4"/>
          <p:cNvSpPr>
            <a:spLocks noGrp="1" noChangeArrowheads="1"/>
          </p:cNvSpPr>
          <p:nvPr>
            <p:ph type="dt" sz="half" idx="10"/>
          </p:nvPr>
        </p:nvSpPr>
        <p:spPr bwMode="auto">
          <a:xfrm>
            <a:off x="457200" y="6243638"/>
            <a:ext cx="2133600" cy="457200"/>
          </a:xfrm>
          <a:prstGeom prst="rect">
            <a:avLst/>
          </a:prstGeom>
          <a:ln>
            <a:miter lim="800000"/>
            <a:headEnd/>
            <a:tailEnd/>
          </a:ln>
        </p:spPr>
        <p:txBody>
          <a:bodyPr vert="horz" wrap="square" lIns="91440" tIns="45720" rIns="91440" bIns="45720" numCol="1" anchor="b" anchorCtr="0" compatLnSpc="1">
            <a:prstTxWarp prst="textNoShape">
              <a:avLst/>
            </a:prstTxWarp>
          </a:bodyPr>
          <a:lstStyle>
            <a:lvl1pPr>
              <a:defRPr sz="1200">
                <a:latin typeface="Garamond" pitchFamily="18" charset="0"/>
              </a:defRPr>
            </a:lvl1pPr>
          </a:lstStyle>
          <a:p>
            <a:r>
              <a:rPr lang="en-US" altLang="en-US"/>
              <a:t>Efficient Runahead Execution</a:t>
            </a:r>
          </a:p>
        </p:txBody>
      </p:sp>
      <p:sp>
        <p:nvSpPr>
          <p:cNvPr id="8" name="Rectangle 5"/>
          <p:cNvSpPr>
            <a:spLocks noGrp="1" noChangeArrowheads="1"/>
          </p:cNvSpPr>
          <p:nvPr>
            <p:ph type="ftr" sz="quarter" idx="11"/>
          </p:nvPr>
        </p:nvSpPr>
        <p:spPr>
          <a:xfrm>
            <a:off x="3124200" y="6243638"/>
            <a:ext cx="2895600" cy="457200"/>
          </a:xfrm>
        </p:spPr>
        <p:txBody>
          <a:bodyPr/>
          <a:lstStyle>
            <a:lvl1pPr>
              <a:defRPr/>
            </a:lvl1pPr>
          </a:lstStyle>
          <a:p>
            <a:endParaRPr lang="en-US" altLang="en-US"/>
          </a:p>
        </p:txBody>
      </p:sp>
      <p:sp>
        <p:nvSpPr>
          <p:cNvPr id="9" name="Rectangle 6"/>
          <p:cNvSpPr>
            <a:spLocks noGrp="1" noChangeArrowheads="1"/>
          </p:cNvSpPr>
          <p:nvPr>
            <p:ph type="sldNum" sz="quarter" idx="12"/>
          </p:nvPr>
        </p:nvSpPr>
        <p:spPr/>
        <p:txBody>
          <a:bodyPr/>
          <a:lstStyle>
            <a:lvl1pPr>
              <a:defRPr sz="1200"/>
            </a:lvl1pPr>
          </a:lstStyle>
          <a:p>
            <a:fld id="{7341D3D9-3FE8-4025-BF66-8DAB1ABB951F}" type="slidenum">
              <a:rPr lang="en-US" altLang="en-US"/>
              <a:pPr/>
              <a:t>‹#›</a:t>
            </a:fld>
            <a:endParaRPr lang="en-US" altLang="en-US"/>
          </a:p>
        </p:txBody>
      </p:sp>
    </p:spTree>
    <p:extLst>
      <p:ext uri="{BB962C8B-B14F-4D97-AF65-F5344CB8AC3E}">
        <p14:creationId xmlns:p14="http://schemas.microsoft.com/office/powerpoint/2010/main" val="856214860"/>
      </p:ext>
    </p:extLst>
  </p:cSld>
  <p:clrMapOvr>
    <a:masterClrMapping/>
  </p:clrMapOvr>
  <p:transition/>
</p:sldLayout>
</file>

<file path=ppt/slideLayouts/slideLayout6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1029"/>
          <p:cNvSpPr>
            <a:spLocks noGrp="1" noChangeArrowheads="1"/>
          </p:cNvSpPr>
          <p:nvPr>
            <p:ph type="ftr" sz="quarter" idx="10"/>
          </p:nvPr>
        </p:nvSpPr>
        <p:spPr>
          <a:ln/>
        </p:spPr>
        <p:txBody>
          <a:bodyPr/>
          <a:lstStyle>
            <a:lvl1pPr>
              <a:defRPr/>
            </a:lvl1pPr>
          </a:lstStyle>
          <a:p>
            <a:endParaRPr lang="en-US" altLang="en-US"/>
          </a:p>
        </p:txBody>
      </p:sp>
      <p:sp>
        <p:nvSpPr>
          <p:cNvPr id="5" name="Rectangle 1030"/>
          <p:cNvSpPr>
            <a:spLocks noGrp="1" noChangeArrowheads="1"/>
          </p:cNvSpPr>
          <p:nvPr>
            <p:ph type="sldNum" sz="quarter" idx="11"/>
          </p:nvPr>
        </p:nvSpPr>
        <p:spPr>
          <a:ln/>
        </p:spPr>
        <p:txBody>
          <a:bodyPr/>
          <a:lstStyle>
            <a:lvl1pPr>
              <a:defRPr/>
            </a:lvl1pPr>
          </a:lstStyle>
          <a:p>
            <a:fld id="{323594FA-E141-4234-AE05-360401972BE7}" type="slidenum">
              <a:rPr lang="en-US" altLang="en-US"/>
              <a:pPr/>
              <a:t>‹#›</a:t>
            </a:fld>
            <a:endParaRPr lang="en-US" altLang="en-US"/>
          </a:p>
        </p:txBody>
      </p:sp>
    </p:spTree>
    <p:extLst>
      <p:ext uri="{BB962C8B-B14F-4D97-AF65-F5344CB8AC3E}">
        <p14:creationId xmlns:p14="http://schemas.microsoft.com/office/powerpoint/2010/main" val="2702471268"/>
      </p:ext>
    </p:extLst>
  </p:cSld>
  <p:clrMapOvr>
    <a:masterClrMapping/>
  </p:clrMapOvr>
  <p:transition/>
</p:sldLayout>
</file>

<file path=ppt/slideLayouts/slideLayout6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1029"/>
          <p:cNvSpPr>
            <a:spLocks noGrp="1" noChangeArrowheads="1"/>
          </p:cNvSpPr>
          <p:nvPr>
            <p:ph type="ftr" sz="quarter" idx="10"/>
          </p:nvPr>
        </p:nvSpPr>
        <p:spPr>
          <a:ln/>
        </p:spPr>
        <p:txBody>
          <a:bodyPr/>
          <a:lstStyle>
            <a:lvl1pPr>
              <a:defRPr/>
            </a:lvl1pPr>
          </a:lstStyle>
          <a:p>
            <a:endParaRPr lang="en-US" altLang="en-US"/>
          </a:p>
        </p:txBody>
      </p:sp>
      <p:sp>
        <p:nvSpPr>
          <p:cNvPr id="5" name="Rectangle 1030"/>
          <p:cNvSpPr>
            <a:spLocks noGrp="1" noChangeArrowheads="1"/>
          </p:cNvSpPr>
          <p:nvPr>
            <p:ph type="sldNum" sz="quarter" idx="11"/>
          </p:nvPr>
        </p:nvSpPr>
        <p:spPr>
          <a:ln/>
        </p:spPr>
        <p:txBody>
          <a:bodyPr/>
          <a:lstStyle>
            <a:lvl1pPr>
              <a:defRPr/>
            </a:lvl1pPr>
          </a:lstStyle>
          <a:p>
            <a:fld id="{C7AC7BA1-BEA2-40AF-9056-44DC8C985687}" type="slidenum">
              <a:rPr lang="en-US" altLang="en-US"/>
              <a:pPr/>
              <a:t>‹#›</a:t>
            </a:fld>
            <a:endParaRPr lang="en-US" altLang="en-US"/>
          </a:p>
        </p:txBody>
      </p:sp>
    </p:spTree>
    <p:extLst>
      <p:ext uri="{BB962C8B-B14F-4D97-AF65-F5344CB8AC3E}">
        <p14:creationId xmlns:p14="http://schemas.microsoft.com/office/powerpoint/2010/main" val="2538446065"/>
      </p:ext>
    </p:extLst>
  </p:cSld>
  <p:clrMapOvr>
    <a:masterClrMapping/>
  </p:clrMapOvr>
  <p:transition/>
</p:sldLayout>
</file>

<file path=ppt/slideLayouts/slideLayout6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228600" y="1371600"/>
            <a:ext cx="4229100" cy="4876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10100" y="1371600"/>
            <a:ext cx="4229100" cy="4876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1029"/>
          <p:cNvSpPr>
            <a:spLocks noGrp="1" noChangeArrowheads="1"/>
          </p:cNvSpPr>
          <p:nvPr>
            <p:ph type="ftr" sz="quarter" idx="10"/>
          </p:nvPr>
        </p:nvSpPr>
        <p:spPr>
          <a:ln/>
        </p:spPr>
        <p:txBody>
          <a:bodyPr/>
          <a:lstStyle>
            <a:lvl1pPr>
              <a:defRPr/>
            </a:lvl1pPr>
          </a:lstStyle>
          <a:p>
            <a:endParaRPr lang="en-US" altLang="en-US"/>
          </a:p>
        </p:txBody>
      </p:sp>
      <p:sp>
        <p:nvSpPr>
          <p:cNvPr id="6" name="Rectangle 1030"/>
          <p:cNvSpPr>
            <a:spLocks noGrp="1" noChangeArrowheads="1"/>
          </p:cNvSpPr>
          <p:nvPr>
            <p:ph type="sldNum" sz="quarter" idx="11"/>
          </p:nvPr>
        </p:nvSpPr>
        <p:spPr>
          <a:ln/>
        </p:spPr>
        <p:txBody>
          <a:bodyPr/>
          <a:lstStyle>
            <a:lvl1pPr>
              <a:defRPr/>
            </a:lvl1pPr>
          </a:lstStyle>
          <a:p>
            <a:fld id="{94D2BBBE-2A44-4D16-8758-0239282DCC58}" type="slidenum">
              <a:rPr lang="en-US" altLang="en-US"/>
              <a:pPr/>
              <a:t>‹#›</a:t>
            </a:fld>
            <a:endParaRPr lang="en-US" altLang="en-US"/>
          </a:p>
        </p:txBody>
      </p:sp>
    </p:spTree>
    <p:extLst>
      <p:ext uri="{BB962C8B-B14F-4D97-AF65-F5344CB8AC3E}">
        <p14:creationId xmlns:p14="http://schemas.microsoft.com/office/powerpoint/2010/main" val="4120852526"/>
      </p:ext>
    </p:extLst>
  </p:cSld>
  <p:clrMapOvr>
    <a:masterClrMapping/>
  </p:clrMapOvr>
  <p:transition/>
</p:sldLayout>
</file>

<file path=ppt/slideLayouts/slideLayout6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1029"/>
          <p:cNvSpPr>
            <a:spLocks noGrp="1" noChangeArrowheads="1"/>
          </p:cNvSpPr>
          <p:nvPr>
            <p:ph type="ftr" sz="quarter" idx="10"/>
          </p:nvPr>
        </p:nvSpPr>
        <p:spPr>
          <a:ln/>
        </p:spPr>
        <p:txBody>
          <a:bodyPr/>
          <a:lstStyle>
            <a:lvl1pPr>
              <a:defRPr/>
            </a:lvl1pPr>
          </a:lstStyle>
          <a:p>
            <a:endParaRPr lang="en-US" altLang="en-US"/>
          </a:p>
        </p:txBody>
      </p:sp>
      <p:sp>
        <p:nvSpPr>
          <p:cNvPr id="8" name="Rectangle 1030"/>
          <p:cNvSpPr>
            <a:spLocks noGrp="1" noChangeArrowheads="1"/>
          </p:cNvSpPr>
          <p:nvPr>
            <p:ph type="sldNum" sz="quarter" idx="11"/>
          </p:nvPr>
        </p:nvSpPr>
        <p:spPr>
          <a:ln/>
        </p:spPr>
        <p:txBody>
          <a:bodyPr/>
          <a:lstStyle>
            <a:lvl1pPr>
              <a:defRPr/>
            </a:lvl1pPr>
          </a:lstStyle>
          <a:p>
            <a:fld id="{D5FD5635-BCCD-45D2-B61E-320731E13B17}" type="slidenum">
              <a:rPr lang="en-US" altLang="en-US"/>
              <a:pPr/>
              <a:t>‹#›</a:t>
            </a:fld>
            <a:endParaRPr lang="en-US" altLang="en-US"/>
          </a:p>
        </p:txBody>
      </p:sp>
    </p:spTree>
    <p:extLst>
      <p:ext uri="{BB962C8B-B14F-4D97-AF65-F5344CB8AC3E}">
        <p14:creationId xmlns:p14="http://schemas.microsoft.com/office/powerpoint/2010/main" val="109933886"/>
      </p:ext>
    </p:extLst>
  </p:cSld>
  <p:clrMapOvr>
    <a:masterClrMapping/>
  </p:clrMapOvr>
  <p:transition/>
</p:sldLayout>
</file>

<file path=ppt/slideLayouts/slideLayout7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1029"/>
          <p:cNvSpPr>
            <a:spLocks noGrp="1" noChangeArrowheads="1"/>
          </p:cNvSpPr>
          <p:nvPr>
            <p:ph type="ftr" sz="quarter" idx="10"/>
          </p:nvPr>
        </p:nvSpPr>
        <p:spPr>
          <a:ln/>
        </p:spPr>
        <p:txBody>
          <a:bodyPr/>
          <a:lstStyle>
            <a:lvl1pPr>
              <a:defRPr/>
            </a:lvl1pPr>
          </a:lstStyle>
          <a:p>
            <a:endParaRPr lang="en-US" altLang="en-US"/>
          </a:p>
        </p:txBody>
      </p:sp>
      <p:sp>
        <p:nvSpPr>
          <p:cNvPr id="4" name="Rectangle 1030"/>
          <p:cNvSpPr>
            <a:spLocks noGrp="1" noChangeArrowheads="1"/>
          </p:cNvSpPr>
          <p:nvPr>
            <p:ph type="sldNum" sz="quarter" idx="11"/>
          </p:nvPr>
        </p:nvSpPr>
        <p:spPr>
          <a:ln/>
        </p:spPr>
        <p:txBody>
          <a:bodyPr/>
          <a:lstStyle>
            <a:lvl1pPr>
              <a:defRPr/>
            </a:lvl1pPr>
          </a:lstStyle>
          <a:p>
            <a:fld id="{018A7077-2B78-4FB5-8F56-24239751AEF0}" type="slidenum">
              <a:rPr lang="en-US" altLang="en-US"/>
              <a:pPr/>
              <a:t>‹#›</a:t>
            </a:fld>
            <a:endParaRPr lang="en-US" altLang="en-US"/>
          </a:p>
        </p:txBody>
      </p:sp>
    </p:spTree>
    <p:extLst>
      <p:ext uri="{BB962C8B-B14F-4D97-AF65-F5344CB8AC3E}">
        <p14:creationId xmlns:p14="http://schemas.microsoft.com/office/powerpoint/2010/main" val="1474298433"/>
      </p:ext>
    </p:extLst>
  </p:cSld>
  <p:clrMapOvr>
    <a:masterClrMapping/>
  </p:clrMapOvr>
  <p:transition/>
</p:sldLayout>
</file>

<file path=ppt/slideLayouts/slideLayout7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1029"/>
          <p:cNvSpPr>
            <a:spLocks noGrp="1" noChangeArrowheads="1"/>
          </p:cNvSpPr>
          <p:nvPr>
            <p:ph type="ftr" sz="quarter" idx="10"/>
          </p:nvPr>
        </p:nvSpPr>
        <p:spPr>
          <a:ln/>
        </p:spPr>
        <p:txBody>
          <a:bodyPr/>
          <a:lstStyle>
            <a:lvl1pPr>
              <a:defRPr/>
            </a:lvl1pPr>
          </a:lstStyle>
          <a:p>
            <a:endParaRPr lang="en-US" altLang="en-US"/>
          </a:p>
        </p:txBody>
      </p:sp>
      <p:sp>
        <p:nvSpPr>
          <p:cNvPr id="3" name="Rectangle 1030"/>
          <p:cNvSpPr>
            <a:spLocks noGrp="1" noChangeArrowheads="1"/>
          </p:cNvSpPr>
          <p:nvPr>
            <p:ph type="sldNum" sz="quarter" idx="11"/>
          </p:nvPr>
        </p:nvSpPr>
        <p:spPr>
          <a:ln/>
        </p:spPr>
        <p:txBody>
          <a:bodyPr/>
          <a:lstStyle>
            <a:lvl1pPr>
              <a:defRPr/>
            </a:lvl1pPr>
          </a:lstStyle>
          <a:p>
            <a:fld id="{6E86574E-FA2E-425B-A84C-39F9592E9ECB}" type="slidenum">
              <a:rPr lang="en-US" altLang="en-US"/>
              <a:pPr/>
              <a:t>‹#›</a:t>
            </a:fld>
            <a:endParaRPr lang="en-US" altLang="en-US"/>
          </a:p>
        </p:txBody>
      </p:sp>
    </p:spTree>
    <p:extLst>
      <p:ext uri="{BB962C8B-B14F-4D97-AF65-F5344CB8AC3E}">
        <p14:creationId xmlns:p14="http://schemas.microsoft.com/office/powerpoint/2010/main" val="307299776"/>
      </p:ext>
    </p:extLst>
  </p:cSld>
  <p:clrMapOvr>
    <a:masterClrMapping/>
  </p:clrMapOvr>
  <p:transition/>
</p:sldLayout>
</file>

<file path=ppt/slideLayouts/slideLayout7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1029"/>
          <p:cNvSpPr>
            <a:spLocks noGrp="1" noChangeArrowheads="1"/>
          </p:cNvSpPr>
          <p:nvPr>
            <p:ph type="ftr" sz="quarter" idx="10"/>
          </p:nvPr>
        </p:nvSpPr>
        <p:spPr>
          <a:ln/>
        </p:spPr>
        <p:txBody>
          <a:bodyPr/>
          <a:lstStyle>
            <a:lvl1pPr>
              <a:defRPr/>
            </a:lvl1pPr>
          </a:lstStyle>
          <a:p>
            <a:endParaRPr lang="en-US" altLang="en-US"/>
          </a:p>
        </p:txBody>
      </p:sp>
      <p:sp>
        <p:nvSpPr>
          <p:cNvPr id="6" name="Rectangle 1030"/>
          <p:cNvSpPr>
            <a:spLocks noGrp="1" noChangeArrowheads="1"/>
          </p:cNvSpPr>
          <p:nvPr>
            <p:ph type="sldNum" sz="quarter" idx="11"/>
          </p:nvPr>
        </p:nvSpPr>
        <p:spPr>
          <a:ln/>
        </p:spPr>
        <p:txBody>
          <a:bodyPr/>
          <a:lstStyle>
            <a:lvl1pPr>
              <a:defRPr/>
            </a:lvl1pPr>
          </a:lstStyle>
          <a:p>
            <a:fld id="{9148CFD0-6DDB-45F0-A989-9F5CE648BC1E}" type="slidenum">
              <a:rPr lang="en-US" altLang="en-US"/>
              <a:pPr/>
              <a:t>‹#›</a:t>
            </a:fld>
            <a:endParaRPr lang="en-US" altLang="en-US"/>
          </a:p>
        </p:txBody>
      </p:sp>
    </p:spTree>
    <p:extLst>
      <p:ext uri="{BB962C8B-B14F-4D97-AF65-F5344CB8AC3E}">
        <p14:creationId xmlns:p14="http://schemas.microsoft.com/office/powerpoint/2010/main" val="4015171750"/>
      </p:ext>
    </p:extLst>
  </p:cSld>
  <p:clrMapOvr>
    <a:masterClrMapping/>
  </p:clrMapOvr>
  <p:transition/>
</p:sldLayout>
</file>

<file path=ppt/slideLayouts/slideLayout7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1029"/>
          <p:cNvSpPr>
            <a:spLocks noGrp="1" noChangeArrowheads="1"/>
          </p:cNvSpPr>
          <p:nvPr>
            <p:ph type="ftr" sz="quarter" idx="10"/>
          </p:nvPr>
        </p:nvSpPr>
        <p:spPr>
          <a:ln/>
        </p:spPr>
        <p:txBody>
          <a:bodyPr/>
          <a:lstStyle>
            <a:lvl1pPr>
              <a:defRPr/>
            </a:lvl1pPr>
          </a:lstStyle>
          <a:p>
            <a:endParaRPr lang="en-US" altLang="en-US"/>
          </a:p>
        </p:txBody>
      </p:sp>
      <p:sp>
        <p:nvSpPr>
          <p:cNvPr id="6" name="Rectangle 1030"/>
          <p:cNvSpPr>
            <a:spLocks noGrp="1" noChangeArrowheads="1"/>
          </p:cNvSpPr>
          <p:nvPr>
            <p:ph type="sldNum" sz="quarter" idx="11"/>
          </p:nvPr>
        </p:nvSpPr>
        <p:spPr>
          <a:ln/>
        </p:spPr>
        <p:txBody>
          <a:bodyPr/>
          <a:lstStyle>
            <a:lvl1pPr>
              <a:defRPr/>
            </a:lvl1pPr>
          </a:lstStyle>
          <a:p>
            <a:fld id="{9E97B092-8552-4BA4-B0E1-CE51B98A2A2D}" type="slidenum">
              <a:rPr lang="en-US" altLang="en-US"/>
              <a:pPr/>
              <a:t>‹#›</a:t>
            </a:fld>
            <a:endParaRPr lang="en-US" altLang="en-US"/>
          </a:p>
        </p:txBody>
      </p:sp>
    </p:spTree>
    <p:extLst>
      <p:ext uri="{BB962C8B-B14F-4D97-AF65-F5344CB8AC3E}">
        <p14:creationId xmlns:p14="http://schemas.microsoft.com/office/powerpoint/2010/main" val="2991075619"/>
      </p:ext>
    </p:extLst>
  </p:cSld>
  <p:clrMapOvr>
    <a:masterClrMapping/>
  </p:clrMapOvr>
  <p:transition/>
</p:sldLayout>
</file>

<file path=ppt/slideLayouts/slideLayout7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1029"/>
          <p:cNvSpPr>
            <a:spLocks noGrp="1" noChangeArrowheads="1"/>
          </p:cNvSpPr>
          <p:nvPr>
            <p:ph type="ftr" sz="quarter" idx="10"/>
          </p:nvPr>
        </p:nvSpPr>
        <p:spPr>
          <a:ln/>
        </p:spPr>
        <p:txBody>
          <a:bodyPr/>
          <a:lstStyle>
            <a:lvl1pPr>
              <a:defRPr/>
            </a:lvl1pPr>
          </a:lstStyle>
          <a:p>
            <a:endParaRPr lang="en-US" altLang="en-US"/>
          </a:p>
        </p:txBody>
      </p:sp>
      <p:sp>
        <p:nvSpPr>
          <p:cNvPr id="5" name="Rectangle 1030"/>
          <p:cNvSpPr>
            <a:spLocks noGrp="1" noChangeArrowheads="1"/>
          </p:cNvSpPr>
          <p:nvPr>
            <p:ph type="sldNum" sz="quarter" idx="11"/>
          </p:nvPr>
        </p:nvSpPr>
        <p:spPr>
          <a:ln/>
        </p:spPr>
        <p:txBody>
          <a:bodyPr/>
          <a:lstStyle>
            <a:lvl1pPr>
              <a:defRPr/>
            </a:lvl1pPr>
          </a:lstStyle>
          <a:p>
            <a:fld id="{F44DDA66-0DFC-412A-A4B0-EFE91F0913E7}" type="slidenum">
              <a:rPr lang="en-US" altLang="en-US"/>
              <a:pPr/>
              <a:t>‹#›</a:t>
            </a:fld>
            <a:endParaRPr lang="en-US" altLang="en-US"/>
          </a:p>
        </p:txBody>
      </p:sp>
    </p:spTree>
    <p:extLst>
      <p:ext uri="{BB962C8B-B14F-4D97-AF65-F5344CB8AC3E}">
        <p14:creationId xmlns:p14="http://schemas.microsoft.com/office/powerpoint/2010/main" val="3081859640"/>
      </p:ext>
    </p:extLst>
  </p:cSld>
  <p:clrMapOvr>
    <a:masterClrMapping/>
  </p:clrMapOvr>
  <p:transition/>
</p:sldLayout>
</file>

<file path=ppt/slideLayouts/slideLayout7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86550" y="152400"/>
            <a:ext cx="2152650" cy="60960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228600" y="152400"/>
            <a:ext cx="6305550" cy="60960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1029"/>
          <p:cNvSpPr>
            <a:spLocks noGrp="1" noChangeArrowheads="1"/>
          </p:cNvSpPr>
          <p:nvPr>
            <p:ph type="ftr" sz="quarter" idx="10"/>
          </p:nvPr>
        </p:nvSpPr>
        <p:spPr>
          <a:ln/>
        </p:spPr>
        <p:txBody>
          <a:bodyPr/>
          <a:lstStyle>
            <a:lvl1pPr>
              <a:defRPr/>
            </a:lvl1pPr>
          </a:lstStyle>
          <a:p>
            <a:endParaRPr lang="en-US" altLang="en-US"/>
          </a:p>
        </p:txBody>
      </p:sp>
      <p:sp>
        <p:nvSpPr>
          <p:cNvPr id="5" name="Rectangle 1030"/>
          <p:cNvSpPr>
            <a:spLocks noGrp="1" noChangeArrowheads="1"/>
          </p:cNvSpPr>
          <p:nvPr>
            <p:ph type="sldNum" sz="quarter" idx="11"/>
          </p:nvPr>
        </p:nvSpPr>
        <p:spPr>
          <a:ln/>
        </p:spPr>
        <p:txBody>
          <a:bodyPr/>
          <a:lstStyle>
            <a:lvl1pPr>
              <a:defRPr/>
            </a:lvl1pPr>
          </a:lstStyle>
          <a:p>
            <a:fld id="{4D1F9A79-97CD-456A-8962-B51E5744B9CD}" type="slidenum">
              <a:rPr lang="en-US" altLang="en-US"/>
              <a:pPr/>
              <a:t>‹#›</a:t>
            </a:fld>
            <a:endParaRPr lang="en-US" altLang="en-US"/>
          </a:p>
        </p:txBody>
      </p:sp>
    </p:spTree>
    <p:extLst>
      <p:ext uri="{BB962C8B-B14F-4D97-AF65-F5344CB8AC3E}">
        <p14:creationId xmlns:p14="http://schemas.microsoft.com/office/powerpoint/2010/main" val="1500591615"/>
      </p:ext>
    </p:extLst>
  </p:cSld>
  <p:clrMapOvr>
    <a:masterClrMapping/>
  </p:clrMapOvr>
  <p:transition/>
</p:sldLayout>
</file>

<file path=ppt/slideLayouts/slideLayout76.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4" name="Picture 7" descr="safari.png">
            <a:extLst>
              <a:ext uri="{FF2B5EF4-FFF2-40B4-BE49-F238E27FC236}">
                <a16:creationId xmlns:a16="http://schemas.microsoft.com/office/drawing/2014/main" id="{9CD35D2D-5E91-46D5-981B-E75BA6DA7146}"/>
              </a:ext>
            </a:extLst>
          </p:cNvPr>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80975" y="6411913"/>
            <a:ext cx="1025525" cy="2968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
        <p:nvSpPr>
          <p:cNvPr id="5" name="Rectangle 1029">
            <a:extLst>
              <a:ext uri="{FF2B5EF4-FFF2-40B4-BE49-F238E27FC236}">
                <a16:creationId xmlns:a16="http://schemas.microsoft.com/office/drawing/2014/main" id="{7A21EAFC-4035-4857-807A-CB62B3BF44F4}"/>
              </a:ext>
            </a:extLst>
          </p:cNvPr>
          <p:cNvSpPr>
            <a:spLocks noGrp="1" noChangeArrowheads="1"/>
          </p:cNvSpPr>
          <p:nvPr>
            <p:ph type="ftr" sz="quarter" idx="10"/>
          </p:nvPr>
        </p:nvSpPr>
        <p:spPr/>
        <p:txBody>
          <a:bodyPr/>
          <a:lstStyle>
            <a:lvl1pPr>
              <a:defRPr/>
            </a:lvl1pPr>
          </a:lstStyle>
          <a:p>
            <a:pPr>
              <a:defRPr/>
            </a:pPr>
            <a:endParaRPr lang="en-US"/>
          </a:p>
        </p:txBody>
      </p:sp>
      <p:sp>
        <p:nvSpPr>
          <p:cNvPr id="6" name="Rectangle 1030">
            <a:extLst>
              <a:ext uri="{FF2B5EF4-FFF2-40B4-BE49-F238E27FC236}">
                <a16:creationId xmlns:a16="http://schemas.microsoft.com/office/drawing/2014/main" id="{C888C28F-145F-424D-84CC-5AE9AF6843AB}"/>
              </a:ext>
            </a:extLst>
          </p:cNvPr>
          <p:cNvSpPr>
            <a:spLocks noGrp="1" noChangeArrowheads="1"/>
          </p:cNvSpPr>
          <p:nvPr>
            <p:ph type="sldNum" sz="quarter" idx="11"/>
          </p:nvPr>
        </p:nvSpPr>
        <p:spPr/>
        <p:txBody>
          <a:bodyPr/>
          <a:lstStyle>
            <a:lvl1pPr>
              <a:defRPr/>
            </a:lvl1pPr>
          </a:lstStyle>
          <a:p>
            <a:pPr>
              <a:defRPr/>
            </a:pPr>
            <a:fld id="{43826BB2-7A42-4BD5-B790-DBCEF432F448}" type="slidenum">
              <a:rPr lang="en-US" altLang="en-US"/>
              <a:pPr>
                <a:defRPr/>
              </a:pPr>
              <a:t>‹#›</a:t>
            </a:fld>
            <a:endParaRPr lang="en-US" altLang="en-US"/>
          </a:p>
        </p:txBody>
      </p:sp>
    </p:spTree>
    <p:extLst>
      <p:ext uri="{BB962C8B-B14F-4D97-AF65-F5344CB8AC3E}">
        <p14:creationId xmlns:p14="http://schemas.microsoft.com/office/powerpoint/2010/main" val="55245994"/>
      </p:ext>
    </p:extLst>
  </p:cSld>
  <p:clrMapOvr>
    <a:masterClrMapping/>
  </p:clrMapOvr>
  <p:transition/>
</p:sldLayout>
</file>

<file path=ppt/slideLayouts/slideLayout7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1029">
            <a:extLst>
              <a:ext uri="{FF2B5EF4-FFF2-40B4-BE49-F238E27FC236}">
                <a16:creationId xmlns:a16="http://schemas.microsoft.com/office/drawing/2014/main" id="{409AC565-7350-4525-9420-2EB7757D3061}"/>
              </a:ext>
            </a:extLst>
          </p:cNvPr>
          <p:cNvSpPr>
            <a:spLocks noGrp="1" noChangeArrowheads="1"/>
          </p:cNvSpPr>
          <p:nvPr>
            <p:ph type="ftr" sz="quarter" idx="10"/>
          </p:nvPr>
        </p:nvSpPr>
        <p:spPr>
          <a:ln/>
        </p:spPr>
        <p:txBody>
          <a:bodyPr/>
          <a:lstStyle>
            <a:lvl1pPr>
              <a:defRPr/>
            </a:lvl1pPr>
          </a:lstStyle>
          <a:p>
            <a:pPr>
              <a:defRPr/>
            </a:pPr>
            <a:endParaRPr lang="en-US"/>
          </a:p>
        </p:txBody>
      </p:sp>
      <p:sp>
        <p:nvSpPr>
          <p:cNvPr id="5" name="Rectangle 1030">
            <a:extLst>
              <a:ext uri="{FF2B5EF4-FFF2-40B4-BE49-F238E27FC236}">
                <a16:creationId xmlns:a16="http://schemas.microsoft.com/office/drawing/2014/main" id="{4AA7F312-6BE9-48B6-AA7B-A6D10D628BA6}"/>
              </a:ext>
            </a:extLst>
          </p:cNvPr>
          <p:cNvSpPr>
            <a:spLocks noGrp="1" noChangeArrowheads="1"/>
          </p:cNvSpPr>
          <p:nvPr>
            <p:ph type="sldNum" sz="quarter" idx="11"/>
          </p:nvPr>
        </p:nvSpPr>
        <p:spPr>
          <a:ln/>
        </p:spPr>
        <p:txBody>
          <a:bodyPr/>
          <a:lstStyle>
            <a:lvl1pPr>
              <a:defRPr/>
            </a:lvl1pPr>
          </a:lstStyle>
          <a:p>
            <a:pPr>
              <a:defRPr/>
            </a:pPr>
            <a:fld id="{8B19D7DF-598B-483B-A6D0-8553CDFAE631}" type="slidenum">
              <a:rPr lang="en-US" altLang="en-US"/>
              <a:pPr>
                <a:defRPr/>
              </a:pPr>
              <a:t>‹#›</a:t>
            </a:fld>
            <a:endParaRPr lang="en-US" altLang="en-US"/>
          </a:p>
        </p:txBody>
      </p:sp>
    </p:spTree>
    <p:extLst>
      <p:ext uri="{BB962C8B-B14F-4D97-AF65-F5344CB8AC3E}">
        <p14:creationId xmlns:p14="http://schemas.microsoft.com/office/powerpoint/2010/main" val="2761866519"/>
      </p:ext>
    </p:extLst>
  </p:cSld>
  <p:clrMapOvr>
    <a:masterClrMapping/>
  </p:clrMapOvr>
  <p:transition/>
</p:sldLayout>
</file>

<file path=ppt/slideLayouts/slideLayout78.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1029">
            <a:extLst>
              <a:ext uri="{FF2B5EF4-FFF2-40B4-BE49-F238E27FC236}">
                <a16:creationId xmlns:a16="http://schemas.microsoft.com/office/drawing/2014/main" id="{08787426-EFB2-4064-9F82-5B1B136B39E1}"/>
              </a:ext>
            </a:extLst>
          </p:cNvPr>
          <p:cNvSpPr>
            <a:spLocks noGrp="1" noChangeArrowheads="1"/>
          </p:cNvSpPr>
          <p:nvPr>
            <p:ph type="ftr" sz="quarter" idx="10"/>
          </p:nvPr>
        </p:nvSpPr>
        <p:spPr>
          <a:ln/>
        </p:spPr>
        <p:txBody>
          <a:bodyPr/>
          <a:lstStyle>
            <a:lvl1pPr>
              <a:defRPr/>
            </a:lvl1pPr>
          </a:lstStyle>
          <a:p>
            <a:pPr>
              <a:defRPr/>
            </a:pPr>
            <a:endParaRPr lang="en-US"/>
          </a:p>
        </p:txBody>
      </p:sp>
      <p:sp>
        <p:nvSpPr>
          <p:cNvPr id="5" name="Rectangle 1030">
            <a:extLst>
              <a:ext uri="{FF2B5EF4-FFF2-40B4-BE49-F238E27FC236}">
                <a16:creationId xmlns:a16="http://schemas.microsoft.com/office/drawing/2014/main" id="{60038527-DAED-4D79-A54B-129F6A20F670}"/>
              </a:ext>
            </a:extLst>
          </p:cNvPr>
          <p:cNvSpPr>
            <a:spLocks noGrp="1" noChangeArrowheads="1"/>
          </p:cNvSpPr>
          <p:nvPr>
            <p:ph type="sldNum" sz="quarter" idx="11"/>
          </p:nvPr>
        </p:nvSpPr>
        <p:spPr>
          <a:ln/>
        </p:spPr>
        <p:txBody>
          <a:bodyPr/>
          <a:lstStyle>
            <a:lvl1pPr>
              <a:defRPr/>
            </a:lvl1pPr>
          </a:lstStyle>
          <a:p>
            <a:pPr>
              <a:defRPr/>
            </a:pPr>
            <a:fld id="{63D67C19-8364-4600-B88B-828769DCBD4B}" type="slidenum">
              <a:rPr lang="en-US" altLang="en-US"/>
              <a:pPr>
                <a:defRPr/>
              </a:pPr>
              <a:t>‹#›</a:t>
            </a:fld>
            <a:endParaRPr lang="en-US" altLang="en-US"/>
          </a:p>
        </p:txBody>
      </p:sp>
    </p:spTree>
    <p:extLst>
      <p:ext uri="{BB962C8B-B14F-4D97-AF65-F5344CB8AC3E}">
        <p14:creationId xmlns:p14="http://schemas.microsoft.com/office/powerpoint/2010/main" val="2145540042"/>
      </p:ext>
    </p:extLst>
  </p:cSld>
  <p:clrMapOvr>
    <a:masterClrMapping/>
  </p:clrMapOvr>
  <p:transition/>
</p:sldLayout>
</file>

<file path=ppt/slideLayouts/slideLayout7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228600" y="1371600"/>
            <a:ext cx="4229100" cy="4876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10100" y="1371600"/>
            <a:ext cx="4229100" cy="4876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1029">
            <a:extLst>
              <a:ext uri="{FF2B5EF4-FFF2-40B4-BE49-F238E27FC236}">
                <a16:creationId xmlns:a16="http://schemas.microsoft.com/office/drawing/2014/main" id="{DB333F77-5829-459B-B71C-A401B0AC83F8}"/>
              </a:ext>
            </a:extLst>
          </p:cNvPr>
          <p:cNvSpPr>
            <a:spLocks noGrp="1" noChangeArrowheads="1"/>
          </p:cNvSpPr>
          <p:nvPr>
            <p:ph type="ftr" sz="quarter" idx="10"/>
          </p:nvPr>
        </p:nvSpPr>
        <p:spPr>
          <a:ln/>
        </p:spPr>
        <p:txBody>
          <a:bodyPr/>
          <a:lstStyle>
            <a:lvl1pPr>
              <a:defRPr/>
            </a:lvl1pPr>
          </a:lstStyle>
          <a:p>
            <a:pPr>
              <a:defRPr/>
            </a:pPr>
            <a:endParaRPr lang="en-US"/>
          </a:p>
        </p:txBody>
      </p:sp>
      <p:sp>
        <p:nvSpPr>
          <p:cNvPr id="6" name="Rectangle 1030">
            <a:extLst>
              <a:ext uri="{FF2B5EF4-FFF2-40B4-BE49-F238E27FC236}">
                <a16:creationId xmlns:a16="http://schemas.microsoft.com/office/drawing/2014/main" id="{DC357D67-E160-41BD-A8F4-591D3B61CA44}"/>
              </a:ext>
            </a:extLst>
          </p:cNvPr>
          <p:cNvSpPr>
            <a:spLocks noGrp="1" noChangeArrowheads="1"/>
          </p:cNvSpPr>
          <p:nvPr>
            <p:ph type="sldNum" sz="quarter" idx="11"/>
          </p:nvPr>
        </p:nvSpPr>
        <p:spPr>
          <a:ln/>
        </p:spPr>
        <p:txBody>
          <a:bodyPr/>
          <a:lstStyle>
            <a:lvl1pPr>
              <a:defRPr/>
            </a:lvl1pPr>
          </a:lstStyle>
          <a:p>
            <a:pPr>
              <a:defRPr/>
            </a:pPr>
            <a:fld id="{A9E1BDAC-3FCE-4406-AD14-A59ECE86B20E}" type="slidenum">
              <a:rPr lang="en-US" altLang="en-US"/>
              <a:pPr>
                <a:defRPr/>
              </a:pPr>
              <a:t>‹#›</a:t>
            </a:fld>
            <a:endParaRPr lang="en-US" altLang="en-US"/>
          </a:p>
        </p:txBody>
      </p:sp>
    </p:spTree>
    <p:extLst>
      <p:ext uri="{BB962C8B-B14F-4D97-AF65-F5344CB8AC3E}">
        <p14:creationId xmlns:p14="http://schemas.microsoft.com/office/powerpoint/2010/main" val="958587394"/>
      </p:ext>
    </p:extLst>
  </p:cSld>
  <p:clrMapOvr>
    <a:masterClrMapping/>
  </p:clrMapOvr>
  <p:transition/>
</p:sldLayout>
</file>

<file path=ppt/slideLayouts/slideLayout80.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1029">
            <a:extLst>
              <a:ext uri="{FF2B5EF4-FFF2-40B4-BE49-F238E27FC236}">
                <a16:creationId xmlns:a16="http://schemas.microsoft.com/office/drawing/2014/main" id="{D26DBB79-5AEF-450D-8A69-9E473A6D46FD}"/>
              </a:ext>
            </a:extLst>
          </p:cNvPr>
          <p:cNvSpPr>
            <a:spLocks noGrp="1" noChangeArrowheads="1"/>
          </p:cNvSpPr>
          <p:nvPr>
            <p:ph type="ftr" sz="quarter" idx="10"/>
          </p:nvPr>
        </p:nvSpPr>
        <p:spPr>
          <a:ln/>
        </p:spPr>
        <p:txBody>
          <a:bodyPr/>
          <a:lstStyle>
            <a:lvl1pPr>
              <a:defRPr/>
            </a:lvl1pPr>
          </a:lstStyle>
          <a:p>
            <a:pPr>
              <a:defRPr/>
            </a:pPr>
            <a:endParaRPr lang="en-US"/>
          </a:p>
        </p:txBody>
      </p:sp>
      <p:sp>
        <p:nvSpPr>
          <p:cNvPr id="8" name="Rectangle 1030">
            <a:extLst>
              <a:ext uri="{FF2B5EF4-FFF2-40B4-BE49-F238E27FC236}">
                <a16:creationId xmlns:a16="http://schemas.microsoft.com/office/drawing/2014/main" id="{5613F326-A967-4A16-9691-5994EAA77F81}"/>
              </a:ext>
            </a:extLst>
          </p:cNvPr>
          <p:cNvSpPr>
            <a:spLocks noGrp="1" noChangeArrowheads="1"/>
          </p:cNvSpPr>
          <p:nvPr>
            <p:ph type="sldNum" sz="quarter" idx="11"/>
          </p:nvPr>
        </p:nvSpPr>
        <p:spPr>
          <a:ln/>
        </p:spPr>
        <p:txBody>
          <a:bodyPr/>
          <a:lstStyle>
            <a:lvl1pPr>
              <a:defRPr/>
            </a:lvl1pPr>
          </a:lstStyle>
          <a:p>
            <a:pPr>
              <a:defRPr/>
            </a:pPr>
            <a:fld id="{4DDDAB56-7687-49EE-9BFA-357DD2115F9B}" type="slidenum">
              <a:rPr lang="en-US" altLang="en-US"/>
              <a:pPr>
                <a:defRPr/>
              </a:pPr>
              <a:t>‹#›</a:t>
            </a:fld>
            <a:endParaRPr lang="en-US" altLang="en-US"/>
          </a:p>
        </p:txBody>
      </p:sp>
    </p:spTree>
    <p:extLst>
      <p:ext uri="{BB962C8B-B14F-4D97-AF65-F5344CB8AC3E}">
        <p14:creationId xmlns:p14="http://schemas.microsoft.com/office/powerpoint/2010/main" val="2282806106"/>
      </p:ext>
    </p:extLst>
  </p:cSld>
  <p:clrMapOvr>
    <a:masterClrMapping/>
  </p:clrMapOvr>
  <p:transition/>
</p:sldLayout>
</file>

<file path=ppt/slideLayouts/slideLayout8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1029">
            <a:extLst>
              <a:ext uri="{FF2B5EF4-FFF2-40B4-BE49-F238E27FC236}">
                <a16:creationId xmlns:a16="http://schemas.microsoft.com/office/drawing/2014/main" id="{25C5F115-951D-416A-8367-F27935F171CC}"/>
              </a:ext>
            </a:extLst>
          </p:cNvPr>
          <p:cNvSpPr>
            <a:spLocks noGrp="1" noChangeArrowheads="1"/>
          </p:cNvSpPr>
          <p:nvPr>
            <p:ph type="ftr" sz="quarter" idx="10"/>
          </p:nvPr>
        </p:nvSpPr>
        <p:spPr>
          <a:ln/>
        </p:spPr>
        <p:txBody>
          <a:bodyPr/>
          <a:lstStyle>
            <a:lvl1pPr>
              <a:defRPr/>
            </a:lvl1pPr>
          </a:lstStyle>
          <a:p>
            <a:pPr>
              <a:defRPr/>
            </a:pPr>
            <a:endParaRPr lang="en-US"/>
          </a:p>
        </p:txBody>
      </p:sp>
      <p:sp>
        <p:nvSpPr>
          <p:cNvPr id="4" name="Rectangle 1030">
            <a:extLst>
              <a:ext uri="{FF2B5EF4-FFF2-40B4-BE49-F238E27FC236}">
                <a16:creationId xmlns:a16="http://schemas.microsoft.com/office/drawing/2014/main" id="{9FA67899-1E4C-4F33-994F-0FE9DDF922F2}"/>
              </a:ext>
            </a:extLst>
          </p:cNvPr>
          <p:cNvSpPr>
            <a:spLocks noGrp="1" noChangeArrowheads="1"/>
          </p:cNvSpPr>
          <p:nvPr>
            <p:ph type="sldNum" sz="quarter" idx="11"/>
          </p:nvPr>
        </p:nvSpPr>
        <p:spPr>
          <a:ln/>
        </p:spPr>
        <p:txBody>
          <a:bodyPr/>
          <a:lstStyle>
            <a:lvl1pPr>
              <a:defRPr/>
            </a:lvl1pPr>
          </a:lstStyle>
          <a:p>
            <a:pPr>
              <a:defRPr/>
            </a:pPr>
            <a:fld id="{EE6ABE56-5E07-4208-997F-19E78ED34494}" type="slidenum">
              <a:rPr lang="en-US" altLang="en-US"/>
              <a:pPr>
                <a:defRPr/>
              </a:pPr>
              <a:t>‹#›</a:t>
            </a:fld>
            <a:endParaRPr lang="en-US" altLang="en-US"/>
          </a:p>
        </p:txBody>
      </p:sp>
    </p:spTree>
    <p:extLst>
      <p:ext uri="{BB962C8B-B14F-4D97-AF65-F5344CB8AC3E}">
        <p14:creationId xmlns:p14="http://schemas.microsoft.com/office/powerpoint/2010/main" val="141088746"/>
      </p:ext>
    </p:extLst>
  </p:cSld>
  <p:clrMapOvr>
    <a:masterClrMapping/>
  </p:clrMapOvr>
  <p:transition/>
</p:sldLayout>
</file>

<file path=ppt/slideLayouts/slideLayout8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1029">
            <a:extLst>
              <a:ext uri="{FF2B5EF4-FFF2-40B4-BE49-F238E27FC236}">
                <a16:creationId xmlns:a16="http://schemas.microsoft.com/office/drawing/2014/main" id="{A3210EB8-01E8-436A-B41F-069A2DB8B749}"/>
              </a:ext>
            </a:extLst>
          </p:cNvPr>
          <p:cNvSpPr>
            <a:spLocks noGrp="1" noChangeArrowheads="1"/>
          </p:cNvSpPr>
          <p:nvPr>
            <p:ph type="ftr" sz="quarter" idx="10"/>
          </p:nvPr>
        </p:nvSpPr>
        <p:spPr>
          <a:ln/>
        </p:spPr>
        <p:txBody>
          <a:bodyPr/>
          <a:lstStyle>
            <a:lvl1pPr>
              <a:defRPr/>
            </a:lvl1pPr>
          </a:lstStyle>
          <a:p>
            <a:pPr>
              <a:defRPr/>
            </a:pPr>
            <a:endParaRPr lang="en-US"/>
          </a:p>
        </p:txBody>
      </p:sp>
      <p:sp>
        <p:nvSpPr>
          <p:cNvPr id="3" name="Rectangle 1030">
            <a:extLst>
              <a:ext uri="{FF2B5EF4-FFF2-40B4-BE49-F238E27FC236}">
                <a16:creationId xmlns:a16="http://schemas.microsoft.com/office/drawing/2014/main" id="{88357862-E4F0-4312-AEFB-533810CEB356}"/>
              </a:ext>
            </a:extLst>
          </p:cNvPr>
          <p:cNvSpPr>
            <a:spLocks noGrp="1" noChangeArrowheads="1"/>
          </p:cNvSpPr>
          <p:nvPr>
            <p:ph type="sldNum" sz="quarter" idx="11"/>
          </p:nvPr>
        </p:nvSpPr>
        <p:spPr>
          <a:ln/>
        </p:spPr>
        <p:txBody>
          <a:bodyPr/>
          <a:lstStyle>
            <a:lvl1pPr>
              <a:defRPr/>
            </a:lvl1pPr>
          </a:lstStyle>
          <a:p>
            <a:pPr>
              <a:defRPr/>
            </a:pPr>
            <a:fld id="{63632353-6DA2-4969-8B9B-3DBC4F8425A4}" type="slidenum">
              <a:rPr lang="en-US" altLang="en-US"/>
              <a:pPr>
                <a:defRPr/>
              </a:pPr>
              <a:t>‹#›</a:t>
            </a:fld>
            <a:endParaRPr lang="en-US" altLang="en-US"/>
          </a:p>
        </p:txBody>
      </p:sp>
    </p:spTree>
    <p:extLst>
      <p:ext uri="{BB962C8B-B14F-4D97-AF65-F5344CB8AC3E}">
        <p14:creationId xmlns:p14="http://schemas.microsoft.com/office/powerpoint/2010/main" val="2001818033"/>
      </p:ext>
    </p:extLst>
  </p:cSld>
  <p:clrMapOvr>
    <a:masterClrMapping/>
  </p:clrMapOvr>
  <p:transition/>
</p:sldLayout>
</file>

<file path=ppt/slideLayouts/slideLayout83.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1029">
            <a:extLst>
              <a:ext uri="{FF2B5EF4-FFF2-40B4-BE49-F238E27FC236}">
                <a16:creationId xmlns:a16="http://schemas.microsoft.com/office/drawing/2014/main" id="{7D8C17F0-0F2C-4BA2-ACAD-9F9DD7E1D754}"/>
              </a:ext>
            </a:extLst>
          </p:cNvPr>
          <p:cNvSpPr>
            <a:spLocks noGrp="1" noChangeArrowheads="1"/>
          </p:cNvSpPr>
          <p:nvPr>
            <p:ph type="ftr" sz="quarter" idx="10"/>
          </p:nvPr>
        </p:nvSpPr>
        <p:spPr>
          <a:ln/>
        </p:spPr>
        <p:txBody>
          <a:bodyPr/>
          <a:lstStyle>
            <a:lvl1pPr>
              <a:defRPr/>
            </a:lvl1pPr>
          </a:lstStyle>
          <a:p>
            <a:pPr>
              <a:defRPr/>
            </a:pPr>
            <a:endParaRPr lang="en-US"/>
          </a:p>
        </p:txBody>
      </p:sp>
      <p:sp>
        <p:nvSpPr>
          <p:cNvPr id="6" name="Rectangle 1030">
            <a:extLst>
              <a:ext uri="{FF2B5EF4-FFF2-40B4-BE49-F238E27FC236}">
                <a16:creationId xmlns:a16="http://schemas.microsoft.com/office/drawing/2014/main" id="{01206954-09DD-443F-8138-FD04D7E91044}"/>
              </a:ext>
            </a:extLst>
          </p:cNvPr>
          <p:cNvSpPr>
            <a:spLocks noGrp="1" noChangeArrowheads="1"/>
          </p:cNvSpPr>
          <p:nvPr>
            <p:ph type="sldNum" sz="quarter" idx="11"/>
          </p:nvPr>
        </p:nvSpPr>
        <p:spPr>
          <a:ln/>
        </p:spPr>
        <p:txBody>
          <a:bodyPr/>
          <a:lstStyle>
            <a:lvl1pPr>
              <a:defRPr/>
            </a:lvl1pPr>
          </a:lstStyle>
          <a:p>
            <a:pPr>
              <a:defRPr/>
            </a:pPr>
            <a:fld id="{00E294FE-CC9E-4E10-B310-514CFBF72E7D}" type="slidenum">
              <a:rPr lang="en-US" altLang="en-US"/>
              <a:pPr>
                <a:defRPr/>
              </a:pPr>
              <a:t>‹#›</a:t>
            </a:fld>
            <a:endParaRPr lang="en-US" altLang="en-US"/>
          </a:p>
        </p:txBody>
      </p:sp>
    </p:spTree>
    <p:extLst>
      <p:ext uri="{BB962C8B-B14F-4D97-AF65-F5344CB8AC3E}">
        <p14:creationId xmlns:p14="http://schemas.microsoft.com/office/powerpoint/2010/main" val="1327735813"/>
      </p:ext>
    </p:extLst>
  </p:cSld>
  <p:clrMapOvr>
    <a:masterClrMapping/>
  </p:clrMapOvr>
  <p:transition/>
</p:sldLayout>
</file>

<file path=ppt/slideLayouts/slideLayout84.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1029">
            <a:extLst>
              <a:ext uri="{FF2B5EF4-FFF2-40B4-BE49-F238E27FC236}">
                <a16:creationId xmlns:a16="http://schemas.microsoft.com/office/drawing/2014/main" id="{2D2B0F18-FF15-4EF6-984A-01641DEDA288}"/>
              </a:ext>
            </a:extLst>
          </p:cNvPr>
          <p:cNvSpPr>
            <a:spLocks noGrp="1" noChangeArrowheads="1"/>
          </p:cNvSpPr>
          <p:nvPr>
            <p:ph type="ftr" sz="quarter" idx="10"/>
          </p:nvPr>
        </p:nvSpPr>
        <p:spPr>
          <a:ln/>
        </p:spPr>
        <p:txBody>
          <a:bodyPr/>
          <a:lstStyle>
            <a:lvl1pPr>
              <a:defRPr/>
            </a:lvl1pPr>
          </a:lstStyle>
          <a:p>
            <a:pPr>
              <a:defRPr/>
            </a:pPr>
            <a:endParaRPr lang="en-US"/>
          </a:p>
        </p:txBody>
      </p:sp>
      <p:sp>
        <p:nvSpPr>
          <p:cNvPr id="6" name="Rectangle 1030">
            <a:extLst>
              <a:ext uri="{FF2B5EF4-FFF2-40B4-BE49-F238E27FC236}">
                <a16:creationId xmlns:a16="http://schemas.microsoft.com/office/drawing/2014/main" id="{1E37D587-FAF0-4764-AD77-644AFEF7307D}"/>
              </a:ext>
            </a:extLst>
          </p:cNvPr>
          <p:cNvSpPr>
            <a:spLocks noGrp="1" noChangeArrowheads="1"/>
          </p:cNvSpPr>
          <p:nvPr>
            <p:ph type="sldNum" sz="quarter" idx="11"/>
          </p:nvPr>
        </p:nvSpPr>
        <p:spPr>
          <a:ln/>
        </p:spPr>
        <p:txBody>
          <a:bodyPr/>
          <a:lstStyle>
            <a:lvl1pPr>
              <a:defRPr/>
            </a:lvl1pPr>
          </a:lstStyle>
          <a:p>
            <a:pPr>
              <a:defRPr/>
            </a:pPr>
            <a:fld id="{EA63DEC2-A46B-4DF0-9B6D-3DA55177CC49}" type="slidenum">
              <a:rPr lang="en-US" altLang="en-US"/>
              <a:pPr>
                <a:defRPr/>
              </a:pPr>
              <a:t>‹#›</a:t>
            </a:fld>
            <a:endParaRPr lang="en-US" altLang="en-US"/>
          </a:p>
        </p:txBody>
      </p:sp>
    </p:spTree>
    <p:extLst>
      <p:ext uri="{BB962C8B-B14F-4D97-AF65-F5344CB8AC3E}">
        <p14:creationId xmlns:p14="http://schemas.microsoft.com/office/powerpoint/2010/main" val="953760683"/>
      </p:ext>
    </p:extLst>
  </p:cSld>
  <p:clrMapOvr>
    <a:masterClrMapping/>
  </p:clrMapOvr>
  <p:transition/>
</p:sldLayout>
</file>

<file path=ppt/slideLayouts/slideLayout8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1029">
            <a:extLst>
              <a:ext uri="{FF2B5EF4-FFF2-40B4-BE49-F238E27FC236}">
                <a16:creationId xmlns:a16="http://schemas.microsoft.com/office/drawing/2014/main" id="{C0A08B9B-687C-4AD3-8C6D-FA4C5E16A313}"/>
              </a:ext>
            </a:extLst>
          </p:cNvPr>
          <p:cNvSpPr>
            <a:spLocks noGrp="1" noChangeArrowheads="1"/>
          </p:cNvSpPr>
          <p:nvPr>
            <p:ph type="ftr" sz="quarter" idx="10"/>
          </p:nvPr>
        </p:nvSpPr>
        <p:spPr>
          <a:ln/>
        </p:spPr>
        <p:txBody>
          <a:bodyPr/>
          <a:lstStyle>
            <a:lvl1pPr>
              <a:defRPr/>
            </a:lvl1pPr>
          </a:lstStyle>
          <a:p>
            <a:pPr>
              <a:defRPr/>
            </a:pPr>
            <a:endParaRPr lang="en-US"/>
          </a:p>
        </p:txBody>
      </p:sp>
      <p:sp>
        <p:nvSpPr>
          <p:cNvPr id="5" name="Rectangle 1030">
            <a:extLst>
              <a:ext uri="{FF2B5EF4-FFF2-40B4-BE49-F238E27FC236}">
                <a16:creationId xmlns:a16="http://schemas.microsoft.com/office/drawing/2014/main" id="{5BE2A02B-D63E-4DD6-9FFA-98D71570A2AD}"/>
              </a:ext>
            </a:extLst>
          </p:cNvPr>
          <p:cNvSpPr>
            <a:spLocks noGrp="1" noChangeArrowheads="1"/>
          </p:cNvSpPr>
          <p:nvPr>
            <p:ph type="sldNum" sz="quarter" idx="11"/>
          </p:nvPr>
        </p:nvSpPr>
        <p:spPr>
          <a:ln/>
        </p:spPr>
        <p:txBody>
          <a:bodyPr/>
          <a:lstStyle>
            <a:lvl1pPr>
              <a:defRPr/>
            </a:lvl1pPr>
          </a:lstStyle>
          <a:p>
            <a:pPr>
              <a:defRPr/>
            </a:pPr>
            <a:fld id="{AC4704B9-2B86-45E3-BC5C-2F3F28BAAB8B}" type="slidenum">
              <a:rPr lang="en-US" altLang="en-US"/>
              <a:pPr>
                <a:defRPr/>
              </a:pPr>
              <a:t>‹#›</a:t>
            </a:fld>
            <a:endParaRPr lang="en-US" altLang="en-US"/>
          </a:p>
        </p:txBody>
      </p:sp>
    </p:spTree>
    <p:extLst>
      <p:ext uri="{BB962C8B-B14F-4D97-AF65-F5344CB8AC3E}">
        <p14:creationId xmlns:p14="http://schemas.microsoft.com/office/powerpoint/2010/main" val="1594965039"/>
      </p:ext>
    </p:extLst>
  </p:cSld>
  <p:clrMapOvr>
    <a:masterClrMapping/>
  </p:clrMapOvr>
  <p:transition/>
</p:sldLayout>
</file>

<file path=ppt/slideLayouts/slideLayout8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86550" y="152400"/>
            <a:ext cx="2152650" cy="60960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228600" y="152400"/>
            <a:ext cx="6305550" cy="60960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1029">
            <a:extLst>
              <a:ext uri="{FF2B5EF4-FFF2-40B4-BE49-F238E27FC236}">
                <a16:creationId xmlns:a16="http://schemas.microsoft.com/office/drawing/2014/main" id="{E62CEBD1-E2A7-41F0-A158-62153EC297D5}"/>
              </a:ext>
            </a:extLst>
          </p:cNvPr>
          <p:cNvSpPr>
            <a:spLocks noGrp="1" noChangeArrowheads="1"/>
          </p:cNvSpPr>
          <p:nvPr>
            <p:ph type="ftr" sz="quarter" idx="10"/>
          </p:nvPr>
        </p:nvSpPr>
        <p:spPr>
          <a:ln/>
        </p:spPr>
        <p:txBody>
          <a:bodyPr/>
          <a:lstStyle>
            <a:lvl1pPr>
              <a:defRPr/>
            </a:lvl1pPr>
          </a:lstStyle>
          <a:p>
            <a:pPr>
              <a:defRPr/>
            </a:pPr>
            <a:endParaRPr lang="en-US"/>
          </a:p>
        </p:txBody>
      </p:sp>
      <p:sp>
        <p:nvSpPr>
          <p:cNvPr id="5" name="Rectangle 1030">
            <a:extLst>
              <a:ext uri="{FF2B5EF4-FFF2-40B4-BE49-F238E27FC236}">
                <a16:creationId xmlns:a16="http://schemas.microsoft.com/office/drawing/2014/main" id="{6011B996-071A-4884-856A-6B25C3879E5F}"/>
              </a:ext>
            </a:extLst>
          </p:cNvPr>
          <p:cNvSpPr>
            <a:spLocks noGrp="1" noChangeArrowheads="1"/>
          </p:cNvSpPr>
          <p:nvPr>
            <p:ph type="sldNum" sz="quarter" idx="11"/>
          </p:nvPr>
        </p:nvSpPr>
        <p:spPr>
          <a:ln/>
        </p:spPr>
        <p:txBody>
          <a:bodyPr/>
          <a:lstStyle>
            <a:lvl1pPr>
              <a:defRPr/>
            </a:lvl1pPr>
          </a:lstStyle>
          <a:p>
            <a:pPr>
              <a:defRPr/>
            </a:pPr>
            <a:fld id="{9FC1C64C-0813-4AB1-8463-69A3B31BE146}" type="slidenum">
              <a:rPr lang="en-US" altLang="en-US"/>
              <a:pPr>
                <a:defRPr/>
              </a:pPr>
              <a:t>‹#›</a:t>
            </a:fld>
            <a:endParaRPr lang="en-US" altLang="en-US"/>
          </a:p>
        </p:txBody>
      </p:sp>
    </p:spTree>
    <p:extLst>
      <p:ext uri="{BB962C8B-B14F-4D97-AF65-F5344CB8AC3E}">
        <p14:creationId xmlns:p14="http://schemas.microsoft.com/office/powerpoint/2010/main" val="3028819764"/>
      </p:ext>
    </p:extLst>
  </p:cSld>
  <p:clrMapOvr>
    <a:masterClrMapping/>
  </p:clrMapOvr>
  <p:transition/>
</p:sldLayout>
</file>

<file path=ppt/slideLayouts/slideLayout87.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228600" y="152400"/>
            <a:ext cx="8610600" cy="1066800"/>
          </a:xfrm>
        </p:spPr>
        <p:txBody>
          <a:bodyPr/>
          <a:lstStyle/>
          <a:p>
            <a:r>
              <a:rPr lang="en-US"/>
              <a:t>Click to edit Master title style</a:t>
            </a:r>
          </a:p>
        </p:txBody>
      </p:sp>
      <p:sp>
        <p:nvSpPr>
          <p:cNvPr id="3" name="Table Placeholder 2"/>
          <p:cNvSpPr>
            <a:spLocks noGrp="1"/>
          </p:cNvSpPr>
          <p:nvPr>
            <p:ph type="tbl" idx="1"/>
          </p:nvPr>
        </p:nvSpPr>
        <p:spPr>
          <a:xfrm>
            <a:off x="228600" y="1371600"/>
            <a:ext cx="8610600" cy="4876800"/>
          </a:xfrm>
        </p:spPr>
        <p:txBody>
          <a:bodyPr/>
          <a:lstStyle/>
          <a:p>
            <a:pPr lvl="0"/>
            <a:endParaRPr lang="en-US" noProof="0"/>
          </a:p>
        </p:txBody>
      </p:sp>
      <p:sp>
        <p:nvSpPr>
          <p:cNvPr id="4" name="Rectangle 1029">
            <a:extLst>
              <a:ext uri="{FF2B5EF4-FFF2-40B4-BE49-F238E27FC236}">
                <a16:creationId xmlns:a16="http://schemas.microsoft.com/office/drawing/2014/main" id="{B55989F0-9C2F-467D-8A2B-E760CFC57E82}"/>
              </a:ext>
            </a:extLst>
          </p:cNvPr>
          <p:cNvSpPr>
            <a:spLocks noGrp="1" noChangeArrowheads="1"/>
          </p:cNvSpPr>
          <p:nvPr>
            <p:ph type="ftr" sz="quarter" idx="10"/>
          </p:nvPr>
        </p:nvSpPr>
        <p:spPr>
          <a:ln/>
        </p:spPr>
        <p:txBody>
          <a:bodyPr/>
          <a:lstStyle>
            <a:lvl1pPr>
              <a:defRPr/>
            </a:lvl1pPr>
          </a:lstStyle>
          <a:p>
            <a:pPr>
              <a:defRPr/>
            </a:pPr>
            <a:endParaRPr lang="en-US"/>
          </a:p>
        </p:txBody>
      </p:sp>
      <p:sp>
        <p:nvSpPr>
          <p:cNvPr id="5" name="Rectangle 1030">
            <a:extLst>
              <a:ext uri="{FF2B5EF4-FFF2-40B4-BE49-F238E27FC236}">
                <a16:creationId xmlns:a16="http://schemas.microsoft.com/office/drawing/2014/main" id="{B76D41D7-E031-46E6-8D53-528FF913AD9F}"/>
              </a:ext>
            </a:extLst>
          </p:cNvPr>
          <p:cNvSpPr>
            <a:spLocks noGrp="1" noChangeArrowheads="1"/>
          </p:cNvSpPr>
          <p:nvPr>
            <p:ph type="sldNum" sz="quarter" idx="11"/>
          </p:nvPr>
        </p:nvSpPr>
        <p:spPr>
          <a:ln/>
        </p:spPr>
        <p:txBody>
          <a:bodyPr/>
          <a:lstStyle>
            <a:lvl1pPr>
              <a:defRPr/>
            </a:lvl1pPr>
          </a:lstStyle>
          <a:p>
            <a:pPr>
              <a:defRPr/>
            </a:pPr>
            <a:fld id="{20C0357D-5951-4316-833F-FB5D4423D797}" type="slidenum">
              <a:rPr lang="en-US" altLang="en-US"/>
              <a:pPr>
                <a:defRPr/>
              </a:pPr>
              <a:t>‹#›</a:t>
            </a:fld>
            <a:endParaRPr lang="en-US" altLang="en-US"/>
          </a:p>
        </p:txBody>
      </p:sp>
    </p:spTree>
    <p:extLst>
      <p:ext uri="{BB962C8B-B14F-4D97-AF65-F5344CB8AC3E}">
        <p14:creationId xmlns:p14="http://schemas.microsoft.com/office/powerpoint/2010/main" val="2785238493"/>
      </p:ext>
    </p:extLst>
  </p:cSld>
  <p:clrMapOvr>
    <a:masterClrMapping/>
  </p:clrMapOv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theme" Target="../theme/theme2.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2.xml"/><Relationship Id="rId13" Type="http://schemas.openxmlformats.org/officeDocument/2006/relationships/theme" Target="../theme/theme3.xml"/><Relationship Id="rId3" Type="http://schemas.openxmlformats.org/officeDocument/2006/relationships/slideLayout" Target="../slideLayouts/slideLayout27.xml"/><Relationship Id="rId7" Type="http://schemas.openxmlformats.org/officeDocument/2006/relationships/slideLayout" Target="../slideLayouts/slideLayout31.xml"/><Relationship Id="rId12" Type="http://schemas.openxmlformats.org/officeDocument/2006/relationships/slideLayout" Target="../slideLayouts/slideLayout36.xml"/><Relationship Id="rId2" Type="http://schemas.openxmlformats.org/officeDocument/2006/relationships/slideLayout" Target="../slideLayouts/slideLayout26.xml"/><Relationship Id="rId1" Type="http://schemas.openxmlformats.org/officeDocument/2006/relationships/slideLayout" Target="../slideLayouts/slideLayout25.xml"/><Relationship Id="rId6" Type="http://schemas.openxmlformats.org/officeDocument/2006/relationships/slideLayout" Target="../slideLayouts/slideLayout30.xml"/><Relationship Id="rId11" Type="http://schemas.openxmlformats.org/officeDocument/2006/relationships/slideLayout" Target="../slideLayouts/slideLayout35.xml"/><Relationship Id="rId5" Type="http://schemas.openxmlformats.org/officeDocument/2006/relationships/slideLayout" Target="../slideLayouts/slideLayout29.xml"/><Relationship Id="rId10" Type="http://schemas.openxmlformats.org/officeDocument/2006/relationships/slideLayout" Target="../slideLayouts/slideLayout34.xml"/><Relationship Id="rId4" Type="http://schemas.openxmlformats.org/officeDocument/2006/relationships/slideLayout" Target="../slideLayouts/slideLayout28.xml"/><Relationship Id="rId9" Type="http://schemas.openxmlformats.org/officeDocument/2006/relationships/slideLayout" Target="../slideLayouts/slideLayout33.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4.xml"/><Relationship Id="rId13" Type="http://schemas.openxmlformats.org/officeDocument/2006/relationships/slideLayout" Target="../slideLayouts/slideLayout49.xml"/><Relationship Id="rId3" Type="http://schemas.openxmlformats.org/officeDocument/2006/relationships/slideLayout" Target="../slideLayouts/slideLayout39.xml"/><Relationship Id="rId7" Type="http://schemas.openxmlformats.org/officeDocument/2006/relationships/slideLayout" Target="../slideLayouts/slideLayout43.xml"/><Relationship Id="rId12" Type="http://schemas.openxmlformats.org/officeDocument/2006/relationships/slideLayout" Target="../slideLayouts/slideLayout48.xml"/><Relationship Id="rId2" Type="http://schemas.openxmlformats.org/officeDocument/2006/relationships/slideLayout" Target="../slideLayouts/slideLayout38.xml"/><Relationship Id="rId1" Type="http://schemas.openxmlformats.org/officeDocument/2006/relationships/slideLayout" Target="../slideLayouts/slideLayout37.xml"/><Relationship Id="rId6" Type="http://schemas.openxmlformats.org/officeDocument/2006/relationships/slideLayout" Target="../slideLayouts/slideLayout42.xml"/><Relationship Id="rId11" Type="http://schemas.openxmlformats.org/officeDocument/2006/relationships/slideLayout" Target="../slideLayouts/slideLayout47.xml"/><Relationship Id="rId5" Type="http://schemas.openxmlformats.org/officeDocument/2006/relationships/slideLayout" Target="../slideLayouts/slideLayout41.xml"/><Relationship Id="rId15" Type="http://schemas.openxmlformats.org/officeDocument/2006/relationships/theme" Target="../theme/theme4.xml"/><Relationship Id="rId10" Type="http://schemas.openxmlformats.org/officeDocument/2006/relationships/slideLayout" Target="../slideLayouts/slideLayout46.xml"/><Relationship Id="rId4" Type="http://schemas.openxmlformats.org/officeDocument/2006/relationships/slideLayout" Target="../slideLayouts/slideLayout40.xml"/><Relationship Id="rId9" Type="http://schemas.openxmlformats.org/officeDocument/2006/relationships/slideLayout" Target="../slideLayouts/slideLayout45.xml"/><Relationship Id="rId14" Type="http://schemas.openxmlformats.org/officeDocument/2006/relationships/slideLayout" Target="../slideLayouts/slideLayout50.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58.xml"/><Relationship Id="rId13" Type="http://schemas.openxmlformats.org/officeDocument/2006/relationships/theme" Target="../theme/theme5.xml"/><Relationship Id="rId3" Type="http://schemas.openxmlformats.org/officeDocument/2006/relationships/slideLayout" Target="../slideLayouts/slideLayout53.xml"/><Relationship Id="rId7" Type="http://schemas.openxmlformats.org/officeDocument/2006/relationships/slideLayout" Target="../slideLayouts/slideLayout57.xml"/><Relationship Id="rId12" Type="http://schemas.openxmlformats.org/officeDocument/2006/relationships/slideLayout" Target="../slideLayouts/slideLayout62.xml"/><Relationship Id="rId2" Type="http://schemas.openxmlformats.org/officeDocument/2006/relationships/slideLayout" Target="../slideLayouts/slideLayout52.xml"/><Relationship Id="rId1" Type="http://schemas.openxmlformats.org/officeDocument/2006/relationships/slideLayout" Target="../slideLayouts/slideLayout51.xml"/><Relationship Id="rId6" Type="http://schemas.openxmlformats.org/officeDocument/2006/relationships/slideLayout" Target="../slideLayouts/slideLayout56.xml"/><Relationship Id="rId11" Type="http://schemas.openxmlformats.org/officeDocument/2006/relationships/slideLayout" Target="../slideLayouts/slideLayout61.xml"/><Relationship Id="rId5" Type="http://schemas.openxmlformats.org/officeDocument/2006/relationships/slideLayout" Target="../slideLayouts/slideLayout55.xml"/><Relationship Id="rId10" Type="http://schemas.openxmlformats.org/officeDocument/2006/relationships/slideLayout" Target="../slideLayouts/slideLayout60.xml"/><Relationship Id="rId4" Type="http://schemas.openxmlformats.org/officeDocument/2006/relationships/slideLayout" Target="../slideLayouts/slideLayout54.xml"/><Relationship Id="rId9" Type="http://schemas.openxmlformats.org/officeDocument/2006/relationships/slideLayout" Target="../slideLayouts/slideLayout59.xml"/></Relationships>
</file>

<file path=ppt/slideMasters/_rels/slideMaster6.xml.rels><?xml version="1.0" encoding="UTF-8" standalone="yes"?>
<Relationships xmlns="http://schemas.openxmlformats.org/package/2006/relationships"><Relationship Id="rId3" Type="http://schemas.openxmlformats.org/officeDocument/2006/relationships/theme" Target="../theme/theme6.xml"/><Relationship Id="rId2" Type="http://schemas.openxmlformats.org/officeDocument/2006/relationships/slideLayout" Target="../slideLayouts/slideLayout64.xml"/><Relationship Id="rId1" Type="http://schemas.openxmlformats.org/officeDocument/2006/relationships/slideLayout" Target="../slideLayouts/slideLayout63.xml"/></Relationships>
</file>

<file path=ppt/slideMasters/_rels/slideMaster7.xml.rels><?xml version="1.0" encoding="UTF-8" standalone="yes"?>
<Relationships xmlns="http://schemas.openxmlformats.org/package/2006/relationships"><Relationship Id="rId8" Type="http://schemas.openxmlformats.org/officeDocument/2006/relationships/slideLayout" Target="../slideLayouts/slideLayout72.xml"/><Relationship Id="rId13" Type="http://schemas.openxmlformats.org/officeDocument/2006/relationships/image" Target="../media/image1.png"/><Relationship Id="rId3" Type="http://schemas.openxmlformats.org/officeDocument/2006/relationships/slideLayout" Target="../slideLayouts/slideLayout67.xml"/><Relationship Id="rId7" Type="http://schemas.openxmlformats.org/officeDocument/2006/relationships/slideLayout" Target="../slideLayouts/slideLayout71.xml"/><Relationship Id="rId12" Type="http://schemas.openxmlformats.org/officeDocument/2006/relationships/theme" Target="../theme/theme7.xml"/><Relationship Id="rId2" Type="http://schemas.openxmlformats.org/officeDocument/2006/relationships/slideLayout" Target="../slideLayouts/slideLayout66.xml"/><Relationship Id="rId1" Type="http://schemas.openxmlformats.org/officeDocument/2006/relationships/slideLayout" Target="../slideLayouts/slideLayout65.xml"/><Relationship Id="rId6" Type="http://schemas.openxmlformats.org/officeDocument/2006/relationships/slideLayout" Target="../slideLayouts/slideLayout70.xml"/><Relationship Id="rId11" Type="http://schemas.openxmlformats.org/officeDocument/2006/relationships/slideLayout" Target="../slideLayouts/slideLayout75.xml"/><Relationship Id="rId5" Type="http://schemas.openxmlformats.org/officeDocument/2006/relationships/slideLayout" Target="../slideLayouts/slideLayout69.xml"/><Relationship Id="rId10" Type="http://schemas.openxmlformats.org/officeDocument/2006/relationships/slideLayout" Target="../slideLayouts/slideLayout74.xml"/><Relationship Id="rId4" Type="http://schemas.openxmlformats.org/officeDocument/2006/relationships/slideLayout" Target="../slideLayouts/slideLayout68.xml"/><Relationship Id="rId9" Type="http://schemas.openxmlformats.org/officeDocument/2006/relationships/slideLayout" Target="../slideLayouts/slideLayout73.xml"/></Relationships>
</file>

<file path=ppt/slideMasters/_rels/slideMaster8.xml.rels><?xml version="1.0" encoding="UTF-8" standalone="yes"?>
<Relationships xmlns="http://schemas.openxmlformats.org/package/2006/relationships"><Relationship Id="rId8" Type="http://schemas.openxmlformats.org/officeDocument/2006/relationships/slideLayout" Target="../slideLayouts/slideLayout83.xml"/><Relationship Id="rId13" Type="http://schemas.openxmlformats.org/officeDocument/2006/relationships/theme" Target="../theme/theme8.xml"/><Relationship Id="rId3" Type="http://schemas.openxmlformats.org/officeDocument/2006/relationships/slideLayout" Target="../slideLayouts/slideLayout78.xml"/><Relationship Id="rId7" Type="http://schemas.openxmlformats.org/officeDocument/2006/relationships/slideLayout" Target="../slideLayouts/slideLayout82.xml"/><Relationship Id="rId12" Type="http://schemas.openxmlformats.org/officeDocument/2006/relationships/slideLayout" Target="../slideLayouts/slideLayout87.xml"/><Relationship Id="rId2" Type="http://schemas.openxmlformats.org/officeDocument/2006/relationships/slideLayout" Target="../slideLayouts/slideLayout77.xml"/><Relationship Id="rId1" Type="http://schemas.openxmlformats.org/officeDocument/2006/relationships/slideLayout" Target="../slideLayouts/slideLayout76.xml"/><Relationship Id="rId6" Type="http://schemas.openxmlformats.org/officeDocument/2006/relationships/slideLayout" Target="../slideLayouts/slideLayout81.xml"/><Relationship Id="rId11" Type="http://schemas.openxmlformats.org/officeDocument/2006/relationships/slideLayout" Target="../slideLayouts/slideLayout86.xml"/><Relationship Id="rId5" Type="http://schemas.openxmlformats.org/officeDocument/2006/relationships/slideLayout" Target="../slideLayouts/slideLayout80.xml"/><Relationship Id="rId10" Type="http://schemas.openxmlformats.org/officeDocument/2006/relationships/slideLayout" Target="../slideLayouts/slideLayout85.xml"/><Relationship Id="rId4" Type="http://schemas.openxmlformats.org/officeDocument/2006/relationships/slideLayout" Target="../slideLayouts/slideLayout79.xml"/><Relationship Id="rId9" Type="http://schemas.openxmlformats.org/officeDocument/2006/relationships/slideLayout" Target="../slideLayouts/slideLayout84.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4338" name="Rectangle 1026">
            <a:extLst>
              <a:ext uri="{FF2B5EF4-FFF2-40B4-BE49-F238E27FC236}">
                <a16:creationId xmlns:a16="http://schemas.microsoft.com/office/drawing/2014/main" id="{905E7BDC-7850-0840-AE02-4CD684FE19E6}"/>
              </a:ext>
            </a:extLst>
          </p:cNvPr>
          <p:cNvSpPr>
            <a:spLocks noGrp="1" noChangeArrowheads="1"/>
          </p:cNvSpPr>
          <p:nvPr>
            <p:ph type="title"/>
          </p:nvPr>
        </p:nvSpPr>
        <p:spPr bwMode="auto">
          <a:xfrm>
            <a:off x="228600" y="152400"/>
            <a:ext cx="8610600" cy="106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title style</a:t>
            </a:r>
          </a:p>
        </p:txBody>
      </p:sp>
      <p:sp>
        <p:nvSpPr>
          <p:cNvPr id="14339" name="Rectangle 1027">
            <a:extLst>
              <a:ext uri="{FF2B5EF4-FFF2-40B4-BE49-F238E27FC236}">
                <a16:creationId xmlns:a16="http://schemas.microsoft.com/office/drawing/2014/main" id="{6E0880CC-46D8-144C-AB8F-FA38446BBE49}"/>
              </a:ext>
            </a:extLst>
          </p:cNvPr>
          <p:cNvSpPr>
            <a:spLocks noGrp="1" noChangeArrowheads="1"/>
          </p:cNvSpPr>
          <p:nvPr>
            <p:ph type="body" idx="1"/>
          </p:nvPr>
        </p:nvSpPr>
        <p:spPr bwMode="auto">
          <a:xfrm>
            <a:off x="228600" y="898525"/>
            <a:ext cx="8610600" cy="5235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100357" name="Rectangle 1029">
            <a:extLst>
              <a:ext uri="{FF2B5EF4-FFF2-40B4-BE49-F238E27FC236}">
                <a16:creationId xmlns:a16="http://schemas.microsoft.com/office/drawing/2014/main" id="{E2720296-8B91-D64B-9FD7-7AF64C732379}"/>
              </a:ext>
            </a:extLst>
          </p:cNvPr>
          <p:cNvSpPr>
            <a:spLocks noGrp="1" noChangeArrowheads="1"/>
          </p:cNvSpPr>
          <p:nvPr>
            <p:ph type="ftr" sz="quarter" idx="3"/>
          </p:nvPr>
        </p:nvSpPr>
        <p:spPr bwMode="auto">
          <a:xfrm>
            <a:off x="3124200" y="6248400"/>
            <a:ext cx="28956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ctr" eaLnBrk="1" hangingPunct="1">
              <a:defRPr sz="1200">
                <a:solidFill>
                  <a:srgbClr val="000000"/>
                </a:solidFill>
                <a:latin typeface="+mj-lt"/>
                <a:ea typeface="+mn-ea"/>
                <a:cs typeface="+mn-cs"/>
              </a:defRPr>
            </a:lvl1pPr>
          </a:lstStyle>
          <a:p>
            <a:pPr>
              <a:defRPr/>
            </a:pPr>
            <a:endParaRPr lang="en-US" altLang="en-US"/>
          </a:p>
        </p:txBody>
      </p:sp>
      <p:sp>
        <p:nvSpPr>
          <p:cNvPr id="100358" name="Rectangle 1030">
            <a:extLst>
              <a:ext uri="{FF2B5EF4-FFF2-40B4-BE49-F238E27FC236}">
                <a16:creationId xmlns:a16="http://schemas.microsoft.com/office/drawing/2014/main" id="{39D3AC41-115F-0845-A7A4-47BF361B1873}"/>
              </a:ext>
            </a:extLst>
          </p:cNvPr>
          <p:cNvSpPr>
            <a:spLocks noGrp="1" noChangeArrowheads="1"/>
          </p:cNvSpPr>
          <p:nvPr>
            <p:ph type="sldNum" sz="quarter" idx="4"/>
          </p:nvPr>
        </p:nvSpPr>
        <p:spPr bwMode="auto">
          <a:xfrm>
            <a:off x="6777038" y="6318250"/>
            <a:ext cx="21336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defRPr sz="1600">
                <a:solidFill>
                  <a:srgbClr val="000000"/>
                </a:solidFill>
                <a:latin typeface="Garamond" charset="0"/>
                <a:ea typeface="ＭＳ Ｐゴシック" charset="-128"/>
              </a:defRPr>
            </a:lvl1pPr>
          </a:lstStyle>
          <a:p>
            <a:pPr>
              <a:defRPr/>
            </a:pPr>
            <a:fld id="{2E03388C-8DDE-5549-8BDC-829E3484E1EC}" type="slidenum">
              <a:rPr lang="en-US" altLang="en-US"/>
              <a:pPr>
                <a:defRPr/>
              </a:pPr>
              <a:t>‹#›</a:t>
            </a:fld>
            <a:endParaRPr lang="en-US" altLang="en-US"/>
          </a:p>
        </p:txBody>
      </p:sp>
      <p:sp>
        <p:nvSpPr>
          <p:cNvPr id="14342" name="Line 1032">
            <a:extLst>
              <a:ext uri="{FF2B5EF4-FFF2-40B4-BE49-F238E27FC236}">
                <a16:creationId xmlns:a16="http://schemas.microsoft.com/office/drawing/2014/main" id="{C35EBA84-E5B9-C34A-9AC4-3C109F724BD9}"/>
              </a:ext>
            </a:extLst>
          </p:cNvPr>
          <p:cNvSpPr>
            <a:spLocks noChangeShapeType="1"/>
          </p:cNvSpPr>
          <p:nvPr/>
        </p:nvSpPr>
        <p:spPr bwMode="auto">
          <a:xfrm>
            <a:off x="228600" y="6481763"/>
            <a:ext cx="8610600" cy="0"/>
          </a:xfrm>
          <a:prstGeom prst="line">
            <a:avLst/>
          </a:prstGeom>
          <a:noFill/>
          <a:ln w="19050">
            <a:solidFill>
              <a:schemeClr val="accent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4343" name="Line 1033">
            <a:extLst>
              <a:ext uri="{FF2B5EF4-FFF2-40B4-BE49-F238E27FC236}">
                <a16:creationId xmlns:a16="http://schemas.microsoft.com/office/drawing/2014/main" id="{F5BD3987-485D-E042-8A19-7C18DF05F31E}"/>
              </a:ext>
            </a:extLst>
          </p:cNvPr>
          <p:cNvSpPr>
            <a:spLocks noChangeShapeType="1"/>
          </p:cNvSpPr>
          <p:nvPr userDrawn="1"/>
        </p:nvSpPr>
        <p:spPr bwMode="auto">
          <a:xfrm>
            <a:off x="228600" y="898525"/>
            <a:ext cx="8610600" cy="0"/>
          </a:xfrm>
          <a:prstGeom prst="line">
            <a:avLst/>
          </a:prstGeom>
          <a:noFill/>
          <a:ln w="19050">
            <a:solidFill>
              <a:schemeClr val="accent1"/>
            </a:solidFill>
            <a:round/>
            <a:headEnd/>
            <a:tailEnd/>
          </a:ln>
          <a:extLst>
            <a:ext uri="{909E8E84-426E-40DD-AFC4-6F175D3DCCD1}">
              <a14:hiddenFill xmlns:a14="http://schemas.microsoft.com/office/drawing/2010/main">
                <a:noFill/>
              </a14:hiddenFill>
            </a:ext>
          </a:extLst>
        </p:spPr>
        <p:txBody>
          <a:bodyPr/>
          <a:lstStyle/>
          <a:p>
            <a:endParaRPr lang="en-US"/>
          </a:p>
        </p:txBody>
      </p:sp>
    </p:spTree>
  </p:cSld>
  <p:clrMap bg1="lt1" tx1="dk1" bg2="lt2" tx2="dk2" accent1="accent1" accent2="accent2" accent3="accent3" accent4="accent4" accent5="accent5" accent6="accent6" hlink="hlink" folHlink="folHlink"/>
  <p:sldLayoutIdLst>
    <p:sldLayoutId id="2147484244" r:id="rId1"/>
    <p:sldLayoutId id="2147484245" r:id="rId2"/>
    <p:sldLayoutId id="2147484246" r:id="rId3"/>
    <p:sldLayoutId id="2147484247" r:id="rId4"/>
    <p:sldLayoutId id="2147484248" r:id="rId5"/>
    <p:sldLayoutId id="2147484249" r:id="rId6"/>
    <p:sldLayoutId id="2147484250" r:id="rId7"/>
    <p:sldLayoutId id="2147484251" r:id="rId8"/>
    <p:sldLayoutId id="2147484252" r:id="rId9"/>
    <p:sldLayoutId id="2147484253" r:id="rId10"/>
    <p:sldLayoutId id="2147484254" r:id="rId11"/>
    <p:sldLayoutId id="2147484255" r:id="rId12"/>
  </p:sldLayoutIdLst>
  <p:transition/>
  <p:hf hdr="0" ftr="0" dt="0"/>
  <p:txStyles>
    <p:titleStyle>
      <a:lvl1pPr algn="l" rtl="0" eaLnBrk="0" fontAlgn="base" hangingPunct="0">
        <a:spcBef>
          <a:spcPct val="0"/>
        </a:spcBef>
        <a:spcAft>
          <a:spcPct val="0"/>
        </a:spcAft>
        <a:defRPr sz="4000">
          <a:solidFill>
            <a:schemeClr val="tx2"/>
          </a:solidFill>
          <a:latin typeface="+mj-lt"/>
          <a:ea typeface="ＭＳ Ｐゴシック" charset="0"/>
          <a:cs typeface="ＭＳ Ｐゴシック" charset="0"/>
        </a:defRPr>
      </a:lvl1pPr>
      <a:lvl2pPr algn="l" rtl="0" eaLnBrk="0" fontAlgn="base" hangingPunct="0">
        <a:spcBef>
          <a:spcPct val="0"/>
        </a:spcBef>
        <a:spcAft>
          <a:spcPct val="0"/>
        </a:spcAft>
        <a:defRPr sz="4000">
          <a:solidFill>
            <a:schemeClr val="tx2"/>
          </a:solidFill>
          <a:latin typeface="Garamond" pitchFamily="18" charset="0"/>
          <a:ea typeface="ＭＳ Ｐゴシック" charset="0"/>
          <a:cs typeface="ＭＳ Ｐゴシック" charset="0"/>
        </a:defRPr>
      </a:lvl2pPr>
      <a:lvl3pPr algn="l" rtl="0" eaLnBrk="0" fontAlgn="base" hangingPunct="0">
        <a:spcBef>
          <a:spcPct val="0"/>
        </a:spcBef>
        <a:spcAft>
          <a:spcPct val="0"/>
        </a:spcAft>
        <a:defRPr sz="4000">
          <a:solidFill>
            <a:schemeClr val="tx2"/>
          </a:solidFill>
          <a:latin typeface="Garamond" pitchFamily="18" charset="0"/>
          <a:ea typeface="ＭＳ Ｐゴシック" charset="0"/>
          <a:cs typeface="ＭＳ Ｐゴシック" charset="0"/>
        </a:defRPr>
      </a:lvl3pPr>
      <a:lvl4pPr algn="l" rtl="0" eaLnBrk="0" fontAlgn="base" hangingPunct="0">
        <a:spcBef>
          <a:spcPct val="0"/>
        </a:spcBef>
        <a:spcAft>
          <a:spcPct val="0"/>
        </a:spcAft>
        <a:defRPr sz="4000">
          <a:solidFill>
            <a:schemeClr val="tx2"/>
          </a:solidFill>
          <a:latin typeface="Garamond" pitchFamily="18" charset="0"/>
          <a:ea typeface="ＭＳ Ｐゴシック" charset="0"/>
          <a:cs typeface="ＭＳ Ｐゴシック" charset="0"/>
        </a:defRPr>
      </a:lvl4pPr>
      <a:lvl5pPr algn="l" rtl="0" eaLnBrk="0" fontAlgn="base" hangingPunct="0">
        <a:spcBef>
          <a:spcPct val="0"/>
        </a:spcBef>
        <a:spcAft>
          <a:spcPct val="0"/>
        </a:spcAft>
        <a:defRPr sz="4000">
          <a:solidFill>
            <a:schemeClr val="tx2"/>
          </a:solidFill>
          <a:latin typeface="Garamond" pitchFamily="18" charset="0"/>
          <a:ea typeface="ＭＳ Ｐゴシック" charset="0"/>
          <a:cs typeface="ＭＳ Ｐゴシック" charset="0"/>
        </a:defRPr>
      </a:lvl5pPr>
      <a:lvl6pPr marL="457200" algn="l" rtl="0" fontAlgn="base">
        <a:spcBef>
          <a:spcPct val="0"/>
        </a:spcBef>
        <a:spcAft>
          <a:spcPct val="0"/>
        </a:spcAft>
        <a:defRPr sz="4000">
          <a:solidFill>
            <a:schemeClr val="tx2"/>
          </a:solidFill>
          <a:latin typeface="Garamond" pitchFamily="18" charset="0"/>
        </a:defRPr>
      </a:lvl6pPr>
      <a:lvl7pPr marL="914400" algn="l" rtl="0" fontAlgn="base">
        <a:spcBef>
          <a:spcPct val="0"/>
        </a:spcBef>
        <a:spcAft>
          <a:spcPct val="0"/>
        </a:spcAft>
        <a:defRPr sz="4000">
          <a:solidFill>
            <a:schemeClr val="tx2"/>
          </a:solidFill>
          <a:latin typeface="Garamond" pitchFamily="18" charset="0"/>
        </a:defRPr>
      </a:lvl7pPr>
      <a:lvl8pPr marL="1371600" algn="l" rtl="0" fontAlgn="base">
        <a:spcBef>
          <a:spcPct val="0"/>
        </a:spcBef>
        <a:spcAft>
          <a:spcPct val="0"/>
        </a:spcAft>
        <a:defRPr sz="4000">
          <a:solidFill>
            <a:schemeClr val="tx2"/>
          </a:solidFill>
          <a:latin typeface="Garamond" pitchFamily="18" charset="0"/>
        </a:defRPr>
      </a:lvl8pPr>
      <a:lvl9pPr marL="1828800" algn="l" rtl="0" fontAlgn="base">
        <a:spcBef>
          <a:spcPct val="0"/>
        </a:spcBef>
        <a:spcAft>
          <a:spcPct val="0"/>
        </a:spcAft>
        <a:defRPr sz="4000">
          <a:solidFill>
            <a:schemeClr val="tx2"/>
          </a:solidFill>
          <a:latin typeface="Garamond" pitchFamily="18" charset="0"/>
        </a:defRPr>
      </a:lvl9pPr>
    </p:titleStyle>
    <p:bodyStyle>
      <a:lvl1pPr marL="342900" indent="-342900" algn="l" rtl="0" eaLnBrk="0" fontAlgn="base" hangingPunct="0">
        <a:spcBef>
          <a:spcPct val="20000"/>
        </a:spcBef>
        <a:spcAft>
          <a:spcPct val="0"/>
        </a:spcAft>
        <a:buClr>
          <a:schemeClr val="accent1"/>
        </a:buClr>
        <a:buSzPct val="65000"/>
        <a:buFont typeface="Wingdings" pitchFamily="2" charset="2"/>
        <a:buChar char="n"/>
        <a:defRPr sz="2400">
          <a:solidFill>
            <a:schemeClr val="tx1"/>
          </a:solidFill>
          <a:latin typeface="+mn-lt"/>
          <a:ea typeface="ＭＳ Ｐゴシック" charset="0"/>
          <a:cs typeface="ＭＳ Ｐゴシック" charset="0"/>
        </a:defRPr>
      </a:lvl1pPr>
      <a:lvl2pPr marL="669925" indent="-325438" algn="l" rtl="0" eaLnBrk="0" fontAlgn="base" hangingPunct="0">
        <a:spcBef>
          <a:spcPct val="20000"/>
        </a:spcBef>
        <a:spcAft>
          <a:spcPct val="0"/>
        </a:spcAft>
        <a:buClr>
          <a:schemeClr val="accent2"/>
        </a:buClr>
        <a:buSzPct val="60000"/>
        <a:buFont typeface="Wingdings" pitchFamily="2" charset="2"/>
        <a:buChar char="q"/>
        <a:defRPr sz="2200">
          <a:solidFill>
            <a:schemeClr val="tx1"/>
          </a:solidFill>
          <a:latin typeface="+mn-lt"/>
          <a:ea typeface="ＭＳ Ｐゴシック" pitchFamily="-106" charset="-128"/>
        </a:defRPr>
      </a:lvl2pPr>
      <a:lvl3pPr marL="1022350" indent="-350838" algn="l" rtl="0" eaLnBrk="0" fontAlgn="base" hangingPunct="0">
        <a:spcBef>
          <a:spcPct val="20000"/>
        </a:spcBef>
        <a:spcAft>
          <a:spcPct val="0"/>
        </a:spcAft>
        <a:buClr>
          <a:schemeClr val="accent1"/>
        </a:buClr>
        <a:buSzPct val="65000"/>
        <a:buFont typeface="Wingdings" pitchFamily="2" charset="2"/>
        <a:buChar char="n"/>
        <a:defRPr sz="2000">
          <a:solidFill>
            <a:schemeClr val="tx1"/>
          </a:solidFill>
          <a:latin typeface="+mn-lt"/>
          <a:ea typeface="ＭＳ Ｐゴシック" pitchFamily="-106" charset="-128"/>
        </a:defRPr>
      </a:lvl3pPr>
      <a:lvl4pPr marL="1339850" indent="-315913" algn="l" rtl="0" eaLnBrk="0" fontAlgn="base" hangingPunct="0">
        <a:spcBef>
          <a:spcPct val="20000"/>
        </a:spcBef>
        <a:spcAft>
          <a:spcPct val="0"/>
        </a:spcAft>
        <a:buClr>
          <a:schemeClr val="accent2"/>
        </a:buClr>
        <a:buSzPct val="70000"/>
        <a:buFont typeface="Wingdings" pitchFamily="2" charset="2"/>
        <a:buChar char="q"/>
        <a:defRPr>
          <a:solidFill>
            <a:schemeClr val="tx1"/>
          </a:solidFill>
          <a:latin typeface="+mn-lt"/>
          <a:ea typeface="ＭＳ Ｐゴシック" pitchFamily="-106" charset="-128"/>
        </a:defRPr>
      </a:lvl4pPr>
      <a:lvl5pPr marL="1681163" indent="-339725" algn="l" rtl="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mn-lt"/>
          <a:ea typeface="ＭＳ Ｐゴシック" pitchFamily="-106" charset="-128"/>
        </a:defRPr>
      </a:lvl5pPr>
      <a:lvl6pPr marL="2138363" indent="-339725" algn="l" rtl="0" fontAlgn="base">
        <a:spcBef>
          <a:spcPct val="20000"/>
        </a:spcBef>
        <a:spcAft>
          <a:spcPct val="0"/>
        </a:spcAft>
        <a:buClr>
          <a:schemeClr val="accent1"/>
        </a:buClr>
        <a:buSzPct val="75000"/>
        <a:buFont typeface="Wingdings" pitchFamily="2" charset="2"/>
        <a:buChar char="§"/>
        <a:defRPr sz="1600">
          <a:solidFill>
            <a:schemeClr val="tx1"/>
          </a:solidFill>
          <a:latin typeface="+mn-lt"/>
        </a:defRPr>
      </a:lvl6pPr>
      <a:lvl7pPr marL="2595563" indent="-339725" algn="l" rtl="0" fontAlgn="base">
        <a:spcBef>
          <a:spcPct val="20000"/>
        </a:spcBef>
        <a:spcAft>
          <a:spcPct val="0"/>
        </a:spcAft>
        <a:buClr>
          <a:schemeClr val="accent1"/>
        </a:buClr>
        <a:buSzPct val="75000"/>
        <a:buFont typeface="Wingdings" pitchFamily="2" charset="2"/>
        <a:buChar char="§"/>
        <a:defRPr sz="1600">
          <a:solidFill>
            <a:schemeClr val="tx1"/>
          </a:solidFill>
          <a:latin typeface="+mn-lt"/>
        </a:defRPr>
      </a:lvl7pPr>
      <a:lvl8pPr marL="3052763" indent="-339725" algn="l" rtl="0" fontAlgn="base">
        <a:spcBef>
          <a:spcPct val="20000"/>
        </a:spcBef>
        <a:spcAft>
          <a:spcPct val="0"/>
        </a:spcAft>
        <a:buClr>
          <a:schemeClr val="accent1"/>
        </a:buClr>
        <a:buSzPct val="75000"/>
        <a:buFont typeface="Wingdings" pitchFamily="2" charset="2"/>
        <a:buChar char="§"/>
        <a:defRPr sz="1600">
          <a:solidFill>
            <a:schemeClr val="tx1"/>
          </a:solidFill>
          <a:latin typeface="+mn-lt"/>
        </a:defRPr>
      </a:lvl8pPr>
      <a:lvl9pPr marL="3509963" indent="-339725" algn="l" rtl="0" fontAlgn="base">
        <a:spcBef>
          <a:spcPct val="20000"/>
        </a:spcBef>
        <a:spcAft>
          <a:spcPct val="0"/>
        </a:spcAft>
        <a:buClr>
          <a:schemeClr val="accent1"/>
        </a:buClr>
        <a:buSzPct val="75000"/>
        <a:buFont typeface="Wingdings" pitchFamily="2" charset="2"/>
        <a:buChar char="§"/>
        <a:defRPr sz="16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7650" name="Rectangle 1026">
            <a:extLst>
              <a:ext uri="{FF2B5EF4-FFF2-40B4-BE49-F238E27FC236}">
                <a16:creationId xmlns:a16="http://schemas.microsoft.com/office/drawing/2014/main" id="{AA84F0B7-9082-F54B-B2FD-6E79E2D3C78F}"/>
              </a:ext>
            </a:extLst>
          </p:cNvPr>
          <p:cNvSpPr>
            <a:spLocks noGrp="1" noChangeArrowheads="1"/>
          </p:cNvSpPr>
          <p:nvPr>
            <p:ph type="title"/>
          </p:nvPr>
        </p:nvSpPr>
        <p:spPr bwMode="auto">
          <a:xfrm>
            <a:off x="228600" y="152400"/>
            <a:ext cx="8610600" cy="106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title style</a:t>
            </a:r>
          </a:p>
        </p:txBody>
      </p:sp>
      <p:sp>
        <p:nvSpPr>
          <p:cNvPr id="27651" name="Rectangle 1027">
            <a:extLst>
              <a:ext uri="{FF2B5EF4-FFF2-40B4-BE49-F238E27FC236}">
                <a16:creationId xmlns:a16="http://schemas.microsoft.com/office/drawing/2014/main" id="{4F273309-E1C0-A049-BC85-18F59100ECB3}"/>
              </a:ext>
            </a:extLst>
          </p:cNvPr>
          <p:cNvSpPr>
            <a:spLocks noGrp="1" noChangeArrowheads="1"/>
          </p:cNvSpPr>
          <p:nvPr>
            <p:ph type="body" idx="1"/>
          </p:nvPr>
        </p:nvSpPr>
        <p:spPr bwMode="auto">
          <a:xfrm>
            <a:off x="228600" y="898525"/>
            <a:ext cx="8610600" cy="5235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100357" name="Rectangle 1029">
            <a:extLst>
              <a:ext uri="{FF2B5EF4-FFF2-40B4-BE49-F238E27FC236}">
                <a16:creationId xmlns:a16="http://schemas.microsoft.com/office/drawing/2014/main" id="{F5C29659-954C-2C4E-8569-225B3B1E0184}"/>
              </a:ext>
            </a:extLst>
          </p:cNvPr>
          <p:cNvSpPr>
            <a:spLocks noGrp="1" noChangeArrowheads="1"/>
          </p:cNvSpPr>
          <p:nvPr>
            <p:ph type="ftr" sz="quarter" idx="3"/>
          </p:nvPr>
        </p:nvSpPr>
        <p:spPr bwMode="auto">
          <a:xfrm>
            <a:off x="3124200" y="6248400"/>
            <a:ext cx="28956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ctr" eaLnBrk="1" hangingPunct="1">
              <a:defRPr sz="1200">
                <a:solidFill>
                  <a:srgbClr val="000000"/>
                </a:solidFill>
                <a:latin typeface="+mj-lt"/>
                <a:ea typeface="+mn-ea"/>
                <a:cs typeface="+mn-cs"/>
              </a:defRPr>
            </a:lvl1pPr>
          </a:lstStyle>
          <a:p>
            <a:pPr>
              <a:defRPr/>
            </a:pPr>
            <a:endParaRPr lang="en-US" altLang="en-US"/>
          </a:p>
        </p:txBody>
      </p:sp>
      <p:sp>
        <p:nvSpPr>
          <p:cNvPr id="100358" name="Rectangle 1030">
            <a:extLst>
              <a:ext uri="{FF2B5EF4-FFF2-40B4-BE49-F238E27FC236}">
                <a16:creationId xmlns:a16="http://schemas.microsoft.com/office/drawing/2014/main" id="{E52B758B-51D1-614C-9223-36A6FDDCB12C}"/>
              </a:ext>
            </a:extLst>
          </p:cNvPr>
          <p:cNvSpPr>
            <a:spLocks noGrp="1" noChangeArrowheads="1"/>
          </p:cNvSpPr>
          <p:nvPr>
            <p:ph type="sldNum" sz="quarter" idx="4"/>
          </p:nvPr>
        </p:nvSpPr>
        <p:spPr bwMode="auto">
          <a:xfrm>
            <a:off x="6777038" y="6318250"/>
            <a:ext cx="21336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defRPr sz="1600">
                <a:solidFill>
                  <a:srgbClr val="000000"/>
                </a:solidFill>
                <a:latin typeface="Garamond" charset="0"/>
                <a:ea typeface="ＭＳ Ｐゴシック" charset="-128"/>
              </a:defRPr>
            </a:lvl1pPr>
          </a:lstStyle>
          <a:p>
            <a:pPr>
              <a:defRPr/>
            </a:pPr>
            <a:fld id="{9B207C27-141E-6D45-9D31-A06DA07585DB}" type="slidenum">
              <a:rPr lang="en-US" altLang="en-US"/>
              <a:pPr>
                <a:defRPr/>
              </a:pPr>
              <a:t>‹#›</a:t>
            </a:fld>
            <a:endParaRPr lang="en-US" altLang="en-US"/>
          </a:p>
        </p:txBody>
      </p:sp>
      <p:sp>
        <p:nvSpPr>
          <p:cNvPr id="27654" name="Line 1032">
            <a:extLst>
              <a:ext uri="{FF2B5EF4-FFF2-40B4-BE49-F238E27FC236}">
                <a16:creationId xmlns:a16="http://schemas.microsoft.com/office/drawing/2014/main" id="{12E040C0-DE70-434C-AA45-F11374A30033}"/>
              </a:ext>
            </a:extLst>
          </p:cNvPr>
          <p:cNvSpPr>
            <a:spLocks noChangeShapeType="1"/>
          </p:cNvSpPr>
          <p:nvPr/>
        </p:nvSpPr>
        <p:spPr bwMode="auto">
          <a:xfrm>
            <a:off x="228600" y="6481763"/>
            <a:ext cx="8610600" cy="0"/>
          </a:xfrm>
          <a:prstGeom prst="line">
            <a:avLst/>
          </a:prstGeom>
          <a:noFill/>
          <a:ln w="19050">
            <a:solidFill>
              <a:schemeClr val="accent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7655" name="Line 1033">
            <a:extLst>
              <a:ext uri="{FF2B5EF4-FFF2-40B4-BE49-F238E27FC236}">
                <a16:creationId xmlns:a16="http://schemas.microsoft.com/office/drawing/2014/main" id="{232DD488-5289-2644-9369-4830820D8801}"/>
              </a:ext>
            </a:extLst>
          </p:cNvPr>
          <p:cNvSpPr>
            <a:spLocks noChangeShapeType="1"/>
          </p:cNvSpPr>
          <p:nvPr userDrawn="1"/>
        </p:nvSpPr>
        <p:spPr bwMode="auto">
          <a:xfrm>
            <a:off x="228600" y="898525"/>
            <a:ext cx="8610600" cy="0"/>
          </a:xfrm>
          <a:prstGeom prst="line">
            <a:avLst/>
          </a:prstGeom>
          <a:noFill/>
          <a:ln w="19050">
            <a:solidFill>
              <a:schemeClr val="accent1"/>
            </a:solidFill>
            <a:round/>
            <a:headEnd/>
            <a:tailEnd/>
          </a:ln>
          <a:extLst>
            <a:ext uri="{909E8E84-426E-40DD-AFC4-6F175D3DCCD1}">
              <a14:hiddenFill xmlns:a14="http://schemas.microsoft.com/office/drawing/2010/main">
                <a:noFill/>
              </a14:hiddenFill>
            </a:ext>
          </a:extLst>
        </p:spPr>
        <p:txBody>
          <a:bodyPr/>
          <a:lstStyle/>
          <a:p>
            <a:endParaRPr lang="en-US"/>
          </a:p>
        </p:txBody>
      </p:sp>
    </p:spTree>
  </p:cSld>
  <p:clrMap bg1="lt1" tx1="dk1" bg2="lt2" tx2="dk2" accent1="accent1" accent2="accent2" accent3="accent3" accent4="accent4" accent5="accent5" accent6="accent6" hlink="hlink" folHlink="folHlink"/>
  <p:sldLayoutIdLst>
    <p:sldLayoutId id="2147484257" r:id="rId1"/>
    <p:sldLayoutId id="2147484258" r:id="rId2"/>
    <p:sldLayoutId id="2147484259" r:id="rId3"/>
    <p:sldLayoutId id="2147484260" r:id="rId4"/>
    <p:sldLayoutId id="2147484261" r:id="rId5"/>
    <p:sldLayoutId id="2147484262" r:id="rId6"/>
    <p:sldLayoutId id="2147484263" r:id="rId7"/>
    <p:sldLayoutId id="2147484264" r:id="rId8"/>
    <p:sldLayoutId id="2147484265" r:id="rId9"/>
    <p:sldLayoutId id="2147484266" r:id="rId10"/>
    <p:sldLayoutId id="2147484267" r:id="rId11"/>
    <p:sldLayoutId id="2147484268" r:id="rId12"/>
  </p:sldLayoutIdLst>
  <p:transition/>
  <p:hf hdr="0" ftr="0" dt="0"/>
  <p:txStyles>
    <p:titleStyle>
      <a:lvl1pPr algn="l" rtl="0" eaLnBrk="0" fontAlgn="base" hangingPunct="0">
        <a:spcBef>
          <a:spcPct val="0"/>
        </a:spcBef>
        <a:spcAft>
          <a:spcPct val="0"/>
        </a:spcAft>
        <a:defRPr sz="4000">
          <a:solidFill>
            <a:schemeClr val="tx2"/>
          </a:solidFill>
          <a:latin typeface="+mj-lt"/>
          <a:ea typeface="ＭＳ Ｐゴシック" charset="0"/>
          <a:cs typeface="ＭＳ Ｐゴシック" charset="0"/>
        </a:defRPr>
      </a:lvl1pPr>
      <a:lvl2pPr algn="l" rtl="0" eaLnBrk="0" fontAlgn="base" hangingPunct="0">
        <a:spcBef>
          <a:spcPct val="0"/>
        </a:spcBef>
        <a:spcAft>
          <a:spcPct val="0"/>
        </a:spcAft>
        <a:defRPr sz="4000">
          <a:solidFill>
            <a:schemeClr val="tx2"/>
          </a:solidFill>
          <a:latin typeface="Garamond" pitchFamily="18" charset="0"/>
          <a:ea typeface="ＭＳ Ｐゴシック" charset="0"/>
          <a:cs typeface="ＭＳ Ｐゴシック" charset="0"/>
        </a:defRPr>
      </a:lvl2pPr>
      <a:lvl3pPr algn="l" rtl="0" eaLnBrk="0" fontAlgn="base" hangingPunct="0">
        <a:spcBef>
          <a:spcPct val="0"/>
        </a:spcBef>
        <a:spcAft>
          <a:spcPct val="0"/>
        </a:spcAft>
        <a:defRPr sz="4000">
          <a:solidFill>
            <a:schemeClr val="tx2"/>
          </a:solidFill>
          <a:latin typeface="Garamond" pitchFamily="18" charset="0"/>
          <a:ea typeface="ＭＳ Ｐゴシック" charset="0"/>
          <a:cs typeface="ＭＳ Ｐゴシック" charset="0"/>
        </a:defRPr>
      </a:lvl3pPr>
      <a:lvl4pPr algn="l" rtl="0" eaLnBrk="0" fontAlgn="base" hangingPunct="0">
        <a:spcBef>
          <a:spcPct val="0"/>
        </a:spcBef>
        <a:spcAft>
          <a:spcPct val="0"/>
        </a:spcAft>
        <a:defRPr sz="4000">
          <a:solidFill>
            <a:schemeClr val="tx2"/>
          </a:solidFill>
          <a:latin typeface="Garamond" pitchFamily="18" charset="0"/>
          <a:ea typeface="ＭＳ Ｐゴシック" charset="0"/>
          <a:cs typeface="ＭＳ Ｐゴシック" charset="0"/>
        </a:defRPr>
      </a:lvl4pPr>
      <a:lvl5pPr algn="l" rtl="0" eaLnBrk="0" fontAlgn="base" hangingPunct="0">
        <a:spcBef>
          <a:spcPct val="0"/>
        </a:spcBef>
        <a:spcAft>
          <a:spcPct val="0"/>
        </a:spcAft>
        <a:defRPr sz="4000">
          <a:solidFill>
            <a:schemeClr val="tx2"/>
          </a:solidFill>
          <a:latin typeface="Garamond" pitchFamily="18" charset="0"/>
          <a:ea typeface="ＭＳ Ｐゴシック" charset="0"/>
          <a:cs typeface="ＭＳ Ｐゴシック" charset="0"/>
        </a:defRPr>
      </a:lvl5pPr>
      <a:lvl6pPr marL="457200" algn="l" rtl="0" fontAlgn="base">
        <a:spcBef>
          <a:spcPct val="0"/>
        </a:spcBef>
        <a:spcAft>
          <a:spcPct val="0"/>
        </a:spcAft>
        <a:defRPr sz="4000">
          <a:solidFill>
            <a:schemeClr val="tx2"/>
          </a:solidFill>
          <a:latin typeface="Garamond" pitchFamily="18" charset="0"/>
        </a:defRPr>
      </a:lvl6pPr>
      <a:lvl7pPr marL="914400" algn="l" rtl="0" fontAlgn="base">
        <a:spcBef>
          <a:spcPct val="0"/>
        </a:spcBef>
        <a:spcAft>
          <a:spcPct val="0"/>
        </a:spcAft>
        <a:defRPr sz="4000">
          <a:solidFill>
            <a:schemeClr val="tx2"/>
          </a:solidFill>
          <a:latin typeface="Garamond" pitchFamily="18" charset="0"/>
        </a:defRPr>
      </a:lvl7pPr>
      <a:lvl8pPr marL="1371600" algn="l" rtl="0" fontAlgn="base">
        <a:spcBef>
          <a:spcPct val="0"/>
        </a:spcBef>
        <a:spcAft>
          <a:spcPct val="0"/>
        </a:spcAft>
        <a:defRPr sz="4000">
          <a:solidFill>
            <a:schemeClr val="tx2"/>
          </a:solidFill>
          <a:latin typeface="Garamond" pitchFamily="18" charset="0"/>
        </a:defRPr>
      </a:lvl8pPr>
      <a:lvl9pPr marL="1828800" algn="l" rtl="0" fontAlgn="base">
        <a:spcBef>
          <a:spcPct val="0"/>
        </a:spcBef>
        <a:spcAft>
          <a:spcPct val="0"/>
        </a:spcAft>
        <a:defRPr sz="4000">
          <a:solidFill>
            <a:schemeClr val="tx2"/>
          </a:solidFill>
          <a:latin typeface="Garamond" pitchFamily="18" charset="0"/>
        </a:defRPr>
      </a:lvl9pPr>
    </p:titleStyle>
    <p:bodyStyle>
      <a:lvl1pPr marL="342900" indent="-342900" algn="l" rtl="0" eaLnBrk="0" fontAlgn="base" hangingPunct="0">
        <a:spcBef>
          <a:spcPct val="20000"/>
        </a:spcBef>
        <a:spcAft>
          <a:spcPct val="0"/>
        </a:spcAft>
        <a:buClr>
          <a:schemeClr val="accent1"/>
        </a:buClr>
        <a:buSzPct val="65000"/>
        <a:buFont typeface="Wingdings" pitchFamily="2" charset="2"/>
        <a:buChar char="n"/>
        <a:defRPr sz="2400">
          <a:solidFill>
            <a:schemeClr val="tx1"/>
          </a:solidFill>
          <a:latin typeface="+mn-lt"/>
          <a:ea typeface="ＭＳ Ｐゴシック" charset="0"/>
          <a:cs typeface="ＭＳ Ｐゴシック" charset="0"/>
        </a:defRPr>
      </a:lvl1pPr>
      <a:lvl2pPr marL="669925" indent="-325438" algn="l" rtl="0" eaLnBrk="0" fontAlgn="base" hangingPunct="0">
        <a:spcBef>
          <a:spcPct val="20000"/>
        </a:spcBef>
        <a:spcAft>
          <a:spcPct val="0"/>
        </a:spcAft>
        <a:buClr>
          <a:schemeClr val="accent2"/>
        </a:buClr>
        <a:buSzPct val="60000"/>
        <a:buFont typeface="Wingdings" pitchFamily="2" charset="2"/>
        <a:buChar char="q"/>
        <a:defRPr sz="2200">
          <a:solidFill>
            <a:schemeClr val="tx1"/>
          </a:solidFill>
          <a:latin typeface="+mn-lt"/>
          <a:ea typeface="ＭＳ Ｐゴシック" pitchFamily="-106" charset="-128"/>
        </a:defRPr>
      </a:lvl2pPr>
      <a:lvl3pPr marL="1022350" indent="-350838" algn="l" rtl="0" eaLnBrk="0" fontAlgn="base" hangingPunct="0">
        <a:spcBef>
          <a:spcPct val="20000"/>
        </a:spcBef>
        <a:spcAft>
          <a:spcPct val="0"/>
        </a:spcAft>
        <a:buClr>
          <a:schemeClr val="accent1"/>
        </a:buClr>
        <a:buSzPct val="65000"/>
        <a:buFont typeface="Wingdings" pitchFamily="2" charset="2"/>
        <a:buChar char="n"/>
        <a:defRPr sz="2000">
          <a:solidFill>
            <a:schemeClr val="tx1"/>
          </a:solidFill>
          <a:latin typeface="+mn-lt"/>
          <a:ea typeface="ＭＳ Ｐゴシック" pitchFamily="-106" charset="-128"/>
        </a:defRPr>
      </a:lvl3pPr>
      <a:lvl4pPr marL="1339850" indent="-315913" algn="l" rtl="0" eaLnBrk="0" fontAlgn="base" hangingPunct="0">
        <a:spcBef>
          <a:spcPct val="20000"/>
        </a:spcBef>
        <a:spcAft>
          <a:spcPct val="0"/>
        </a:spcAft>
        <a:buClr>
          <a:schemeClr val="accent2"/>
        </a:buClr>
        <a:buSzPct val="70000"/>
        <a:buFont typeface="Wingdings" pitchFamily="2" charset="2"/>
        <a:buChar char="q"/>
        <a:defRPr>
          <a:solidFill>
            <a:schemeClr val="tx1"/>
          </a:solidFill>
          <a:latin typeface="+mn-lt"/>
          <a:ea typeface="ＭＳ Ｐゴシック" pitchFamily="-106" charset="-128"/>
        </a:defRPr>
      </a:lvl4pPr>
      <a:lvl5pPr marL="1681163" indent="-339725" algn="l" rtl="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mn-lt"/>
          <a:ea typeface="ＭＳ Ｐゴシック" pitchFamily="-106" charset="-128"/>
        </a:defRPr>
      </a:lvl5pPr>
      <a:lvl6pPr marL="2138363" indent="-339725" algn="l" rtl="0" fontAlgn="base">
        <a:spcBef>
          <a:spcPct val="20000"/>
        </a:spcBef>
        <a:spcAft>
          <a:spcPct val="0"/>
        </a:spcAft>
        <a:buClr>
          <a:schemeClr val="accent1"/>
        </a:buClr>
        <a:buSzPct val="75000"/>
        <a:buFont typeface="Wingdings" pitchFamily="2" charset="2"/>
        <a:buChar char="§"/>
        <a:defRPr sz="1600">
          <a:solidFill>
            <a:schemeClr val="tx1"/>
          </a:solidFill>
          <a:latin typeface="+mn-lt"/>
        </a:defRPr>
      </a:lvl6pPr>
      <a:lvl7pPr marL="2595563" indent="-339725" algn="l" rtl="0" fontAlgn="base">
        <a:spcBef>
          <a:spcPct val="20000"/>
        </a:spcBef>
        <a:spcAft>
          <a:spcPct val="0"/>
        </a:spcAft>
        <a:buClr>
          <a:schemeClr val="accent1"/>
        </a:buClr>
        <a:buSzPct val="75000"/>
        <a:buFont typeface="Wingdings" pitchFamily="2" charset="2"/>
        <a:buChar char="§"/>
        <a:defRPr sz="1600">
          <a:solidFill>
            <a:schemeClr val="tx1"/>
          </a:solidFill>
          <a:latin typeface="+mn-lt"/>
        </a:defRPr>
      </a:lvl7pPr>
      <a:lvl8pPr marL="3052763" indent="-339725" algn="l" rtl="0" fontAlgn="base">
        <a:spcBef>
          <a:spcPct val="20000"/>
        </a:spcBef>
        <a:spcAft>
          <a:spcPct val="0"/>
        </a:spcAft>
        <a:buClr>
          <a:schemeClr val="accent1"/>
        </a:buClr>
        <a:buSzPct val="75000"/>
        <a:buFont typeface="Wingdings" pitchFamily="2" charset="2"/>
        <a:buChar char="§"/>
        <a:defRPr sz="1600">
          <a:solidFill>
            <a:schemeClr val="tx1"/>
          </a:solidFill>
          <a:latin typeface="+mn-lt"/>
        </a:defRPr>
      </a:lvl8pPr>
      <a:lvl9pPr marL="3509963" indent="-339725" algn="l" rtl="0" fontAlgn="base">
        <a:spcBef>
          <a:spcPct val="20000"/>
        </a:spcBef>
        <a:spcAft>
          <a:spcPct val="0"/>
        </a:spcAft>
        <a:buClr>
          <a:schemeClr val="accent1"/>
        </a:buClr>
        <a:buSzPct val="75000"/>
        <a:buFont typeface="Wingdings" pitchFamily="2" charset="2"/>
        <a:buChar char="§"/>
        <a:defRPr sz="16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0962" name="Rectangle 1026">
            <a:extLst>
              <a:ext uri="{FF2B5EF4-FFF2-40B4-BE49-F238E27FC236}">
                <a16:creationId xmlns:a16="http://schemas.microsoft.com/office/drawing/2014/main" id="{8D063893-3AE8-284D-A275-E8FDFBA4D944}"/>
              </a:ext>
            </a:extLst>
          </p:cNvPr>
          <p:cNvSpPr>
            <a:spLocks noGrp="1" noChangeArrowheads="1"/>
          </p:cNvSpPr>
          <p:nvPr>
            <p:ph type="title"/>
          </p:nvPr>
        </p:nvSpPr>
        <p:spPr bwMode="auto">
          <a:xfrm>
            <a:off x="228600" y="152400"/>
            <a:ext cx="8610600" cy="106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title style</a:t>
            </a:r>
          </a:p>
        </p:txBody>
      </p:sp>
      <p:sp>
        <p:nvSpPr>
          <p:cNvPr id="40963" name="Rectangle 1027">
            <a:extLst>
              <a:ext uri="{FF2B5EF4-FFF2-40B4-BE49-F238E27FC236}">
                <a16:creationId xmlns:a16="http://schemas.microsoft.com/office/drawing/2014/main" id="{F0E13FE8-6F14-1F47-B2FE-525895119AD6}"/>
              </a:ext>
            </a:extLst>
          </p:cNvPr>
          <p:cNvSpPr>
            <a:spLocks noGrp="1" noChangeArrowheads="1"/>
          </p:cNvSpPr>
          <p:nvPr>
            <p:ph type="body" idx="1"/>
          </p:nvPr>
        </p:nvSpPr>
        <p:spPr bwMode="auto">
          <a:xfrm>
            <a:off x="228600" y="898525"/>
            <a:ext cx="8610600" cy="5235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100357" name="Rectangle 1029">
            <a:extLst>
              <a:ext uri="{FF2B5EF4-FFF2-40B4-BE49-F238E27FC236}">
                <a16:creationId xmlns:a16="http://schemas.microsoft.com/office/drawing/2014/main" id="{D624DA32-BF01-BA4E-9E10-47ABCA882457}"/>
              </a:ext>
            </a:extLst>
          </p:cNvPr>
          <p:cNvSpPr>
            <a:spLocks noGrp="1" noChangeArrowheads="1"/>
          </p:cNvSpPr>
          <p:nvPr>
            <p:ph type="ftr" sz="quarter" idx="3"/>
          </p:nvPr>
        </p:nvSpPr>
        <p:spPr bwMode="auto">
          <a:xfrm>
            <a:off x="3124200" y="6248400"/>
            <a:ext cx="28956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ctr">
              <a:defRPr sz="1200">
                <a:solidFill>
                  <a:srgbClr val="000000"/>
                </a:solidFill>
                <a:latin typeface="+mj-lt"/>
                <a:ea typeface="+mn-ea"/>
                <a:cs typeface="+mn-cs"/>
              </a:defRPr>
            </a:lvl1pPr>
          </a:lstStyle>
          <a:p>
            <a:pPr>
              <a:defRPr/>
            </a:pPr>
            <a:endParaRPr lang="en-US" altLang="en-US"/>
          </a:p>
        </p:txBody>
      </p:sp>
      <p:sp>
        <p:nvSpPr>
          <p:cNvPr id="100358" name="Rectangle 1030">
            <a:extLst>
              <a:ext uri="{FF2B5EF4-FFF2-40B4-BE49-F238E27FC236}">
                <a16:creationId xmlns:a16="http://schemas.microsoft.com/office/drawing/2014/main" id="{44215C59-8EB3-1A4D-A592-4164F6136CDB}"/>
              </a:ext>
            </a:extLst>
          </p:cNvPr>
          <p:cNvSpPr>
            <a:spLocks noGrp="1" noChangeArrowheads="1"/>
          </p:cNvSpPr>
          <p:nvPr>
            <p:ph type="sldNum" sz="quarter" idx="4"/>
          </p:nvPr>
        </p:nvSpPr>
        <p:spPr bwMode="auto">
          <a:xfrm>
            <a:off x="6777038" y="6318250"/>
            <a:ext cx="21336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600" smtClean="0">
                <a:solidFill>
                  <a:srgbClr val="000000"/>
                </a:solidFill>
                <a:latin typeface="Garamond" panose="02020404030301010803" pitchFamily="18" charset="0"/>
                <a:cs typeface="Arial" panose="020B0604020202020204" pitchFamily="34" charset="0"/>
              </a:defRPr>
            </a:lvl1pPr>
          </a:lstStyle>
          <a:p>
            <a:pPr>
              <a:defRPr/>
            </a:pPr>
            <a:fld id="{AC01B96E-8C0C-4A40-AEED-3BB3936E334C}" type="slidenum">
              <a:rPr lang="en-US" altLang="en-US"/>
              <a:pPr>
                <a:defRPr/>
              </a:pPr>
              <a:t>‹#›</a:t>
            </a:fld>
            <a:endParaRPr lang="en-US" altLang="en-US"/>
          </a:p>
        </p:txBody>
      </p:sp>
      <p:sp>
        <p:nvSpPr>
          <p:cNvPr id="40966" name="Line 1032">
            <a:extLst>
              <a:ext uri="{FF2B5EF4-FFF2-40B4-BE49-F238E27FC236}">
                <a16:creationId xmlns:a16="http://schemas.microsoft.com/office/drawing/2014/main" id="{259D7F8C-F1D6-F841-8CC7-81402C595EB7}"/>
              </a:ext>
            </a:extLst>
          </p:cNvPr>
          <p:cNvSpPr>
            <a:spLocks noChangeShapeType="1"/>
          </p:cNvSpPr>
          <p:nvPr/>
        </p:nvSpPr>
        <p:spPr bwMode="auto">
          <a:xfrm>
            <a:off x="228600" y="6481763"/>
            <a:ext cx="8610600" cy="0"/>
          </a:xfrm>
          <a:prstGeom prst="line">
            <a:avLst/>
          </a:prstGeom>
          <a:noFill/>
          <a:ln w="19050">
            <a:solidFill>
              <a:schemeClr val="accent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0967" name="Line 1033">
            <a:extLst>
              <a:ext uri="{FF2B5EF4-FFF2-40B4-BE49-F238E27FC236}">
                <a16:creationId xmlns:a16="http://schemas.microsoft.com/office/drawing/2014/main" id="{8B3213CB-59D2-6C41-9062-D9953F238052}"/>
              </a:ext>
            </a:extLst>
          </p:cNvPr>
          <p:cNvSpPr>
            <a:spLocks noChangeShapeType="1"/>
          </p:cNvSpPr>
          <p:nvPr userDrawn="1"/>
        </p:nvSpPr>
        <p:spPr bwMode="auto">
          <a:xfrm>
            <a:off x="228600" y="898525"/>
            <a:ext cx="8610600" cy="0"/>
          </a:xfrm>
          <a:prstGeom prst="line">
            <a:avLst/>
          </a:prstGeom>
          <a:noFill/>
          <a:ln w="19050">
            <a:solidFill>
              <a:schemeClr val="accent1"/>
            </a:solidFill>
            <a:round/>
            <a:headEnd/>
            <a:tailEnd/>
          </a:ln>
          <a:extLst>
            <a:ext uri="{909E8E84-426E-40DD-AFC4-6F175D3DCCD1}">
              <a14:hiddenFill xmlns:a14="http://schemas.microsoft.com/office/drawing/2010/main">
                <a:noFill/>
              </a14:hiddenFill>
            </a:ext>
          </a:extLst>
        </p:spPr>
        <p:txBody>
          <a:bodyPr/>
          <a:lstStyle/>
          <a:p>
            <a:endParaRPr lang="en-US"/>
          </a:p>
        </p:txBody>
      </p:sp>
    </p:spTree>
  </p:cSld>
  <p:clrMap bg1="lt1" tx1="dk1" bg2="lt2" tx2="dk2" accent1="accent1" accent2="accent2" accent3="accent3" accent4="accent4" accent5="accent5" accent6="accent6" hlink="hlink" folHlink="folHlink"/>
  <p:sldLayoutIdLst>
    <p:sldLayoutId id="2147484269" r:id="rId1"/>
    <p:sldLayoutId id="2147484232" r:id="rId2"/>
    <p:sldLayoutId id="2147484233" r:id="rId3"/>
    <p:sldLayoutId id="2147484234" r:id="rId4"/>
    <p:sldLayoutId id="2147484235" r:id="rId5"/>
    <p:sldLayoutId id="2147484236" r:id="rId6"/>
    <p:sldLayoutId id="2147484237" r:id="rId7"/>
    <p:sldLayoutId id="2147484238" r:id="rId8"/>
    <p:sldLayoutId id="2147484239" r:id="rId9"/>
    <p:sldLayoutId id="2147484240" r:id="rId10"/>
    <p:sldLayoutId id="2147484241" r:id="rId11"/>
    <p:sldLayoutId id="2147484242" r:id="rId12"/>
  </p:sldLayoutIdLst>
  <p:transition/>
  <p:hf hdr="0" ftr="0" dt="0"/>
  <p:txStyles>
    <p:titleStyle>
      <a:lvl1pPr algn="l" rtl="0" eaLnBrk="0" fontAlgn="base" hangingPunct="0">
        <a:spcBef>
          <a:spcPct val="0"/>
        </a:spcBef>
        <a:spcAft>
          <a:spcPct val="0"/>
        </a:spcAft>
        <a:defRPr sz="4000">
          <a:solidFill>
            <a:schemeClr val="tx2"/>
          </a:solidFill>
          <a:latin typeface="+mj-lt"/>
          <a:ea typeface="ＭＳ Ｐゴシック" charset="0"/>
          <a:cs typeface="ＭＳ Ｐゴシック" charset="0"/>
        </a:defRPr>
      </a:lvl1pPr>
      <a:lvl2pPr algn="l" rtl="0" eaLnBrk="0" fontAlgn="base" hangingPunct="0">
        <a:spcBef>
          <a:spcPct val="0"/>
        </a:spcBef>
        <a:spcAft>
          <a:spcPct val="0"/>
        </a:spcAft>
        <a:defRPr sz="4000">
          <a:solidFill>
            <a:schemeClr val="tx2"/>
          </a:solidFill>
          <a:latin typeface="Garamond" pitchFamily="18" charset="0"/>
          <a:ea typeface="ＭＳ Ｐゴシック" charset="0"/>
          <a:cs typeface="ＭＳ Ｐゴシック" charset="0"/>
        </a:defRPr>
      </a:lvl2pPr>
      <a:lvl3pPr algn="l" rtl="0" eaLnBrk="0" fontAlgn="base" hangingPunct="0">
        <a:spcBef>
          <a:spcPct val="0"/>
        </a:spcBef>
        <a:spcAft>
          <a:spcPct val="0"/>
        </a:spcAft>
        <a:defRPr sz="4000">
          <a:solidFill>
            <a:schemeClr val="tx2"/>
          </a:solidFill>
          <a:latin typeface="Garamond" pitchFamily="18" charset="0"/>
          <a:ea typeface="ＭＳ Ｐゴシック" charset="0"/>
          <a:cs typeface="ＭＳ Ｐゴシック" charset="0"/>
        </a:defRPr>
      </a:lvl3pPr>
      <a:lvl4pPr algn="l" rtl="0" eaLnBrk="0" fontAlgn="base" hangingPunct="0">
        <a:spcBef>
          <a:spcPct val="0"/>
        </a:spcBef>
        <a:spcAft>
          <a:spcPct val="0"/>
        </a:spcAft>
        <a:defRPr sz="4000">
          <a:solidFill>
            <a:schemeClr val="tx2"/>
          </a:solidFill>
          <a:latin typeface="Garamond" pitchFamily="18" charset="0"/>
          <a:ea typeface="ＭＳ Ｐゴシック" charset="0"/>
          <a:cs typeface="ＭＳ Ｐゴシック" charset="0"/>
        </a:defRPr>
      </a:lvl4pPr>
      <a:lvl5pPr algn="l" rtl="0" eaLnBrk="0" fontAlgn="base" hangingPunct="0">
        <a:spcBef>
          <a:spcPct val="0"/>
        </a:spcBef>
        <a:spcAft>
          <a:spcPct val="0"/>
        </a:spcAft>
        <a:defRPr sz="4000">
          <a:solidFill>
            <a:schemeClr val="tx2"/>
          </a:solidFill>
          <a:latin typeface="Garamond" pitchFamily="18" charset="0"/>
          <a:ea typeface="ＭＳ Ｐゴシック" charset="0"/>
          <a:cs typeface="ＭＳ Ｐゴシック" charset="0"/>
        </a:defRPr>
      </a:lvl5pPr>
      <a:lvl6pPr marL="457200" algn="l" rtl="0" fontAlgn="base">
        <a:spcBef>
          <a:spcPct val="0"/>
        </a:spcBef>
        <a:spcAft>
          <a:spcPct val="0"/>
        </a:spcAft>
        <a:defRPr sz="4000">
          <a:solidFill>
            <a:schemeClr val="tx2"/>
          </a:solidFill>
          <a:latin typeface="Garamond" pitchFamily="18" charset="0"/>
        </a:defRPr>
      </a:lvl6pPr>
      <a:lvl7pPr marL="914400" algn="l" rtl="0" fontAlgn="base">
        <a:spcBef>
          <a:spcPct val="0"/>
        </a:spcBef>
        <a:spcAft>
          <a:spcPct val="0"/>
        </a:spcAft>
        <a:defRPr sz="4000">
          <a:solidFill>
            <a:schemeClr val="tx2"/>
          </a:solidFill>
          <a:latin typeface="Garamond" pitchFamily="18" charset="0"/>
        </a:defRPr>
      </a:lvl7pPr>
      <a:lvl8pPr marL="1371600" algn="l" rtl="0" fontAlgn="base">
        <a:spcBef>
          <a:spcPct val="0"/>
        </a:spcBef>
        <a:spcAft>
          <a:spcPct val="0"/>
        </a:spcAft>
        <a:defRPr sz="4000">
          <a:solidFill>
            <a:schemeClr val="tx2"/>
          </a:solidFill>
          <a:latin typeface="Garamond" pitchFamily="18" charset="0"/>
        </a:defRPr>
      </a:lvl8pPr>
      <a:lvl9pPr marL="1828800" algn="l" rtl="0" fontAlgn="base">
        <a:spcBef>
          <a:spcPct val="0"/>
        </a:spcBef>
        <a:spcAft>
          <a:spcPct val="0"/>
        </a:spcAft>
        <a:defRPr sz="4000">
          <a:solidFill>
            <a:schemeClr val="tx2"/>
          </a:solidFill>
          <a:latin typeface="Garamond" pitchFamily="18" charset="0"/>
        </a:defRPr>
      </a:lvl9pPr>
    </p:titleStyle>
    <p:bodyStyle>
      <a:lvl1pPr marL="342900" indent="-342900" algn="l" rtl="0" eaLnBrk="0" fontAlgn="base" hangingPunct="0">
        <a:spcBef>
          <a:spcPct val="20000"/>
        </a:spcBef>
        <a:spcAft>
          <a:spcPct val="0"/>
        </a:spcAft>
        <a:buClr>
          <a:schemeClr val="accent1"/>
        </a:buClr>
        <a:buSzPct val="65000"/>
        <a:buFont typeface="Wingdings" pitchFamily="2" charset="2"/>
        <a:buChar char="n"/>
        <a:defRPr sz="2400">
          <a:solidFill>
            <a:schemeClr val="tx1"/>
          </a:solidFill>
          <a:latin typeface="+mn-lt"/>
          <a:ea typeface="ＭＳ Ｐゴシック" charset="0"/>
          <a:cs typeface="ＭＳ Ｐゴシック" charset="0"/>
        </a:defRPr>
      </a:lvl1pPr>
      <a:lvl2pPr marL="669925" indent="-325438" algn="l" rtl="0" eaLnBrk="0" fontAlgn="base" hangingPunct="0">
        <a:spcBef>
          <a:spcPct val="20000"/>
        </a:spcBef>
        <a:spcAft>
          <a:spcPct val="0"/>
        </a:spcAft>
        <a:buClr>
          <a:schemeClr val="accent2"/>
        </a:buClr>
        <a:buSzPct val="60000"/>
        <a:buFont typeface="Wingdings" pitchFamily="2" charset="2"/>
        <a:buChar char="q"/>
        <a:defRPr sz="2200">
          <a:solidFill>
            <a:schemeClr val="tx1"/>
          </a:solidFill>
          <a:latin typeface="+mn-lt"/>
          <a:ea typeface="ＭＳ Ｐゴシック" pitchFamily="-106" charset="-128"/>
        </a:defRPr>
      </a:lvl2pPr>
      <a:lvl3pPr marL="1022350" indent="-350838" algn="l" rtl="0" eaLnBrk="0" fontAlgn="base" hangingPunct="0">
        <a:spcBef>
          <a:spcPct val="20000"/>
        </a:spcBef>
        <a:spcAft>
          <a:spcPct val="0"/>
        </a:spcAft>
        <a:buClr>
          <a:schemeClr val="accent1"/>
        </a:buClr>
        <a:buSzPct val="65000"/>
        <a:buFont typeface="Wingdings" pitchFamily="2" charset="2"/>
        <a:buChar char="n"/>
        <a:defRPr sz="2000">
          <a:solidFill>
            <a:schemeClr val="tx1"/>
          </a:solidFill>
          <a:latin typeface="+mn-lt"/>
          <a:ea typeface="ＭＳ Ｐゴシック" pitchFamily="-106" charset="-128"/>
        </a:defRPr>
      </a:lvl3pPr>
      <a:lvl4pPr marL="1339850" indent="-315913" algn="l" rtl="0" eaLnBrk="0" fontAlgn="base" hangingPunct="0">
        <a:spcBef>
          <a:spcPct val="20000"/>
        </a:spcBef>
        <a:spcAft>
          <a:spcPct val="0"/>
        </a:spcAft>
        <a:buClr>
          <a:schemeClr val="accent2"/>
        </a:buClr>
        <a:buSzPct val="70000"/>
        <a:buFont typeface="Wingdings" pitchFamily="2" charset="2"/>
        <a:buChar char="q"/>
        <a:defRPr>
          <a:solidFill>
            <a:schemeClr val="tx1"/>
          </a:solidFill>
          <a:latin typeface="+mn-lt"/>
          <a:ea typeface="ＭＳ Ｐゴシック" pitchFamily="-106" charset="-128"/>
        </a:defRPr>
      </a:lvl4pPr>
      <a:lvl5pPr marL="1681163" indent="-339725" algn="l" rtl="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mn-lt"/>
          <a:ea typeface="ＭＳ Ｐゴシック" pitchFamily="-106" charset="-128"/>
        </a:defRPr>
      </a:lvl5pPr>
      <a:lvl6pPr marL="2138363" indent="-339725" algn="l" rtl="0" fontAlgn="base">
        <a:spcBef>
          <a:spcPct val="20000"/>
        </a:spcBef>
        <a:spcAft>
          <a:spcPct val="0"/>
        </a:spcAft>
        <a:buClr>
          <a:schemeClr val="accent1"/>
        </a:buClr>
        <a:buSzPct val="75000"/>
        <a:buFont typeface="Wingdings" pitchFamily="2" charset="2"/>
        <a:buChar char="§"/>
        <a:defRPr sz="1600">
          <a:solidFill>
            <a:schemeClr val="tx1"/>
          </a:solidFill>
          <a:latin typeface="+mn-lt"/>
        </a:defRPr>
      </a:lvl6pPr>
      <a:lvl7pPr marL="2595563" indent="-339725" algn="l" rtl="0" fontAlgn="base">
        <a:spcBef>
          <a:spcPct val="20000"/>
        </a:spcBef>
        <a:spcAft>
          <a:spcPct val="0"/>
        </a:spcAft>
        <a:buClr>
          <a:schemeClr val="accent1"/>
        </a:buClr>
        <a:buSzPct val="75000"/>
        <a:buFont typeface="Wingdings" pitchFamily="2" charset="2"/>
        <a:buChar char="§"/>
        <a:defRPr sz="1600">
          <a:solidFill>
            <a:schemeClr val="tx1"/>
          </a:solidFill>
          <a:latin typeface="+mn-lt"/>
        </a:defRPr>
      </a:lvl7pPr>
      <a:lvl8pPr marL="3052763" indent="-339725" algn="l" rtl="0" fontAlgn="base">
        <a:spcBef>
          <a:spcPct val="20000"/>
        </a:spcBef>
        <a:spcAft>
          <a:spcPct val="0"/>
        </a:spcAft>
        <a:buClr>
          <a:schemeClr val="accent1"/>
        </a:buClr>
        <a:buSzPct val="75000"/>
        <a:buFont typeface="Wingdings" pitchFamily="2" charset="2"/>
        <a:buChar char="§"/>
        <a:defRPr sz="1600">
          <a:solidFill>
            <a:schemeClr val="tx1"/>
          </a:solidFill>
          <a:latin typeface="+mn-lt"/>
        </a:defRPr>
      </a:lvl8pPr>
      <a:lvl9pPr marL="3509963" indent="-339725" algn="l" rtl="0" fontAlgn="base">
        <a:spcBef>
          <a:spcPct val="20000"/>
        </a:spcBef>
        <a:spcAft>
          <a:spcPct val="0"/>
        </a:spcAft>
        <a:buClr>
          <a:schemeClr val="accent1"/>
        </a:buClr>
        <a:buSzPct val="75000"/>
        <a:buFont typeface="Wingdings" pitchFamily="2" charset="2"/>
        <a:buChar char="§"/>
        <a:defRPr sz="16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74082" name="Rectangle 1026">
            <a:extLst>
              <a:ext uri="{FF2B5EF4-FFF2-40B4-BE49-F238E27FC236}">
                <a16:creationId xmlns:a16="http://schemas.microsoft.com/office/drawing/2014/main" id="{86836D00-ED4E-7446-B2C1-5E2FAE20C9E0}"/>
              </a:ext>
            </a:extLst>
          </p:cNvPr>
          <p:cNvSpPr>
            <a:spLocks noGrp="1" noChangeArrowheads="1"/>
          </p:cNvSpPr>
          <p:nvPr>
            <p:ph type="title"/>
          </p:nvPr>
        </p:nvSpPr>
        <p:spPr bwMode="auto">
          <a:xfrm>
            <a:off x="228600" y="152400"/>
            <a:ext cx="8610600" cy="106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title style</a:t>
            </a:r>
          </a:p>
        </p:txBody>
      </p:sp>
      <p:sp>
        <p:nvSpPr>
          <p:cNvPr id="174083" name="Rectangle 1027">
            <a:extLst>
              <a:ext uri="{FF2B5EF4-FFF2-40B4-BE49-F238E27FC236}">
                <a16:creationId xmlns:a16="http://schemas.microsoft.com/office/drawing/2014/main" id="{2FD858EB-A165-8141-97D5-2226233C3AD4}"/>
              </a:ext>
            </a:extLst>
          </p:cNvPr>
          <p:cNvSpPr>
            <a:spLocks noGrp="1" noChangeArrowheads="1"/>
          </p:cNvSpPr>
          <p:nvPr>
            <p:ph type="body" idx="1"/>
          </p:nvPr>
        </p:nvSpPr>
        <p:spPr bwMode="auto">
          <a:xfrm>
            <a:off x="228600" y="898525"/>
            <a:ext cx="8610600" cy="5235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100357" name="Rectangle 1029">
            <a:extLst>
              <a:ext uri="{FF2B5EF4-FFF2-40B4-BE49-F238E27FC236}">
                <a16:creationId xmlns:a16="http://schemas.microsoft.com/office/drawing/2014/main" id="{E48B0D79-436D-FB48-95D4-FC3369846220}"/>
              </a:ext>
            </a:extLst>
          </p:cNvPr>
          <p:cNvSpPr>
            <a:spLocks noGrp="1" noChangeArrowheads="1"/>
          </p:cNvSpPr>
          <p:nvPr>
            <p:ph type="ftr" sz="quarter" idx="3"/>
          </p:nvPr>
        </p:nvSpPr>
        <p:spPr bwMode="auto">
          <a:xfrm>
            <a:off x="3124200" y="6248400"/>
            <a:ext cx="28956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ctr" eaLnBrk="1" hangingPunct="1">
              <a:defRPr sz="1200">
                <a:solidFill>
                  <a:srgbClr val="000000"/>
                </a:solidFill>
                <a:latin typeface="+mj-lt"/>
                <a:ea typeface="+mn-ea"/>
                <a:cs typeface="+mn-cs"/>
              </a:defRPr>
            </a:lvl1pPr>
          </a:lstStyle>
          <a:p>
            <a:pPr>
              <a:defRPr/>
            </a:pPr>
            <a:endParaRPr lang="en-US" altLang="en-US"/>
          </a:p>
        </p:txBody>
      </p:sp>
      <p:sp>
        <p:nvSpPr>
          <p:cNvPr id="100358" name="Rectangle 1030">
            <a:extLst>
              <a:ext uri="{FF2B5EF4-FFF2-40B4-BE49-F238E27FC236}">
                <a16:creationId xmlns:a16="http://schemas.microsoft.com/office/drawing/2014/main" id="{E7CF08AB-ED2E-BF42-B037-91CF124B5F01}"/>
              </a:ext>
            </a:extLst>
          </p:cNvPr>
          <p:cNvSpPr>
            <a:spLocks noGrp="1" noChangeArrowheads="1"/>
          </p:cNvSpPr>
          <p:nvPr>
            <p:ph type="sldNum" sz="quarter" idx="4"/>
          </p:nvPr>
        </p:nvSpPr>
        <p:spPr bwMode="auto">
          <a:xfrm>
            <a:off x="6777038" y="6318250"/>
            <a:ext cx="21336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defRPr sz="1600">
                <a:solidFill>
                  <a:srgbClr val="000000"/>
                </a:solidFill>
                <a:latin typeface="Garamond" charset="0"/>
              </a:defRPr>
            </a:lvl1pPr>
          </a:lstStyle>
          <a:p>
            <a:pPr>
              <a:defRPr/>
            </a:pPr>
            <a:fld id="{8E65CC38-3E71-D246-9F7F-3BD7D1A12634}" type="slidenum">
              <a:rPr lang="en-US" altLang="en-US"/>
              <a:pPr>
                <a:defRPr/>
              </a:pPr>
              <a:t>‹#›</a:t>
            </a:fld>
            <a:endParaRPr lang="en-US" altLang="en-US"/>
          </a:p>
        </p:txBody>
      </p:sp>
      <p:sp>
        <p:nvSpPr>
          <p:cNvPr id="174086" name="Line 1032">
            <a:extLst>
              <a:ext uri="{FF2B5EF4-FFF2-40B4-BE49-F238E27FC236}">
                <a16:creationId xmlns:a16="http://schemas.microsoft.com/office/drawing/2014/main" id="{46DE66B3-A632-3246-8565-365576AD349A}"/>
              </a:ext>
            </a:extLst>
          </p:cNvPr>
          <p:cNvSpPr>
            <a:spLocks noChangeShapeType="1"/>
          </p:cNvSpPr>
          <p:nvPr/>
        </p:nvSpPr>
        <p:spPr bwMode="auto">
          <a:xfrm>
            <a:off x="228600" y="6481763"/>
            <a:ext cx="8610600" cy="0"/>
          </a:xfrm>
          <a:prstGeom prst="line">
            <a:avLst/>
          </a:prstGeom>
          <a:noFill/>
          <a:ln w="19050">
            <a:solidFill>
              <a:schemeClr val="accent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74087" name="Line 1033">
            <a:extLst>
              <a:ext uri="{FF2B5EF4-FFF2-40B4-BE49-F238E27FC236}">
                <a16:creationId xmlns:a16="http://schemas.microsoft.com/office/drawing/2014/main" id="{22EE3315-5FDC-CA4D-816E-C2D3049E1E57}"/>
              </a:ext>
            </a:extLst>
          </p:cNvPr>
          <p:cNvSpPr>
            <a:spLocks noChangeShapeType="1"/>
          </p:cNvSpPr>
          <p:nvPr userDrawn="1"/>
        </p:nvSpPr>
        <p:spPr bwMode="auto">
          <a:xfrm>
            <a:off x="228600" y="898525"/>
            <a:ext cx="8610600" cy="0"/>
          </a:xfrm>
          <a:prstGeom prst="line">
            <a:avLst/>
          </a:prstGeom>
          <a:noFill/>
          <a:ln w="19050">
            <a:solidFill>
              <a:schemeClr val="accent1"/>
            </a:solidFill>
            <a:round/>
            <a:headEnd/>
            <a:tailEnd/>
          </a:ln>
          <a:extLst>
            <a:ext uri="{909E8E84-426E-40DD-AFC4-6F175D3DCCD1}">
              <a14:hiddenFill xmlns:a14="http://schemas.microsoft.com/office/drawing/2010/main">
                <a:noFill/>
              </a14:hiddenFill>
            </a:ext>
          </a:extLst>
        </p:spPr>
        <p:txBody>
          <a:bodyPr/>
          <a:lstStyle/>
          <a:p>
            <a:endParaRPr lang="en-US"/>
          </a:p>
        </p:txBody>
      </p:sp>
    </p:spTree>
  </p:cSld>
  <p:clrMap bg1="lt1" tx1="dk1" bg2="lt2" tx2="dk2" accent1="accent1" accent2="accent2" accent3="accent3" accent4="accent4" accent5="accent5" accent6="accent6" hlink="hlink" folHlink="folHlink"/>
  <p:sldLayoutIdLst>
    <p:sldLayoutId id="2147484282" r:id="rId1"/>
    <p:sldLayoutId id="2147484283" r:id="rId2"/>
    <p:sldLayoutId id="2147484284" r:id="rId3"/>
    <p:sldLayoutId id="2147484285" r:id="rId4"/>
    <p:sldLayoutId id="2147484286" r:id="rId5"/>
    <p:sldLayoutId id="2147484287" r:id="rId6"/>
    <p:sldLayoutId id="2147484288" r:id="rId7"/>
    <p:sldLayoutId id="2147484289" r:id="rId8"/>
    <p:sldLayoutId id="2147484290" r:id="rId9"/>
    <p:sldLayoutId id="2147484291" r:id="rId10"/>
    <p:sldLayoutId id="2147484292" r:id="rId11"/>
    <p:sldLayoutId id="2147484293" r:id="rId12"/>
    <p:sldLayoutId id="2147484428" r:id="rId13"/>
    <p:sldLayoutId id="2147484429" r:id="rId14"/>
  </p:sldLayoutIdLst>
  <p:transition/>
  <p:hf hdr="0" ftr="0" dt="0"/>
  <p:txStyles>
    <p:titleStyle>
      <a:lvl1pPr algn="l" rtl="0" eaLnBrk="0" fontAlgn="base" hangingPunct="0">
        <a:spcBef>
          <a:spcPct val="0"/>
        </a:spcBef>
        <a:spcAft>
          <a:spcPct val="0"/>
        </a:spcAft>
        <a:defRPr sz="4000">
          <a:solidFill>
            <a:schemeClr val="tx2"/>
          </a:solidFill>
          <a:latin typeface="+mj-lt"/>
          <a:ea typeface="ＭＳ Ｐゴシック" charset="0"/>
          <a:cs typeface="ＭＳ Ｐゴシック" charset="0"/>
        </a:defRPr>
      </a:lvl1pPr>
      <a:lvl2pPr algn="l" rtl="0" eaLnBrk="0" fontAlgn="base" hangingPunct="0">
        <a:spcBef>
          <a:spcPct val="0"/>
        </a:spcBef>
        <a:spcAft>
          <a:spcPct val="0"/>
        </a:spcAft>
        <a:defRPr sz="4000">
          <a:solidFill>
            <a:schemeClr val="tx2"/>
          </a:solidFill>
          <a:latin typeface="Garamond" pitchFamily="18" charset="0"/>
          <a:ea typeface="ＭＳ Ｐゴシック" charset="0"/>
          <a:cs typeface="ＭＳ Ｐゴシック" charset="0"/>
        </a:defRPr>
      </a:lvl2pPr>
      <a:lvl3pPr algn="l" rtl="0" eaLnBrk="0" fontAlgn="base" hangingPunct="0">
        <a:spcBef>
          <a:spcPct val="0"/>
        </a:spcBef>
        <a:spcAft>
          <a:spcPct val="0"/>
        </a:spcAft>
        <a:defRPr sz="4000">
          <a:solidFill>
            <a:schemeClr val="tx2"/>
          </a:solidFill>
          <a:latin typeface="Garamond" pitchFamily="18" charset="0"/>
          <a:ea typeface="ＭＳ Ｐゴシック" charset="0"/>
          <a:cs typeface="ＭＳ Ｐゴシック" charset="0"/>
        </a:defRPr>
      </a:lvl3pPr>
      <a:lvl4pPr algn="l" rtl="0" eaLnBrk="0" fontAlgn="base" hangingPunct="0">
        <a:spcBef>
          <a:spcPct val="0"/>
        </a:spcBef>
        <a:spcAft>
          <a:spcPct val="0"/>
        </a:spcAft>
        <a:defRPr sz="4000">
          <a:solidFill>
            <a:schemeClr val="tx2"/>
          </a:solidFill>
          <a:latin typeface="Garamond" pitchFamily="18" charset="0"/>
          <a:ea typeface="ＭＳ Ｐゴシック" charset="0"/>
          <a:cs typeface="ＭＳ Ｐゴシック" charset="0"/>
        </a:defRPr>
      </a:lvl4pPr>
      <a:lvl5pPr algn="l" rtl="0" eaLnBrk="0" fontAlgn="base" hangingPunct="0">
        <a:spcBef>
          <a:spcPct val="0"/>
        </a:spcBef>
        <a:spcAft>
          <a:spcPct val="0"/>
        </a:spcAft>
        <a:defRPr sz="4000">
          <a:solidFill>
            <a:schemeClr val="tx2"/>
          </a:solidFill>
          <a:latin typeface="Garamond" pitchFamily="18" charset="0"/>
          <a:ea typeface="ＭＳ Ｐゴシック" charset="0"/>
          <a:cs typeface="ＭＳ Ｐゴシック" charset="0"/>
        </a:defRPr>
      </a:lvl5pPr>
      <a:lvl6pPr marL="457200" algn="l" rtl="0" fontAlgn="base">
        <a:spcBef>
          <a:spcPct val="0"/>
        </a:spcBef>
        <a:spcAft>
          <a:spcPct val="0"/>
        </a:spcAft>
        <a:defRPr sz="4000">
          <a:solidFill>
            <a:schemeClr val="tx2"/>
          </a:solidFill>
          <a:latin typeface="Garamond" pitchFamily="18" charset="0"/>
        </a:defRPr>
      </a:lvl6pPr>
      <a:lvl7pPr marL="914400" algn="l" rtl="0" fontAlgn="base">
        <a:spcBef>
          <a:spcPct val="0"/>
        </a:spcBef>
        <a:spcAft>
          <a:spcPct val="0"/>
        </a:spcAft>
        <a:defRPr sz="4000">
          <a:solidFill>
            <a:schemeClr val="tx2"/>
          </a:solidFill>
          <a:latin typeface="Garamond" pitchFamily="18" charset="0"/>
        </a:defRPr>
      </a:lvl7pPr>
      <a:lvl8pPr marL="1371600" algn="l" rtl="0" fontAlgn="base">
        <a:spcBef>
          <a:spcPct val="0"/>
        </a:spcBef>
        <a:spcAft>
          <a:spcPct val="0"/>
        </a:spcAft>
        <a:defRPr sz="4000">
          <a:solidFill>
            <a:schemeClr val="tx2"/>
          </a:solidFill>
          <a:latin typeface="Garamond" pitchFamily="18" charset="0"/>
        </a:defRPr>
      </a:lvl8pPr>
      <a:lvl9pPr marL="1828800" algn="l" rtl="0" fontAlgn="base">
        <a:spcBef>
          <a:spcPct val="0"/>
        </a:spcBef>
        <a:spcAft>
          <a:spcPct val="0"/>
        </a:spcAft>
        <a:defRPr sz="4000">
          <a:solidFill>
            <a:schemeClr val="tx2"/>
          </a:solidFill>
          <a:latin typeface="Garamond" pitchFamily="18" charset="0"/>
        </a:defRPr>
      </a:lvl9pPr>
    </p:titleStyle>
    <p:bodyStyle>
      <a:lvl1pPr marL="342900" indent="-342900" algn="l" rtl="0" eaLnBrk="0" fontAlgn="base" hangingPunct="0">
        <a:spcBef>
          <a:spcPct val="20000"/>
        </a:spcBef>
        <a:spcAft>
          <a:spcPct val="0"/>
        </a:spcAft>
        <a:buClr>
          <a:schemeClr val="accent1"/>
        </a:buClr>
        <a:buSzPct val="65000"/>
        <a:buFont typeface="Wingdings" pitchFamily="2" charset="2"/>
        <a:buChar char="n"/>
        <a:defRPr sz="2400">
          <a:solidFill>
            <a:schemeClr val="tx1"/>
          </a:solidFill>
          <a:latin typeface="+mn-lt"/>
          <a:ea typeface="ＭＳ Ｐゴシック" charset="0"/>
          <a:cs typeface="ＭＳ Ｐゴシック" charset="0"/>
        </a:defRPr>
      </a:lvl1pPr>
      <a:lvl2pPr marL="669925" indent="-325438" algn="l" rtl="0" eaLnBrk="0" fontAlgn="base" hangingPunct="0">
        <a:spcBef>
          <a:spcPct val="20000"/>
        </a:spcBef>
        <a:spcAft>
          <a:spcPct val="0"/>
        </a:spcAft>
        <a:buClr>
          <a:schemeClr val="accent2"/>
        </a:buClr>
        <a:buSzPct val="60000"/>
        <a:buFont typeface="Wingdings" pitchFamily="2" charset="2"/>
        <a:buChar char="q"/>
        <a:defRPr sz="2200">
          <a:solidFill>
            <a:schemeClr val="tx1"/>
          </a:solidFill>
          <a:latin typeface="+mn-lt"/>
          <a:ea typeface="ＭＳ Ｐゴシック" pitchFamily="-106" charset="-128"/>
        </a:defRPr>
      </a:lvl2pPr>
      <a:lvl3pPr marL="1022350" indent="-350838" algn="l" rtl="0" eaLnBrk="0" fontAlgn="base" hangingPunct="0">
        <a:spcBef>
          <a:spcPct val="20000"/>
        </a:spcBef>
        <a:spcAft>
          <a:spcPct val="0"/>
        </a:spcAft>
        <a:buClr>
          <a:schemeClr val="accent1"/>
        </a:buClr>
        <a:buSzPct val="65000"/>
        <a:buFont typeface="Wingdings" pitchFamily="2" charset="2"/>
        <a:buChar char="n"/>
        <a:defRPr sz="2000">
          <a:solidFill>
            <a:schemeClr val="tx1"/>
          </a:solidFill>
          <a:latin typeface="+mn-lt"/>
          <a:ea typeface="ＭＳ Ｐゴシック" pitchFamily="-106" charset="-128"/>
        </a:defRPr>
      </a:lvl3pPr>
      <a:lvl4pPr marL="1339850" indent="-315913" algn="l" rtl="0" eaLnBrk="0" fontAlgn="base" hangingPunct="0">
        <a:spcBef>
          <a:spcPct val="20000"/>
        </a:spcBef>
        <a:spcAft>
          <a:spcPct val="0"/>
        </a:spcAft>
        <a:buClr>
          <a:schemeClr val="accent2"/>
        </a:buClr>
        <a:buSzPct val="70000"/>
        <a:buFont typeface="Wingdings" pitchFamily="2" charset="2"/>
        <a:buChar char="q"/>
        <a:defRPr>
          <a:solidFill>
            <a:schemeClr val="tx1"/>
          </a:solidFill>
          <a:latin typeface="+mn-lt"/>
          <a:ea typeface="ＭＳ Ｐゴシック" pitchFamily="-106" charset="-128"/>
        </a:defRPr>
      </a:lvl4pPr>
      <a:lvl5pPr marL="1681163" indent="-339725" algn="l" rtl="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mn-lt"/>
          <a:ea typeface="ＭＳ Ｐゴシック" pitchFamily="-106" charset="-128"/>
        </a:defRPr>
      </a:lvl5pPr>
      <a:lvl6pPr marL="2138363" indent="-339725" algn="l" rtl="0" fontAlgn="base">
        <a:spcBef>
          <a:spcPct val="20000"/>
        </a:spcBef>
        <a:spcAft>
          <a:spcPct val="0"/>
        </a:spcAft>
        <a:buClr>
          <a:schemeClr val="accent1"/>
        </a:buClr>
        <a:buSzPct val="75000"/>
        <a:buFont typeface="Wingdings" pitchFamily="2" charset="2"/>
        <a:buChar char="§"/>
        <a:defRPr sz="1600">
          <a:solidFill>
            <a:schemeClr val="tx1"/>
          </a:solidFill>
          <a:latin typeface="+mn-lt"/>
        </a:defRPr>
      </a:lvl6pPr>
      <a:lvl7pPr marL="2595563" indent="-339725" algn="l" rtl="0" fontAlgn="base">
        <a:spcBef>
          <a:spcPct val="20000"/>
        </a:spcBef>
        <a:spcAft>
          <a:spcPct val="0"/>
        </a:spcAft>
        <a:buClr>
          <a:schemeClr val="accent1"/>
        </a:buClr>
        <a:buSzPct val="75000"/>
        <a:buFont typeface="Wingdings" pitchFamily="2" charset="2"/>
        <a:buChar char="§"/>
        <a:defRPr sz="1600">
          <a:solidFill>
            <a:schemeClr val="tx1"/>
          </a:solidFill>
          <a:latin typeface="+mn-lt"/>
        </a:defRPr>
      </a:lvl7pPr>
      <a:lvl8pPr marL="3052763" indent="-339725" algn="l" rtl="0" fontAlgn="base">
        <a:spcBef>
          <a:spcPct val="20000"/>
        </a:spcBef>
        <a:spcAft>
          <a:spcPct val="0"/>
        </a:spcAft>
        <a:buClr>
          <a:schemeClr val="accent1"/>
        </a:buClr>
        <a:buSzPct val="75000"/>
        <a:buFont typeface="Wingdings" pitchFamily="2" charset="2"/>
        <a:buChar char="§"/>
        <a:defRPr sz="1600">
          <a:solidFill>
            <a:schemeClr val="tx1"/>
          </a:solidFill>
          <a:latin typeface="+mn-lt"/>
        </a:defRPr>
      </a:lvl8pPr>
      <a:lvl9pPr marL="3509963" indent="-339725" algn="l" rtl="0" fontAlgn="base">
        <a:spcBef>
          <a:spcPct val="20000"/>
        </a:spcBef>
        <a:spcAft>
          <a:spcPct val="0"/>
        </a:spcAft>
        <a:buClr>
          <a:schemeClr val="accent1"/>
        </a:buClr>
        <a:buSzPct val="75000"/>
        <a:buFont typeface="Wingdings" pitchFamily="2" charset="2"/>
        <a:buChar char="§"/>
        <a:defRPr sz="16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8914" name="Rectangle 1026"/>
          <p:cNvSpPr>
            <a:spLocks noGrp="1" noChangeArrowheads="1"/>
          </p:cNvSpPr>
          <p:nvPr>
            <p:ph type="title"/>
          </p:nvPr>
        </p:nvSpPr>
        <p:spPr bwMode="auto">
          <a:xfrm>
            <a:off x="228600" y="152400"/>
            <a:ext cx="8610600" cy="106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91440" tIns="45720" rIns="91440" bIns="45720" numCol="1" anchor="t" anchorCtr="0" compatLnSpc="1">
            <a:prstTxWarp prst="textNoShape">
              <a:avLst/>
            </a:prstTxWarp>
          </a:bodyPr>
          <a:lstStyle/>
          <a:p>
            <a:pPr lvl="0"/>
            <a:r>
              <a:rPr lang="en-US" altLang="en-US"/>
              <a:t>Click to edit Master title style</a:t>
            </a:r>
          </a:p>
        </p:txBody>
      </p:sp>
      <p:sp>
        <p:nvSpPr>
          <p:cNvPr id="38915" name="Rectangle 1027"/>
          <p:cNvSpPr>
            <a:spLocks noGrp="1" noChangeArrowheads="1"/>
          </p:cNvSpPr>
          <p:nvPr>
            <p:ph type="body" idx="1"/>
          </p:nvPr>
        </p:nvSpPr>
        <p:spPr bwMode="auto">
          <a:xfrm>
            <a:off x="228600" y="898525"/>
            <a:ext cx="8610600" cy="5235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100357" name="Rectangle 1029"/>
          <p:cNvSpPr>
            <a:spLocks noGrp="1" noChangeArrowheads="1"/>
          </p:cNvSpPr>
          <p:nvPr>
            <p:ph type="ftr" sz="quarter" idx="3"/>
          </p:nvPr>
        </p:nvSpPr>
        <p:spPr bwMode="auto">
          <a:xfrm>
            <a:off x="3124200" y="6248400"/>
            <a:ext cx="28956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ctr">
              <a:defRPr sz="1200">
                <a:solidFill>
                  <a:srgbClr val="000000"/>
                </a:solidFill>
                <a:latin typeface="Garamond"/>
                <a:ea typeface="+mn-ea"/>
                <a:cs typeface="+mn-cs"/>
              </a:defRPr>
            </a:lvl1pPr>
          </a:lstStyle>
          <a:p>
            <a:pPr fontAlgn="base">
              <a:spcBef>
                <a:spcPct val="0"/>
              </a:spcBef>
              <a:spcAft>
                <a:spcPct val="0"/>
              </a:spcAft>
              <a:defRPr/>
            </a:pPr>
            <a:endParaRPr lang="en-US" altLang="en-US"/>
          </a:p>
        </p:txBody>
      </p:sp>
      <p:sp>
        <p:nvSpPr>
          <p:cNvPr id="100358" name="Rectangle 1030"/>
          <p:cNvSpPr>
            <a:spLocks noGrp="1" noChangeArrowheads="1"/>
          </p:cNvSpPr>
          <p:nvPr>
            <p:ph type="sldNum" sz="quarter" idx="4"/>
          </p:nvPr>
        </p:nvSpPr>
        <p:spPr bwMode="auto">
          <a:xfrm>
            <a:off x="6777038" y="6318250"/>
            <a:ext cx="21336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600">
                <a:solidFill>
                  <a:srgbClr val="000000"/>
                </a:solidFill>
                <a:latin typeface="Garamond" charset="0"/>
              </a:defRPr>
            </a:lvl1pPr>
          </a:lstStyle>
          <a:p>
            <a:pPr fontAlgn="base">
              <a:spcBef>
                <a:spcPct val="0"/>
              </a:spcBef>
              <a:spcAft>
                <a:spcPct val="0"/>
              </a:spcAft>
            </a:pPr>
            <a:fld id="{27EE9C8B-C204-4343-ACCD-1281F13431D5}" type="slidenum">
              <a:rPr lang="en-US" altLang="en-US" smtClean="0">
                <a:ea typeface="ＭＳ Ｐゴシック" charset="-128"/>
              </a:rPr>
              <a:pPr fontAlgn="base">
                <a:spcBef>
                  <a:spcPct val="0"/>
                </a:spcBef>
                <a:spcAft>
                  <a:spcPct val="0"/>
                </a:spcAft>
              </a:pPr>
              <a:t>‹#›</a:t>
            </a:fld>
            <a:endParaRPr lang="en-US" altLang="en-US">
              <a:ea typeface="ＭＳ Ｐゴシック" charset="-128"/>
            </a:endParaRPr>
          </a:p>
        </p:txBody>
      </p:sp>
      <p:sp>
        <p:nvSpPr>
          <p:cNvPr id="38918" name="Line 1032"/>
          <p:cNvSpPr>
            <a:spLocks noChangeShapeType="1"/>
          </p:cNvSpPr>
          <p:nvPr/>
        </p:nvSpPr>
        <p:spPr bwMode="auto">
          <a:xfrm>
            <a:off x="228600" y="6481763"/>
            <a:ext cx="8610600" cy="0"/>
          </a:xfrm>
          <a:prstGeom prst="line">
            <a:avLst/>
          </a:prstGeom>
          <a:noFill/>
          <a:ln w="19050">
            <a:solidFill>
              <a:schemeClr val="accent1"/>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Arial" charset="0"/>
              <a:ea typeface="ＭＳ Ｐゴシック" charset="-128"/>
            </a:endParaRPr>
          </a:p>
        </p:txBody>
      </p:sp>
      <p:sp>
        <p:nvSpPr>
          <p:cNvPr id="38919" name="Line 1033"/>
          <p:cNvSpPr>
            <a:spLocks noChangeShapeType="1"/>
          </p:cNvSpPr>
          <p:nvPr userDrawn="1"/>
        </p:nvSpPr>
        <p:spPr bwMode="auto">
          <a:xfrm>
            <a:off x="228600" y="898525"/>
            <a:ext cx="8610600" cy="0"/>
          </a:xfrm>
          <a:prstGeom prst="line">
            <a:avLst/>
          </a:prstGeom>
          <a:noFill/>
          <a:ln w="19050">
            <a:solidFill>
              <a:schemeClr val="accent1"/>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Arial" charset="0"/>
              <a:ea typeface="ＭＳ Ｐゴシック" charset="-128"/>
            </a:endParaRPr>
          </a:p>
        </p:txBody>
      </p:sp>
    </p:spTree>
    <p:extLst>
      <p:ext uri="{BB962C8B-B14F-4D97-AF65-F5344CB8AC3E}">
        <p14:creationId xmlns:p14="http://schemas.microsoft.com/office/powerpoint/2010/main" val="2878548842"/>
      </p:ext>
    </p:extLst>
  </p:cSld>
  <p:clrMap bg1="lt1" tx1="dk1" bg2="lt2" tx2="dk2" accent1="accent1" accent2="accent2" accent3="accent3" accent4="accent4" accent5="accent5" accent6="accent6" hlink="hlink" folHlink="folHlink"/>
  <p:sldLayoutIdLst>
    <p:sldLayoutId id="2147484333" r:id="rId1"/>
    <p:sldLayoutId id="2147484334" r:id="rId2"/>
    <p:sldLayoutId id="2147484335" r:id="rId3"/>
    <p:sldLayoutId id="2147484336" r:id="rId4"/>
    <p:sldLayoutId id="2147484337" r:id="rId5"/>
    <p:sldLayoutId id="2147484338" r:id="rId6"/>
    <p:sldLayoutId id="2147484339" r:id="rId7"/>
    <p:sldLayoutId id="2147484340" r:id="rId8"/>
    <p:sldLayoutId id="2147484341" r:id="rId9"/>
    <p:sldLayoutId id="2147484342" r:id="rId10"/>
    <p:sldLayoutId id="2147484343" r:id="rId11"/>
    <p:sldLayoutId id="2147484344" r:id="rId12"/>
  </p:sldLayoutIdLst>
  <p:transition/>
  <p:hf hdr="0" ftr="0" dt="0"/>
  <p:txStyles>
    <p:titleStyle>
      <a:lvl1pPr algn="l" rtl="0" eaLnBrk="0" fontAlgn="base" hangingPunct="0">
        <a:spcBef>
          <a:spcPct val="0"/>
        </a:spcBef>
        <a:spcAft>
          <a:spcPct val="0"/>
        </a:spcAft>
        <a:defRPr sz="4000">
          <a:solidFill>
            <a:schemeClr val="tx2"/>
          </a:solidFill>
          <a:latin typeface="+mj-lt"/>
          <a:ea typeface="ＭＳ Ｐゴシック" charset="0"/>
          <a:cs typeface="ＭＳ Ｐゴシック" charset="0"/>
        </a:defRPr>
      </a:lvl1pPr>
      <a:lvl2pPr algn="l" rtl="0" eaLnBrk="0" fontAlgn="base" hangingPunct="0">
        <a:spcBef>
          <a:spcPct val="0"/>
        </a:spcBef>
        <a:spcAft>
          <a:spcPct val="0"/>
        </a:spcAft>
        <a:defRPr sz="4000">
          <a:solidFill>
            <a:schemeClr val="tx2"/>
          </a:solidFill>
          <a:latin typeface="Garamond" pitchFamily="18" charset="0"/>
          <a:ea typeface="ＭＳ Ｐゴシック" charset="0"/>
          <a:cs typeface="ＭＳ Ｐゴシック" charset="0"/>
        </a:defRPr>
      </a:lvl2pPr>
      <a:lvl3pPr algn="l" rtl="0" eaLnBrk="0" fontAlgn="base" hangingPunct="0">
        <a:spcBef>
          <a:spcPct val="0"/>
        </a:spcBef>
        <a:spcAft>
          <a:spcPct val="0"/>
        </a:spcAft>
        <a:defRPr sz="4000">
          <a:solidFill>
            <a:schemeClr val="tx2"/>
          </a:solidFill>
          <a:latin typeface="Garamond" pitchFamily="18" charset="0"/>
          <a:ea typeface="ＭＳ Ｐゴシック" charset="0"/>
          <a:cs typeface="ＭＳ Ｐゴシック" charset="0"/>
        </a:defRPr>
      </a:lvl3pPr>
      <a:lvl4pPr algn="l" rtl="0" eaLnBrk="0" fontAlgn="base" hangingPunct="0">
        <a:spcBef>
          <a:spcPct val="0"/>
        </a:spcBef>
        <a:spcAft>
          <a:spcPct val="0"/>
        </a:spcAft>
        <a:defRPr sz="4000">
          <a:solidFill>
            <a:schemeClr val="tx2"/>
          </a:solidFill>
          <a:latin typeface="Garamond" pitchFamily="18" charset="0"/>
          <a:ea typeface="ＭＳ Ｐゴシック" charset="0"/>
          <a:cs typeface="ＭＳ Ｐゴシック" charset="0"/>
        </a:defRPr>
      </a:lvl4pPr>
      <a:lvl5pPr algn="l" rtl="0" eaLnBrk="0" fontAlgn="base" hangingPunct="0">
        <a:spcBef>
          <a:spcPct val="0"/>
        </a:spcBef>
        <a:spcAft>
          <a:spcPct val="0"/>
        </a:spcAft>
        <a:defRPr sz="4000">
          <a:solidFill>
            <a:schemeClr val="tx2"/>
          </a:solidFill>
          <a:latin typeface="Garamond" pitchFamily="18" charset="0"/>
          <a:ea typeface="ＭＳ Ｐゴシック" charset="0"/>
          <a:cs typeface="ＭＳ Ｐゴシック" charset="0"/>
        </a:defRPr>
      </a:lvl5pPr>
      <a:lvl6pPr marL="457200" algn="l" rtl="0" fontAlgn="base">
        <a:spcBef>
          <a:spcPct val="0"/>
        </a:spcBef>
        <a:spcAft>
          <a:spcPct val="0"/>
        </a:spcAft>
        <a:defRPr sz="4000">
          <a:solidFill>
            <a:schemeClr val="tx2"/>
          </a:solidFill>
          <a:latin typeface="Garamond" pitchFamily="18" charset="0"/>
        </a:defRPr>
      </a:lvl6pPr>
      <a:lvl7pPr marL="914400" algn="l" rtl="0" fontAlgn="base">
        <a:spcBef>
          <a:spcPct val="0"/>
        </a:spcBef>
        <a:spcAft>
          <a:spcPct val="0"/>
        </a:spcAft>
        <a:defRPr sz="4000">
          <a:solidFill>
            <a:schemeClr val="tx2"/>
          </a:solidFill>
          <a:latin typeface="Garamond" pitchFamily="18" charset="0"/>
        </a:defRPr>
      </a:lvl7pPr>
      <a:lvl8pPr marL="1371600" algn="l" rtl="0" fontAlgn="base">
        <a:spcBef>
          <a:spcPct val="0"/>
        </a:spcBef>
        <a:spcAft>
          <a:spcPct val="0"/>
        </a:spcAft>
        <a:defRPr sz="4000">
          <a:solidFill>
            <a:schemeClr val="tx2"/>
          </a:solidFill>
          <a:latin typeface="Garamond" pitchFamily="18" charset="0"/>
        </a:defRPr>
      </a:lvl8pPr>
      <a:lvl9pPr marL="1828800" algn="l" rtl="0" fontAlgn="base">
        <a:spcBef>
          <a:spcPct val="0"/>
        </a:spcBef>
        <a:spcAft>
          <a:spcPct val="0"/>
        </a:spcAft>
        <a:defRPr sz="4000">
          <a:solidFill>
            <a:schemeClr val="tx2"/>
          </a:solidFill>
          <a:latin typeface="Garamond" pitchFamily="18" charset="0"/>
        </a:defRPr>
      </a:lvl9pPr>
    </p:titleStyle>
    <p:bodyStyle>
      <a:lvl1pPr marL="342900" indent="-342900" algn="l" rtl="0" eaLnBrk="0" fontAlgn="base" hangingPunct="0">
        <a:spcBef>
          <a:spcPct val="20000"/>
        </a:spcBef>
        <a:spcAft>
          <a:spcPct val="0"/>
        </a:spcAft>
        <a:buClr>
          <a:schemeClr val="accent1"/>
        </a:buClr>
        <a:buSzPct val="65000"/>
        <a:buFont typeface="Wingdings" charset="2"/>
        <a:buChar char="n"/>
        <a:defRPr sz="2400">
          <a:solidFill>
            <a:schemeClr val="tx1"/>
          </a:solidFill>
          <a:latin typeface="+mn-lt"/>
          <a:ea typeface="ＭＳ Ｐゴシック" charset="0"/>
          <a:cs typeface="ＭＳ Ｐゴシック" charset="0"/>
        </a:defRPr>
      </a:lvl1pPr>
      <a:lvl2pPr marL="669925" indent="-325438" algn="l" rtl="0" eaLnBrk="0" fontAlgn="base" hangingPunct="0">
        <a:spcBef>
          <a:spcPct val="20000"/>
        </a:spcBef>
        <a:spcAft>
          <a:spcPct val="0"/>
        </a:spcAft>
        <a:buClr>
          <a:schemeClr val="accent2"/>
        </a:buClr>
        <a:buSzPct val="60000"/>
        <a:buFont typeface="Wingdings" charset="2"/>
        <a:buChar char="q"/>
        <a:defRPr sz="2200">
          <a:solidFill>
            <a:schemeClr val="tx1"/>
          </a:solidFill>
          <a:latin typeface="+mn-lt"/>
          <a:ea typeface="ＭＳ Ｐゴシック" pitchFamily="-106" charset="-128"/>
        </a:defRPr>
      </a:lvl2pPr>
      <a:lvl3pPr marL="1022350" indent="-350838" algn="l" rtl="0" eaLnBrk="0" fontAlgn="base" hangingPunct="0">
        <a:spcBef>
          <a:spcPct val="20000"/>
        </a:spcBef>
        <a:spcAft>
          <a:spcPct val="0"/>
        </a:spcAft>
        <a:buClr>
          <a:schemeClr val="accent1"/>
        </a:buClr>
        <a:buSzPct val="65000"/>
        <a:buFont typeface="Wingdings" charset="2"/>
        <a:buChar char="n"/>
        <a:defRPr sz="2000">
          <a:solidFill>
            <a:schemeClr val="tx1"/>
          </a:solidFill>
          <a:latin typeface="+mn-lt"/>
          <a:ea typeface="ＭＳ Ｐゴシック" pitchFamily="-106" charset="-128"/>
        </a:defRPr>
      </a:lvl3pPr>
      <a:lvl4pPr marL="1339850" indent="-315913" algn="l" rtl="0" eaLnBrk="0" fontAlgn="base" hangingPunct="0">
        <a:spcBef>
          <a:spcPct val="20000"/>
        </a:spcBef>
        <a:spcAft>
          <a:spcPct val="0"/>
        </a:spcAft>
        <a:buClr>
          <a:schemeClr val="accent2"/>
        </a:buClr>
        <a:buSzPct val="70000"/>
        <a:buFont typeface="Wingdings" charset="2"/>
        <a:buChar char="q"/>
        <a:defRPr>
          <a:solidFill>
            <a:schemeClr val="tx1"/>
          </a:solidFill>
          <a:latin typeface="+mn-lt"/>
          <a:ea typeface="ＭＳ Ｐゴシック" pitchFamily="-106" charset="-128"/>
        </a:defRPr>
      </a:lvl4pPr>
      <a:lvl5pPr marL="1681163" indent="-339725" algn="l" rtl="0" eaLnBrk="0" fontAlgn="base" hangingPunct="0">
        <a:spcBef>
          <a:spcPct val="20000"/>
        </a:spcBef>
        <a:spcAft>
          <a:spcPct val="0"/>
        </a:spcAft>
        <a:buClr>
          <a:schemeClr val="accent1"/>
        </a:buClr>
        <a:buSzPct val="75000"/>
        <a:buFont typeface="Wingdings" charset="2"/>
        <a:buChar char="§"/>
        <a:defRPr sz="1600">
          <a:solidFill>
            <a:schemeClr val="tx1"/>
          </a:solidFill>
          <a:latin typeface="+mn-lt"/>
          <a:ea typeface="ＭＳ Ｐゴシック" pitchFamily="-106" charset="-128"/>
        </a:defRPr>
      </a:lvl5pPr>
      <a:lvl6pPr marL="2138363" indent="-339725" algn="l" rtl="0" fontAlgn="base">
        <a:spcBef>
          <a:spcPct val="20000"/>
        </a:spcBef>
        <a:spcAft>
          <a:spcPct val="0"/>
        </a:spcAft>
        <a:buClr>
          <a:schemeClr val="accent1"/>
        </a:buClr>
        <a:buSzPct val="75000"/>
        <a:buFont typeface="Wingdings" pitchFamily="2" charset="2"/>
        <a:buChar char="§"/>
        <a:defRPr sz="1600">
          <a:solidFill>
            <a:schemeClr val="tx1"/>
          </a:solidFill>
          <a:latin typeface="+mn-lt"/>
        </a:defRPr>
      </a:lvl6pPr>
      <a:lvl7pPr marL="2595563" indent="-339725" algn="l" rtl="0" fontAlgn="base">
        <a:spcBef>
          <a:spcPct val="20000"/>
        </a:spcBef>
        <a:spcAft>
          <a:spcPct val="0"/>
        </a:spcAft>
        <a:buClr>
          <a:schemeClr val="accent1"/>
        </a:buClr>
        <a:buSzPct val="75000"/>
        <a:buFont typeface="Wingdings" pitchFamily="2" charset="2"/>
        <a:buChar char="§"/>
        <a:defRPr sz="1600">
          <a:solidFill>
            <a:schemeClr val="tx1"/>
          </a:solidFill>
          <a:latin typeface="+mn-lt"/>
        </a:defRPr>
      </a:lvl7pPr>
      <a:lvl8pPr marL="3052763" indent="-339725" algn="l" rtl="0" fontAlgn="base">
        <a:spcBef>
          <a:spcPct val="20000"/>
        </a:spcBef>
        <a:spcAft>
          <a:spcPct val="0"/>
        </a:spcAft>
        <a:buClr>
          <a:schemeClr val="accent1"/>
        </a:buClr>
        <a:buSzPct val="75000"/>
        <a:buFont typeface="Wingdings" pitchFamily="2" charset="2"/>
        <a:buChar char="§"/>
        <a:defRPr sz="1600">
          <a:solidFill>
            <a:schemeClr val="tx1"/>
          </a:solidFill>
          <a:latin typeface="+mn-lt"/>
        </a:defRPr>
      </a:lvl8pPr>
      <a:lvl9pPr marL="3509963" indent="-339725" algn="l" rtl="0" fontAlgn="base">
        <a:spcBef>
          <a:spcPct val="20000"/>
        </a:spcBef>
        <a:spcAft>
          <a:spcPct val="0"/>
        </a:spcAft>
        <a:buClr>
          <a:schemeClr val="accent1"/>
        </a:buClr>
        <a:buSzPct val="75000"/>
        <a:buFont typeface="Wingdings" pitchFamily="2" charset="2"/>
        <a:buChar char="§"/>
        <a:defRPr sz="16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2226" name="Rectangle 1026"/>
          <p:cNvSpPr>
            <a:spLocks noGrp="1" noChangeArrowheads="1"/>
          </p:cNvSpPr>
          <p:nvPr>
            <p:ph type="title"/>
          </p:nvPr>
        </p:nvSpPr>
        <p:spPr bwMode="auto">
          <a:xfrm>
            <a:off x="228600" y="152400"/>
            <a:ext cx="8610600" cy="106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91440" tIns="45720" rIns="91440" bIns="45720" numCol="1" anchor="t" anchorCtr="0" compatLnSpc="1">
            <a:prstTxWarp prst="textNoShape">
              <a:avLst/>
            </a:prstTxWarp>
          </a:bodyPr>
          <a:lstStyle/>
          <a:p>
            <a:pPr lvl="0"/>
            <a:r>
              <a:rPr lang="en-US" altLang="en-US"/>
              <a:t>Click to edit Master title style</a:t>
            </a:r>
          </a:p>
        </p:txBody>
      </p:sp>
      <p:sp>
        <p:nvSpPr>
          <p:cNvPr id="52227" name="Rectangle 1027"/>
          <p:cNvSpPr>
            <a:spLocks noGrp="1" noChangeArrowheads="1"/>
          </p:cNvSpPr>
          <p:nvPr>
            <p:ph type="body" idx="1"/>
          </p:nvPr>
        </p:nvSpPr>
        <p:spPr bwMode="auto">
          <a:xfrm>
            <a:off x="228600" y="898525"/>
            <a:ext cx="8610600" cy="5235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100357" name="Rectangle 1029"/>
          <p:cNvSpPr>
            <a:spLocks noGrp="1" noChangeArrowheads="1"/>
          </p:cNvSpPr>
          <p:nvPr>
            <p:ph type="ftr" sz="quarter" idx="3"/>
          </p:nvPr>
        </p:nvSpPr>
        <p:spPr bwMode="auto">
          <a:xfrm>
            <a:off x="3124200" y="6248400"/>
            <a:ext cx="28956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ctr">
              <a:defRPr sz="1200">
                <a:solidFill>
                  <a:srgbClr val="000000"/>
                </a:solidFill>
                <a:latin typeface="Garamond"/>
                <a:ea typeface="+mn-ea"/>
                <a:cs typeface="+mn-cs"/>
              </a:defRPr>
            </a:lvl1pPr>
          </a:lstStyle>
          <a:p>
            <a:pPr fontAlgn="base">
              <a:spcBef>
                <a:spcPct val="0"/>
              </a:spcBef>
              <a:spcAft>
                <a:spcPct val="0"/>
              </a:spcAft>
              <a:defRPr/>
            </a:pPr>
            <a:endParaRPr lang="en-US" altLang="en-US"/>
          </a:p>
        </p:txBody>
      </p:sp>
      <p:sp>
        <p:nvSpPr>
          <p:cNvPr id="100358" name="Rectangle 1030"/>
          <p:cNvSpPr>
            <a:spLocks noGrp="1" noChangeArrowheads="1"/>
          </p:cNvSpPr>
          <p:nvPr>
            <p:ph type="sldNum" sz="quarter" idx="4"/>
          </p:nvPr>
        </p:nvSpPr>
        <p:spPr bwMode="auto">
          <a:xfrm>
            <a:off x="6777038" y="6318250"/>
            <a:ext cx="21336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600">
                <a:solidFill>
                  <a:srgbClr val="000000"/>
                </a:solidFill>
                <a:latin typeface="Garamond" charset="0"/>
              </a:defRPr>
            </a:lvl1pPr>
          </a:lstStyle>
          <a:p>
            <a:pPr fontAlgn="base">
              <a:spcBef>
                <a:spcPct val="0"/>
              </a:spcBef>
              <a:spcAft>
                <a:spcPct val="0"/>
              </a:spcAft>
            </a:pPr>
            <a:fld id="{9A731672-D220-A84B-AA98-123E7EE64BEB}" type="slidenum">
              <a:rPr lang="en-US" altLang="en-US" smtClean="0">
                <a:ea typeface="ＭＳ Ｐゴシック" charset="-128"/>
              </a:rPr>
              <a:pPr fontAlgn="base">
                <a:spcBef>
                  <a:spcPct val="0"/>
                </a:spcBef>
                <a:spcAft>
                  <a:spcPct val="0"/>
                </a:spcAft>
              </a:pPr>
              <a:t>‹#›</a:t>
            </a:fld>
            <a:endParaRPr lang="en-US" altLang="en-US">
              <a:ea typeface="ＭＳ Ｐゴシック" charset="-128"/>
            </a:endParaRPr>
          </a:p>
        </p:txBody>
      </p:sp>
      <p:sp>
        <p:nvSpPr>
          <p:cNvPr id="52230" name="Line 1032"/>
          <p:cNvSpPr>
            <a:spLocks noChangeShapeType="1"/>
          </p:cNvSpPr>
          <p:nvPr/>
        </p:nvSpPr>
        <p:spPr bwMode="auto">
          <a:xfrm>
            <a:off x="228600" y="6481763"/>
            <a:ext cx="8610600" cy="0"/>
          </a:xfrm>
          <a:prstGeom prst="line">
            <a:avLst/>
          </a:prstGeom>
          <a:noFill/>
          <a:ln w="19050">
            <a:solidFill>
              <a:schemeClr val="accent1"/>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Arial" charset="0"/>
              <a:ea typeface="ＭＳ Ｐゴシック" charset="-128"/>
            </a:endParaRPr>
          </a:p>
        </p:txBody>
      </p:sp>
      <p:sp>
        <p:nvSpPr>
          <p:cNvPr id="52231" name="Line 1033"/>
          <p:cNvSpPr>
            <a:spLocks noChangeShapeType="1"/>
          </p:cNvSpPr>
          <p:nvPr/>
        </p:nvSpPr>
        <p:spPr bwMode="auto">
          <a:xfrm>
            <a:off x="228600" y="898525"/>
            <a:ext cx="8610600" cy="0"/>
          </a:xfrm>
          <a:prstGeom prst="line">
            <a:avLst/>
          </a:prstGeom>
          <a:noFill/>
          <a:ln w="19050">
            <a:solidFill>
              <a:schemeClr val="accent1"/>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Arial" charset="0"/>
              <a:ea typeface="ＭＳ Ｐゴシック" charset="-128"/>
            </a:endParaRPr>
          </a:p>
        </p:txBody>
      </p:sp>
    </p:spTree>
    <p:extLst>
      <p:ext uri="{BB962C8B-B14F-4D97-AF65-F5344CB8AC3E}">
        <p14:creationId xmlns:p14="http://schemas.microsoft.com/office/powerpoint/2010/main" val="412501766"/>
      </p:ext>
    </p:extLst>
  </p:cSld>
  <p:clrMap bg1="lt1" tx1="dk1" bg2="lt2" tx2="dk2" accent1="accent1" accent2="accent2" accent3="accent3" accent4="accent4" accent5="accent5" accent6="accent6" hlink="hlink" folHlink="folHlink"/>
  <p:sldLayoutIdLst>
    <p:sldLayoutId id="2147484346" r:id="rId1"/>
    <p:sldLayoutId id="2147484347" r:id="rId2"/>
  </p:sldLayoutIdLst>
  <p:transition/>
  <p:hf hdr="0" ftr="0" dt="0"/>
  <p:txStyles>
    <p:titleStyle>
      <a:lvl1pPr algn="l" rtl="0" eaLnBrk="0" fontAlgn="base" hangingPunct="0">
        <a:spcBef>
          <a:spcPct val="0"/>
        </a:spcBef>
        <a:spcAft>
          <a:spcPct val="0"/>
        </a:spcAft>
        <a:defRPr sz="4000">
          <a:solidFill>
            <a:schemeClr val="tx2"/>
          </a:solidFill>
          <a:latin typeface="+mj-lt"/>
          <a:ea typeface="ＭＳ Ｐゴシック" pitchFamily="-107" charset="-128"/>
          <a:cs typeface="ＭＳ Ｐゴシック" pitchFamily="-107" charset="-128"/>
        </a:defRPr>
      </a:lvl1pPr>
      <a:lvl2pPr algn="l" rtl="0" eaLnBrk="0" fontAlgn="base" hangingPunct="0">
        <a:spcBef>
          <a:spcPct val="0"/>
        </a:spcBef>
        <a:spcAft>
          <a:spcPct val="0"/>
        </a:spcAft>
        <a:defRPr sz="4000">
          <a:solidFill>
            <a:schemeClr val="tx2"/>
          </a:solidFill>
          <a:latin typeface="Garamond" pitchFamily="18" charset="0"/>
          <a:ea typeface="ＭＳ Ｐゴシック" pitchFamily="-107" charset="-128"/>
          <a:cs typeface="ＭＳ Ｐゴシック" pitchFamily="-107" charset="-128"/>
        </a:defRPr>
      </a:lvl2pPr>
      <a:lvl3pPr algn="l" rtl="0" eaLnBrk="0" fontAlgn="base" hangingPunct="0">
        <a:spcBef>
          <a:spcPct val="0"/>
        </a:spcBef>
        <a:spcAft>
          <a:spcPct val="0"/>
        </a:spcAft>
        <a:defRPr sz="4000">
          <a:solidFill>
            <a:schemeClr val="tx2"/>
          </a:solidFill>
          <a:latin typeface="Garamond" pitchFamily="18" charset="0"/>
          <a:ea typeface="ＭＳ Ｐゴシック" pitchFamily="-107" charset="-128"/>
          <a:cs typeface="ＭＳ Ｐゴシック" pitchFamily="-107" charset="-128"/>
        </a:defRPr>
      </a:lvl3pPr>
      <a:lvl4pPr algn="l" rtl="0" eaLnBrk="0" fontAlgn="base" hangingPunct="0">
        <a:spcBef>
          <a:spcPct val="0"/>
        </a:spcBef>
        <a:spcAft>
          <a:spcPct val="0"/>
        </a:spcAft>
        <a:defRPr sz="4000">
          <a:solidFill>
            <a:schemeClr val="tx2"/>
          </a:solidFill>
          <a:latin typeface="Garamond" pitchFamily="18" charset="0"/>
          <a:ea typeface="ＭＳ Ｐゴシック" pitchFamily="-107" charset="-128"/>
          <a:cs typeface="ＭＳ Ｐゴシック" pitchFamily="-107" charset="-128"/>
        </a:defRPr>
      </a:lvl4pPr>
      <a:lvl5pPr algn="l" rtl="0" eaLnBrk="0" fontAlgn="base" hangingPunct="0">
        <a:spcBef>
          <a:spcPct val="0"/>
        </a:spcBef>
        <a:spcAft>
          <a:spcPct val="0"/>
        </a:spcAft>
        <a:defRPr sz="4000">
          <a:solidFill>
            <a:schemeClr val="tx2"/>
          </a:solidFill>
          <a:latin typeface="Garamond" pitchFamily="18" charset="0"/>
          <a:ea typeface="ＭＳ Ｐゴシック" pitchFamily="-107" charset="-128"/>
          <a:cs typeface="ＭＳ Ｐゴシック" pitchFamily="-107" charset="-128"/>
        </a:defRPr>
      </a:lvl5pPr>
      <a:lvl6pPr marL="457200" algn="l" rtl="0" fontAlgn="base">
        <a:spcBef>
          <a:spcPct val="0"/>
        </a:spcBef>
        <a:spcAft>
          <a:spcPct val="0"/>
        </a:spcAft>
        <a:defRPr sz="4000">
          <a:solidFill>
            <a:schemeClr val="tx2"/>
          </a:solidFill>
          <a:latin typeface="Garamond" pitchFamily="18" charset="0"/>
        </a:defRPr>
      </a:lvl6pPr>
      <a:lvl7pPr marL="914400" algn="l" rtl="0" fontAlgn="base">
        <a:spcBef>
          <a:spcPct val="0"/>
        </a:spcBef>
        <a:spcAft>
          <a:spcPct val="0"/>
        </a:spcAft>
        <a:defRPr sz="4000">
          <a:solidFill>
            <a:schemeClr val="tx2"/>
          </a:solidFill>
          <a:latin typeface="Garamond" pitchFamily="18" charset="0"/>
        </a:defRPr>
      </a:lvl7pPr>
      <a:lvl8pPr marL="1371600" algn="l" rtl="0" fontAlgn="base">
        <a:spcBef>
          <a:spcPct val="0"/>
        </a:spcBef>
        <a:spcAft>
          <a:spcPct val="0"/>
        </a:spcAft>
        <a:defRPr sz="4000">
          <a:solidFill>
            <a:schemeClr val="tx2"/>
          </a:solidFill>
          <a:latin typeface="Garamond" pitchFamily="18" charset="0"/>
        </a:defRPr>
      </a:lvl8pPr>
      <a:lvl9pPr marL="1828800" algn="l" rtl="0" fontAlgn="base">
        <a:spcBef>
          <a:spcPct val="0"/>
        </a:spcBef>
        <a:spcAft>
          <a:spcPct val="0"/>
        </a:spcAft>
        <a:defRPr sz="4000">
          <a:solidFill>
            <a:schemeClr val="tx2"/>
          </a:solidFill>
          <a:latin typeface="Garamond" pitchFamily="18" charset="0"/>
        </a:defRPr>
      </a:lvl9pPr>
    </p:titleStyle>
    <p:bodyStyle>
      <a:lvl1pPr marL="342900" indent="-342900" algn="l" rtl="0" eaLnBrk="0" fontAlgn="base" hangingPunct="0">
        <a:spcBef>
          <a:spcPct val="20000"/>
        </a:spcBef>
        <a:spcAft>
          <a:spcPct val="0"/>
        </a:spcAft>
        <a:buClr>
          <a:schemeClr val="accent1"/>
        </a:buClr>
        <a:buSzPct val="65000"/>
        <a:buFont typeface="Wingdings" charset="2"/>
        <a:buChar char="n"/>
        <a:defRPr sz="2400">
          <a:solidFill>
            <a:schemeClr val="tx1"/>
          </a:solidFill>
          <a:latin typeface="+mn-lt"/>
          <a:ea typeface="ＭＳ Ｐゴシック" pitchFamily="-107" charset="-128"/>
          <a:cs typeface="ＭＳ Ｐゴシック" pitchFamily="-107" charset="-128"/>
        </a:defRPr>
      </a:lvl1pPr>
      <a:lvl2pPr marL="669925" indent="-325438" algn="l" rtl="0" eaLnBrk="0" fontAlgn="base" hangingPunct="0">
        <a:spcBef>
          <a:spcPct val="20000"/>
        </a:spcBef>
        <a:spcAft>
          <a:spcPct val="0"/>
        </a:spcAft>
        <a:buClr>
          <a:schemeClr val="accent2"/>
        </a:buClr>
        <a:buSzPct val="60000"/>
        <a:buFont typeface="Wingdings" charset="2"/>
        <a:buChar char="q"/>
        <a:defRPr sz="2200">
          <a:solidFill>
            <a:schemeClr val="tx1"/>
          </a:solidFill>
          <a:latin typeface="+mn-lt"/>
          <a:ea typeface="ＭＳ Ｐゴシック" pitchFamily="-107" charset="-128"/>
        </a:defRPr>
      </a:lvl2pPr>
      <a:lvl3pPr marL="1022350" indent="-350838" algn="l" rtl="0" eaLnBrk="0" fontAlgn="base" hangingPunct="0">
        <a:spcBef>
          <a:spcPct val="20000"/>
        </a:spcBef>
        <a:spcAft>
          <a:spcPct val="0"/>
        </a:spcAft>
        <a:buClr>
          <a:schemeClr val="accent1"/>
        </a:buClr>
        <a:buSzPct val="65000"/>
        <a:buFont typeface="Wingdings" charset="2"/>
        <a:buChar char="n"/>
        <a:defRPr sz="2000">
          <a:solidFill>
            <a:schemeClr val="tx1"/>
          </a:solidFill>
          <a:latin typeface="+mn-lt"/>
          <a:ea typeface="ＭＳ Ｐゴシック" pitchFamily="-107" charset="-128"/>
        </a:defRPr>
      </a:lvl3pPr>
      <a:lvl4pPr marL="1339850" indent="-315913" algn="l" rtl="0" eaLnBrk="0" fontAlgn="base" hangingPunct="0">
        <a:spcBef>
          <a:spcPct val="20000"/>
        </a:spcBef>
        <a:spcAft>
          <a:spcPct val="0"/>
        </a:spcAft>
        <a:buClr>
          <a:schemeClr val="accent2"/>
        </a:buClr>
        <a:buSzPct val="70000"/>
        <a:buFont typeface="Wingdings" charset="2"/>
        <a:buChar char="q"/>
        <a:defRPr>
          <a:solidFill>
            <a:schemeClr val="tx1"/>
          </a:solidFill>
          <a:latin typeface="+mn-lt"/>
          <a:ea typeface="ＭＳ Ｐゴシック" pitchFamily="-107" charset="-128"/>
        </a:defRPr>
      </a:lvl4pPr>
      <a:lvl5pPr marL="1681163" indent="-339725" algn="l" rtl="0" eaLnBrk="0" fontAlgn="base" hangingPunct="0">
        <a:spcBef>
          <a:spcPct val="20000"/>
        </a:spcBef>
        <a:spcAft>
          <a:spcPct val="0"/>
        </a:spcAft>
        <a:buClr>
          <a:schemeClr val="accent1"/>
        </a:buClr>
        <a:buSzPct val="75000"/>
        <a:buFont typeface="Wingdings" charset="2"/>
        <a:buChar char="§"/>
        <a:defRPr sz="1600">
          <a:solidFill>
            <a:schemeClr val="tx1"/>
          </a:solidFill>
          <a:latin typeface="+mn-lt"/>
          <a:ea typeface="ＭＳ Ｐゴシック" pitchFamily="-107" charset="-128"/>
        </a:defRPr>
      </a:lvl5pPr>
      <a:lvl6pPr marL="2138363" indent="-339725" algn="l" rtl="0" fontAlgn="base">
        <a:spcBef>
          <a:spcPct val="20000"/>
        </a:spcBef>
        <a:spcAft>
          <a:spcPct val="0"/>
        </a:spcAft>
        <a:buClr>
          <a:schemeClr val="accent1"/>
        </a:buClr>
        <a:buSzPct val="75000"/>
        <a:buFont typeface="Wingdings" pitchFamily="2" charset="2"/>
        <a:buChar char="§"/>
        <a:defRPr sz="1600">
          <a:solidFill>
            <a:schemeClr val="tx1"/>
          </a:solidFill>
          <a:latin typeface="+mn-lt"/>
        </a:defRPr>
      </a:lvl6pPr>
      <a:lvl7pPr marL="2595563" indent="-339725" algn="l" rtl="0" fontAlgn="base">
        <a:spcBef>
          <a:spcPct val="20000"/>
        </a:spcBef>
        <a:spcAft>
          <a:spcPct val="0"/>
        </a:spcAft>
        <a:buClr>
          <a:schemeClr val="accent1"/>
        </a:buClr>
        <a:buSzPct val="75000"/>
        <a:buFont typeface="Wingdings" pitchFamily="2" charset="2"/>
        <a:buChar char="§"/>
        <a:defRPr sz="1600">
          <a:solidFill>
            <a:schemeClr val="tx1"/>
          </a:solidFill>
          <a:latin typeface="+mn-lt"/>
        </a:defRPr>
      </a:lvl7pPr>
      <a:lvl8pPr marL="3052763" indent="-339725" algn="l" rtl="0" fontAlgn="base">
        <a:spcBef>
          <a:spcPct val="20000"/>
        </a:spcBef>
        <a:spcAft>
          <a:spcPct val="0"/>
        </a:spcAft>
        <a:buClr>
          <a:schemeClr val="accent1"/>
        </a:buClr>
        <a:buSzPct val="75000"/>
        <a:buFont typeface="Wingdings" pitchFamily="2" charset="2"/>
        <a:buChar char="§"/>
        <a:defRPr sz="1600">
          <a:solidFill>
            <a:schemeClr val="tx1"/>
          </a:solidFill>
          <a:latin typeface="+mn-lt"/>
        </a:defRPr>
      </a:lvl8pPr>
      <a:lvl9pPr marL="3509963" indent="-339725" algn="l" rtl="0" fontAlgn="base">
        <a:spcBef>
          <a:spcPct val="20000"/>
        </a:spcBef>
        <a:spcAft>
          <a:spcPct val="0"/>
        </a:spcAft>
        <a:buClr>
          <a:schemeClr val="accent1"/>
        </a:buClr>
        <a:buSzPct val="75000"/>
        <a:buFont typeface="Wingdings" pitchFamily="2" charset="2"/>
        <a:buChar char="§"/>
        <a:defRPr sz="16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5122" name="Rectangle 1026"/>
          <p:cNvSpPr>
            <a:spLocks noGrp="1" noChangeArrowheads="1"/>
          </p:cNvSpPr>
          <p:nvPr>
            <p:ph type="title"/>
          </p:nvPr>
        </p:nvSpPr>
        <p:spPr bwMode="auto">
          <a:xfrm>
            <a:off x="228600" y="152400"/>
            <a:ext cx="8610600" cy="10668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ltLang="en-US"/>
              <a:t>Click to edit Master title style</a:t>
            </a:r>
          </a:p>
        </p:txBody>
      </p:sp>
      <p:sp>
        <p:nvSpPr>
          <p:cNvPr id="5123" name="Rectangle 1027"/>
          <p:cNvSpPr>
            <a:spLocks noGrp="1" noChangeArrowheads="1"/>
          </p:cNvSpPr>
          <p:nvPr>
            <p:ph type="body" idx="1"/>
          </p:nvPr>
        </p:nvSpPr>
        <p:spPr bwMode="auto">
          <a:xfrm>
            <a:off x="228600" y="1371600"/>
            <a:ext cx="8610600" cy="48768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100357" name="Rectangle 1029"/>
          <p:cNvSpPr>
            <a:spLocks noGrp="1" noChangeArrowheads="1"/>
          </p:cNvSpPr>
          <p:nvPr>
            <p:ph type="ftr" sz="quarter" idx="3"/>
          </p:nvPr>
        </p:nvSpPr>
        <p:spPr bwMode="auto">
          <a:xfrm>
            <a:off x="3124200" y="6248400"/>
            <a:ext cx="28956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ctr">
              <a:defRPr sz="1200">
                <a:latin typeface="Garamond" pitchFamily="18" charset="0"/>
              </a:defRPr>
            </a:lvl1pPr>
          </a:lstStyle>
          <a:p>
            <a:endParaRPr lang="en-US" altLang="en-US"/>
          </a:p>
        </p:txBody>
      </p:sp>
      <p:sp>
        <p:nvSpPr>
          <p:cNvPr id="100358" name="Rectangle 1030"/>
          <p:cNvSpPr>
            <a:spLocks noGrp="1" noChangeArrowheads="1"/>
          </p:cNvSpPr>
          <p:nvPr>
            <p:ph type="sldNum" sz="quarter" idx="4"/>
          </p:nvPr>
        </p:nvSpPr>
        <p:spPr bwMode="auto">
          <a:xfrm>
            <a:off x="6553200" y="6243638"/>
            <a:ext cx="21336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600">
                <a:latin typeface="Garamond" pitchFamily="18" charset="0"/>
              </a:defRPr>
            </a:lvl1pPr>
          </a:lstStyle>
          <a:p>
            <a:fld id="{6F400BD0-49BF-48FC-8114-37C1D4F5AB3D}" type="slidenum">
              <a:rPr lang="en-US" altLang="en-US"/>
              <a:pPr/>
              <a:t>‹#›</a:t>
            </a:fld>
            <a:endParaRPr lang="en-US" altLang="en-US"/>
          </a:p>
        </p:txBody>
      </p:sp>
      <p:sp>
        <p:nvSpPr>
          <p:cNvPr id="100360" name="Line 1032"/>
          <p:cNvSpPr>
            <a:spLocks noChangeShapeType="1"/>
          </p:cNvSpPr>
          <p:nvPr/>
        </p:nvSpPr>
        <p:spPr bwMode="auto">
          <a:xfrm>
            <a:off x="228600" y="6381328"/>
            <a:ext cx="8610600" cy="0"/>
          </a:xfrm>
          <a:prstGeom prst="line">
            <a:avLst/>
          </a:prstGeom>
          <a:noFill/>
          <a:ln w="19050">
            <a:solidFill>
              <a:schemeClr val="accent1"/>
            </a:solidFill>
            <a:round/>
            <a:headEnd/>
            <a:tailEnd/>
          </a:ln>
          <a:effectLst/>
        </p:spPr>
        <p:txBody>
          <a:bodyPr/>
          <a:lstStyle/>
          <a:p>
            <a:pPr>
              <a:defRPr/>
            </a:pPr>
            <a:endParaRPr lang="en-US"/>
          </a:p>
        </p:txBody>
      </p:sp>
      <p:sp>
        <p:nvSpPr>
          <p:cNvPr id="100361" name="Line 1033"/>
          <p:cNvSpPr>
            <a:spLocks noChangeShapeType="1"/>
          </p:cNvSpPr>
          <p:nvPr/>
        </p:nvSpPr>
        <p:spPr bwMode="auto">
          <a:xfrm>
            <a:off x="228600" y="914400"/>
            <a:ext cx="8610600" cy="0"/>
          </a:xfrm>
          <a:prstGeom prst="line">
            <a:avLst/>
          </a:prstGeom>
          <a:noFill/>
          <a:ln w="19050">
            <a:solidFill>
              <a:schemeClr val="accent1"/>
            </a:solidFill>
            <a:round/>
            <a:headEnd/>
            <a:tailEnd/>
          </a:ln>
          <a:effectLst/>
        </p:spPr>
        <p:txBody>
          <a:bodyPr/>
          <a:lstStyle/>
          <a:p>
            <a:pPr>
              <a:defRPr/>
            </a:pPr>
            <a:endParaRPr lang="en-US"/>
          </a:p>
        </p:txBody>
      </p:sp>
      <p:pic>
        <p:nvPicPr>
          <p:cNvPr id="8" name="Picture 7" descr="safari.png"/>
          <p:cNvPicPr>
            <a:picLocks noChangeAspect="1"/>
          </p:cNvPicPr>
          <p:nvPr userDrawn="1"/>
        </p:nvPicPr>
        <p:blipFill>
          <a:blip r:embed="rId13" cstate="print"/>
          <a:stretch>
            <a:fillRect/>
          </a:stretch>
        </p:blipFill>
        <p:spPr>
          <a:xfrm>
            <a:off x="179512" y="6453336"/>
            <a:ext cx="1080120" cy="312522"/>
          </a:xfrm>
          <a:prstGeom prst="rect">
            <a:avLst/>
          </a:prstGeom>
        </p:spPr>
      </p:pic>
    </p:spTree>
    <p:extLst>
      <p:ext uri="{BB962C8B-B14F-4D97-AF65-F5344CB8AC3E}">
        <p14:creationId xmlns:p14="http://schemas.microsoft.com/office/powerpoint/2010/main" val="81923829"/>
      </p:ext>
    </p:extLst>
  </p:cSld>
  <p:clrMap bg1="lt1" tx1="dk1" bg2="lt2" tx2="dk2" accent1="accent1" accent2="accent2" accent3="accent3" accent4="accent4" accent5="accent5" accent6="accent6" hlink="hlink" folHlink="folHlink"/>
  <p:sldLayoutIdLst>
    <p:sldLayoutId id="2147484404" r:id="rId1"/>
    <p:sldLayoutId id="2147484405" r:id="rId2"/>
    <p:sldLayoutId id="2147484406" r:id="rId3"/>
    <p:sldLayoutId id="2147484407" r:id="rId4"/>
    <p:sldLayoutId id="2147484408" r:id="rId5"/>
    <p:sldLayoutId id="2147484409" r:id="rId6"/>
    <p:sldLayoutId id="2147484410" r:id="rId7"/>
    <p:sldLayoutId id="2147484411" r:id="rId8"/>
    <p:sldLayoutId id="2147484412" r:id="rId9"/>
    <p:sldLayoutId id="2147484413" r:id="rId10"/>
    <p:sldLayoutId id="2147484414" r:id="rId11"/>
  </p:sldLayoutIdLst>
  <p:transition/>
  <p:hf hdr="0" ftr="0" dt="0"/>
  <p:txStyles>
    <p:titleStyle>
      <a:lvl1pPr algn="l" rtl="0" eaLnBrk="0" fontAlgn="base" hangingPunct="0">
        <a:spcBef>
          <a:spcPct val="0"/>
        </a:spcBef>
        <a:spcAft>
          <a:spcPct val="0"/>
        </a:spcAft>
        <a:defRPr sz="4000">
          <a:solidFill>
            <a:schemeClr val="tx2"/>
          </a:solidFill>
          <a:latin typeface="+mj-lt"/>
          <a:ea typeface="+mj-ea"/>
          <a:cs typeface="+mj-cs"/>
        </a:defRPr>
      </a:lvl1pPr>
      <a:lvl2pPr algn="l" rtl="0" eaLnBrk="0" fontAlgn="base" hangingPunct="0">
        <a:spcBef>
          <a:spcPct val="0"/>
        </a:spcBef>
        <a:spcAft>
          <a:spcPct val="0"/>
        </a:spcAft>
        <a:defRPr sz="4000">
          <a:solidFill>
            <a:schemeClr val="tx2"/>
          </a:solidFill>
          <a:latin typeface="Garamond" pitchFamily="18" charset="0"/>
        </a:defRPr>
      </a:lvl2pPr>
      <a:lvl3pPr algn="l" rtl="0" eaLnBrk="0" fontAlgn="base" hangingPunct="0">
        <a:spcBef>
          <a:spcPct val="0"/>
        </a:spcBef>
        <a:spcAft>
          <a:spcPct val="0"/>
        </a:spcAft>
        <a:defRPr sz="4000">
          <a:solidFill>
            <a:schemeClr val="tx2"/>
          </a:solidFill>
          <a:latin typeface="Garamond" pitchFamily="18" charset="0"/>
        </a:defRPr>
      </a:lvl3pPr>
      <a:lvl4pPr algn="l" rtl="0" eaLnBrk="0" fontAlgn="base" hangingPunct="0">
        <a:spcBef>
          <a:spcPct val="0"/>
        </a:spcBef>
        <a:spcAft>
          <a:spcPct val="0"/>
        </a:spcAft>
        <a:defRPr sz="4000">
          <a:solidFill>
            <a:schemeClr val="tx2"/>
          </a:solidFill>
          <a:latin typeface="Garamond" pitchFamily="18" charset="0"/>
        </a:defRPr>
      </a:lvl4pPr>
      <a:lvl5pPr algn="l" rtl="0" eaLnBrk="0" fontAlgn="base" hangingPunct="0">
        <a:spcBef>
          <a:spcPct val="0"/>
        </a:spcBef>
        <a:spcAft>
          <a:spcPct val="0"/>
        </a:spcAft>
        <a:defRPr sz="4000">
          <a:solidFill>
            <a:schemeClr val="tx2"/>
          </a:solidFill>
          <a:latin typeface="Garamond" pitchFamily="18" charset="0"/>
        </a:defRPr>
      </a:lvl5pPr>
      <a:lvl6pPr marL="457200" algn="l" rtl="0" fontAlgn="base">
        <a:spcBef>
          <a:spcPct val="0"/>
        </a:spcBef>
        <a:spcAft>
          <a:spcPct val="0"/>
        </a:spcAft>
        <a:defRPr sz="4000">
          <a:solidFill>
            <a:schemeClr val="tx2"/>
          </a:solidFill>
          <a:latin typeface="Garamond" pitchFamily="18" charset="0"/>
        </a:defRPr>
      </a:lvl6pPr>
      <a:lvl7pPr marL="914400" algn="l" rtl="0" fontAlgn="base">
        <a:spcBef>
          <a:spcPct val="0"/>
        </a:spcBef>
        <a:spcAft>
          <a:spcPct val="0"/>
        </a:spcAft>
        <a:defRPr sz="4000">
          <a:solidFill>
            <a:schemeClr val="tx2"/>
          </a:solidFill>
          <a:latin typeface="Garamond" pitchFamily="18" charset="0"/>
        </a:defRPr>
      </a:lvl7pPr>
      <a:lvl8pPr marL="1371600" algn="l" rtl="0" fontAlgn="base">
        <a:spcBef>
          <a:spcPct val="0"/>
        </a:spcBef>
        <a:spcAft>
          <a:spcPct val="0"/>
        </a:spcAft>
        <a:defRPr sz="4000">
          <a:solidFill>
            <a:schemeClr val="tx2"/>
          </a:solidFill>
          <a:latin typeface="Garamond" pitchFamily="18" charset="0"/>
        </a:defRPr>
      </a:lvl8pPr>
      <a:lvl9pPr marL="1828800" algn="l" rtl="0" fontAlgn="base">
        <a:spcBef>
          <a:spcPct val="0"/>
        </a:spcBef>
        <a:spcAft>
          <a:spcPct val="0"/>
        </a:spcAft>
        <a:defRPr sz="4000">
          <a:solidFill>
            <a:schemeClr val="tx2"/>
          </a:solidFill>
          <a:latin typeface="Garamond" pitchFamily="18" charset="0"/>
        </a:defRPr>
      </a:lvl9pPr>
    </p:titleStyle>
    <p:bodyStyle>
      <a:lvl1pPr marL="342900" indent="-342900" algn="l" rtl="0" eaLnBrk="0" fontAlgn="base" hangingPunct="0">
        <a:spcBef>
          <a:spcPct val="20000"/>
        </a:spcBef>
        <a:spcAft>
          <a:spcPct val="0"/>
        </a:spcAft>
        <a:buClr>
          <a:schemeClr val="accent1"/>
        </a:buClr>
        <a:buSzPct val="65000"/>
        <a:buFont typeface="Wingdings" pitchFamily="2" charset="2"/>
        <a:buChar char="n"/>
        <a:defRPr sz="2400">
          <a:solidFill>
            <a:schemeClr val="tx1"/>
          </a:solidFill>
          <a:latin typeface="+mn-lt"/>
          <a:ea typeface="+mn-ea"/>
          <a:cs typeface="+mn-cs"/>
        </a:defRPr>
      </a:lvl1pPr>
      <a:lvl2pPr marL="669925" indent="-325438" algn="l" rtl="0" eaLnBrk="0" fontAlgn="base" hangingPunct="0">
        <a:spcBef>
          <a:spcPct val="20000"/>
        </a:spcBef>
        <a:spcAft>
          <a:spcPct val="0"/>
        </a:spcAft>
        <a:buClr>
          <a:schemeClr val="accent2"/>
        </a:buClr>
        <a:buSzPct val="60000"/>
        <a:buFont typeface="Wingdings" pitchFamily="2" charset="2"/>
        <a:buChar char="q"/>
        <a:defRPr sz="2200">
          <a:solidFill>
            <a:schemeClr val="tx1"/>
          </a:solidFill>
          <a:latin typeface="+mn-lt"/>
        </a:defRPr>
      </a:lvl2pPr>
      <a:lvl3pPr marL="1022350" indent="-350838" algn="l" rtl="0" eaLnBrk="0" fontAlgn="base" hangingPunct="0">
        <a:spcBef>
          <a:spcPct val="20000"/>
        </a:spcBef>
        <a:spcAft>
          <a:spcPct val="0"/>
        </a:spcAft>
        <a:buClr>
          <a:schemeClr val="accent1"/>
        </a:buClr>
        <a:buSzPct val="65000"/>
        <a:buFont typeface="Wingdings" pitchFamily="2" charset="2"/>
        <a:buChar char="n"/>
        <a:defRPr sz="2000">
          <a:solidFill>
            <a:schemeClr val="tx1"/>
          </a:solidFill>
          <a:latin typeface="+mn-lt"/>
        </a:defRPr>
      </a:lvl3pPr>
      <a:lvl4pPr marL="1339850" indent="-315913" algn="l" rtl="0" eaLnBrk="0" fontAlgn="base" hangingPunct="0">
        <a:spcBef>
          <a:spcPct val="20000"/>
        </a:spcBef>
        <a:spcAft>
          <a:spcPct val="0"/>
        </a:spcAft>
        <a:buClr>
          <a:schemeClr val="accent2"/>
        </a:buClr>
        <a:buSzPct val="70000"/>
        <a:buFont typeface="Wingdings" pitchFamily="2" charset="2"/>
        <a:buChar char="q"/>
        <a:defRPr>
          <a:solidFill>
            <a:schemeClr val="tx1"/>
          </a:solidFill>
          <a:latin typeface="+mn-lt"/>
        </a:defRPr>
      </a:lvl4pPr>
      <a:lvl5pPr marL="1681163" indent="-339725" algn="l" rtl="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mn-lt"/>
        </a:defRPr>
      </a:lvl5pPr>
      <a:lvl6pPr marL="2138363" indent="-339725" algn="l" rtl="0" fontAlgn="base">
        <a:spcBef>
          <a:spcPct val="20000"/>
        </a:spcBef>
        <a:spcAft>
          <a:spcPct val="0"/>
        </a:spcAft>
        <a:buClr>
          <a:schemeClr val="accent1"/>
        </a:buClr>
        <a:buSzPct val="75000"/>
        <a:buFont typeface="Wingdings" pitchFamily="2" charset="2"/>
        <a:buChar char="§"/>
        <a:defRPr sz="1600">
          <a:solidFill>
            <a:schemeClr val="tx1"/>
          </a:solidFill>
          <a:latin typeface="+mn-lt"/>
        </a:defRPr>
      </a:lvl6pPr>
      <a:lvl7pPr marL="2595563" indent="-339725" algn="l" rtl="0" fontAlgn="base">
        <a:spcBef>
          <a:spcPct val="20000"/>
        </a:spcBef>
        <a:spcAft>
          <a:spcPct val="0"/>
        </a:spcAft>
        <a:buClr>
          <a:schemeClr val="accent1"/>
        </a:buClr>
        <a:buSzPct val="75000"/>
        <a:buFont typeface="Wingdings" pitchFamily="2" charset="2"/>
        <a:buChar char="§"/>
        <a:defRPr sz="1600">
          <a:solidFill>
            <a:schemeClr val="tx1"/>
          </a:solidFill>
          <a:latin typeface="+mn-lt"/>
        </a:defRPr>
      </a:lvl7pPr>
      <a:lvl8pPr marL="3052763" indent="-339725" algn="l" rtl="0" fontAlgn="base">
        <a:spcBef>
          <a:spcPct val="20000"/>
        </a:spcBef>
        <a:spcAft>
          <a:spcPct val="0"/>
        </a:spcAft>
        <a:buClr>
          <a:schemeClr val="accent1"/>
        </a:buClr>
        <a:buSzPct val="75000"/>
        <a:buFont typeface="Wingdings" pitchFamily="2" charset="2"/>
        <a:buChar char="§"/>
        <a:defRPr sz="1600">
          <a:solidFill>
            <a:schemeClr val="tx1"/>
          </a:solidFill>
          <a:latin typeface="+mn-lt"/>
        </a:defRPr>
      </a:lvl8pPr>
      <a:lvl9pPr marL="3509963" indent="-339725" algn="l" rtl="0" fontAlgn="base">
        <a:spcBef>
          <a:spcPct val="20000"/>
        </a:spcBef>
        <a:spcAft>
          <a:spcPct val="0"/>
        </a:spcAft>
        <a:buClr>
          <a:schemeClr val="accent1"/>
        </a:buClr>
        <a:buSzPct val="75000"/>
        <a:buFont typeface="Wingdings" pitchFamily="2" charset="2"/>
        <a:buChar char="§"/>
        <a:defRPr sz="16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0" name="Rectangle 1026">
            <a:extLst>
              <a:ext uri="{FF2B5EF4-FFF2-40B4-BE49-F238E27FC236}">
                <a16:creationId xmlns:a16="http://schemas.microsoft.com/office/drawing/2014/main" id="{4100DFBF-1FEE-4ACB-900C-42CD990BE56B}"/>
              </a:ext>
            </a:extLst>
          </p:cNvPr>
          <p:cNvSpPr>
            <a:spLocks noGrp="1" noChangeArrowheads="1"/>
          </p:cNvSpPr>
          <p:nvPr>
            <p:ph type="title"/>
          </p:nvPr>
        </p:nvSpPr>
        <p:spPr bwMode="auto">
          <a:xfrm>
            <a:off x="228600" y="152400"/>
            <a:ext cx="8610600" cy="884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title style</a:t>
            </a:r>
          </a:p>
        </p:txBody>
      </p:sp>
      <p:sp>
        <p:nvSpPr>
          <p:cNvPr id="2051" name="Rectangle 1027">
            <a:extLst>
              <a:ext uri="{FF2B5EF4-FFF2-40B4-BE49-F238E27FC236}">
                <a16:creationId xmlns:a16="http://schemas.microsoft.com/office/drawing/2014/main" id="{7B86C5D9-AB13-4DED-A44A-D17CB1C1FDF4}"/>
              </a:ext>
            </a:extLst>
          </p:cNvPr>
          <p:cNvSpPr>
            <a:spLocks noGrp="1" noChangeArrowheads="1"/>
          </p:cNvSpPr>
          <p:nvPr>
            <p:ph type="body" idx="1"/>
          </p:nvPr>
        </p:nvSpPr>
        <p:spPr bwMode="auto">
          <a:xfrm>
            <a:off x="228600" y="1095375"/>
            <a:ext cx="8610600" cy="5153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100357" name="Rectangle 1029">
            <a:extLst>
              <a:ext uri="{FF2B5EF4-FFF2-40B4-BE49-F238E27FC236}">
                <a16:creationId xmlns:a16="http://schemas.microsoft.com/office/drawing/2014/main" id="{D84474C4-284F-9440-A98C-FA4AB90F76FB}"/>
              </a:ext>
            </a:extLst>
          </p:cNvPr>
          <p:cNvSpPr>
            <a:spLocks noGrp="1" noChangeArrowheads="1"/>
          </p:cNvSpPr>
          <p:nvPr>
            <p:ph type="ftr" sz="quarter" idx="3"/>
          </p:nvPr>
        </p:nvSpPr>
        <p:spPr bwMode="auto">
          <a:xfrm>
            <a:off x="3124200" y="6248400"/>
            <a:ext cx="28956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ctr" eaLnBrk="1" hangingPunct="1">
              <a:defRPr sz="1200">
                <a:solidFill>
                  <a:srgbClr val="000000"/>
                </a:solidFill>
                <a:latin typeface="Garamond" charset="0"/>
                <a:ea typeface="ＭＳ Ｐゴシック" charset="0"/>
                <a:cs typeface="ＭＳ Ｐゴシック" charset="0"/>
              </a:defRPr>
            </a:lvl1pPr>
          </a:lstStyle>
          <a:p>
            <a:pPr>
              <a:defRPr/>
            </a:pPr>
            <a:endParaRPr lang="en-US"/>
          </a:p>
        </p:txBody>
      </p:sp>
      <p:sp>
        <p:nvSpPr>
          <p:cNvPr id="100358" name="Rectangle 1030">
            <a:extLst>
              <a:ext uri="{FF2B5EF4-FFF2-40B4-BE49-F238E27FC236}">
                <a16:creationId xmlns:a16="http://schemas.microsoft.com/office/drawing/2014/main" id="{653E7E89-9F9B-F740-A030-C38912ADA09E}"/>
              </a:ext>
            </a:extLst>
          </p:cNvPr>
          <p:cNvSpPr>
            <a:spLocks noGrp="1" noChangeArrowheads="1"/>
          </p:cNvSpPr>
          <p:nvPr>
            <p:ph type="sldNum" sz="quarter" idx="4"/>
          </p:nvPr>
        </p:nvSpPr>
        <p:spPr bwMode="auto">
          <a:xfrm>
            <a:off x="6946900" y="6373813"/>
            <a:ext cx="21336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defRPr sz="1600">
                <a:solidFill>
                  <a:srgbClr val="000000"/>
                </a:solidFill>
                <a:latin typeface="Garamond" panose="02020404030301010803" pitchFamily="18" charset="0"/>
              </a:defRPr>
            </a:lvl1pPr>
          </a:lstStyle>
          <a:p>
            <a:pPr>
              <a:defRPr/>
            </a:pPr>
            <a:fld id="{6A6BA0A0-A7BE-4DC4-A1D2-67560873BDCE}" type="slidenum">
              <a:rPr lang="en-US" altLang="en-US"/>
              <a:pPr>
                <a:defRPr/>
              </a:pPr>
              <a:t>‹#›</a:t>
            </a:fld>
            <a:endParaRPr lang="en-US" altLang="en-US"/>
          </a:p>
        </p:txBody>
      </p:sp>
      <p:sp>
        <p:nvSpPr>
          <p:cNvPr id="2054" name="Line 1032">
            <a:extLst>
              <a:ext uri="{FF2B5EF4-FFF2-40B4-BE49-F238E27FC236}">
                <a16:creationId xmlns:a16="http://schemas.microsoft.com/office/drawing/2014/main" id="{B2BA4185-DAF2-4408-906B-C503302DE471}"/>
              </a:ext>
            </a:extLst>
          </p:cNvPr>
          <p:cNvSpPr>
            <a:spLocks noChangeShapeType="1"/>
          </p:cNvSpPr>
          <p:nvPr/>
        </p:nvSpPr>
        <p:spPr bwMode="auto">
          <a:xfrm>
            <a:off x="228600" y="6446838"/>
            <a:ext cx="8610600" cy="0"/>
          </a:xfrm>
          <a:prstGeom prst="line">
            <a:avLst/>
          </a:prstGeom>
          <a:noFill/>
          <a:ln w="19050">
            <a:solidFill>
              <a:schemeClr val="accent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055" name="Line 1033">
            <a:extLst>
              <a:ext uri="{FF2B5EF4-FFF2-40B4-BE49-F238E27FC236}">
                <a16:creationId xmlns:a16="http://schemas.microsoft.com/office/drawing/2014/main" id="{BFB13A2A-7836-4554-BA73-7213A39EA284}"/>
              </a:ext>
            </a:extLst>
          </p:cNvPr>
          <p:cNvSpPr>
            <a:spLocks noChangeShapeType="1"/>
          </p:cNvSpPr>
          <p:nvPr userDrawn="1"/>
        </p:nvSpPr>
        <p:spPr bwMode="auto">
          <a:xfrm>
            <a:off x="228600" y="914400"/>
            <a:ext cx="8610600" cy="0"/>
          </a:xfrm>
          <a:prstGeom prst="line">
            <a:avLst/>
          </a:prstGeom>
          <a:noFill/>
          <a:ln w="19050">
            <a:solidFill>
              <a:schemeClr val="accent1"/>
            </a:solidFill>
            <a:round/>
            <a:headEnd/>
            <a:tailEnd/>
          </a:ln>
          <a:extLst>
            <a:ext uri="{909E8E84-426E-40DD-AFC4-6F175D3DCCD1}">
              <a14:hiddenFill xmlns:a14="http://schemas.microsoft.com/office/drawing/2010/main">
                <a:noFill/>
              </a14:hiddenFill>
            </a:ext>
          </a:extLst>
        </p:spPr>
        <p:txBody>
          <a:bodyPr/>
          <a:lstStyle/>
          <a:p>
            <a:endParaRPr lang="en-US"/>
          </a:p>
        </p:txBody>
      </p:sp>
      <p:pic>
        <p:nvPicPr>
          <p:cNvPr id="2056" name="Picture 7" descr="safari.png">
            <a:extLst>
              <a:ext uri="{FF2B5EF4-FFF2-40B4-BE49-F238E27FC236}">
                <a16:creationId xmlns:a16="http://schemas.microsoft.com/office/drawing/2014/main" id="{1177FD16-61A1-4390-9ECA-67D35227FBA3}"/>
              </a:ext>
            </a:extLst>
          </p:cNvPr>
          <p:cNvPicPr>
            <a:picLocks noChangeAspect="1"/>
          </p:cNvPicPr>
          <p:nvPr userDrawn="1"/>
        </p:nvPicPr>
        <p:blipFill>
          <a:blip r:embed="rId14">
            <a:extLst>
              <a:ext uri="{28A0092B-C50C-407E-A947-70E740481C1C}">
                <a14:useLocalDpi xmlns:a14="http://schemas.microsoft.com/office/drawing/2010/main" val="0"/>
              </a:ext>
            </a:extLst>
          </a:blip>
          <a:srcRect/>
          <a:stretch>
            <a:fillRect/>
          </a:stretch>
        </p:blipFill>
        <p:spPr bwMode="auto">
          <a:xfrm>
            <a:off x="180975" y="6602413"/>
            <a:ext cx="847725" cy="246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869271271"/>
      </p:ext>
    </p:extLst>
  </p:cSld>
  <p:clrMap bg1="lt1" tx1="dk1" bg2="lt2" tx2="dk2" accent1="accent1" accent2="accent2" accent3="accent3" accent4="accent4" accent5="accent5" accent6="accent6" hlink="hlink" folHlink="folHlink"/>
  <p:sldLayoutIdLst>
    <p:sldLayoutId id="2147484416" r:id="rId1"/>
    <p:sldLayoutId id="2147484417" r:id="rId2"/>
    <p:sldLayoutId id="2147484418" r:id="rId3"/>
    <p:sldLayoutId id="2147484419" r:id="rId4"/>
    <p:sldLayoutId id="2147484420" r:id="rId5"/>
    <p:sldLayoutId id="2147484421" r:id="rId6"/>
    <p:sldLayoutId id="2147484422" r:id="rId7"/>
    <p:sldLayoutId id="2147484423" r:id="rId8"/>
    <p:sldLayoutId id="2147484424" r:id="rId9"/>
    <p:sldLayoutId id="2147484425" r:id="rId10"/>
    <p:sldLayoutId id="2147484426" r:id="rId11"/>
    <p:sldLayoutId id="2147484427" r:id="rId12"/>
  </p:sldLayoutIdLst>
  <p:transition/>
  <p:hf hdr="0" ftr="0" dt="0"/>
  <p:txStyles>
    <p:titleStyle>
      <a:lvl1pPr algn="l" rtl="0" eaLnBrk="0" fontAlgn="base" hangingPunct="0">
        <a:spcBef>
          <a:spcPct val="0"/>
        </a:spcBef>
        <a:spcAft>
          <a:spcPct val="0"/>
        </a:spcAft>
        <a:defRPr sz="4000">
          <a:solidFill>
            <a:schemeClr val="tx2"/>
          </a:solidFill>
          <a:latin typeface="+mj-lt"/>
          <a:ea typeface="ＭＳ Ｐゴシック" pitchFamily="-106" charset="-128"/>
          <a:cs typeface="ＭＳ Ｐゴシック" pitchFamily="-106" charset="-128"/>
        </a:defRPr>
      </a:lvl1pPr>
      <a:lvl2pPr algn="l" rtl="0" eaLnBrk="0" fontAlgn="base" hangingPunct="0">
        <a:spcBef>
          <a:spcPct val="0"/>
        </a:spcBef>
        <a:spcAft>
          <a:spcPct val="0"/>
        </a:spcAft>
        <a:defRPr sz="4000">
          <a:solidFill>
            <a:schemeClr val="tx2"/>
          </a:solidFill>
          <a:latin typeface="Garamond" pitchFamily="-106" charset="0"/>
          <a:ea typeface="ＭＳ Ｐゴシック" pitchFamily="-106" charset="-128"/>
          <a:cs typeface="ＭＳ Ｐゴシック" pitchFamily="-106" charset="-128"/>
        </a:defRPr>
      </a:lvl2pPr>
      <a:lvl3pPr algn="l" rtl="0" eaLnBrk="0" fontAlgn="base" hangingPunct="0">
        <a:spcBef>
          <a:spcPct val="0"/>
        </a:spcBef>
        <a:spcAft>
          <a:spcPct val="0"/>
        </a:spcAft>
        <a:defRPr sz="4000">
          <a:solidFill>
            <a:schemeClr val="tx2"/>
          </a:solidFill>
          <a:latin typeface="Garamond" pitchFamily="-106" charset="0"/>
          <a:ea typeface="ＭＳ Ｐゴシック" pitchFamily="-106" charset="-128"/>
          <a:cs typeface="ＭＳ Ｐゴシック" pitchFamily="-106" charset="-128"/>
        </a:defRPr>
      </a:lvl3pPr>
      <a:lvl4pPr algn="l" rtl="0" eaLnBrk="0" fontAlgn="base" hangingPunct="0">
        <a:spcBef>
          <a:spcPct val="0"/>
        </a:spcBef>
        <a:spcAft>
          <a:spcPct val="0"/>
        </a:spcAft>
        <a:defRPr sz="4000">
          <a:solidFill>
            <a:schemeClr val="tx2"/>
          </a:solidFill>
          <a:latin typeface="Garamond" pitchFamily="-106" charset="0"/>
          <a:ea typeface="ＭＳ Ｐゴシック" pitchFamily="-106" charset="-128"/>
          <a:cs typeface="ＭＳ Ｐゴシック" pitchFamily="-106" charset="-128"/>
        </a:defRPr>
      </a:lvl4pPr>
      <a:lvl5pPr algn="l" rtl="0" eaLnBrk="0" fontAlgn="base" hangingPunct="0">
        <a:spcBef>
          <a:spcPct val="0"/>
        </a:spcBef>
        <a:spcAft>
          <a:spcPct val="0"/>
        </a:spcAft>
        <a:defRPr sz="4000">
          <a:solidFill>
            <a:schemeClr val="tx2"/>
          </a:solidFill>
          <a:latin typeface="Garamond" pitchFamily="-106" charset="0"/>
          <a:ea typeface="ＭＳ Ｐゴシック" pitchFamily="-106" charset="-128"/>
          <a:cs typeface="ＭＳ Ｐゴシック" pitchFamily="-106" charset="-128"/>
        </a:defRPr>
      </a:lvl5pPr>
      <a:lvl6pPr marL="457200" algn="l" rtl="0" fontAlgn="base">
        <a:spcBef>
          <a:spcPct val="0"/>
        </a:spcBef>
        <a:spcAft>
          <a:spcPct val="0"/>
        </a:spcAft>
        <a:defRPr sz="4000">
          <a:solidFill>
            <a:schemeClr val="tx2"/>
          </a:solidFill>
          <a:latin typeface="Garamond" pitchFamily="-106" charset="0"/>
        </a:defRPr>
      </a:lvl6pPr>
      <a:lvl7pPr marL="914400" algn="l" rtl="0" fontAlgn="base">
        <a:spcBef>
          <a:spcPct val="0"/>
        </a:spcBef>
        <a:spcAft>
          <a:spcPct val="0"/>
        </a:spcAft>
        <a:defRPr sz="4000">
          <a:solidFill>
            <a:schemeClr val="tx2"/>
          </a:solidFill>
          <a:latin typeface="Garamond" pitchFamily="-106" charset="0"/>
        </a:defRPr>
      </a:lvl7pPr>
      <a:lvl8pPr marL="1371600" algn="l" rtl="0" fontAlgn="base">
        <a:spcBef>
          <a:spcPct val="0"/>
        </a:spcBef>
        <a:spcAft>
          <a:spcPct val="0"/>
        </a:spcAft>
        <a:defRPr sz="4000">
          <a:solidFill>
            <a:schemeClr val="tx2"/>
          </a:solidFill>
          <a:latin typeface="Garamond" pitchFamily="-106" charset="0"/>
        </a:defRPr>
      </a:lvl8pPr>
      <a:lvl9pPr marL="1828800" algn="l" rtl="0" fontAlgn="base">
        <a:spcBef>
          <a:spcPct val="0"/>
        </a:spcBef>
        <a:spcAft>
          <a:spcPct val="0"/>
        </a:spcAft>
        <a:defRPr sz="4000">
          <a:solidFill>
            <a:schemeClr val="tx2"/>
          </a:solidFill>
          <a:latin typeface="Garamond" pitchFamily="-106" charset="0"/>
        </a:defRPr>
      </a:lvl9pPr>
    </p:titleStyle>
    <p:bodyStyle>
      <a:lvl1pPr marL="342900" indent="-342900" algn="l" rtl="0" eaLnBrk="0" fontAlgn="base" hangingPunct="0">
        <a:spcBef>
          <a:spcPct val="20000"/>
        </a:spcBef>
        <a:spcAft>
          <a:spcPct val="0"/>
        </a:spcAft>
        <a:buClr>
          <a:schemeClr val="accent1"/>
        </a:buClr>
        <a:buSzPct val="65000"/>
        <a:buFont typeface="Wingdings" panose="05000000000000000000" pitchFamily="2" charset="2"/>
        <a:buChar char="n"/>
        <a:defRPr sz="2400">
          <a:solidFill>
            <a:schemeClr val="tx1"/>
          </a:solidFill>
          <a:latin typeface="+mn-lt"/>
          <a:ea typeface="ＭＳ Ｐゴシック" pitchFamily="-106" charset="-128"/>
          <a:cs typeface="ＭＳ Ｐゴシック" pitchFamily="-106" charset="-128"/>
        </a:defRPr>
      </a:lvl1pPr>
      <a:lvl2pPr marL="669925" indent="-325438" algn="l" rtl="0" eaLnBrk="0" fontAlgn="base" hangingPunct="0">
        <a:spcBef>
          <a:spcPct val="20000"/>
        </a:spcBef>
        <a:spcAft>
          <a:spcPct val="0"/>
        </a:spcAft>
        <a:buClr>
          <a:schemeClr val="accent2"/>
        </a:buClr>
        <a:buSzPct val="60000"/>
        <a:buFont typeface="Wingdings" panose="05000000000000000000" pitchFamily="2" charset="2"/>
        <a:buChar char="q"/>
        <a:defRPr sz="2200">
          <a:solidFill>
            <a:schemeClr val="tx1"/>
          </a:solidFill>
          <a:latin typeface="+mn-lt"/>
          <a:ea typeface="ＭＳ Ｐゴシック" pitchFamily="-106" charset="-128"/>
        </a:defRPr>
      </a:lvl2pPr>
      <a:lvl3pPr marL="1022350" indent="-350838" algn="l" rtl="0" eaLnBrk="0" fontAlgn="base" hangingPunct="0">
        <a:spcBef>
          <a:spcPct val="20000"/>
        </a:spcBef>
        <a:spcAft>
          <a:spcPct val="0"/>
        </a:spcAft>
        <a:buClr>
          <a:schemeClr val="accent1"/>
        </a:buClr>
        <a:buSzPct val="65000"/>
        <a:buFont typeface="Wingdings" panose="05000000000000000000" pitchFamily="2" charset="2"/>
        <a:buChar char="n"/>
        <a:defRPr sz="2000">
          <a:solidFill>
            <a:schemeClr val="tx1"/>
          </a:solidFill>
          <a:latin typeface="+mn-lt"/>
          <a:ea typeface="ＭＳ Ｐゴシック" pitchFamily="-106" charset="-128"/>
        </a:defRPr>
      </a:lvl3pPr>
      <a:lvl4pPr marL="1339850" indent="-315913" algn="l" rtl="0" eaLnBrk="0" fontAlgn="base" hangingPunct="0">
        <a:spcBef>
          <a:spcPct val="20000"/>
        </a:spcBef>
        <a:spcAft>
          <a:spcPct val="0"/>
        </a:spcAft>
        <a:buClr>
          <a:schemeClr val="accent2"/>
        </a:buClr>
        <a:buSzPct val="70000"/>
        <a:buFont typeface="Wingdings" panose="05000000000000000000" pitchFamily="2" charset="2"/>
        <a:buChar char="q"/>
        <a:defRPr>
          <a:solidFill>
            <a:schemeClr val="tx1"/>
          </a:solidFill>
          <a:latin typeface="+mn-lt"/>
          <a:ea typeface="ＭＳ Ｐゴシック" pitchFamily="-106" charset="-128"/>
        </a:defRPr>
      </a:lvl4pPr>
      <a:lvl5pPr marL="1681163" indent="-339725" algn="l" rtl="0" eaLnBrk="0" fontAlgn="base" hangingPunct="0">
        <a:spcBef>
          <a:spcPct val="20000"/>
        </a:spcBef>
        <a:spcAft>
          <a:spcPct val="0"/>
        </a:spcAft>
        <a:buClr>
          <a:schemeClr val="accent1"/>
        </a:buClr>
        <a:buSzPct val="75000"/>
        <a:buFont typeface="Wingdings" panose="05000000000000000000" pitchFamily="2" charset="2"/>
        <a:buChar char="§"/>
        <a:defRPr sz="1600">
          <a:solidFill>
            <a:schemeClr val="tx1"/>
          </a:solidFill>
          <a:latin typeface="+mn-lt"/>
          <a:ea typeface="ＭＳ Ｐゴシック" pitchFamily="-106" charset="-128"/>
        </a:defRPr>
      </a:lvl5pPr>
      <a:lvl6pPr marL="2138363" indent="-339725" algn="l" rtl="0" fontAlgn="base">
        <a:spcBef>
          <a:spcPct val="20000"/>
        </a:spcBef>
        <a:spcAft>
          <a:spcPct val="0"/>
        </a:spcAft>
        <a:buClr>
          <a:schemeClr val="accent1"/>
        </a:buClr>
        <a:buSzPct val="75000"/>
        <a:buFont typeface="Wingdings" pitchFamily="-106" charset="2"/>
        <a:buChar char="§"/>
        <a:defRPr sz="1600">
          <a:solidFill>
            <a:schemeClr val="tx1"/>
          </a:solidFill>
          <a:latin typeface="+mn-lt"/>
          <a:ea typeface="ＭＳ Ｐゴシック" pitchFamily="-106" charset="-128"/>
        </a:defRPr>
      </a:lvl6pPr>
      <a:lvl7pPr marL="2595563" indent="-339725" algn="l" rtl="0" fontAlgn="base">
        <a:spcBef>
          <a:spcPct val="20000"/>
        </a:spcBef>
        <a:spcAft>
          <a:spcPct val="0"/>
        </a:spcAft>
        <a:buClr>
          <a:schemeClr val="accent1"/>
        </a:buClr>
        <a:buSzPct val="75000"/>
        <a:buFont typeface="Wingdings" pitchFamily="-106" charset="2"/>
        <a:buChar char="§"/>
        <a:defRPr sz="1600">
          <a:solidFill>
            <a:schemeClr val="tx1"/>
          </a:solidFill>
          <a:latin typeface="+mn-lt"/>
          <a:ea typeface="ＭＳ Ｐゴシック" pitchFamily="-106" charset="-128"/>
        </a:defRPr>
      </a:lvl7pPr>
      <a:lvl8pPr marL="3052763" indent="-339725" algn="l" rtl="0" fontAlgn="base">
        <a:spcBef>
          <a:spcPct val="20000"/>
        </a:spcBef>
        <a:spcAft>
          <a:spcPct val="0"/>
        </a:spcAft>
        <a:buClr>
          <a:schemeClr val="accent1"/>
        </a:buClr>
        <a:buSzPct val="75000"/>
        <a:buFont typeface="Wingdings" pitchFamily="-106" charset="2"/>
        <a:buChar char="§"/>
        <a:defRPr sz="1600">
          <a:solidFill>
            <a:schemeClr val="tx1"/>
          </a:solidFill>
          <a:latin typeface="+mn-lt"/>
          <a:ea typeface="ＭＳ Ｐゴシック" pitchFamily="-106" charset="-128"/>
        </a:defRPr>
      </a:lvl8pPr>
      <a:lvl9pPr marL="3509963" indent="-339725" algn="l" rtl="0" fontAlgn="base">
        <a:spcBef>
          <a:spcPct val="20000"/>
        </a:spcBef>
        <a:spcAft>
          <a:spcPct val="0"/>
        </a:spcAft>
        <a:buClr>
          <a:schemeClr val="accent1"/>
        </a:buClr>
        <a:buSzPct val="75000"/>
        <a:buFont typeface="Wingdings" pitchFamily="-106" charset="2"/>
        <a:buChar char="§"/>
        <a:defRPr sz="1600">
          <a:solidFill>
            <a:schemeClr val="tx1"/>
          </a:solidFill>
          <a:latin typeface="+mn-lt"/>
          <a:ea typeface="ＭＳ Ｐゴシック" pitchFamily="-106" charset="-128"/>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5.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6.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8" Type="http://schemas.openxmlformats.org/officeDocument/2006/relationships/notesSlide" Target="../notesSlides/notesSlide5.xml"/><Relationship Id="rId13" Type="http://schemas.openxmlformats.org/officeDocument/2006/relationships/image" Target="../media/image5.png"/><Relationship Id="rId3" Type="http://schemas.openxmlformats.org/officeDocument/2006/relationships/tags" Target="../tags/tag2.xml"/><Relationship Id="rId7" Type="http://schemas.openxmlformats.org/officeDocument/2006/relationships/slideLayout" Target="../slideLayouts/slideLayout2.xml"/><Relationship Id="rId12" Type="http://schemas.openxmlformats.org/officeDocument/2006/relationships/image" Target="../media/image4.png"/><Relationship Id="rId2" Type="http://schemas.openxmlformats.org/officeDocument/2006/relationships/tags" Target="../tags/tag1.xml"/><Relationship Id="rId1" Type="http://schemas.openxmlformats.org/officeDocument/2006/relationships/vmlDrawing" Target="../drawings/vmlDrawing1.vml"/><Relationship Id="rId6" Type="http://schemas.openxmlformats.org/officeDocument/2006/relationships/tags" Target="../tags/tag5.xml"/><Relationship Id="rId11" Type="http://schemas.openxmlformats.org/officeDocument/2006/relationships/image" Target="../media/image3.png"/><Relationship Id="rId5" Type="http://schemas.openxmlformats.org/officeDocument/2006/relationships/tags" Target="../tags/tag4.xml"/><Relationship Id="rId10" Type="http://schemas.openxmlformats.org/officeDocument/2006/relationships/image" Target="../media/image2.wmf"/><Relationship Id="rId4" Type="http://schemas.openxmlformats.org/officeDocument/2006/relationships/tags" Target="../tags/tag3.xml"/><Relationship Id="rId9" Type="http://schemas.openxmlformats.org/officeDocument/2006/relationships/oleObject" Target="../embeddings/oleObject1.bin"/><Relationship Id="rId14" Type="http://schemas.openxmlformats.org/officeDocument/2006/relationships/image" Target="../media/image6.png"/></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8.emf"/><Relationship Id="rId1" Type="http://schemas.openxmlformats.org/officeDocument/2006/relationships/slideLayout" Target="../slideLayouts/slideLayout2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38.xml"/><Relationship Id="rId2" Type="http://schemas.openxmlformats.org/officeDocument/2006/relationships/tags" Target="../tags/tag6.xml"/><Relationship Id="rId1" Type="http://schemas.openxmlformats.org/officeDocument/2006/relationships/vmlDrawing" Target="../drawings/vmlDrawing2.vml"/><Relationship Id="rId5" Type="http://schemas.openxmlformats.org/officeDocument/2006/relationships/image" Target="../media/image9.wmf"/><Relationship Id="rId4" Type="http://schemas.openxmlformats.org/officeDocument/2006/relationships/oleObject" Target="../embeddings/oleObject2.bin"/></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8.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8.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8.xml"/></Relationships>
</file>

<file path=ppt/slides/_rels/slide17.xml.rels><?xml version="1.0" encoding="UTF-8" standalone="yes"?>
<Relationships xmlns="http://schemas.openxmlformats.org/package/2006/relationships"><Relationship Id="rId3" Type="http://schemas.openxmlformats.org/officeDocument/2006/relationships/image" Target="../media/image11.emf"/><Relationship Id="rId2" Type="http://schemas.openxmlformats.org/officeDocument/2006/relationships/image" Target="../media/image10.emf"/><Relationship Id="rId1" Type="http://schemas.openxmlformats.org/officeDocument/2006/relationships/slideLayout" Target="../slideLayouts/slideLayout38.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8.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8.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8.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8.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8.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8.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8.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8.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8.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8.xml"/></Relationships>
</file>

<file path=ppt/slides/_rels/slide30.xml.rels><?xml version="1.0" encoding="UTF-8" standalone="yes"?>
<Relationships xmlns="http://schemas.openxmlformats.org/package/2006/relationships"><Relationship Id="rId3" Type="http://schemas.openxmlformats.org/officeDocument/2006/relationships/tags" Target="../tags/tag9.xml"/><Relationship Id="rId2" Type="http://schemas.openxmlformats.org/officeDocument/2006/relationships/tags" Target="../tags/tag8.xml"/><Relationship Id="rId1" Type="http://schemas.openxmlformats.org/officeDocument/2006/relationships/tags" Target="../tags/tag7.xml"/><Relationship Id="rId5" Type="http://schemas.openxmlformats.org/officeDocument/2006/relationships/notesSlide" Target="../notesSlides/notesSlide12.xml"/><Relationship Id="rId4" Type="http://schemas.openxmlformats.org/officeDocument/2006/relationships/slideLayout" Target="../slideLayouts/slideLayout38.xml"/></Relationships>
</file>

<file path=ppt/slides/_rels/slide31.xml.rels><?xml version="1.0" encoding="UTF-8" standalone="yes"?>
<Relationships xmlns="http://schemas.openxmlformats.org/package/2006/relationships"><Relationship Id="rId8" Type="http://schemas.openxmlformats.org/officeDocument/2006/relationships/notesSlide" Target="../notesSlides/notesSlide13.xml"/><Relationship Id="rId3" Type="http://schemas.openxmlformats.org/officeDocument/2006/relationships/tags" Target="../tags/tag12.xml"/><Relationship Id="rId7" Type="http://schemas.openxmlformats.org/officeDocument/2006/relationships/slideLayout" Target="../slideLayouts/slideLayout49.xml"/><Relationship Id="rId2" Type="http://schemas.openxmlformats.org/officeDocument/2006/relationships/tags" Target="../tags/tag11.xml"/><Relationship Id="rId1" Type="http://schemas.openxmlformats.org/officeDocument/2006/relationships/tags" Target="../tags/tag10.xml"/><Relationship Id="rId6" Type="http://schemas.openxmlformats.org/officeDocument/2006/relationships/tags" Target="../tags/tag15.xml"/><Relationship Id="rId5" Type="http://schemas.openxmlformats.org/officeDocument/2006/relationships/tags" Target="../tags/tag14.xml"/><Relationship Id="rId4" Type="http://schemas.openxmlformats.org/officeDocument/2006/relationships/tags" Target="../tags/tag13.xml"/></Relationships>
</file>

<file path=ppt/slides/_rels/slide32.xml.rels><?xml version="1.0" encoding="UTF-8" standalone="yes"?>
<Relationships xmlns="http://schemas.openxmlformats.org/package/2006/relationships"><Relationship Id="rId3" Type="http://schemas.openxmlformats.org/officeDocument/2006/relationships/tags" Target="../tags/tag18.xml"/><Relationship Id="rId7" Type="http://schemas.openxmlformats.org/officeDocument/2006/relationships/notesSlide" Target="../notesSlides/notesSlide14.xml"/><Relationship Id="rId2" Type="http://schemas.openxmlformats.org/officeDocument/2006/relationships/tags" Target="../tags/tag17.xml"/><Relationship Id="rId1" Type="http://schemas.openxmlformats.org/officeDocument/2006/relationships/tags" Target="../tags/tag16.xml"/><Relationship Id="rId6" Type="http://schemas.openxmlformats.org/officeDocument/2006/relationships/slideLayout" Target="../slideLayouts/slideLayout38.xml"/><Relationship Id="rId5" Type="http://schemas.openxmlformats.org/officeDocument/2006/relationships/tags" Target="../tags/tag20.xml"/><Relationship Id="rId4" Type="http://schemas.openxmlformats.org/officeDocument/2006/relationships/tags" Target="../tags/tag19.xml"/></Relationships>
</file>

<file path=ppt/slides/_rels/slide33.xml.rels><?xml version="1.0" encoding="UTF-8" standalone="yes"?>
<Relationships xmlns="http://schemas.openxmlformats.org/package/2006/relationships"><Relationship Id="rId8" Type="http://schemas.openxmlformats.org/officeDocument/2006/relationships/notesSlide" Target="../notesSlides/notesSlide15.xml"/><Relationship Id="rId3" Type="http://schemas.openxmlformats.org/officeDocument/2006/relationships/tags" Target="../tags/tag22.xml"/><Relationship Id="rId7" Type="http://schemas.openxmlformats.org/officeDocument/2006/relationships/slideLayout" Target="../slideLayouts/slideLayout38.xml"/><Relationship Id="rId2" Type="http://schemas.openxmlformats.org/officeDocument/2006/relationships/tags" Target="../tags/tag21.xml"/><Relationship Id="rId1" Type="http://schemas.openxmlformats.org/officeDocument/2006/relationships/vmlDrawing" Target="../drawings/vmlDrawing3.vml"/><Relationship Id="rId6" Type="http://schemas.openxmlformats.org/officeDocument/2006/relationships/tags" Target="../tags/tag25.xml"/><Relationship Id="rId5" Type="http://schemas.openxmlformats.org/officeDocument/2006/relationships/tags" Target="../tags/tag24.xml"/><Relationship Id="rId10" Type="http://schemas.openxmlformats.org/officeDocument/2006/relationships/image" Target="../media/image12.wmf"/><Relationship Id="rId4" Type="http://schemas.openxmlformats.org/officeDocument/2006/relationships/tags" Target="../tags/tag23.xml"/><Relationship Id="rId9" Type="http://schemas.openxmlformats.org/officeDocument/2006/relationships/oleObject" Target="../embeddings/oleObject3.bin"/></Relationships>
</file>

<file path=ppt/slides/_rels/slide34.xml.rels><?xml version="1.0" encoding="UTF-8" standalone="yes"?>
<Relationships xmlns="http://schemas.openxmlformats.org/package/2006/relationships"><Relationship Id="rId8" Type="http://schemas.openxmlformats.org/officeDocument/2006/relationships/notesSlide" Target="../notesSlides/notesSlide16.xml"/><Relationship Id="rId3" Type="http://schemas.openxmlformats.org/officeDocument/2006/relationships/tags" Target="../tags/tag27.xml"/><Relationship Id="rId7" Type="http://schemas.openxmlformats.org/officeDocument/2006/relationships/slideLayout" Target="../slideLayouts/slideLayout38.xml"/><Relationship Id="rId2" Type="http://schemas.openxmlformats.org/officeDocument/2006/relationships/tags" Target="../tags/tag26.xml"/><Relationship Id="rId1" Type="http://schemas.openxmlformats.org/officeDocument/2006/relationships/vmlDrawing" Target="../drawings/vmlDrawing4.vml"/><Relationship Id="rId6" Type="http://schemas.openxmlformats.org/officeDocument/2006/relationships/tags" Target="../tags/tag30.xml"/><Relationship Id="rId5" Type="http://schemas.openxmlformats.org/officeDocument/2006/relationships/tags" Target="../tags/tag29.xml"/><Relationship Id="rId10" Type="http://schemas.openxmlformats.org/officeDocument/2006/relationships/image" Target="../media/image2.wmf"/><Relationship Id="rId4" Type="http://schemas.openxmlformats.org/officeDocument/2006/relationships/tags" Target="../tags/tag28.xml"/><Relationship Id="rId9" Type="http://schemas.openxmlformats.org/officeDocument/2006/relationships/oleObject" Target="../embeddings/oleObject4.bin"/></Relationships>
</file>

<file path=ppt/slides/_rels/slide35.xml.rels><?xml version="1.0" encoding="UTF-8" standalone="yes"?>
<Relationships xmlns="http://schemas.openxmlformats.org/package/2006/relationships"><Relationship Id="rId3" Type="http://schemas.openxmlformats.org/officeDocument/2006/relationships/slideLayout" Target="../slideLayouts/slideLayout50.xml"/><Relationship Id="rId2" Type="http://schemas.openxmlformats.org/officeDocument/2006/relationships/tags" Target="../tags/tag31.xml"/><Relationship Id="rId1" Type="http://schemas.openxmlformats.org/officeDocument/2006/relationships/vmlDrawing" Target="../drawings/vmlDrawing5.vml"/><Relationship Id="rId6" Type="http://schemas.openxmlformats.org/officeDocument/2006/relationships/image" Target="../media/image13.wmf"/><Relationship Id="rId5" Type="http://schemas.openxmlformats.org/officeDocument/2006/relationships/oleObject" Target="../embeddings/oleObject5.bin"/><Relationship Id="rId4" Type="http://schemas.openxmlformats.org/officeDocument/2006/relationships/notesSlide" Target="../notesSlides/notesSlide17.xml"/></Relationships>
</file>

<file path=ppt/slides/_rels/slide36.xml.rels><?xml version="1.0" encoding="UTF-8" standalone="yes"?>
<Relationships xmlns="http://schemas.openxmlformats.org/package/2006/relationships"><Relationship Id="rId3" Type="http://schemas.openxmlformats.org/officeDocument/2006/relationships/slideLayout" Target="../slideLayouts/slideLayout50.xml"/><Relationship Id="rId2" Type="http://schemas.openxmlformats.org/officeDocument/2006/relationships/tags" Target="../tags/tag32.xml"/><Relationship Id="rId1" Type="http://schemas.openxmlformats.org/officeDocument/2006/relationships/vmlDrawing" Target="../drawings/vmlDrawing6.vml"/><Relationship Id="rId5" Type="http://schemas.openxmlformats.org/officeDocument/2006/relationships/image" Target="../media/image13.wmf"/><Relationship Id="rId4" Type="http://schemas.openxmlformats.org/officeDocument/2006/relationships/oleObject" Target="../embeddings/oleObject6.bin"/></Relationships>
</file>

<file path=ppt/slides/_rels/slide37.xml.rels><?xml version="1.0" encoding="UTF-8" standalone="yes"?>
<Relationships xmlns="http://schemas.openxmlformats.org/package/2006/relationships"><Relationship Id="rId3" Type="http://schemas.openxmlformats.org/officeDocument/2006/relationships/slideLayout" Target="../slideLayouts/slideLayout50.xml"/><Relationship Id="rId2" Type="http://schemas.openxmlformats.org/officeDocument/2006/relationships/tags" Target="../tags/tag33.xml"/><Relationship Id="rId1" Type="http://schemas.openxmlformats.org/officeDocument/2006/relationships/vmlDrawing" Target="../drawings/vmlDrawing7.vml"/><Relationship Id="rId5" Type="http://schemas.openxmlformats.org/officeDocument/2006/relationships/image" Target="../media/image14.wmf"/><Relationship Id="rId4" Type="http://schemas.openxmlformats.org/officeDocument/2006/relationships/oleObject" Target="../embeddings/oleObject7.bin"/></Relationships>
</file>

<file path=ppt/slides/_rels/slide38.xml.rels><?xml version="1.0" encoding="UTF-8" standalone="yes"?>
<Relationships xmlns="http://schemas.openxmlformats.org/package/2006/relationships"><Relationship Id="rId3" Type="http://schemas.openxmlformats.org/officeDocument/2006/relationships/slideLayout" Target="../slideLayouts/slideLayout50.xml"/><Relationship Id="rId2" Type="http://schemas.openxmlformats.org/officeDocument/2006/relationships/tags" Target="../tags/tag34.xml"/><Relationship Id="rId1" Type="http://schemas.openxmlformats.org/officeDocument/2006/relationships/vmlDrawing" Target="../drawings/vmlDrawing8.vml"/><Relationship Id="rId5" Type="http://schemas.openxmlformats.org/officeDocument/2006/relationships/image" Target="../media/image14.wmf"/><Relationship Id="rId4" Type="http://schemas.openxmlformats.org/officeDocument/2006/relationships/oleObject" Target="../embeddings/oleObject8.bin"/></Relationships>
</file>

<file path=ppt/slides/_rels/slide39.xml.rels><?xml version="1.0" encoding="UTF-8" standalone="yes"?>
<Relationships xmlns="http://schemas.openxmlformats.org/package/2006/relationships"><Relationship Id="rId3" Type="http://schemas.openxmlformats.org/officeDocument/2006/relationships/tags" Target="../tags/tag36.xml"/><Relationship Id="rId7" Type="http://schemas.openxmlformats.org/officeDocument/2006/relationships/image" Target="../media/image9.wmf"/><Relationship Id="rId2" Type="http://schemas.openxmlformats.org/officeDocument/2006/relationships/tags" Target="../tags/tag35.xml"/><Relationship Id="rId1" Type="http://schemas.openxmlformats.org/officeDocument/2006/relationships/vmlDrawing" Target="../drawings/vmlDrawing9.vml"/><Relationship Id="rId6" Type="http://schemas.openxmlformats.org/officeDocument/2006/relationships/oleObject" Target="../embeddings/oleObject2.bin"/><Relationship Id="rId5" Type="http://schemas.openxmlformats.org/officeDocument/2006/relationships/notesSlide" Target="../notesSlides/notesSlide18.xml"/><Relationship Id="rId4" Type="http://schemas.openxmlformats.org/officeDocument/2006/relationships/slideLayout" Target="../slideLayouts/slideLayout38.xml"/></Relationships>
</file>

<file path=ppt/slides/_rels/slide40.xml.rels><?xml version="1.0" encoding="UTF-8" standalone="yes"?>
<Relationships xmlns="http://schemas.openxmlformats.org/package/2006/relationships"><Relationship Id="rId3" Type="http://schemas.openxmlformats.org/officeDocument/2006/relationships/slideLayout" Target="../slideLayouts/slideLayout50.xml"/><Relationship Id="rId2" Type="http://schemas.openxmlformats.org/officeDocument/2006/relationships/tags" Target="../tags/tag37.xml"/><Relationship Id="rId1" Type="http://schemas.openxmlformats.org/officeDocument/2006/relationships/vmlDrawing" Target="../drawings/vmlDrawing10.vml"/><Relationship Id="rId6" Type="http://schemas.openxmlformats.org/officeDocument/2006/relationships/image" Target="../media/image15.wmf"/><Relationship Id="rId5" Type="http://schemas.openxmlformats.org/officeDocument/2006/relationships/oleObject" Target="../embeddings/oleObject9.bin"/><Relationship Id="rId4" Type="http://schemas.openxmlformats.org/officeDocument/2006/relationships/notesSlide" Target="../notesSlides/notesSlide19.xml"/></Relationships>
</file>

<file path=ppt/slides/_rels/slide41.xml.rels><?xml version="1.0" encoding="UTF-8" standalone="yes"?>
<Relationships xmlns="http://schemas.openxmlformats.org/package/2006/relationships"><Relationship Id="rId3" Type="http://schemas.openxmlformats.org/officeDocument/2006/relationships/slideLayout" Target="../slideLayouts/slideLayout50.xml"/><Relationship Id="rId2" Type="http://schemas.openxmlformats.org/officeDocument/2006/relationships/tags" Target="../tags/tag38.xml"/><Relationship Id="rId1" Type="http://schemas.openxmlformats.org/officeDocument/2006/relationships/vmlDrawing" Target="../drawings/vmlDrawing11.vml"/><Relationship Id="rId5" Type="http://schemas.openxmlformats.org/officeDocument/2006/relationships/image" Target="../media/image15.wmf"/><Relationship Id="rId4" Type="http://schemas.openxmlformats.org/officeDocument/2006/relationships/oleObject" Target="../embeddings/oleObject10.bin"/></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8.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8.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38.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37.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38.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38.xml"/></Relationships>
</file>

<file path=ppt/slides/_rels/slide48.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image" Target="../media/image16.jpe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38.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38.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38.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38.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38.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38.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38.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51.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63.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63.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63.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63.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63.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63.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63.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63.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63.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63.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63.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63.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63.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63.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63.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6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63.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64.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63.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63.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63.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63.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63.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63.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64.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6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63.xml"/></Relationships>
</file>

<file path=ppt/slides/_rels/slide85.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63.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63.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63.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63.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6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4">
            <a:extLst>
              <a:ext uri="{FF2B5EF4-FFF2-40B4-BE49-F238E27FC236}">
                <a16:creationId xmlns:a16="http://schemas.microsoft.com/office/drawing/2014/main" id="{449D8DDE-B114-874A-8B5A-CE4E2F84BF76}"/>
              </a:ext>
            </a:extLst>
          </p:cNvPr>
          <p:cNvSpPr>
            <a:spLocks noGrp="1" noChangeArrowheads="1"/>
          </p:cNvSpPr>
          <p:nvPr>
            <p:ph type="ctrTitle"/>
          </p:nvPr>
        </p:nvSpPr>
        <p:spPr>
          <a:xfrm>
            <a:off x="228600" y="381000"/>
            <a:ext cx="8686800" cy="1720850"/>
          </a:xfrm>
        </p:spPr>
        <p:txBody>
          <a:bodyPr/>
          <a:lstStyle/>
          <a:p>
            <a:pPr algn="ctr" eaLnBrk="1" hangingPunct="1"/>
            <a:br>
              <a:rPr lang="en-US" altLang="en-US" dirty="0">
                <a:ea typeface="ＭＳ Ｐゴシック" panose="020B0600070205080204" pitchFamily="34" charset="-128"/>
              </a:rPr>
            </a:br>
            <a:r>
              <a:rPr lang="en-US" altLang="en-US" sz="4500" b="1" dirty="0">
                <a:ea typeface="ＭＳ Ｐゴシック" panose="020B0600070205080204" pitchFamily="34" charset="-128"/>
              </a:rPr>
              <a:t>Computer Arch. &amp; AI Chip</a:t>
            </a:r>
            <a:br>
              <a:rPr lang="en-US" altLang="en-US" sz="4500" b="1" dirty="0">
                <a:ea typeface="ＭＳ Ｐゴシック" panose="020B0600070205080204" pitchFamily="34" charset="-128"/>
              </a:rPr>
            </a:br>
            <a:br>
              <a:rPr lang="en-US" altLang="en-US" sz="1000" b="1" dirty="0">
                <a:ea typeface="ＭＳ Ｐゴシック" panose="020B0600070205080204" pitchFamily="34" charset="-128"/>
              </a:rPr>
            </a:br>
            <a:r>
              <a:rPr lang="en-US" altLang="en-US" sz="4300" dirty="0">
                <a:solidFill>
                  <a:srgbClr val="C00000"/>
                </a:solidFill>
                <a:ea typeface="ＭＳ Ｐゴシック" panose="020B0600070205080204" pitchFamily="34" charset="-128"/>
              </a:rPr>
              <a:t>Lecture 9: Cache and Cache Coherence</a:t>
            </a:r>
          </a:p>
        </p:txBody>
      </p:sp>
      <p:sp>
        <p:nvSpPr>
          <p:cNvPr id="22530" name="Rectangle 5">
            <a:extLst>
              <a:ext uri="{FF2B5EF4-FFF2-40B4-BE49-F238E27FC236}">
                <a16:creationId xmlns:a16="http://schemas.microsoft.com/office/drawing/2014/main" id="{435E454D-D444-0541-B91A-9C35CDC08D6C}"/>
              </a:ext>
            </a:extLst>
          </p:cNvPr>
          <p:cNvSpPr>
            <a:spLocks noGrp="1" noChangeArrowheads="1"/>
          </p:cNvSpPr>
          <p:nvPr>
            <p:ph type="subTitle" idx="1"/>
          </p:nvPr>
        </p:nvSpPr>
        <p:spPr>
          <a:xfrm>
            <a:off x="685800" y="3581400"/>
            <a:ext cx="7848600" cy="2900363"/>
          </a:xfrm>
        </p:spPr>
        <p:txBody>
          <a:bodyPr/>
          <a:lstStyle/>
          <a:p>
            <a:pPr eaLnBrk="1" hangingPunct="1"/>
            <a:endParaRPr lang="en-US" altLang="en-US" dirty="0">
              <a:solidFill>
                <a:srgbClr val="003399"/>
              </a:solidFill>
              <a:ea typeface="ＭＳ Ｐゴシック" panose="020B0600070205080204" pitchFamily="34" charset="-128"/>
            </a:endParaRPr>
          </a:p>
          <a:p>
            <a:pPr eaLnBrk="1" hangingPunct="1"/>
            <a:r>
              <a:rPr lang="en-US" altLang="en-US" sz="2800" dirty="0">
                <a:solidFill>
                  <a:srgbClr val="003399"/>
                </a:solidFill>
                <a:ea typeface="ＭＳ Ｐゴシック" panose="020B0600070205080204" pitchFamily="34" charset="-128"/>
              </a:rPr>
              <a:t>Prof. </a:t>
            </a:r>
            <a:r>
              <a:rPr lang="en-US" altLang="zh-CN" sz="2800" dirty="0">
                <a:solidFill>
                  <a:srgbClr val="003399"/>
                </a:solidFill>
                <a:ea typeface="ＭＳ Ｐゴシック" panose="020B0600070205080204" pitchFamily="34" charset="-128"/>
              </a:rPr>
              <a:t>Zeke Wang</a:t>
            </a:r>
            <a:endParaRPr lang="en-US" altLang="en-US" sz="2800" dirty="0">
              <a:solidFill>
                <a:srgbClr val="003399"/>
              </a:solidFill>
              <a:ea typeface="ＭＳ Ｐゴシック" panose="020B0600070205080204" pitchFamily="34" charset="-128"/>
            </a:endParaRPr>
          </a:p>
          <a:p>
            <a:pPr eaLnBrk="1" hangingPunct="1"/>
            <a:endParaRPr lang="en-US" altLang="en-US" sz="2800" dirty="0">
              <a:solidFill>
                <a:srgbClr val="003399"/>
              </a:solidFill>
              <a:ea typeface="ＭＳ Ｐゴシック" panose="020B0600070205080204" pitchFamily="34" charset="-128"/>
            </a:endParaRPr>
          </a:p>
          <a:p>
            <a:pPr eaLnBrk="1" hangingPunct="1"/>
            <a:r>
              <a:rPr lang="en-US" altLang="en-US" dirty="0">
                <a:ea typeface="ＭＳ Ｐゴシック" panose="020B0600070205080204" pitchFamily="34" charset="-128"/>
              </a:rPr>
              <a:t>Zhejiang University</a:t>
            </a:r>
          </a:p>
          <a:p>
            <a:pPr eaLnBrk="1" hangingPunct="1"/>
            <a:r>
              <a:rPr lang="en-US" altLang="en-US" dirty="0">
                <a:ea typeface="ＭＳ Ｐゴシック" panose="020B0600070205080204" pitchFamily="34" charset="-128"/>
              </a:rPr>
              <a:t>25 </a:t>
            </a:r>
            <a:r>
              <a:rPr lang="en-US" altLang="zh-CN" dirty="0">
                <a:ea typeface="ＭＳ Ｐゴシック" panose="020B0600070205080204" pitchFamily="34" charset="-128"/>
              </a:rPr>
              <a:t>April</a:t>
            </a:r>
            <a:r>
              <a:rPr lang="en-US" altLang="en-US" dirty="0">
                <a:ea typeface="ＭＳ Ｐゴシック" panose="020B0600070205080204" pitchFamily="34" charset="-128"/>
              </a:rPr>
              <a:t> 2025</a:t>
            </a:r>
          </a:p>
          <a:p>
            <a:pPr eaLnBrk="1" hangingPunct="1"/>
            <a:endParaRPr lang="en-US" altLang="en-US" dirty="0">
              <a:ea typeface="ＭＳ Ｐゴシック" panose="020B0600070205080204" pitchFamily="34" charset="-128"/>
            </a:endParaRPr>
          </a:p>
          <a:p>
            <a:pPr eaLnBrk="1" hangingPunct="1"/>
            <a:endParaRPr lang="en-US" altLang="en-US" dirty="0">
              <a:ea typeface="ＭＳ Ｐゴシック" panose="020B0600070205080204" pitchFamily="34" charset="-128"/>
            </a:endParaRPr>
          </a:p>
          <a:p>
            <a:pPr eaLnBrk="1" hangingPunct="1"/>
            <a:endParaRPr lang="en-US" altLang="en-US" dirty="0">
              <a:ea typeface="ＭＳ Ｐゴシック" panose="020B0600070205080204" pitchFamily="34" charset="-128"/>
            </a:endParaRPr>
          </a:p>
        </p:txBody>
      </p:sp>
    </p:spTree>
    <p:extLst>
      <p:ext uri="{BB962C8B-B14F-4D97-AF65-F5344CB8AC3E}">
        <p14:creationId xmlns:p14="http://schemas.microsoft.com/office/powerpoint/2010/main" val="1704645496"/>
      </p:ext>
    </p:extLst>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 name="组合 8">
            <a:extLst>
              <a:ext uri="{FF2B5EF4-FFF2-40B4-BE49-F238E27FC236}">
                <a16:creationId xmlns:a16="http://schemas.microsoft.com/office/drawing/2014/main" id="{31AF6D28-E6ED-476D-A2DC-E37DDA3D0DBB}"/>
              </a:ext>
            </a:extLst>
          </p:cNvPr>
          <p:cNvGrpSpPr/>
          <p:nvPr/>
        </p:nvGrpSpPr>
        <p:grpSpPr>
          <a:xfrm>
            <a:off x="2174321" y="3091276"/>
            <a:ext cx="2570440" cy="3027103"/>
            <a:chOff x="2198083" y="3091276"/>
            <a:chExt cx="2546677" cy="2547633"/>
          </a:xfrm>
        </p:grpSpPr>
        <p:cxnSp>
          <p:nvCxnSpPr>
            <p:cNvPr id="25" name="Straight Arrow Connector 23">
              <a:extLst>
                <a:ext uri="{FF2B5EF4-FFF2-40B4-BE49-F238E27FC236}">
                  <a16:creationId xmlns:a16="http://schemas.microsoft.com/office/drawing/2014/main" id="{BD6F5708-835A-46A3-9831-DE69079BCF6B}"/>
                </a:ext>
              </a:extLst>
            </p:cNvPr>
            <p:cNvCxnSpPr>
              <a:cxnSpLocks/>
            </p:cNvCxnSpPr>
            <p:nvPr/>
          </p:nvCxnSpPr>
          <p:spPr bwMode="auto">
            <a:xfrm flipV="1">
              <a:off x="2198083" y="3091276"/>
              <a:ext cx="2546677" cy="2547633"/>
            </a:xfrm>
            <a:prstGeom prst="straightConnector1">
              <a:avLst/>
            </a:prstGeom>
            <a:solidFill>
              <a:schemeClr val="accent1"/>
            </a:solidFill>
            <a:ln w="38100" cap="flat" cmpd="sng" algn="ctr">
              <a:solidFill>
                <a:srgbClr val="00B050"/>
              </a:solidFill>
              <a:prstDash val="solid"/>
              <a:round/>
              <a:headEnd type="none" w="med" len="med"/>
              <a:tailEnd type="none" w="lg" len="lg"/>
            </a:ln>
            <a:effectLst/>
          </p:spPr>
        </p:cxnSp>
        <p:sp>
          <p:nvSpPr>
            <p:cNvPr id="26" name="TextBox 24">
              <a:extLst>
                <a:ext uri="{FF2B5EF4-FFF2-40B4-BE49-F238E27FC236}">
                  <a16:creationId xmlns:a16="http://schemas.microsoft.com/office/drawing/2014/main" id="{A1ABF284-17C9-4F23-899D-89937B57FA9D}"/>
                </a:ext>
              </a:extLst>
            </p:cNvPr>
            <p:cNvSpPr txBox="1"/>
            <p:nvPr/>
          </p:nvSpPr>
          <p:spPr>
            <a:xfrm rot="18559001">
              <a:off x="3133104" y="3766504"/>
              <a:ext cx="1082814" cy="434784"/>
            </a:xfrm>
            <a:prstGeom prst="rect">
              <a:avLst/>
            </a:prstGeom>
            <a:noFill/>
          </p:spPr>
          <p:txBody>
            <a:bodyPr wrap="none" rtlCol="0">
              <a:spAutoFit/>
            </a:bodyPr>
            <a:lstStyle/>
            <a:p>
              <a:pPr algn="ctr"/>
              <a:r>
                <a:rPr lang="en-US" sz="1800" dirty="0">
                  <a:solidFill>
                    <a:srgbClr val="00B050"/>
                  </a:solidFill>
                </a:rPr>
                <a:t>HBM GB/s</a:t>
              </a:r>
            </a:p>
          </p:txBody>
        </p:sp>
      </p:grpSp>
      <p:sp>
        <p:nvSpPr>
          <p:cNvPr id="2" name="Title 1">
            <a:extLst>
              <a:ext uri="{FF2B5EF4-FFF2-40B4-BE49-F238E27FC236}">
                <a16:creationId xmlns:a16="http://schemas.microsoft.com/office/drawing/2014/main" id="{C1658087-A87E-A94D-B8B8-8578B4853ED2}"/>
              </a:ext>
            </a:extLst>
          </p:cNvPr>
          <p:cNvSpPr>
            <a:spLocks noGrp="1"/>
          </p:cNvSpPr>
          <p:nvPr>
            <p:ph type="title"/>
          </p:nvPr>
        </p:nvSpPr>
        <p:spPr/>
        <p:txBody>
          <a:bodyPr/>
          <a:lstStyle/>
          <a:p>
            <a:r>
              <a:rPr lang="en-US" altLang="zh-CN" dirty="0"/>
              <a:t>Recall:</a:t>
            </a:r>
            <a:r>
              <a:rPr lang="zh-CN" altLang="en-US" dirty="0"/>
              <a:t> </a:t>
            </a:r>
            <a:r>
              <a:rPr lang="en-US" altLang="zh-CN" dirty="0"/>
              <a:t>Memory </a:t>
            </a:r>
            <a:r>
              <a:rPr lang="en-US" dirty="0"/>
              <a:t>Roofline Model</a:t>
            </a:r>
          </a:p>
        </p:txBody>
      </p:sp>
      <p:sp>
        <p:nvSpPr>
          <p:cNvPr id="3" name="Content Placeholder 2">
            <a:extLst>
              <a:ext uri="{FF2B5EF4-FFF2-40B4-BE49-F238E27FC236}">
                <a16:creationId xmlns:a16="http://schemas.microsoft.com/office/drawing/2014/main" id="{A7A011EF-1B60-AD4A-B862-78A89833BA9B}"/>
              </a:ext>
            </a:extLst>
          </p:cNvPr>
          <p:cNvSpPr>
            <a:spLocks noGrp="1"/>
          </p:cNvSpPr>
          <p:nvPr>
            <p:ph idx="1"/>
          </p:nvPr>
        </p:nvSpPr>
        <p:spPr>
          <a:xfrm>
            <a:off x="308778" y="1013462"/>
            <a:ext cx="8682822" cy="2013776"/>
          </a:xfrm>
        </p:spPr>
        <p:txBody>
          <a:bodyPr/>
          <a:lstStyle/>
          <a:p>
            <a:r>
              <a:rPr lang="en-US" b="1" dirty="0"/>
              <a:t>Memory Roofline Model</a:t>
            </a:r>
            <a:r>
              <a:rPr lang="en-US" dirty="0"/>
              <a:t>:</a:t>
            </a:r>
          </a:p>
          <a:p>
            <a:pPr lvl="1"/>
            <a:r>
              <a:rPr lang="en-US" altLang="zh-CN" sz="2400" dirty="0">
                <a:solidFill>
                  <a:srgbClr val="0432FF"/>
                </a:solidFill>
              </a:rPr>
              <a:t>DRAM</a:t>
            </a:r>
            <a:r>
              <a:rPr lang="en-US" altLang="zh-CN" dirty="0"/>
              <a:t>: limited memory bandwidth;</a:t>
            </a:r>
          </a:p>
          <a:p>
            <a:pPr lvl="1"/>
            <a:r>
              <a:rPr lang="en-US" altLang="zh-CN" sz="2400" dirty="0">
                <a:solidFill>
                  <a:srgbClr val="00B050"/>
                </a:solidFill>
              </a:rPr>
              <a:t>HBM</a:t>
            </a:r>
            <a:r>
              <a:rPr lang="en-US" dirty="0"/>
              <a:t>: medium memory bandwidth;</a:t>
            </a:r>
          </a:p>
          <a:p>
            <a:pPr lvl="1"/>
            <a:r>
              <a:rPr lang="en-US" altLang="zh-CN" dirty="0">
                <a:solidFill>
                  <a:srgbClr val="FFC000"/>
                </a:solidFill>
              </a:rPr>
              <a:t>Cache</a:t>
            </a:r>
            <a:r>
              <a:rPr lang="en-US" dirty="0"/>
              <a:t>: large memory bandwidth</a:t>
            </a:r>
          </a:p>
        </p:txBody>
      </p:sp>
      <p:sp>
        <p:nvSpPr>
          <p:cNvPr id="4" name="Slide Number Placeholder 5">
            <a:extLst>
              <a:ext uri="{FF2B5EF4-FFF2-40B4-BE49-F238E27FC236}">
                <a16:creationId xmlns:a16="http://schemas.microsoft.com/office/drawing/2014/main" id="{37460E38-D58D-4C46-8CED-DA42BA0933E8}"/>
              </a:ext>
            </a:extLst>
          </p:cNvPr>
          <p:cNvSpPr txBox="1">
            <a:spLocks/>
          </p:cNvSpPr>
          <p:nvPr/>
        </p:nvSpPr>
        <p:spPr>
          <a:xfrm>
            <a:off x="7924800" y="6355715"/>
            <a:ext cx="990600" cy="365125"/>
          </a:xfrm>
          <a:prstGeom prst="rect">
            <a:avLst/>
          </a:prstGeom>
        </p:spPr>
        <p:txBody>
          <a:bodyPr vert="horz" lIns="91440" tIns="45720" rIns="91440" bIns="45720" rtlCol="0" anchor="ctr"/>
          <a:lstStyle>
            <a:defPPr>
              <a:defRPr lang="en-US"/>
            </a:defPPr>
            <a:lvl1pPr marL="0" algn="r" defTabSz="914400" rtl="0" eaLnBrk="1" latinLnBrk="0" hangingPunct="1">
              <a:defRPr sz="2000" kern="1200">
                <a:solidFill>
                  <a:schemeClr val="tx1">
                    <a:tint val="75000"/>
                  </a:schemeClr>
                </a:solidFill>
                <a:latin typeface="Cambria Math" panose="02040503050406030204" pitchFamily="18" charset="0"/>
                <a:ea typeface="Cambria Math" panose="02040503050406030204" pitchFamily="18" charset="0"/>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tint val="75000"/>
                  </a:prstClr>
                </a:solidFill>
                <a:effectLst/>
                <a:uLnTx/>
                <a:uFillTx/>
                <a:latin typeface="Cambria Math" panose="02040503050406030204" pitchFamily="18" charset="0"/>
                <a:ea typeface="Cambria Math" panose="02040503050406030204" pitchFamily="18" charset="0"/>
                <a:cs typeface="+mn-cs"/>
              </a:rPr>
              <a:t>9</a:t>
            </a:r>
          </a:p>
        </p:txBody>
      </p:sp>
      <p:grpSp>
        <p:nvGrpSpPr>
          <p:cNvPr id="46" name="Group 17">
            <a:extLst>
              <a:ext uri="{FF2B5EF4-FFF2-40B4-BE49-F238E27FC236}">
                <a16:creationId xmlns:a16="http://schemas.microsoft.com/office/drawing/2014/main" id="{6B9C7225-5556-43DC-B699-EBD9CEE36B05}"/>
              </a:ext>
            </a:extLst>
          </p:cNvPr>
          <p:cNvGrpSpPr/>
          <p:nvPr/>
        </p:nvGrpSpPr>
        <p:grpSpPr>
          <a:xfrm>
            <a:off x="1945720" y="2943818"/>
            <a:ext cx="5598080" cy="369332"/>
            <a:chOff x="8382000" y="2607903"/>
            <a:chExt cx="4343400" cy="369332"/>
          </a:xfrm>
        </p:grpSpPr>
        <p:cxnSp>
          <p:nvCxnSpPr>
            <p:cNvPr id="47" name="Straight Arrow Connector 9">
              <a:extLst>
                <a:ext uri="{FF2B5EF4-FFF2-40B4-BE49-F238E27FC236}">
                  <a16:creationId xmlns:a16="http://schemas.microsoft.com/office/drawing/2014/main" id="{C5E80D07-AD21-4027-AF42-3A04032E3A8F}"/>
                </a:ext>
              </a:extLst>
            </p:cNvPr>
            <p:cNvCxnSpPr/>
            <p:nvPr/>
          </p:nvCxnSpPr>
          <p:spPr bwMode="auto">
            <a:xfrm>
              <a:off x="8382000" y="2971800"/>
              <a:ext cx="4343400" cy="0"/>
            </a:xfrm>
            <a:prstGeom prst="straightConnector1">
              <a:avLst/>
            </a:prstGeom>
            <a:solidFill>
              <a:schemeClr val="accent1"/>
            </a:solidFill>
            <a:ln w="38100" cap="flat" cmpd="sng" algn="ctr">
              <a:solidFill>
                <a:srgbClr val="FF0080"/>
              </a:solidFill>
              <a:prstDash val="solid"/>
              <a:round/>
              <a:headEnd type="none" w="med" len="med"/>
              <a:tailEnd type="none" w="lg" len="lg"/>
            </a:ln>
            <a:effectLst/>
          </p:spPr>
        </p:cxnSp>
        <p:sp>
          <p:nvSpPr>
            <p:cNvPr id="48" name="TextBox 12">
              <a:extLst>
                <a:ext uri="{FF2B5EF4-FFF2-40B4-BE49-F238E27FC236}">
                  <a16:creationId xmlns:a16="http://schemas.microsoft.com/office/drawing/2014/main" id="{78D46EB0-7B81-4143-BBC9-051A6B0DCE1F}"/>
                </a:ext>
              </a:extLst>
            </p:cNvPr>
            <p:cNvSpPr txBox="1"/>
            <p:nvPr/>
          </p:nvSpPr>
          <p:spPr>
            <a:xfrm>
              <a:off x="8468650" y="2607903"/>
              <a:ext cx="1402948" cy="369332"/>
            </a:xfrm>
            <a:prstGeom prst="rect">
              <a:avLst/>
            </a:prstGeom>
            <a:noFill/>
          </p:spPr>
          <p:txBody>
            <a:bodyPr wrap="none" rtlCol="0">
              <a:spAutoFit/>
            </a:bodyPr>
            <a:lstStyle/>
            <a:p>
              <a:pPr algn="ctr"/>
              <a:r>
                <a:rPr lang="en-US" sz="1800" dirty="0">
                  <a:solidFill>
                    <a:srgbClr val="FF0080"/>
                  </a:solidFill>
                </a:rPr>
                <a:t>Peak Flop/s</a:t>
              </a:r>
            </a:p>
          </p:txBody>
        </p:sp>
      </p:grpSp>
      <p:cxnSp>
        <p:nvCxnSpPr>
          <p:cNvPr id="50" name="Straight Arrow Connector 5">
            <a:extLst>
              <a:ext uri="{FF2B5EF4-FFF2-40B4-BE49-F238E27FC236}">
                <a16:creationId xmlns:a16="http://schemas.microsoft.com/office/drawing/2014/main" id="{E6260FF1-F44D-47B4-AFD6-2549B4E125FE}"/>
              </a:ext>
            </a:extLst>
          </p:cNvPr>
          <p:cNvCxnSpPr>
            <a:cxnSpLocks/>
          </p:cNvCxnSpPr>
          <p:nvPr/>
        </p:nvCxnSpPr>
        <p:spPr bwMode="auto">
          <a:xfrm>
            <a:off x="1945720" y="6127115"/>
            <a:ext cx="5598080" cy="45084"/>
          </a:xfrm>
          <a:prstGeom prst="straightConnector1">
            <a:avLst/>
          </a:prstGeom>
          <a:solidFill>
            <a:schemeClr val="accent1"/>
          </a:solidFill>
          <a:ln w="19050" cap="flat" cmpd="sng" algn="ctr">
            <a:solidFill>
              <a:schemeClr val="tx1"/>
            </a:solidFill>
            <a:prstDash val="solid"/>
            <a:round/>
            <a:headEnd type="none" w="med" len="med"/>
            <a:tailEnd type="stealth" w="lg" len="lg"/>
          </a:ln>
          <a:effectLst/>
        </p:spPr>
      </p:cxnSp>
      <p:cxnSp>
        <p:nvCxnSpPr>
          <p:cNvPr id="51" name="Straight Arrow Connector 6">
            <a:extLst>
              <a:ext uri="{FF2B5EF4-FFF2-40B4-BE49-F238E27FC236}">
                <a16:creationId xmlns:a16="http://schemas.microsoft.com/office/drawing/2014/main" id="{A1AA3CD9-763A-44AE-A04D-DBE5C7C8D373}"/>
              </a:ext>
            </a:extLst>
          </p:cNvPr>
          <p:cNvCxnSpPr>
            <a:cxnSpLocks/>
          </p:cNvCxnSpPr>
          <p:nvPr/>
        </p:nvCxnSpPr>
        <p:spPr bwMode="auto">
          <a:xfrm flipV="1">
            <a:off x="2174320" y="2926715"/>
            <a:ext cx="41476" cy="3429000"/>
          </a:xfrm>
          <a:prstGeom prst="straightConnector1">
            <a:avLst/>
          </a:prstGeom>
          <a:solidFill>
            <a:schemeClr val="accent1"/>
          </a:solidFill>
          <a:ln w="19050" cap="flat" cmpd="sng" algn="ctr">
            <a:solidFill>
              <a:schemeClr val="tx1"/>
            </a:solidFill>
            <a:prstDash val="solid"/>
            <a:round/>
            <a:headEnd type="none" w="med" len="med"/>
            <a:tailEnd type="stealth" w="lg" len="lg"/>
          </a:ln>
          <a:effectLst/>
        </p:spPr>
      </p:cxnSp>
      <p:sp>
        <p:nvSpPr>
          <p:cNvPr id="52" name="TextBox 13">
            <a:extLst>
              <a:ext uri="{FF2B5EF4-FFF2-40B4-BE49-F238E27FC236}">
                <a16:creationId xmlns:a16="http://schemas.microsoft.com/office/drawing/2014/main" id="{C610348B-0149-467B-A5B8-11F1E137DB96}"/>
              </a:ext>
            </a:extLst>
          </p:cNvPr>
          <p:cNvSpPr txBox="1"/>
          <p:nvPr/>
        </p:nvSpPr>
        <p:spPr>
          <a:xfrm rot="16200000">
            <a:off x="705329" y="4364471"/>
            <a:ext cx="2590801" cy="369332"/>
          </a:xfrm>
          <a:prstGeom prst="rect">
            <a:avLst/>
          </a:prstGeom>
          <a:noFill/>
        </p:spPr>
        <p:txBody>
          <a:bodyPr wrap="square" rtlCol="0">
            <a:spAutoFit/>
          </a:bodyPr>
          <a:lstStyle/>
          <a:p>
            <a:pPr algn="ctr"/>
            <a:r>
              <a:rPr lang="en-US" dirty="0"/>
              <a:t>Throughput</a:t>
            </a:r>
            <a:r>
              <a:rPr lang="en-US" sz="1800" dirty="0"/>
              <a:t> (Flop/s)</a:t>
            </a:r>
          </a:p>
        </p:txBody>
      </p:sp>
      <p:grpSp>
        <p:nvGrpSpPr>
          <p:cNvPr id="53" name="Group 18">
            <a:extLst>
              <a:ext uri="{FF2B5EF4-FFF2-40B4-BE49-F238E27FC236}">
                <a16:creationId xmlns:a16="http://schemas.microsoft.com/office/drawing/2014/main" id="{08E839FD-54B4-49B4-A6B2-BE7DB9FC7862}"/>
              </a:ext>
            </a:extLst>
          </p:cNvPr>
          <p:cNvGrpSpPr/>
          <p:nvPr/>
        </p:nvGrpSpPr>
        <p:grpSpPr>
          <a:xfrm>
            <a:off x="2193733" y="3044341"/>
            <a:ext cx="3537427" cy="3082733"/>
            <a:chOff x="9067800" y="2133600"/>
            <a:chExt cx="3657600" cy="3657600"/>
          </a:xfrm>
        </p:grpSpPr>
        <p:cxnSp>
          <p:nvCxnSpPr>
            <p:cNvPr id="54" name="Straight Arrow Connector 7">
              <a:extLst>
                <a:ext uri="{FF2B5EF4-FFF2-40B4-BE49-F238E27FC236}">
                  <a16:creationId xmlns:a16="http://schemas.microsoft.com/office/drawing/2014/main" id="{452F29CA-BF98-4192-BA29-C86676B71E38}"/>
                </a:ext>
              </a:extLst>
            </p:cNvPr>
            <p:cNvCxnSpPr/>
            <p:nvPr/>
          </p:nvCxnSpPr>
          <p:spPr bwMode="auto">
            <a:xfrm flipV="1">
              <a:off x="9067800" y="2133600"/>
              <a:ext cx="3657600" cy="3657600"/>
            </a:xfrm>
            <a:prstGeom prst="straightConnector1">
              <a:avLst/>
            </a:prstGeom>
            <a:solidFill>
              <a:schemeClr val="accent1"/>
            </a:solidFill>
            <a:ln w="38100" cap="flat" cmpd="sng" algn="ctr">
              <a:solidFill>
                <a:srgbClr val="0432FF"/>
              </a:solidFill>
              <a:prstDash val="solid"/>
              <a:round/>
              <a:headEnd type="none" w="med" len="med"/>
              <a:tailEnd type="none" w="lg" len="lg"/>
            </a:ln>
            <a:effectLst/>
          </p:spPr>
        </p:cxnSp>
        <p:sp>
          <p:nvSpPr>
            <p:cNvPr id="55" name="TextBox 15">
              <a:extLst>
                <a:ext uri="{FF2B5EF4-FFF2-40B4-BE49-F238E27FC236}">
                  <a16:creationId xmlns:a16="http://schemas.microsoft.com/office/drawing/2014/main" id="{D40D4DA8-CFD8-4EDB-81A1-28A897D5C631}"/>
                </a:ext>
              </a:extLst>
            </p:cNvPr>
            <p:cNvSpPr txBox="1"/>
            <p:nvPr/>
          </p:nvSpPr>
          <p:spPr>
            <a:xfrm rot="19238106">
              <a:off x="10310946" y="3903226"/>
              <a:ext cx="1441420" cy="369332"/>
            </a:xfrm>
            <a:prstGeom prst="rect">
              <a:avLst/>
            </a:prstGeom>
            <a:noFill/>
          </p:spPr>
          <p:txBody>
            <a:bodyPr wrap="none" rtlCol="0">
              <a:spAutoFit/>
            </a:bodyPr>
            <a:lstStyle/>
            <a:p>
              <a:pPr algn="ctr"/>
              <a:r>
                <a:rPr lang="en-US" sz="1800" dirty="0">
                  <a:solidFill>
                    <a:srgbClr val="0432FF"/>
                  </a:solidFill>
                </a:rPr>
                <a:t>DRAM GB/s</a:t>
              </a:r>
            </a:p>
          </p:txBody>
        </p:sp>
      </p:grpSp>
      <p:sp>
        <p:nvSpPr>
          <p:cNvPr id="56" name="TextBox 16">
            <a:extLst>
              <a:ext uri="{FF2B5EF4-FFF2-40B4-BE49-F238E27FC236}">
                <a16:creationId xmlns:a16="http://schemas.microsoft.com/office/drawing/2014/main" id="{C32926F6-6C42-43B5-962A-F634B87C906D}"/>
              </a:ext>
            </a:extLst>
          </p:cNvPr>
          <p:cNvSpPr txBox="1"/>
          <p:nvPr/>
        </p:nvSpPr>
        <p:spPr>
          <a:xfrm>
            <a:off x="2188606" y="6118420"/>
            <a:ext cx="4329113" cy="369332"/>
          </a:xfrm>
          <a:prstGeom prst="rect">
            <a:avLst/>
          </a:prstGeom>
          <a:noFill/>
        </p:spPr>
        <p:txBody>
          <a:bodyPr wrap="square" rtlCol="0">
            <a:spAutoFit/>
          </a:bodyPr>
          <a:lstStyle/>
          <a:p>
            <a:pPr algn="ctr"/>
            <a:r>
              <a:rPr lang="en-US" sz="1800" dirty="0"/>
              <a:t>Arithmetic Intensity (</a:t>
            </a:r>
            <a:r>
              <a:rPr lang="en-US" sz="1800" dirty="0" err="1"/>
              <a:t>Flop:Byte</a:t>
            </a:r>
            <a:r>
              <a:rPr lang="en-US" sz="1800" dirty="0"/>
              <a:t>)</a:t>
            </a:r>
          </a:p>
        </p:txBody>
      </p:sp>
      <p:sp>
        <p:nvSpPr>
          <p:cNvPr id="5" name="矩形 4">
            <a:extLst>
              <a:ext uri="{FF2B5EF4-FFF2-40B4-BE49-F238E27FC236}">
                <a16:creationId xmlns:a16="http://schemas.microsoft.com/office/drawing/2014/main" id="{29983E79-B1DC-4E55-BFC7-3BBEE3BD35D3}"/>
              </a:ext>
            </a:extLst>
          </p:cNvPr>
          <p:cNvSpPr/>
          <p:nvPr/>
        </p:nvSpPr>
        <p:spPr>
          <a:xfrm>
            <a:off x="-304800" y="6487752"/>
            <a:ext cx="9055497" cy="338554"/>
          </a:xfrm>
          <a:prstGeom prst="rect">
            <a:avLst/>
          </a:prstGeom>
        </p:spPr>
        <p:txBody>
          <a:bodyPr wrap="square">
            <a:spAutoFit/>
          </a:bodyPr>
          <a:lstStyle/>
          <a:p>
            <a:pPr marL="492101" lvl="3">
              <a:spcBef>
                <a:spcPts val="800"/>
              </a:spcBef>
              <a:buSzPct val="100000"/>
            </a:pPr>
            <a:r>
              <a:rPr lang="en-US" altLang="zh-CN" sz="1600" dirty="0">
                <a:solidFill>
                  <a:schemeClr val="bg1">
                    <a:lumMod val="50000"/>
                  </a:schemeClr>
                </a:solidFill>
                <a:latin typeface="Bahnschrift Condensed" panose="020B0502040204020203" pitchFamily="34" charset="0"/>
              </a:rPr>
              <a:t>Williams, Waterman, Patterson, “Roofline: An Insightful Visual Performance Model for Multicore Architectures”, CACM, 2009 </a:t>
            </a:r>
          </a:p>
        </p:txBody>
      </p:sp>
      <p:grpSp>
        <p:nvGrpSpPr>
          <p:cNvPr id="8" name="组合 7">
            <a:extLst>
              <a:ext uri="{FF2B5EF4-FFF2-40B4-BE49-F238E27FC236}">
                <a16:creationId xmlns:a16="http://schemas.microsoft.com/office/drawing/2014/main" id="{731FEDC9-9B68-4A9E-9367-A0E8CFAD098F}"/>
              </a:ext>
            </a:extLst>
          </p:cNvPr>
          <p:cNvGrpSpPr/>
          <p:nvPr/>
        </p:nvGrpSpPr>
        <p:grpSpPr>
          <a:xfrm>
            <a:off x="2159660" y="3124200"/>
            <a:ext cx="1802739" cy="2971793"/>
            <a:chOff x="2220877" y="3035933"/>
            <a:chExt cx="1774399" cy="1642551"/>
          </a:xfrm>
        </p:grpSpPr>
        <p:cxnSp>
          <p:nvCxnSpPr>
            <p:cNvPr id="23" name="Straight Arrow Connector 25">
              <a:extLst>
                <a:ext uri="{FF2B5EF4-FFF2-40B4-BE49-F238E27FC236}">
                  <a16:creationId xmlns:a16="http://schemas.microsoft.com/office/drawing/2014/main" id="{115F3553-6DA1-4A00-9669-BDC5F36EE5B6}"/>
                </a:ext>
              </a:extLst>
            </p:cNvPr>
            <p:cNvCxnSpPr>
              <a:cxnSpLocks/>
            </p:cNvCxnSpPr>
            <p:nvPr/>
          </p:nvCxnSpPr>
          <p:spPr bwMode="auto">
            <a:xfrm flipV="1">
              <a:off x="2220877" y="3035933"/>
              <a:ext cx="1774399" cy="1642551"/>
            </a:xfrm>
            <a:prstGeom prst="straightConnector1">
              <a:avLst/>
            </a:prstGeom>
            <a:solidFill>
              <a:schemeClr val="accent1"/>
            </a:solidFill>
            <a:ln w="38100" cap="flat" cmpd="sng" algn="ctr">
              <a:solidFill>
                <a:srgbClr val="FFC000"/>
              </a:solidFill>
              <a:prstDash val="solid"/>
              <a:round/>
              <a:headEnd type="none" w="med" len="med"/>
              <a:tailEnd type="none" w="lg" len="lg"/>
            </a:ln>
            <a:effectLst/>
          </p:spPr>
        </p:cxnSp>
        <p:sp>
          <p:nvSpPr>
            <p:cNvPr id="24" name="TextBox 26">
              <a:extLst>
                <a:ext uri="{FF2B5EF4-FFF2-40B4-BE49-F238E27FC236}">
                  <a16:creationId xmlns:a16="http://schemas.microsoft.com/office/drawing/2014/main" id="{84DE4B21-AFAE-4973-847B-52BE0FE08290}"/>
                </a:ext>
              </a:extLst>
            </p:cNvPr>
            <p:cNvSpPr txBox="1"/>
            <p:nvPr/>
          </p:nvSpPr>
          <p:spPr>
            <a:xfrm rot="17974627">
              <a:off x="2598758" y="3545552"/>
              <a:ext cx="802216" cy="657711"/>
            </a:xfrm>
            <a:prstGeom prst="rect">
              <a:avLst/>
            </a:prstGeom>
            <a:noFill/>
          </p:spPr>
          <p:txBody>
            <a:bodyPr wrap="none" rtlCol="0">
              <a:spAutoFit/>
            </a:bodyPr>
            <a:lstStyle/>
            <a:p>
              <a:pPr algn="ctr"/>
              <a:r>
                <a:rPr lang="en-US" dirty="0">
                  <a:solidFill>
                    <a:srgbClr val="FFC000"/>
                  </a:solidFill>
                </a:rPr>
                <a:t>Cache</a:t>
              </a:r>
              <a:r>
                <a:rPr lang="en-US" sz="1800" dirty="0">
                  <a:solidFill>
                    <a:srgbClr val="FFC000"/>
                  </a:solidFill>
                </a:rPr>
                <a:t> GB/s</a:t>
              </a:r>
            </a:p>
          </p:txBody>
        </p:sp>
      </p:grpSp>
    </p:spTree>
    <p:extLst>
      <p:ext uri="{BB962C8B-B14F-4D97-AF65-F5344CB8AC3E}">
        <p14:creationId xmlns:p14="http://schemas.microsoft.com/office/powerpoint/2010/main" val="4014358248"/>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29" name="Title 1">
            <a:extLst>
              <a:ext uri="{FF2B5EF4-FFF2-40B4-BE49-F238E27FC236}">
                <a16:creationId xmlns:a16="http://schemas.microsoft.com/office/drawing/2014/main" id="{E5A495FE-B8B1-EA4D-B5F4-9E1BDFE165DB}"/>
              </a:ext>
            </a:extLst>
          </p:cNvPr>
          <p:cNvSpPr>
            <a:spLocks noGrp="1" noChangeArrowheads="1"/>
          </p:cNvSpPr>
          <p:nvPr>
            <p:ph type="title"/>
          </p:nvPr>
        </p:nvSpPr>
        <p:spPr/>
        <p:txBody>
          <a:bodyPr/>
          <a:lstStyle/>
          <a:p>
            <a:r>
              <a:rPr lang="en-US" altLang="en-US" dirty="0">
                <a:ea typeface="ＭＳ Ｐゴシック" panose="020B0600070205080204" pitchFamily="34" charset="-128"/>
              </a:rPr>
              <a:t>Recall: The Problem of Memory</a:t>
            </a:r>
          </a:p>
        </p:txBody>
      </p:sp>
      <p:sp>
        <p:nvSpPr>
          <p:cNvPr id="3" name="Content Placeholder 2">
            <a:extLst>
              <a:ext uri="{FF2B5EF4-FFF2-40B4-BE49-F238E27FC236}">
                <a16:creationId xmlns:a16="http://schemas.microsoft.com/office/drawing/2014/main" id="{4712EF7D-602D-DE44-AA6B-112BF28F08B3}"/>
              </a:ext>
            </a:extLst>
          </p:cNvPr>
          <p:cNvSpPr>
            <a:spLocks noGrp="1" noChangeArrowheads="1"/>
          </p:cNvSpPr>
          <p:nvPr>
            <p:ph idx="1"/>
          </p:nvPr>
        </p:nvSpPr>
        <p:spPr>
          <a:xfrm>
            <a:off x="228600" y="901700"/>
            <a:ext cx="8915400" cy="5194300"/>
          </a:xfrm>
        </p:spPr>
        <p:txBody>
          <a:bodyPr/>
          <a:lstStyle/>
          <a:p>
            <a:r>
              <a:rPr lang="en-US" altLang="en-US" sz="2200" dirty="0">
                <a:solidFill>
                  <a:srgbClr val="FF0000"/>
                </a:solidFill>
                <a:ea typeface="ＭＳ Ｐゴシック" panose="020B0600070205080204" pitchFamily="34" charset="-128"/>
              </a:rPr>
              <a:t>Bigger is slower</a:t>
            </a:r>
          </a:p>
          <a:p>
            <a:pPr lvl="1"/>
            <a:r>
              <a:rPr lang="en-US" altLang="en-US" sz="1600" dirty="0">
                <a:ea typeface="ＭＳ Ｐゴシック" panose="020B0600070205080204" pitchFamily="34" charset="-128"/>
              </a:rPr>
              <a:t>SRAM, 512 Bytes, sub-</a:t>
            </a:r>
            <a:r>
              <a:rPr lang="en-US" altLang="en-US" sz="1600" dirty="0" err="1">
                <a:ea typeface="ＭＳ Ｐゴシック" panose="020B0600070205080204" pitchFamily="34" charset="-128"/>
              </a:rPr>
              <a:t>nanosec</a:t>
            </a:r>
            <a:endParaRPr lang="en-US" altLang="en-US" sz="1600" dirty="0">
              <a:ea typeface="ＭＳ Ｐゴシック" panose="020B0600070205080204" pitchFamily="34" charset="-128"/>
            </a:endParaRPr>
          </a:p>
          <a:p>
            <a:pPr lvl="1"/>
            <a:r>
              <a:rPr lang="en-US" altLang="en-US" sz="1600" dirty="0">
                <a:ea typeface="ＭＳ Ｐゴシック" panose="020B0600070205080204" pitchFamily="34" charset="-128"/>
              </a:rPr>
              <a:t>SRAM,  </a:t>
            </a:r>
            <a:r>
              <a:rPr lang="en-US" altLang="en-US" sz="1600" dirty="0" err="1">
                <a:ea typeface="ＭＳ Ｐゴシック" panose="020B0600070205080204" pitchFamily="34" charset="-128"/>
              </a:rPr>
              <a:t>KByte~MByte</a:t>
            </a:r>
            <a:r>
              <a:rPr lang="en-US" altLang="en-US" sz="1600" dirty="0">
                <a:ea typeface="ＭＳ Ｐゴシック" panose="020B0600070205080204" pitchFamily="34" charset="-128"/>
              </a:rPr>
              <a:t>, ~</a:t>
            </a:r>
            <a:r>
              <a:rPr lang="en-US" altLang="en-US" sz="1600" dirty="0" err="1">
                <a:ea typeface="ＭＳ Ｐゴシック" panose="020B0600070205080204" pitchFamily="34" charset="-128"/>
              </a:rPr>
              <a:t>nanosec</a:t>
            </a:r>
            <a:endParaRPr lang="en-US" altLang="en-US" sz="1600" dirty="0">
              <a:ea typeface="ＭＳ Ｐゴシック" panose="020B0600070205080204" pitchFamily="34" charset="-128"/>
            </a:endParaRPr>
          </a:p>
          <a:p>
            <a:pPr lvl="1"/>
            <a:r>
              <a:rPr lang="en-US" altLang="en-US" sz="1600" dirty="0">
                <a:ea typeface="ＭＳ Ｐゴシック" panose="020B0600070205080204" pitchFamily="34" charset="-128"/>
              </a:rPr>
              <a:t>DRAM, Gigabyte, ~50 </a:t>
            </a:r>
            <a:r>
              <a:rPr lang="en-US" altLang="en-US" sz="1600" dirty="0" err="1">
                <a:ea typeface="ＭＳ Ｐゴシック" panose="020B0600070205080204" pitchFamily="34" charset="-128"/>
              </a:rPr>
              <a:t>nanosec</a:t>
            </a:r>
            <a:endParaRPr lang="en-US" altLang="en-US" sz="1600" dirty="0">
              <a:ea typeface="ＭＳ Ｐゴシック" panose="020B0600070205080204" pitchFamily="34" charset="-128"/>
            </a:endParaRPr>
          </a:p>
          <a:p>
            <a:pPr lvl="1"/>
            <a:r>
              <a:rPr lang="en-US" altLang="en-US" sz="1600" dirty="0">
                <a:ea typeface="ＭＳ Ｐゴシック" panose="020B0600070205080204" pitchFamily="34" charset="-128"/>
              </a:rPr>
              <a:t>PCM-DIMM (Intel Optane DC DIMM), Gigabyte, ~200 </a:t>
            </a:r>
            <a:r>
              <a:rPr lang="en-US" altLang="en-US" sz="1600" dirty="0" err="1">
                <a:ea typeface="ＭＳ Ｐゴシック" panose="020B0600070205080204" pitchFamily="34" charset="-128"/>
              </a:rPr>
              <a:t>nanosec</a:t>
            </a:r>
            <a:endParaRPr lang="en-US" altLang="en-US" sz="1600" dirty="0">
              <a:ea typeface="ＭＳ Ｐゴシック" panose="020B0600070205080204" pitchFamily="34" charset="-128"/>
            </a:endParaRPr>
          </a:p>
          <a:p>
            <a:pPr lvl="1"/>
            <a:r>
              <a:rPr lang="en-US" altLang="en-US" sz="1600" dirty="0">
                <a:ea typeface="ＭＳ Ｐゴシック" panose="020B0600070205080204" pitchFamily="34" charset="-128"/>
              </a:rPr>
              <a:t>PCM-SSD (Intel Optane SSD), Gigabyte, ~10 </a:t>
            </a:r>
            <a:r>
              <a:rPr lang="en-US" sz="1600" dirty="0">
                <a:latin typeface="intel-clear"/>
              </a:rPr>
              <a:t>µs</a:t>
            </a:r>
            <a:endParaRPr lang="en-US" altLang="en-US" sz="1600" dirty="0">
              <a:ea typeface="ＭＳ Ｐゴシック" panose="020B0600070205080204" pitchFamily="34" charset="-128"/>
            </a:endParaRPr>
          </a:p>
          <a:p>
            <a:pPr lvl="1"/>
            <a:r>
              <a:rPr lang="en-US" altLang="en-US" sz="1600" dirty="0">
                <a:ea typeface="ＭＳ Ｐゴシック" panose="020B0600070205080204" pitchFamily="34" charset="-128"/>
              </a:rPr>
              <a:t>Flash memory, </a:t>
            </a:r>
            <a:r>
              <a:rPr lang="en-US" altLang="en-US" sz="1600" dirty="0" err="1">
                <a:ea typeface="ＭＳ Ｐゴシック" panose="020B0600070205080204" pitchFamily="34" charset="-128"/>
              </a:rPr>
              <a:t>Gigabyte~Terabyte</a:t>
            </a:r>
            <a:r>
              <a:rPr lang="en-US" altLang="en-US" sz="1600" dirty="0">
                <a:ea typeface="ＭＳ Ｐゴシック" panose="020B0600070205080204" pitchFamily="34" charset="-128"/>
              </a:rPr>
              <a:t>, ~100 </a:t>
            </a:r>
            <a:r>
              <a:rPr lang="en-US" sz="1600" dirty="0">
                <a:latin typeface="intel-clear"/>
              </a:rPr>
              <a:t>µs</a:t>
            </a:r>
            <a:endParaRPr lang="en-US" altLang="en-US" sz="1600" dirty="0">
              <a:ea typeface="ＭＳ Ｐゴシック" panose="020B0600070205080204" pitchFamily="34" charset="-128"/>
            </a:endParaRPr>
          </a:p>
          <a:p>
            <a:pPr lvl="1"/>
            <a:r>
              <a:rPr lang="en-US" altLang="en-US" sz="1600" dirty="0">
                <a:ea typeface="ＭＳ Ｐゴシック" panose="020B0600070205080204" pitchFamily="34" charset="-128"/>
              </a:rPr>
              <a:t>Hard Disk, Terabyte, ~10 </a:t>
            </a:r>
            <a:r>
              <a:rPr lang="en-US" altLang="en-US" sz="1600" dirty="0" err="1">
                <a:ea typeface="ＭＳ Ｐゴシック" panose="020B0600070205080204" pitchFamily="34" charset="-128"/>
              </a:rPr>
              <a:t>millisec</a:t>
            </a:r>
            <a:endParaRPr lang="en-US" altLang="en-US" sz="1600" dirty="0">
              <a:ea typeface="ＭＳ Ｐゴシック" panose="020B0600070205080204" pitchFamily="34" charset="-128"/>
            </a:endParaRPr>
          </a:p>
          <a:p>
            <a:pPr lvl="1"/>
            <a:endParaRPr lang="en-US" altLang="en-US" sz="1600" dirty="0">
              <a:ea typeface="ＭＳ Ｐゴシック" panose="020B0600070205080204" pitchFamily="34" charset="-128"/>
            </a:endParaRPr>
          </a:p>
          <a:p>
            <a:r>
              <a:rPr lang="en-US" altLang="en-US" sz="2200" dirty="0">
                <a:solidFill>
                  <a:srgbClr val="FF0000"/>
                </a:solidFill>
                <a:ea typeface="ＭＳ Ｐゴシック" panose="020B0600070205080204" pitchFamily="34" charset="-128"/>
              </a:rPr>
              <a:t>Faster is more expensive (dollars and chip area)</a:t>
            </a:r>
          </a:p>
          <a:p>
            <a:pPr lvl="1"/>
            <a:r>
              <a:rPr lang="en-US" altLang="en-US" sz="1600" dirty="0">
                <a:ea typeface="ＭＳ Ｐゴシック" panose="020B0600070205080204" pitchFamily="34" charset="-128"/>
                <a:cs typeface="Arial" panose="020B0604020202020204" pitchFamily="34" charset="0"/>
              </a:rPr>
              <a:t>SRAM, &lt; 0.3$ per Megabyte</a:t>
            </a:r>
          </a:p>
          <a:p>
            <a:pPr lvl="1"/>
            <a:r>
              <a:rPr lang="en-US" altLang="en-US" sz="1600" dirty="0">
                <a:ea typeface="ＭＳ Ｐゴシック" panose="020B0600070205080204" pitchFamily="34" charset="-128"/>
                <a:cs typeface="Arial" panose="020B0604020202020204" pitchFamily="34" charset="0"/>
              </a:rPr>
              <a:t>DRAM,  &lt; 0.03$ per Megabyte </a:t>
            </a:r>
          </a:p>
          <a:p>
            <a:pPr lvl="1"/>
            <a:r>
              <a:rPr lang="en-US" altLang="en-US" sz="1600" dirty="0">
                <a:ea typeface="ＭＳ Ｐゴシック" panose="020B0600070205080204" pitchFamily="34" charset="-128"/>
                <a:cs typeface="Arial" panose="020B0604020202020204" pitchFamily="34" charset="0"/>
              </a:rPr>
              <a:t>PCM-DIMM (Intel Optane DC DIMM), &lt; </a:t>
            </a:r>
            <a:r>
              <a:rPr lang="en-US" sz="1600" dirty="0">
                <a:cs typeface="Arial" panose="020B0604020202020204" pitchFamily="34" charset="0"/>
              </a:rPr>
              <a:t>0.004$ per Megabyte </a:t>
            </a:r>
            <a:endParaRPr lang="en-US" altLang="en-US" sz="1600" dirty="0">
              <a:ea typeface="ＭＳ Ｐゴシック" panose="020B0600070205080204" pitchFamily="34" charset="-128"/>
              <a:cs typeface="Arial" panose="020B0604020202020204" pitchFamily="34" charset="0"/>
            </a:endParaRPr>
          </a:p>
          <a:p>
            <a:pPr lvl="1"/>
            <a:r>
              <a:rPr lang="en-US" altLang="en-US" sz="1600" dirty="0">
                <a:ea typeface="ＭＳ Ｐゴシック" panose="020B0600070205080204" pitchFamily="34" charset="-128"/>
                <a:cs typeface="Arial" panose="020B0604020202020204" pitchFamily="34" charset="0"/>
              </a:rPr>
              <a:t>PCM-SSD, &lt; 0.001$ per Megabyte </a:t>
            </a:r>
          </a:p>
          <a:p>
            <a:pPr lvl="1"/>
            <a:r>
              <a:rPr lang="en-US" altLang="en-US" sz="1600" dirty="0">
                <a:ea typeface="ＭＳ Ｐゴシック" panose="020B0600070205080204" pitchFamily="34" charset="-128"/>
                <a:cs typeface="Arial" panose="020B0604020202020204" pitchFamily="34" charset="0"/>
              </a:rPr>
              <a:t>Flash memory, &lt; </a:t>
            </a:r>
            <a:r>
              <a:rPr lang="en-US" sz="1600" dirty="0">
                <a:cs typeface="Arial" panose="020B0604020202020204" pitchFamily="34" charset="0"/>
              </a:rPr>
              <a:t>0.00008$</a:t>
            </a:r>
            <a:r>
              <a:rPr lang="en-US" sz="1600" dirty="0">
                <a:ea typeface="ＭＳ Ｐゴシック" panose="020B0600070205080204" pitchFamily="34" charset="-128"/>
                <a:cs typeface="Arial" panose="020B0604020202020204" pitchFamily="34" charset="0"/>
              </a:rPr>
              <a:t> per Megabyte</a:t>
            </a:r>
            <a:endParaRPr lang="en-US" altLang="en-US" sz="1600" dirty="0">
              <a:ea typeface="ＭＳ Ｐゴシック" panose="020B0600070205080204" pitchFamily="34" charset="-128"/>
              <a:cs typeface="Arial" panose="020B0604020202020204" pitchFamily="34" charset="0"/>
            </a:endParaRPr>
          </a:p>
          <a:p>
            <a:pPr lvl="1"/>
            <a:r>
              <a:rPr lang="en-US" altLang="en-US" sz="1600" dirty="0">
                <a:ea typeface="ＭＳ Ｐゴシック" panose="020B0600070205080204" pitchFamily="34" charset="-128"/>
                <a:cs typeface="Arial" panose="020B0604020202020204" pitchFamily="34" charset="0"/>
              </a:rPr>
              <a:t>Hard Disk, &lt; 0.00003$ per Megabyte</a:t>
            </a:r>
          </a:p>
        </p:txBody>
      </p:sp>
      <p:sp>
        <p:nvSpPr>
          <p:cNvPr id="99331" name="Slide Number Placeholder 3">
            <a:extLst>
              <a:ext uri="{FF2B5EF4-FFF2-40B4-BE49-F238E27FC236}">
                <a16:creationId xmlns:a16="http://schemas.microsoft.com/office/drawing/2014/main" id="{48DEB986-BA47-764F-B035-375C339C3B7E}"/>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678AF1C8-AC10-B14C-A2C3-A062EA54F209}" type="slidenum">
              <a:rPr kumimoji="0" lang="en-US" altLang="en-US" sz="1600" b="0" i="0" u="none" strike="noStrike" kern="1200" cap="none" spc="0" normalizeH="0" baseline="0" noProof="0" smtClean="0">
                <a:ln>
                  <a:noFill/>
                </a:ln>
                <a:solidFill>
                  <a:srgbClr val="000000"/>
                </a:solidFill>
                <a:effectLst/>
                <a:uLnTx/>
                <a:uFillTx/>
                <a:latin typeface="Garamond" panose="02020404030301010803" pitchFamily="18" charset="0"/>
                <a:ea typeface="ＭＳ Ｐゴシック" panose="020B0600070205080204" pitchFamily="34" charset="-128"/>
                <a:cs typeface="+mn-cs"/>
              </a:rPr>
              <a:pPr marL="0" marR="0" lvl="0" indent="0" algn="r" defTabSz="914400" rtl="0" eaLnBrk="1" fontAlgn="base" latinLnBrk="0" hangingPunct="1">
                <a:lnSpc>
                  <a:spcPct val="100000"/>
                </a:lnSpc>
                <a:spcBef>
                  <a:spcPct val="0"/>
                </a:spcBef>
                <a:spcAft>
                  <a:spcPct val="0"/>
                </a:spcAft>
                <a:buClrTx/>
                <a:buSzTx/>
                <a:buFontTx/>
                <a:buNone/>
                <a:tabLst/>
                <a:defRPr/>
              </a:pPr>
              <a:t>3</a:t>
            </a:fld>
            <a:endParaRPr kumimoji="0" lang="en-US" altLang="en-US" sz="1600" b="0" i="0" u="none" strike="noStrike" kern="1200" cap="none" spc="0" normalizeH="0" baseline="0" noProof="0" dirty="0">
              <a:ln>
                <a:noFill/>
              </a:ln>
              <a:solidFill>
                <a:srgbClr val="000000"/>
              </a:solidFill>
              <a:effectLst/>
              <a:uLnTx/>
              <a:uFillTx/>
              <a:latin typeface="Garamond" panose="02020404030301010803" pitchFamily="18" charset="0"/>
              <a:ea typeface="ＭＳ Ｐゴシック" panose="020B0600070205080204" pitchFamily="34" charset="-128"/>
              <a:cs typeface="+mn-cs"/>
            </a:endParaRPr>
          </a:p>
        </p:txBody>
      </p:sp>
    </p:spTree>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7" name="Title 1">
            <a:extLst>
              <a:ext uri="{FF2B5EF4-FFF2-40B4-BE49-F238E27FC236}">
                <a16:creationId xmlns:a16="http://schemas.microsoft.com/office/drawing/2014/main" id="{24EF860C-C9B3-E346-B775-D2056A52FCB3}"/>
              </a:ext>
            </a:extLst>
          </p:cNvPr>
          <p:cNvSpPr>
            <a:spLocks noGrp="1" noChangeArrowheads="1"/>
          </p:cNvSpPr>
          <p:nvPr>
            <p:ph type="title"/>
          </p:nvPr>
        </p:nvSpPr>
        <p:spPr/>
        <p:txBody>
          <a:bodyPr/>
          <a:lstStyle/>
          <a:p>
            <a:r>
              <a:rPr lang="en-US" altLang="en-US" dirty="0">
                <a:ea typeface="ＭＳ Ｐゴシック" panose="020B0600070205080204" pitchFamily="34" charset="-128"/>
              </a:rPr>
              <a:t>Recall: The Memory Hierarchy</a:t>
            </a:r>
          </a:p>
        </p:txBody>
      </p:sp>
      <p:sp>
        <p:nvSpPr>
          <p:cNvPr id="101378" name="Content Placeholder 2">
            <a:extLst>
              <a:ext uri="{FF2B5EF4-FFF2-40B4-BE49-F238E27FC236}">
                <a16:creationId xmlns:a16="http://schemas.microsoft.com/office/drawing/2014/main" id="{BF9DEA2A-B307-9A4F-8D60-450B316F7AC7}"/>
              </a:ext>
            </a:extLst>
          </p:cNvPr>
          <p:cNvSpPr>
            <a:spLocks noGrp="1" noChangeArrowheads="1"/>
          </p:cNvSpPr>
          <p:nvPr>
            <p:ph idx="1"/>
          </p:nvPr>
        </p:nvSpPr>
        <p:spPr>
          <a:xfrm>
            <a:off x="228600" y="996950"/>
            <a:ext cx="8610600" cy="5194300"/>
          </a:xfrm>
        </p:spPr>
        <p:txBody>
          <a:bodyPr/>
          <a:lstStyle/>
          <a:p>
            <a:endParaRPr lang="en-US" altLang="en-US" dirty="0">
              <a:ea typeface="ＭＳ Ｐゴシック" panose="020B0600070205080204" pitchFamily="34" charset="-128"/>
            </a:endParaRPr>
          </a:p>
        </p:txBody>
      </p:sp>
      <p:sp>
        <p:nvSpPr>
          <p:cNvPr id="101379" name="Slide Number Placeholder 3">
            <a:extLst>
              <a:ext uri="{FF2B5EF4-FFF2-40B4-BE49-F238E27FC236}">
                <a16:creationId xmlns:a16="http://schemas.microsoft.com/office/drawing/2014/main" id="{B76FDCDE-F600-074F-A6EC-DDA2A3567670}"/>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fld id="{9501E5BD-A618-3847-A17A-235D000E0A80}" type="slidenum">
              <a:rPr lang="en-US" altLang="en-US" sz="1600" smtClean="0">
                <a:solidFill>
                  <a:srgbClr val="000000"/>
                </a:solidFill>
                <a:latin typeface="Garamond" panose="02020404030301010803" pitchFamily="18" charset="0"/>
              </a:rPr>
              <a:pPr eaLnBrk="1" hangingPunct="1">
                <a:spcBef>
                  <a:spcPct val="0"/>
                </a:spcBef>
                <a:buClrTx/>
                <a:buSzTx/>
                <a:buFontTx/>
                <a:buNone/>
              </a:pPr>
              <a:t>4</a:t>
            </a:fld>
            <a:endParaRPr lang="en-US" altLang="en-US" sz="1600">
              <a:solidFill>
                <a:srgbClr val="000000"/>
              </a:solidFill>
              <a:latin typeface="Garamond" panose="02020404030301010803" pitchFamily="18" charset="0"/>
            </a:endParaRPr>
          </a:p>
        </p:txBody>
      </p:sp>
      <p:sp>
        <p:nvSpPr>
          <p:cNvPr id="101380" name="Rectangle 3">
            <a:extLst>
              <a:ext uri="{FF2B5EF4-FFF2-40B4-BE49-F238E27FC236}">
                <a16:creationId xmlns:a16="http://schemas.microsoft.com/office/drawing/2014/main" id="{EEA30AAB-C798-B74E-A09D-FB164702689E}"/>
              </a:ext>
            </a:extLst>
          </p:cNvPr>
          <p:cNvSpPr>
            <a:spLocks noChangeArrowheads="1"/>
          </p:cNvSpPr>
          <p:nvPr/>
        </p:nvSpPr>
        <p:spPr bwMode="auto">
          <a:xfrm>
            <a:off x="5861050" y="1447800"/>
            <a:ext cx="850900" cy="838200"/>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r>
              <a:rPr lang="en-US" altLang="en-US" sz="2800">
                <a:solidFill>
                  <a:srgbClr val="000000"/>
                </a:solidFill>
                <a:latin typeface="Calibri" panose="020F0502020204030204" pitchFamily="34" charset="0"/>
              </a:rPr>
              <a:t>fast</a:t>
            </a:r>
          </a:p>
          <a:p>
            <a:pPr eaLnBrk="1" hangingPunct="1">
              <a:spcBef>
                <a:spcPct val="0"/>
              </a:spcBef>
              <a:buClrTx/>
              <a:buSzTx/>
              <a:buFontTx/>
              <a:buNone/>
            </a:pPr>
            <a:r>
              <a:rPr lang="en-US" altLang="en-US" sz="2800">
                <a:solidFill>
                  <a:srgbClr val="000000"/>
                </a:solidFill>
                <a:latin typeface="Calibri" panose="020F0502020204030204" pitchFamily="34" charset="0"/>
              </a:rPr>
              <a:t>small</a:t>
            </a:r>
          </a:p>
        </p:txBody>
      </p:sp>
      <p:sp>
        <p:nvSpPr>
          <p:cNvPr id="101381" name="Rectangle 4">
            <a:extLst>
              <a:ext uri="{FF2B5EF4-FFF2-40B4-BE49-F238E27FC236}">
                <a16:creationId xmlns:a16="http://schemas.microsoft.com/office/drawing/2014/main" id="{FCD3A02B-CA3C-8748-AC8E-350EC6970677}"/>
              </a:ext>
            </a:extLst>
          </p:cNvPr>
          <p:cNvSpPr>
            <a:spLocks noChangeArrowheads="1"/>
          </p:cNvSpPr>
          <p:nvPr/>
        </p:nvSpPr>
        <p:spPr bwMode="auto">
          <a:xfrm>
            <a:off x="3733800" y="5257800"/>
            <a:ext cx="5105400" cy="1143000"/>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r>
              <a:rPr lang="en-US" altLang="en-US" sz="2800" dirty="0">
                <a:solidFill>
                  <a:srgbClr val="000000"/>
                </a:solidFill>
                <a:latin typeface="Calibri" panose="020F0502020204030204" pitchFamily="34" charset="0"/>
              </a:rPr>
              <a:t>large but slow</a:t>
            </a:r>
          </a:p>
        </p:txBody>
      </p:sp>
      <p:sp>
        <p:nvSpPr>
          <p:cNvPr id="101382" name="Text Box 5">
            <a:extLst>
              <a:ext uri="{FF2B5EF4-FFF2-40B4-BE49-F238E27FC236}">
                <a16:creationId xmlns:a16="http://schemas.microsoft.com/office/drawing/2014/main" id="{5AEDE471-890E-904C-9E04-FC60E75EEB41}"/>
              </a:ext>
            </a:extLst>
          </p:cNvPr>
          <p:cNvSpPr txBox="1">
            <a:spLocks noChangeArrowheads="1"/>
          </p:cNvSpPr>
          <p:nvPr/>
        </p:nvSpPr>
        <p:spPr bwMode="auto">
          <a:xfrm>
            <a:off x="682625" y="1455738"/>
            <a:ext cx="3767138"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r>
              <a:rPr lang="en-US" altLang="en-US" sz="2800" dirty="0">
                <a:solidFill>
                  <a:srgbClr val="5F5F5F"/>
                </a:solidFill>
                <a:latin typeface="Calibri" panose="020F0502020204030204" pitchFamily="34" charset="0"/>
              </a:rPr>
              <a:t>move what you use here</a:t>
            </a:r>
          </a:p>
        </p:txBody>
      </p:sp>
      <p:sp>
        <p:nvSpPr>
          <p:cNvPr id="101383" name="Freeform 6">
            <a:extLst>
              <a:ext uri="{FF2B5EF4-FFF2-40B4-BE49-F238E27FC236}">
                <a16:creationId xmlns:a16="http://schemas.microsoft.com/office/drawing/2014/main" id="{EAADD83C-3DEC-D64E-B4CE-DDDB98A9E576}"/>
              </a:ext>
            </a:extLst>
          </p:cNvPr>
          <p:cNvSpPr>
            <a:spLocks/>
          </p:cNvSpPr>
          <p:nvPr/>
        </p:nvSpPr>
        <p:spPr bwMode="auto">
          <a:xfrm flipH="1" flipV="1">
            <a:off x="4648200" y="1533525"/>
            <a:ext cx="1219200" cy="446088"/>
          </a:xfrm>
          <a:custGeom>
            <a:avLst/>
            <a:gdLst>
              <a:gd name="T0" fmla="*/ 2147483646 w 768"/>
              <a:gd name="T1" fmla="*/ 2147483646 h 281"/>
              <a:gd name="T2" fmla="*/ 2147483646 w 768"/>
              <a:gd name="T3" fmla="*/ 2147483646 h 281"/>
              <a:gd name="T4" fmla="*/ 2147483646 w 768"/>
              <a:gd name="T5" fmla="*/ 2147483646 h 281"/>
              <a:gd name="T6" fmla="*/ 0 w 768"/>
              <a:gd name="T7" fmla="*/ 2147483646 h 281"/>
              <a:gd name="T8" fmla="*/ 0 60000 65536"/>
              <a:gd name="T9" fmla="*/ 0 60000 65536"/>
              <a:gd name="T10" fmla="*/ 0 60000 65536"/>
              <a:gd name="T11" fmla="*/ 0 60000 65536"/>
              <a:gd name="T12" fmla="*/ 0 w 768"/>
              <a:gd name="T13" fmla="*/ 0 h 281"/>
              <a:gd name="T14" fmla="*/ 768 w 768"/>
              <a:gd name="T15" fmla="*/ 281 h 281"/>
            </a:gdLst>
            <a:ahLst/>
            <a:cxnLst>
              <a:cxn ang="T8">
                <a:pos x="T0" y="T1"/>
              </a:cxn>
              <a:cxn ang="T9">
                <a:pos x="T2" y="T3"/>
              </a:cxn>
              <a:cxn ang="T10">
                <a:pos x="T4" y="T5"/>
              </a:cxn>
              <a:cxn ang="T11">
                <a:pos x="T6" y="T7"/>
              </a:cxn>
            </a:cxnLst>
            <a:rect l="T12" t="T13" r="T14" b="T15"/>
            <a:pathLst>
              <a:path w="768" h="281">
                <a:moveTo>
                  <a:pt x="768" y="138"/>
                </a:moveTo>
                <a:cubicBezTo>
                  <a:pt x="692" y="118"/>
                  <a:pt x="355" y="0"/>
                  <a:pt x="313" y="19"/>
                </a:cubicBezTo>
                <a:cubicBezTo>
                  <a:pt x="271" y="38"/>
                  <a:pt x="565" y="225"/>
                  <a:pt x="513" y="253"/>
                </a:cubicBezTo>
                <a:cubicBezTo>
                  <a:pt x="461" y="281"/>
                  <a:pt x="107" y="200"/>
                  <a:pt x="0" y="186"/>
                </a:cubicBezTo>
              </a:path>
            </a:pathLst>
          </a:custGeom>
          <a:noFill/>
          <a:ln w="19050" cap="flat" cmpd="sng">
            <a:solidFill>
              <a:schemeClr val="tx1"/>
            </a:solidFill>
            <a:prstDash val="solid"/>
            <a:round/>
            <a:headEnd type="none" w="med" len="med"/>
            <a:tailEnd type="arrow" w="med" len="me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01384" name="Text Box 7">
            <a:extLst>
              <a:ext uri="{FF2B5EF4-FFF2-40B4-BE49-F238E27FC236}">
                <a16:creationId xmlns:a16="http://schemas.microsoft.com/office/drawing/2014/main" id="{14947269-24D1-9E4C-A817-F869A18C29D5}"/>
              </a:ext>
            </a:extLst>
          </p:cNvPr>
          <p:cNvSpPr txBox="1">
            <a:spLocks noChangeArrowheads="1"/>
          </p:cNvSpPr>
          <p:nvPr/>
        </p:nvSpPr>
        <p:spPr bwMode="auto">
          <a:xfrm>
            <a:off x="797718" y="5068093"/>
            <a:ext cx="1736725" cy="1384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r>
              <a:rPr lang="en-US" altLang="en-US" sz="2800" dirty="0">
                <a:solidFill>
                  <a:srgbClr val="5F5F5F"/>
                </a:solidFill>
                <a:latin typeface="Calibri" panose="020F0502020204030204" pitchFamily="34" charset="0"/>
              </a:rPr>
              <a:t>backup</a:t>
            </a:r>
          </a:p>
          <a:p>
            <a:pPr eaLnBrk="1" hangingPunct="1">
              <a:spcBef>
                <a:spcPct val="0"/>
              </a:spcBef>
              <a:buClrTx/>
              <a:buSzTx/>
              <a:buFontTx/>
              <a:buNone/>
            </a:pPr>
            <a:r>
              <a:rPr lang="en-US" altLang="en-US" sz="2800" dirty="0">
                <a:solidFill>
                  <a:srgbClr val="5F5F5F"/>
                </a:solidFill>
                <a:latin typeface="Calibri" panose="020F0502020204030204" pitchFamily="34" charset="0"/>
              </a:rPr>
              <a:t>everything</a:t>
            </a:r>
          </a:p>
          <a:p>
            <a:pPr eaLnBrk="1" hangingPunct="1">
              <a:spcBef>
                <a:spcPct val="0"/>
              </a:spcBef>
              <a:buClrTx/>
              <a:buSzTx/>
              <a:buFontTx/>
              <a:buNone/>
            </a:pPr>
            <a:r>
              <a:rPr lang="en-US" altLang="en-US" sz="2800" dirty="0">
                <a:solidFill>
                  <a:srgbClr val="5F5F5F"/>
                </a:solidFill>
                <a:latin typeface="Calibri" panose="020F0502020204030204" pitchFamily="34" charset="0"/>
              </a:rPr>
              <a:t>here</a:t>
            </a:r>
          </a:p>
        </p:txBody>
      </p:sp>
      <p:sp>
        <p:nvSpPr>
          <p:cNvPr id="101385" name="Freeform 8">
            <a:extLst>
              <a:ext uri="{FF2B5EF4-FFF2-40B4-BE49-F238E27FC236}">
                <a16:creationId xmlns:a16="http://schemas.microsoft.com/office/drawing/2014/main" id="{BFA0E430-4762-844F-AD59-818AC35B67CB}"/>
              </a:ext>
            </a:extLst>
          </p:cNvPr>
          <p:cNvSpPr>
            <a:spLocks/>
          </p:cNvSpPr>
          <p:nvPr/>
        </p:nvSpPr>
        <p:spPr bwMode="auto">
          <a:xfrm flipH="1">
            <a:off x="2590800" y="5562600"/>
            <a:ext cx="1143000" cy="446088"/>
          </a:xfrm>
          <a:custGeom>
            <a:avLst/>
            <a:gdLst>
              <a:gd name="T0" fmla="*/ 2147483646 w 768"/>
              <a:gd name="T1" fmla="*/ 2147483646 h 281"/>
              <a:gd name="T2" fmla="*/ 2147483646 w 768"/>
              <a:gd name="T3" fmla="*/ 2147483646 h 281"/>
              <a:gd name="T4" fmla="*/ 2147483646 w 768"/>
              <a:gd name="T5" fmla="*/ 2147483646 h 281"/>
              <a:gd name="T6" fmla="*/ 0 w 768"/>
              <a:gd name="T7" fmla="*/ 2147483646 h 281"/>
              <a:gd name="T8" fmla="*/ 0 60000 65536"/>
              <a:gd name="T9" fmla="*/ 0 60000 65536"/>
              <a:gd name="T10" fmla="*/ 0 60000 65536"/>
              <a:gd name="T11" fmla="*/ 0 60000 65536"/>
              <a:gd name="T12" fmla="*/ 0 w 768"/>
              <a:gd name="T13" fmla="*/ 0 h 281"/>
              <a:gd name="T14" fmla="*/ 768 w 768"/>
              <a:gd name="T15" fmla="*/ 281 h 281"/>
            </a:gdLst>
            <a:ahLst/>
            <a:cxnLst>
              <a:cxn ang="T8">
                <a:pos x="T0" y="T1"/>
              </a:cxn>
              <a:cxn ang="T9">
                <a:pos x="T2" y="T3"/>
              </a:cxn>
              <a:cxn ang="T10">
                <a:pos x="T4" y="T5"/>
              </a:cxn>
              <a:cxn ang="T11">
                <a:pos x="T6" y="T7"/>
              </a:cxn>
            </a:cxnLst>
            <a:rect l="T12" t="T13" r="T14" b="T15"/>
            <a:pathLst>
              <a:path w="768" h="281">
                <a:moveTo>
                  <a:pt x="768" y="138"/>
                </a:moveTo>
                <a:cubicBezTo>
                  <a:pt x="692" y="118"/>
                  <a:pt x="355" y="0"/>
                  <a:pt x="313" y="19"/>
                </a:cubicBezTo>
                <a:cubicBezTo>
                  <a:pt x="271" y="38"/>
                  <a:pt x="565" y="225"/>
                  <a:pt x="513" y="253"/>
                </a:cubicBezTo>
                <a:cubicBezTo>
                  <a:pt x="461" y="281"/>
                  <a:pt x="107" y="200"/>
                  <a:pt x="0" y="186"/>
                </a:cubicBezTo>
              </a:path>
            </a:pathLst>
          </a:custGeom>
          <a:noFill/>
          <a:ln w="19050" cap="flat" cmpd="sng">
            <a:solidFill>
              <a:schemeClr val="tx1"/>
            </a:solidFill>
            <a:prstDash val="solid"/>
            <a:round/>
            <a:headEnd type="none" w="med" len="med"/>
            <a:tailEnd type="arrow" w="med" len="me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01386" name="Text Box 9">
            <a:extLst>
              <a:ext uri="{FF2B5EF4-FFF2-40B4-BE49-F238E27FC236}">
                <a16:creationId xmlns:a16="http://schemas.microsoft.com/office/drawing/2014/main" id="{B2C5ECFC-3750-5948-B3B8-77C63F1E2E38}"/>
              </a:ext>
            </a:extLst>
          </p:cNvPr>
          <p:cNvSpPr txBox="1">
            <a:spLocks noChangeArrowheads="1"/>
          </p:cNvSpPr>
          <p:nvPr/>
        </p:nvSpPr>
        <p:spPr bwMode="auto">
          <a:xfrm>
            <a:off x="457200" y="2743200"/>
            <a:ext cx="3387725" cy="1816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a:spAutoFit/>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r>
              <a:rPr lang="en-US" altLang="en-US" sz="2800" dirty="0">
                <a:solidFill>
                  <a:srgbClr val="0432FF"/>
                </a:solidFill>
                <a:latin typeface="Calibri" panose="020F0502020204030204" pitchFamily="34" charset="0"/>
              </a:rPr>
              <a:t>With good locality of reference, memory appears </a:t>
            </a:r>
            <a:r>
              <a:rPr lang="en-US" altLang="en-US" sz="2800" b="1" dirty="0">
                <a:solidFill>
                  <a:srgbClr val="0432FF"/>
                </a:solidFill>
                <a:latin typeface="Calibri" panose="020F0502020204030204" pitchFamily="34" charset="0"/>
              </a:rPr>
              <a:t>as fast as</a:t>
            </a:r>
          </a:p>
          <a:p>
            <a:pPr eaLnBrk="1" hangingPunct="1">
              <a:spcBef>
                <a:spcPct val="0"/>
              </a:spcBef>
              <a:buClrTx/>
              <a:buSzTx/>
              <a:buFontTx/>
              <a:buNone/>
            </a:pPr>
            <a:r>
              <a:rPr lang="en-US" altLang="en-US" sz="2800" dirty="0">
                <a:solidFill>
                  <a:srgbClr val="0432FF"/>
                </a:solidFill>
                <a:latin typeface="Calibri" panose="020F0502020204030204" pitchFamily="34" charset="0"/>
              </a:rPr>
              <a:t>and </a:t>
            </a:r>
            <a:r>
              <a:rPr lang="en-US" altLang="en-US" sz="2800" b="1" dirty="0">
                <a:solidFill>
                  <a:srgbClr val="0432FF"/>
                </a:solidFill>
                <a:latin typeface="Calibri" panose="020F0502020204030204" pitchFamily="34" charset="0"/>
              </a:rPr>
              <a:t>as large as</a:t>
            </a:r>
            <a:r>
              <a:rPr lang="en-US" altLang="en-US" sz="2800" dirty="0">
                <a:solidFill>
                  <a:srgbClr val="0432FF"/>
                </a:solidFill>
                <a:latin typeface="Calibri" panose="020F0502020204030204" pitchFamily="34" charset="0"/>
              </a:rPr>
              <a:t>  </a:t>
            </a:r>
          </a:p>
        </p:txBody>
      </p:sp>
      <p:sp>
        <p:nvSpPr>
          <p:cNvPr id="101387" name="Line 10">
            <a:extLst>
              <a:ext uri="{FF2B5EF4-FFF2-40B4-BE49-F238E27FC236}">
                <a16:creationId xmlns:a16="http://schemas.microsoft.com/office/drawing/2014/main" id="{0364EDF0-1D20-684B-9735-9675C79090F0}"/>
              </a:ext>
            </a:extLst>
          </p:cNvPr>
          <p:cNvSpPr>
            <a:spLocks noChangeShapeType="1"/>
          </p:cNvSpPr>
          <p:nvPr/>
        </p:nvSpPr>
        <p:spPr bwMode="auto">
          <a:xfrm flipV="1">
            <a:off x="3200400" y="1966913"/>
            <a:ext cx="2667000" cy="1919287"/>
          </a:xfrm>
          <a:prstGeom prst="line">
            <a:avLst/>
          </a:prstGeom>
          <a:noFill/>
          <a:ln w="19050">
            <a:solidFill>
              <a:schemeClr val="tx1"/>
            </a:solidFill>
            <a:round/>
            <a:headEnd type="oval" w="lg" len="lg"/>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101388" name="Line 11">
            <a:extLst>
              <a:ext uri="{FF2B5EF4-FFF2-40B4-BE49-F238E27FC236}">
                <a16:creationId xmlns:a16="http://schemas.microsoft.com/office/drawing/2014/main" id="{68E7B3FD-C5A1-9746-A385-4FD8A8840941}"/>
              </a:ext>
            </a:extLst>
          </p:cNvPr>
          <p:cNvSpPr>
            <a:spLocks noChangeShapeType="1"/>
          </p:cNvSpPr>
          <p:nvPr/>
        </p:nvSpPr>
        <p:spPr bwMode="auto">
          <a:xfrm>
            <a:off x="2743200" y="4343400"/>
            <a:ext cx="1522413" cy="925513"/>
          </a:xfrm>
          <a:prstGeom prst="line">
            <a:avLst/>
          </a:prstGeom>
          <a:noFill/>
          <a:ln w="19050">
            <a:solidFill>
              <a:schemeClr val="tx1"/>
            </a:solidFill>
            <a:round/>
            <a:headEnd type="oval" w="lg" len="lg"/>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101389" name="Line 12">
            <a:extLst>
              <a:ext uri="{FF2B5EF4-FFF2-40B4-BE49-F238E27FC236}">
                <a16:creationId xmlns:a16="http://schemas.microsoft.com/office/drawing/2014/main" id="{F0BA3927-9780-0D43-89CE-0122560F259D}"/>
              </a:ext>
            </a:extLst>
          </p:cNvPr>
          <p:cNvSpPr>
            <a:spLocks noChangeShapeType="1"/>
          </p:cNvSpPr>
          <p:nvPr/>
        </p:nvSpPr>
        <p:spPr bwMode="auto">
          <a:xfrm>
            <a:off x="6284913" y="2286000"/>
            <a:ext cx="0" cy="2971800"/>
          </a:xfrm>
          <a:prstGeom prst="line">
            <a:avLst/>
          </a:prstGeom>
          <a:noFill/>
          <a:ln w="57150">
            <a:solidFill>
              <a:schemeClr val="tx1"/>
            </a:solidFill>
            <a:round/>
            <a:headEnd type="triangle" w="lg" len="sm"/>
            <a:tailEnd type="triangle" w="lg" len="sm"/>
          </a:ln>
          <a:extLst>
            <a:ext uri="{909E8E84-426E-40DD-AFC4-6F175D3DCCD1}">
              <a14:hiddenFill xmlns:a14="http://schemas.microsoft.com/office/drawing/2010/main">
                <a:noFill/>
              </a14:hiddenFill>
            </a:ext>
          </a:extLst>
        </p:spPr>
        <p:txBody>
          <a:bodyPr wrap="none" anchor="ctr"/>
          <a:lstStyle/>
          <a:p>
            <a:endParaRPr lang="en-US"/>
          </a:p>
        </p:txBody>
      </p:sp>
      <p:grpSp>
        <p:nvGrpSpPr>
          <p:cNvPr id="15" name="Group 13">
            <a:extLst>
              <a:ext uri="{FF2B5EF4-FFF2-40B4-BE49-F238E27FC236}">
                <a16:creationId xmlns:a16="http://schemas.microsoft.com/office/drawing/2014/main" id="{2AAA05A8-2066-1044-91AD-8DF89396F943}"/>
              </a:ext>
            </a:extLst>
          </p:cNvPr>
          <p:cNvGrpSpPr>
            <a:grpSpLocks/>
          </p:cNvGrpSpPr>
          <p:nvPr/>
        </p:nvGrpSpPr>
        <p:grpSpPr bwMode="auto">
          <a:xfrm>
            <a:off x="4648200" y="2286000"/>
            <a:ext cx="3276600" cy="2971800"/>
            <a:chOff x="2928" y="1440"/>
            <a:chExt cx="2064" cy="1872"/>
          </a:xfrm>
        </p:grpSpPr>
        <p:sp>
          <p:nvSpPr>
            <p:cNvPr id="101394" name="Rectangle 14">
              <a:extLst>
                <a:ext uri="{FF2B5EF4-FFF2-40B4-BE49-F238E27FC236}">
                  <a16:creationId xmlns:a16="http://schemas.microsoft.com/office/drawing/2014/main" id="{ADF5BD47-6CD6-9C4E-A5E3-463D7785FD96}"/>
                </a:ext>
              </a:extLst>
            </p:cNvPr>
            <p:cNvSpPr>
              <a:spLocks noChangeArrowheads="1"/>
            </p:cNvSpPr>
            <p:nvPr/>
          </p:nvSpPr>
          <p:spPr bwMode="auto">
            <a:xfrm>
              <a:off x="2928" y="2480"/>
              <a:ext cx="2064" cy="624"/>
            </a:xfrm>
            <a:prstGeom prst="rect">
              <a:avLst/>
            </a:prstGeom>
            <a:solidFill>
              <a:schemeClr val="bg1"/>
            </a:solidFill>
            <a:ln w="19050">
              <a:solidFill>
                <a:schemeClr val="tx1"/>
              </a:solidFill>
              <a:miter lim="800000"/>
              <a:headEnd/>
              <a:tailEnd/>
            </a:ln>
          </p:spPr>
          <p:txBody>
            <a:bodyPr wrap="none" anchor="ct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endParaRPr lang="en-US" altLang="en-US" sz="1800">
                <a:solidFill>
                  <a:srgbClr val="000000"/>
                </a:solidFill>
                <a:latin typeface="Calibri" panose="020F0502020204030204" pitchFamily="34" charset="0"/>
              </a:endParaRPr>
            </a:p>
          </p:txBody>
        </p:sp>
        <p:sp>
          <p:nvSpPr>
            <p:cNvPr id="101395" name="Rectangle 15">
              <a:extLst>
                <a:ext uri="{FF2B5EF4-FFF2-40B4-BE49-F238E27FC236}">
                  <a16:creationId xmlns:a16="http://schemas.microsoft.com/office/drawing/2014/main" id="{E4C0A9EB-B5EB-2E4F-B718-339DB16043E4}"/>
                </a:ext>
              </a:extLst>
            </p:cNvPr>
            <p:cNvSpPr>
              <a:spLocks noChangeArrowheads="1"/>
            </p:cNvSpPr>
            <p:nvPr/>
          </p:nvSpPr>
          <p:spPr bwMode="auto">
            <a:xfrm>
              <a:off x="3384" y="1648"/>
              <a:ext cx="1152" cy="624"/>
            </a:xfrm>
            <a:prstGeom prst="rect">
              <a:avLst/>
            </a:prstGeom>
            <a:solidFill>
              <a:schemeClr val="bg1"/>
            </a:solidFill>
            <a:ln w="19050">
              <a:solidFill>
                <a:schemeClr val="tx1"/>
              </a:solidFill>
              <a:miter lim="800000"/>
              <a:headEnd/>
              <a:tailEnd/>
            </a:ln>
          </p:spPr>
          <p:txBody>
            <a:bodyPr wrap="none" anchor="ct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endParaRPr lang="en-US" altLang="en-US" sz="1800">
                <a:solidFill>
                  <a:srgbClr val="000000"/>
                </a:solidFill>
                <a:latin typeface="Calibri" panose="020F0502020204030204" pitchFamily="34" charset="0"/>
              </a:endParaRPr>
            </a:p>
          </p:txBody>
        </p:sp>
        <p:sp>
          <p:nvSpPr>
            <p:cNvPr id="101396" name="Line 16">
              <a:extLst>
                <a:ext uri="{FF2B5EF4-FFF2-40B4-BE49-F238E27FC236}">
                  <a16:creationId xmlns:a16="http://schemas.microsoft.com/office/drawing/2014/main" id="{DC86610F-D206-0246-933D-4CBF3EA77C0C}"/>
                </a:ext>
              </a:extLst>
            </p:cNvPr>
            <p:cNvSpPr>
              <a:spLocks noChangeShapeType="1"/>
            </p:cNvSpPr>
            <p:nvPr/>
          </p:nvSpPr>
          <p:spPr bwMode="auto">
            <a:xfrm>
              <a:off x="3960" y="1440"/>
              <a:ext cx="0" cy="208"/>
            </a:xfrm>
            <a:prstGeom prst="line">
              <a:avLst/>
            </a:prstGeom>
            <a:noFill/>
            <a:ln w="57150">
              <a:solidFill>
                <a:schemeClr val="tx1"/>
              </a:solidFill>
              <a:round/>
              <a:headEnd type="triangle" w="lg" len="sm"/>
              <a:tailEnd type="triangle" w="lg" len="sm"/>
            </a:ln>
            <a:extLst>
              <a:ext uri="{909E8E84-426E-40DD-AFC4-6F175D3DCCD1}">
                <a14:hiddenFill xmlns:a14="http://schemas.microsoft.com/office/drawing/2010/main">
                  <a:noFill/>
                </a14:hiddenFill>
              </a:ext>
            </a:extLst>
          </p:spPr>
          <p:txBody>
            <a:bodyPr wrap="none" anchor="ctr"/>
            <a:lstStyle/>
            <a:p>
              <a:endParaRPr lang="en-US"/>
            </a:p>
          </p:txBody>
        </p:sp>
        <p:sp>
          <p:nvSpPr>
            <p:cNvPr id="101397" name="Line 17">
              <a:extLst>
                <a:ext uri="{FF2B5EF4-FFF2-40B4-BE49-F238E27FC236}">
                  <a16:creationId xmlns:a16="http://schemas.microsoft.com/office/drawing/2014/main" id="{DB536305-03C9-FC41-A785-6339B75733CB}"/>
                </a:ext>
              </a:extLst>
            </p:cNvPr>
            <p:cNvSpPr>
              <a:spLocks noChangeShapeType="1"/>
            </p:cNvSpPr>
            <p:nvPr/>
          </p:nvSpPr>
          <p:spPr bwMode="auto">
            <a:xfrm>
              <a:off x="3960" y="2272"/>
              <a:ext cx="0" cy="208"/>
            </a:xfrm>
            <a:prstGeom prst="line">
              <a:avLst/>
            </a:prstGeom>
            <a:noFill/>
            <a:ln w="57150">
              <a:solidFill>
                <a:schemeClr val="tx1"/>
              </a:solidFill>
              <a:round/>
              <a:headEnd type="triangle" w="lg" len="sm"/>
              <a:tailEnd type="triangle" w="lg" len="sm"/>
            </a:ln>
            <a:extLst>
              <a:ext uri="{909E8E84-426E-40DD-AFC4-6F175D3DCCD1}">
                <a14:hiddenFill xmlns:a14="http://schemas.microsoft.com/office/drawing/2010/main">
                  <a:noFill/>
                </a14:hiddenFill>
              </a:ext>
            </a:extLst>
          </p:spPr>
          <p:txBody>
            <a:bodyPr wrap="none" anchor="ctr"/>
            <a:lstStyle/>
            <a:p>
              <a:endParaRPr lang="en-US"/>
            </a:p>
          </p:txBody>
        </p:sp>
        <p:sp>
          <p:nvSpPr>
            <p:cNvPr id="101398" name="Line 18">
              <a:extLst>
                <a:ext uri="{FF2B5EF4-FFF2-40B4-BE49-F238E27FC236}">
                  <a16:creationId xmlns:a16="http://schemas.microsoft.com/office/drawing/2014/main" id="{783BEDAB-1EDC-5F4C-922B-AB24774C4698}"/>
                </a:ext>
              </a:extLst>
            </p:cNvPr>
            <p:cNvSpPr>
              <a:spLocks noChangeShapeType="1"/>
            </p:cNvSpPr>
            <p:nvPr/>
          </p:nvSpPr>
          <p:spPr bwMode="auto">
            <a:xfrm>
              <a:off x="3960" y="3104"/>
              <a:ext cx="0" cy="208"/>
            </a:xfrm>
            <a:prstGeom prst="line">
              <a:avLst/>
            </a:prstGeom>
            <a:noFill/>
            <a:ln w="57150">
              <a:solidFill>
                <a:schemeClr val="tx1"/>
              </a:solidFill>
              <a:round/>
              <a:headEnd type="triangle" w="lg" len="sm"/>
              <a:tailEnd type="triangle" w="lg" len="sm"/>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101391" name="Group 19">
            <a:extLst>
              <a:ext uri="{FF2B5EF4-FFF2-40B4-BE49-F238E27FC236}">
                <a16:creationId xmlns:a16="http://schemas.microsoft.com/office/drawing/2014/main" id="{CAB8BB10-AF6E-4B4D-9905-0F3EC135FB5E}"/>
              </a:ext>
            </a:extLst>
          </p:cNvPr>
          <p:cNvGrpSpPr>
            <a:grpSpLocks/>
          </p:cNvGrpSpPr>
          <p:nvPr/>
        </p:nvGrpSpPr>
        <p:grpSpPr bwMode="auto">
          <a:xfrm rot="-5400000">
            <a:off x="6477000" y="3124200"/>
            <a:ext cx="3810000" cy="1066800"/>
            <a:chOff x="2976" y="336"/>
            <a:chExt cx="2400" cy="816"/>
          </a:xfrm>
        </p:grpSpPr>
        <p:sp>
          <p:nvSpPr>
            <p:cNvPr id="101392" name="AutoShape 20">
              <a:extLst>
                <a:ext uri="{FF2B5EF4-FFF2-40B4-BE49-F238E27FC236}">
                  <a16:creationId xmlns:a16="http://schemas.microsoft.com/office/drawing/2014/main" id="{F78D363E-FE3E-6346-BFFE-948443240984}"/>
                </a:ext>
              </a:extLst>
            </p:cNvPr>
            <p:cNvSpPr>
              <a:spLocks noChangeArrowheads="1"/>
            </p:cNvSpPr>
            <p:nvPr/>
          </p:nvSpPr>
          <p:spPr bwMode="auto">
            <a:xfrm>
              <a:off x="2976" y="336"/>
              <a:ext cx="2304" cy="480"/>
            </a:xfrm>
            <a:prstGeom prst="rightArrow">
              <a:avLst>
                <a:gd name="adj1" fmla="val 59583"/>
                <a:gd name="adj2" fmla="val 51467"/>
              </a:avLst>
            </a:prstGeom>
            <a:solidFill>
              <a:schemeClr val="accent1"/>
            </a:solidFill>
            <a:ln>
              <a:noFill/>
            </a:ln>
            <a:extLst>
              <a:ext uri="{91240B29-F687-4F45-9708-019B960494DF}">
                <a14:hiddenLine xmlns:a14="http://schemas.microsoft.com/office/drawing/2010/main" w="19050">
                  <a:solidFill>
                    <a:srgbClr val="000000"/>
                  </a:solidFill>
                  <a:miter lim="800000"/>
                  <a:headEnd/>
                  <a:tailEnd/>
                </a14:hiddenLine>
              </a:ext>
            </a:extLst>
          </p:spPr>
          <p:txBody>
            <a:bodyPr wrap="none" anchor="ct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r>
                <a:rPr lang="en-US" altLang="en-US" sz="1800">
                  <a:solidFill>
                    <a:srgbClr val="FFFFFF"/>
                  </a:solidFill>
                  <a:latin typeface="Calibri" panose="020F0502020204030204" pitchFamily="34" charset="0"/>
                </a:rPr>
                <a:t>faster per byte</a:t>
              </a:r>
            </a:p>
          </p:txBody>
        </p:sp>
        <p:sp>
          <p:nvSpPr>
            <p:cNvPr id="101393" name="AutoShape 21">
              <a:extLst>
                <a:ext uri="{FF2B5EF4-FFF2-40B4-BE49-F238E27FC236}">
                  <a16:creationId xmlns:a16="http://schemas.microsoft.com/office/drawing/2014/main" id="{A7466DDE-E447-4347-961A-A034815743D8}"/>
                </a:ext>
              </a:extLst>
            </p:cNvPr>
            <p:cNvSpPr>
              <a:spLocks noChangeArrowheads="1"/>
            </p:cNvSpPr>
            <p:nvPr/>
          </p:nvSpPr>
          <p:spPr bwMode="auto">
            <a:xfrm flipH="1">
              <a:off x="3072" y="672"/>
              <a:ext cx="2304" cy="480"/>
            </a:xfrm>
            <a:prstGeom prst="rightArrow">
              <a:avLst>
                <a:gd name="adj1" fmla="val 59583"/>
                <a:gd name="adj2" fmla="val 56467"/>
              </a:avLst>
            </a:prstGeom>
            <a:solidFill>
              <a:schemeClr val="accent1"/>
            </a:solidFill>
            <a:ln>
              <a:noFill/>
            </a:ln>
            <a:extLst>
              <a:ext uri="{91240B29-F687-4F45-9708-019B960494DF}">
                <a14:hiddenLine xmlns:a14="http://schemas.microsoft.com/office/drawing/2010/main" w="19050">
                  <a:solidFill>
                    <a:srgbClr val="000000"/>
                  </a:solidFill>
                  <a:miter lim="800000"/>
                  <a:headEnd/>
                  <a:tailEnd/>
                </a14:hiddenLine>
              </a:ext>
            </a:extLst>
          </p:spPr>
          <p:txBody>
            <a:bodyPr wrap="none" anchor="ct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r>
                <a:rPr lang="en-US" altLang="en-US" sz="1800">
                  <a:solidFill>
                    <a:srgbClr val="FFFFFF"/>
                  </a:solidFill>
                  <a:latin typeface="Calibri" panose="020F0502020204030204" pitchFamily="34" charset="0"/>
                </a:rPr>
                <a:t>cheaper per byte</a:t>
              </a:r>
            </a:p>
          </p:txBody>
        </p:sp>
      </p:grpSp>
    </p:spTree>
    <p:extLst>
      <p:ext uri="{BB962C8B-B14F-4D97-AF65-F5344CB8AC3E}">
        <p14:creationId xmlns:p14="http://schemas.microsoft.com/office/powerpoint/2010/main" val="3717030300"/>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7" name="Title 1">
            <a:extLst>
              <a:ext uri="{FF2B5EF4-FFF2-40B4-BE49-F238E27FC236}">
                <a16:creationId xmlns:a16="http://schemas.microsoft.com/office/drawing/2014/main" id="{86691543-15E9-1548-A371-F90877B9B943}"/>
              </a:ext>
            </a:extLst>
          </p:cNvPr>
          <p:cNvSpPr>
            <a:spLocks noGrp="1" noChangeArrowheads="1"/>
          </p:cNvSpPr>
          <p:nvPr>
            <p:ph type="title"/>
          </p:nvPr>
        </p:nvSpPr>
        <p:spPr/>
        <p:txBody>
          <a:bodyPr/>
          <a:lstStyle/>
          <a:p>
            <a:r>
              <a:rPr lang="en-US" altLang="en-US" dirty="0">
                <a:ea typeface="ＭＳ Ｐゴシック" panose="020B0600070205080204" pitchFamily="34" charset="-128"/>
              </a:rPr>
              <a:t>Recall: Cache Abstraction and Metrics</a:t>
            </a:r>
          </a:p>
        </p:txBody>
      </p:sp>
      <p:sp>
        <p:nvSpPr>
          <p:cNvPr id="83970" name="Content Placeholder 2">
            <a:extLst>
              <a:ext uri="{FF2B5EF4-FFF2-40B4-BE49-F238E27FC236}">
                <a16:creationId xmlns:a16="http://schemas.microsoft.com/office/drawing/2014/main" id="{5DAD75D3-1F4C-064F-9F3A-CC826C6AFC1C}"/>
              </a:ext>
            </a:extLst>
          </p:cNvPr>
          <p:cNvSpPr>
            <a:spLocks noGrp="1" noChangeArrowheads="1"/>
          </p:cNvSpPr>
          <p:nvPr>
            <p:ph idx="1"/>
          </p:nvPr>
        </p:nvSpPr>
        <p:spPr>
          <a:xfrm>
            <a:off x="228600" y="996950"/>
            <a:ext cx="8610600" cy="5194300"/>
          </a:xfrm>
        </p:spPr>
        <p:txBody>
          <a:bodyPr/>
          <a:lstStyle/>
          <a:p>
            <a:endParaRPr lang="en-US" altLang="en-US" dirty="0">
              <a:ea typeface="ＭＳ Ｐゴシック" panose="020B0600070205080204" pitchFamily="34" charset="-128"/>
            </a:endParaRPr>
          </a:p>
          <a:p>
            <a:endParaRPr lang="en-US" altLang="en-US" dirty="0">
              <a:ea typeface="ＭＳ Ｐゴシック" panose="020B0600070205080204" pitchFamily="34" charset="-128"/>
            </a:endParaRPr>
          </a:p>
          <a:p>
            <a:endParaRPr lang="en-US" altLang="en-US" dirty="0">
              <a:ea typeface="ＭＳ Ｐゴシック" panose="020B0600070205080204" pitchFamily="34" charset="-128"/>
            </a:endParaRPr>
          </a:p>
          <a:p>
            <a:endParaRPr lang="en-US" altLang="en-US" dirty="0">
              <a:ea typeface="ＭＳ Ｐゴシック" panose="020B0600070205080204" pitchFamily="34" charset="-128"/>
            </a:endParaRPr>
          </a:p>
          <a:p>
            <a:endParaRPr lang="en-US" altLang="en-US" dirty="0">
              <a:ea typeface="ＭＳ Ｐゴシック" panose="020B0600070205080204" pitchFamily="34" charset="-128"/>
            </a:endParaRPr>
          </a:p>
          <a:p>
            <a:endParaRPr lang="en-US" altLang="en-US" dirty="0">
              <a:ea typeface="ＭＳ Ｐゴシック" panose="020B0600070205080204" pitchFamily="34" charset="-128"/>
            </a:endParaRPr>
          </a:p>
          <a:p>
            <a:endParaRPr lang="en-US" altLang="en-US" dirty="0">
              <a:ea typeface="ＭＳ Ｐゴシック" panose="020B0600070205080204" pitchFamily="34" charset="-128"/>
            </a:endParaRPr>
          </a:p>
          <a:p>
            <a:endParaRPr lang="en-US" altLang="en-US" dirty="0">
              <a:ea typeface="ＭＳ Ｐゴシック" panose="020B0600070205080204" pitchFamily="34" charset="-128"/>
            </a:endParaRPr>
          </a:p>
          <a:p>
            <a:endParaRPr lang="en-US" altLang="en-US" dirty="0">
              <a:ea typeface="ＭＳ Ｐゴシック" panose="020B0600070205080204" pitchFamily="34" charset="-128"/>
            </a:endParaRPr>
          </a:p>
          <a:p>
            <a:r>
              <a:rPr lang="en-US" altLang="en-US" sz="1900" b="1" dirty="0">
                <a:ea typeface="ＭＳ Ｐゴシック" panose="020B0600070205080204" pitchFamily="34" charset="-128"/>
              </a:rPr>
              <a:t>Cache hit rate </a:t>
            </a:r>
            <a:r>
              <a:rPr lang="en-US" altLang="en-US" sz="1900" dirty="0">
                <a:ea typeface="ＭＳ Ｐゴシック" panose="020B0600070205080204" pitchFamily="34" charset="-128"/>
              </a:rPr>
              <a:t>= (# hits) / (# hits + # misses) = (# hits) / (# accesses)</a:t>
            </a:r>
          </a:p>
        </p:txBody>
      </p:sp>
      <p:sp>
        <p:nvSpPr>
          <p:cNvPr id="121859" name="Slide Number Placeholder 3">
            <a:extLst>
              <a:ext uri="{FF2B5EF4-FFF2-40B4-BE49-F238E27FC236}">
                <a16:creationId xmlns:a16="http://schemas.microsoft.com/office/drawing/2014/main" id="{C20DEC91-5F15-EF45-BA55-C7CB5C53D613}"/>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fld id="{8D973330-6274-2840-B449-11153AC7E4A2}" type="slidenum">
              <a:rPr lang="en-US" altLang="en-US" sz="1600" smtClean="0">
                <a:solidFill>
                  <a:srgbClr val="000000"/>
                </a:solidFill>
                <a:latin typeface="Garamond" panose="02020404030301010803" pitchFamily="18" charset="0"/>
              </a:rPr>
              <a:pPr eaLnBrk="1" hangingPunct="1">
                <a:spcBef>
                  <a:spcPct val="0"/>
                </a:spcBef>
                <a:buClrTx/>
                <a:buSzTx/>
                <a:buFontTx/>
                <a:buNone/>
              </a:pPr>
              <a:t>5</a:t>
            </a:fld>
            <a:endParaRPr lang="en-US" altLang="en-US" sz="1600">
              <a:solidFill>
                <a:srgbClr val="000000"/>
              </a:solidFill>
              <a:latin typeface="Garamond" panose="02020404030301010803" pitchFamily="18" charset="0"/>
            </a:endParaRPr>
          </a:p>
        </p:txBody>
      </p:sp>
      <p:sp>
        <p:nvSpPr>
          <p:cNvPr id="121860" name="TextBox 5">
            <a:extLst>
              <a:ext uri="{FF2B5EF4-FFF2-40B4-BE49-F238E27FC236}">
                <a16:creationId xmlns:a16="http://schemas.microsoft.com/office/drawing/2014/main" id="{A8930F8D-4FB7-3549-8928-09DF10E0FB4C}"/>
              </a:ext>
            </a:extLst>
          </p:cNvPr>
          <p:cNvSpPr txBox="1">
            <a:spLocks noChangeArrowheads="1"/>
          </p:cNvSpPr>
          <p:nvPr/>
        </p:nvSpPr>
        <p:spPr bwMode="auto">
          <a:xfrm>
            <a:off x="674688" y="1652588"/>
            <a:ext cx="1030287" cy="369887"/>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r>
              <a:rPr lang="en-US" altLang="en-US" sz="1800" dirty="0">
                <a:solidFill>
                  <a:srgbClr val="000000"/>
                </a:solidFill>
                <a:latin typeface="Arial" panose="020B0604020202020204" pitchFamily="34" charset="0"/>
              </a:rPr>
              <a:t>Address</a:t>
            </a:r>
          </a:p>
        </p:txBody>
      </p:sp>
      <p:sp>
        <p:nvSpPr>
          <p:cNvPr id="121861" name="Rectangle 6">
            <a:extLst>
              <a:ext uri="{FF2B5EF4-FFF2-40B4-BE49-F238E27FC236}">
                <a16:creationId xmlns:a16="http://schemas.microsoft.com/office/drawing/2014/main" id="{DC091819-204E-2F44-B5B7-AD66389904B4}"/>
              </a:ext>
            </a:extLst>
          </p:cNvPr>
          <p:cNvSpPr>
            <a:spLocks noChangeArrowheads="1"/>
          </p:cNvSpPr>
          <p:nvPr/>
        </p:nvSpPr>
        <p:spPr bwMode="auto">
          <a:xfrm>
            <a:off x="3463925" y="1652588"/>
            <a:ext cx="1874838" cy="1912937"/>
          </a:xfrm>
          <a:prstGeom prst="rect">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endParaRPr lang="en-US" altLang="en-US" sz="1800">
              <a:solidFill>
                <a:srgbClr val="000000"/>
              </a:solidFill>
              <a:latin typeface="Arial" panose="020B0604020202020204" pitchFamily="34" charset="0"/>
            </a:endParaRPr>
          </a:p>
        </p:txBody>
      </p:sp>
      <p:sp>
        <p:nvSpPr>
          <p:cNvPr id="121862" name="TextBox 7">
            <a:extLst>
              <a:ext uri="{FF2B5EF4-FFF2-40B4-BE49-F238E27FC236}">
                <a16:creationId xmlns:a16="http://schemas.microsoft.com/office/drawing/2014/main" id="{AFA84543-9EEE-E641-A14C-D3881B0DE4D5}"/>
              </a:ext>
            </a:extLst>
          </p:cNvPr>
          <p:cNvSpPr txBox="1">
            <a:spLocks noChangeArrowheads="1"/>
          </p:cNvSpPr>
          <p:nvPr/>
        </p:nvSpPr>
        <p:spPr bwMode="auto">
          <a:xfrm>
            <a:off x="3151328" y="1837531"/>
            <a:ext cx="2316023" cy="23083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algn="ctr" eaLnBrk="1" hangingPunct="1">
              <a:spcBef>
                <a:spcPct val="0"/>
              </a:spcBef>
              <a:buClrTx/>
              <a:buSzTx/>
              <a:buFontTx/>
              <a:buNone/>
            </a:pPr>
            <a:r>
              <a:rPr lang="en-US" altLang="en-US" sz="1800" b="1" dirty="0">
                <a:solidFill>
                  <a:srgbClr val="000000"/>
                </a:solidFill>
                <a:latin typeface="Arial" panose="020B0604020202020204" pitchFamily="34" charset="0"/>
              </a:rPr>
              <a:t>Tag Store</a:t>
            </a:r>
            <a:endParaRPr lang="en-US" altLang="en-US" sz="1800" dirty="0">
              <a:solidFill>
                <a:srgbClr val="000000"/>
              </a:solidFill>
              <a:latin typeface="Arial" panose="020B0604020202020204" pitchFamily="34" charset="0"/>
            </a:endParaRPr>
          </a:p>
          <a:p>
            <a:pPr algn="ctr" eaLnBrk="1" hangingPunct="1">
              <a:spcBef>
                <a:spcPct val="0"/>
              </a:spcBef>
              <a:buClrTx/>
              <a:buSzTx/>
              <a:buFontTx/>
              <a:buNone/>
            </a:pPr>
            <a:r>
              <a:rPr lang="en-US" altLang="en-US" sz="1800" dirty="0">
                <a:solidFill>
                  <a:srgbClr val="000000"/>
                </a:solidFill>
                <a:latin typeface="Arial" panose="020B0604020202020204" pitchFamily="34" charset="0"/>
              </a:rPr>
              <a:t>(</a:t>
            </a:r>
            <a:r>
              <a:rPr lang="en-US" altLang="en-US" sz="1800" dirty="0">
                <a:solidFill>
                  <a:srgbClr val="0000FF"/>
                </a:solidFill>
                <a:latin typeface="Arial" panose="020B0604020202020204" pitchFamily="34" charset="0"/>
              </a:rPr>
              <a:t>Valid bit </a:t>
            </a:r>
            <a:r>
              <a:rPr lang="en-US" altLang="en-US" sz="1800" dirty="0">
                <a:latin typeface="Arial" panose="020B0604020202020204" pitchFamily="34" charset="0"/>
              </a:rPr>
              <a:t>+</a:t>
            </a:r>
          </a:p>
          <a:p>
            <a:pPr algn="ctr" eaLnBrk="1" hangingPunct="1">
              <a:spcBef>
                <a:spcPct val="0"/>
              </a:spcBef>
              <a:buClrTx/>
              <a:buSzTx/>
              <a:buFontTx/>
              <a:buNone/>
            </a:pPr>
            <a:r>
              <a:rPr lang="en-US" altLang="en-US" sz="1800" dirty="0">
                <a:solidFill>
                  <a:srgbClr val="0000FF"/>
                </a:solidFill>
                <a:latin typeface="Arial" panose="020B0604020202020204" pitchFamily="34" charset="0"/>
              </a:rPr>
              <a:t>     Address tag </a:t>
            </a:r>
            <a:r>
              <a:rPr lang="en-US" altLang="en-US" sz="1800" dirty="0">
                <a:latin typeface="Arial" panose="020B0604020202020204" pitchFamily="34" charset="0"/>
              </a:rPr>
              <a:t>+</a:t>
            </a:r>
          </a:p>
          <a:p>
            <a:pPr algn="ctr" eaLnBrk="1" hangingPunct="1">
              <a:spcBef>
                <a:spcPct val="0"/>
              </a:spcBef>
              <a:buClrTx/>
              <a:buSzTx/>
              <a:buFontTx/>
              <a:buNone/>
            </a:pPr>
            <a:r>
              <a:rPr lang="en-US" altLang="en-US" sz="1800" dirty="0">
                <a:solidFill>
                  <a:srgbClr val="0000FF"/>
                </a:solidFill>
                <a:latin typeface="Arial" panose="020B0604020202020204" pitchFamily="34" charset="0"/>
              </a:rPr>
              <a:t>     Replacement policy bits</a:t>
            </a:r>
            <a:r>
              <a:rPr lang="en-US" altLang="en-US" sz="1800" dirty="0">
                <a:solidFill>
                  <a:srgbClr val="000000"/>
                </a:solidFill>
                <a:latin typeface="Arial" panose="020B0604020202020204" pitchFamily="34" charset="0"/>
              </a:rPr>
              <a:t>)</a:t>
            </a:r>
          </a:p>
          <a:p>
            <a:pPr eaLnBrk="1" hangingPunct="1">
              <a:spcBef>
                <a:spcPct val="0"/>
              </a:spcBef>
              <a:buClrTx/>
              <a:buSzTx/>
              <a:buFontTx/>
              <a:buNone/>
            </a:pPr>
            <a:endParaRPr lang="en-US" altLang="en-US" sz="1800" dirty="0">
              <a:solidFill>
                <a:srgbClr val="000000"/>
              </a:solidFill>
              <a:latin typeface="Arial" panose="020B0604020202020204" pitchFamily="34" charset="0"/>
            </a:endParaRPr>
          </a:p>
          <a:p>
            <a:pPr eaLnBrk="1" hangingPunct="1">
              <a:spcBef>
                <a:spcPct val="0"/>
              </a:spcBef>
              <a:buClrTx/>
              <a:buSzTx/>
              <a:buFontTx/>
              <a:buNone/>
            </a:pPr>
            <a:endParaRPr lang="en-US" altLang="en-US" sz="1800" dirty="0">
              <a:solidFill>
                <a:srgbClr val="000000"/>
              </a:solidFill>
              <a:latin typeface="Arial" panose="020B0604020202020204" pitchFamily="34" charset="0"/>
            </a:endParaRPr>
          </a:p>
          <a:p>
            <a:pPr eaLnBrk="1" hangingPunct="1">
              <a:spcBef>
                <a:spcPct val="0"/>
              </a:spcBef>
              <a:buClrTx/>
              <a:buSzTx/>
              <a:buFontTx/>
              <a:buNone/>
            </a:pPr>
            <a:endParaRPr lang="en-US" altLang="en-US" sz="1800" dirty="0">
              <a:solidFill>
                <a:srgbClr val="000000"/>
              </a:solidFill>
              <a:latin typeface="Arial" panose="020B0604020202020204" pitchFamily="34" charset="0"/>
            </a:endParaRPr>
          </a:p>
        </p:txBody>
      </p:sp>
      <p:sp>
        <p:nvSpPr>
          <p:cNvPr id="121863" name="Rectangle 8">
            <a:extLst>
              <a:ext uri="{FF2B5EF4-FFF2-40B4-BE49-F238E27FC236}">
                <a16:creationId xmlns:a16="http://schemas.microsoft.com/office/drawing/2014/main" id="{903EDBFD-0C7E-E743-B827-3CAD20731B24}"/>
              </a:ext>
            </a:extLst>
          </p:cNvPr>
          <p:cNvSpPr>
            <a:spLocks noChangeArrowheads="1"/>
          </p:cNvSpPr>
          <p:nvPr/>
        </p:nvSpPr>
        <p:spPr bwMode="auto">
          <a:xfrm>
            <a:off x="6229350" y="1652588"/>
            <a:ext cx="1874838" cy="1912937"/>
          </a:xfrm>
          <a:prstGeom prst="rect">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endParaRPr lang="en-US" altLang="en-US" sz="1800">
              <a:solidFill>
                <a:srgbClr val="000000"/>
              </a:solidFill>
              <a:latin typeface="Arial" panose="020B0604020202020204" pitchFamily="34" charset="0"/>
            </a:endParaRPr>
          </a:p>
        </p:txBody>
      </p:sp>
      <p:sp>
        <p:nvSpPr>
          <p:cNvPr id="121864" name="TextBox 9">
            <a:extLst>
              <a:ext uri="{FF2B5EF4-FFF2-40B4-BE49-F238E27FC236}">
                <a16:creationId xmlns:a16="http://schemas.microsoft.com/office/drawing/2014/main" id="{93F5923F-41ED-954B-B43C-BF2A5A0B4BEC}"/>
              </a:ext>
            </a:extLst>
          </p:cNvPr>
          <p:cNvSpPr txBox="1">
            <a:spLocks noChangeArrowheads="1"/>
          </p:cNvSpPr>
          <p:nvPr/>
        </p:nvSpPr>
        <p:spPr bwMode="auto">
          <a:xfrm>
            <a:off x="6543393" y="1828800"/>
            <a:ext cx="1338828" cy="14773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algn="ctr" eaLnBrk="1" hangingPunct="1">
              <a:spcBef>
                <a:spcPct val="0"/>
              </a:spcBef>
              <a:buClrTx/>
              <a:buSzTx/>
              <a:buFontTx/>
              <a:buNone/>
            </a:pPr>
            <a:r>
              <a:rPr lang="en-US" altLang="en-US" sz="1800" b="1" dirty="0">
                <a:solidFill>
                  <a:srgbClr val="000000"/>
                </a:solidFill>
                <a:latin typeface="Arial" panose="020B0604020202020204" pitchFamily="34" charset="0"/>
              </a:rPr>
              <a:t>Data Store</a:t>
            </a:r>
          </a:p>
          <a:p>
            <a:pPr algn="ctr" eaLnBrk="1" hangingPunct="1">
              <a:spcBef>
                <a:spcPct val="0"/>
              </a:spcBef>
              <a:buClrTx/>
              <a:buSzTx/>
              <a:buFontTx/>
              <a:buNone/>
            </a:pPr>
            <a:endParaRPr lang="en-US" altLang="en-US" sz="1800" dirty="0">
              <a:solidFill>
                <a:srgbClr val="000000"/>
              </a:solidFill>
              <a:latin typeface="Arial" panose="020B0604020202020204" pitchFamily="34" charset="0"/>
            </a:endParaRPr>
          </a:p>
          <a:p>
            <a:pPr algn="ctr" eaLnBrk="1" hangingPunct="1">
              <a:spcBef>
                <a:spcPct val="0"/>
              </a:spcBef>
              <a:buClrTx/>
              <a:buSzTx/>
              <a:buFontTx/>
              <a:buNone/>
            </a:pPr>
            <a:r>
              <a:rPr lang="en-US" altLang="en-US" sz="1800" dirty="0">
                <a:solidFill>
                  <a:srgbClr val="000000"/>
                </a:solidFill>
                <a:latin typeface="Arial" panose="020B0604020202020204" pitchFamily="34" charset="0"/>
              </a:rPr>
              <a:t>(stores </a:t>
            </a:r>
          </a:p>
          <a:p>
            <a:pPr algn="ctr" eaLnBrk="1" hangingPunct="1">
              <a:spcBef>
                <a:spcPct val="0"/>
              </a:spcBef>
              <a:buClrTx/>
              <a:buSzTx/>
              <a:buFontTx/>
              <a:buNone/>
            </a:pPr>
            <a:r>
              <a:rPr lang="en-US" altLang="en-US" sz="1800" dirty="0">
                <a:solidFill>
                  <a:srgbClr val="000000"/>
                </a:solidFill>
                <a:latin typeface="Arial" panose="020B0604020202020204" pitchFamily="34" charset="0"/>
              </a:rPr>
              <a:t>memory </a:t>
            </a:r>
          </a:p>
          <a:p>
            <a:pPr algn="ctr" eaLnBrk="1" hangingPunct="1">
              <a:spcBef>
                <a:spcPct val="0"/>
              </a:spcBef>
              <a:buClrTx/>
              <a:buSzTx/>
              <a:buFontTx/>
              <a:buNone/>
            </a:pPr>
            <a:r>
              <a:rPr lang="en-US" altLang="en-US" sz="1800" dirty="0">
                <a:solidFill>
                  <a:srgbClr val="000000"/>
                </a:solidFill>
                <a:latin typeface="Arial" panose="020B0604020202020204" pitchFamily="34" charset="0"/>
              </a:rPr>
              <a:t>blocks)</a:t>
            </a:r>
          </a:p>
        </p:txBody>
      </p:sp>
      <p:cxnSp>
        <p:nvCxnSpPr>
          <p:cNvPr id="121865" name="Straight Arrow Connector 11">
            <a:extLst>
              <a:ext uri="{FF2B5EF4-FFF2-40B4-BE49-F238E27FC236}">
                <a16:creationId xmlns:a16="http://schemas.microsoft.com/office/drawing/2014/main" id="{E6F9F0D0-0529-CE49-AD13-6F423E6D6CD4}"/>
              </a:ext>
            </a:extLst>
          </p:cNvPr>
          <p:cNvCxnSpPr>
            <a:cxnSpLocks noChangeShapeType="1"/>
            <a:stCxn id="121860" idx="3"/>
          </p:cNvCxnSpPr>
          <p:nvPr/>
        </p:nvCxnSpPr>
        <p:spPr bwMode="auto">
          <a:xfrm flipV="1">
            <a:off x="1704975" y="1828800"/>
            <a:ext cx="1758950" cy="9525"/>
          </a:xfrm>
          <a:prstGeom prst="straightConnector1">
            <a:avLst/>
          </a:prstGeom>
          <a:noFill/>
          <a:ln w="9525">
            <a:solidFill>
              <a:schemeClr val="tx1"/>
            </a:solidFill>
            <a:round/>
            <a:headEnd/>
            <a:tailEnd type="arrow" w="med" len="med"/>
          </a:ln>
          <a:extLst>
            <a:ext uri="{909E8E84-426E-40DD-AFC4-6F175D3DCCD1}">
              <a14:hiddenFill xmlns:a14="http://schemas.microsoft.com/office/drawing/2010/main">
                <a:noFill/>
              </a14:hiddenFill>
            </a:ext>
          </a:extLst>
        </p:spPr>
      </p:cxnSp>
      <p:cxnSp>
        <p:nvCxnSpPr>
          <p:cNvPr id="121866" name="Straight Connector 13">
            <a:extLst>
              <a:ext uri="{FF2B5EF4-FFF2-40B4-BE49-F238E27FC236}">
                <a16:creationId xmlns:a16="http://schemas.microsoft.com/office/drawing/2014/main" id="{462517A9-B095-D442-B387-8CF9031530E8}"/>
              </a:ext>
            </a:extLst>
          </p:cNvPr>
          <p:cNvCxnSpPr>
            <a:cxnSpLocks noChangeShapeType="1"/>
          </p:cNvCxnSpPr>
          <p:nvPr/>
        </p:nvCxnSpPr>
        <p:spPr bwMode="auto">
          <a:xfrm rot="5400000" flipH="1" flipV="1">
            <a:off x="2489200" y="1584325"/>
            <a:ext cx="48895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121867" name="Straight Connector 16">
            <a:extLst>
              <a:ext uri="{FF2B5EF4-FFF2-40B4-BE49-F238E27FC236}">
                <a16:creationId xmlns:a16="http://schemas.microsoft.com/office/drawing/2014/main" id="{A08259CB-6595-7543-8F7C-DD4EAE4DA46B}"/>
              </a:ext>
            </a:extLst>
          </p:cNvPr>
          <p:cNvCxnSpPr>
            <a:cxnSpLocks noChangeShapeType="1"/>
          </p:cNvCxnSpPr>
          <p:nvPr/>
        </p:nvCxnSpPr>
        <p:spPr bwMode="auto">
          <a:xfrm>
            <a:off x="2733675" y="1339850"/>
            <a:ext cx="2965450" cy="158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121868" name="Straight Connector 18">
            <a:extLst>
              <a:ext uri="{FF2B5EF4-FFF2-40B4-BE49-F238E27FC236}">
                <a16:creationId xmlns:a16="http://schemas.microsoft.com/office/drawing/2014/main" id="{5C29A8B8-9899-C644-A92F-784138B34C84}"/>
              </a:ext>
            </a:extLst>
          </p:cNvPr>
          <p:cNvCxnSpPr>
            <a:cxnSpLocks noChangeShapeType="1"/>
          </p:cNvCxnSpPr>
          <p:nvPr/>
        </p:nvCxnSpPr>
        <p:spPr bwMode="auto">
          <a:xfrm rot="5400000">
            <a:off x="5454651" y="1584325"/>
            <a:ext cx="487362" cy="158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121869" name="Straight Arrow Connector 20">
            <a:extLst>
              <a:ext uri="{FF2B5EF4-FFF2-40B4-BE49-F238E27FC236}">
                <a16:creationId xmlns:a16="http://schemas.microsoft.com/office/drawing/2014/main" id="{2DA71E7C-41FA-4040-9CBF-75B4BE724244}"/>
              </a:ext>
            </a:extLst>
          </p:cNvPr>
          <p:cNvCxnSpPr>
            <a:cxnSpLocks noChangeShapeType="1"/>
          </p:cNvCxnSpPr>
          <p:nvPr/>
        </p:nvCxnSpPr>
        <p:spPr bwMode="auto">
          <a:xfrm flipV="1">
            <a:off x="5699125" y="1828800"/>
            <a:ext cx="530225" cy="9525"/>
          </a:xfrm>
          <a:prstGeom prst="straightConnector1">
            <a:avLst/>
          </a:prstGeom>
          <a:noFill/>
          <a:ln w="9525">
            <a:solidFill>
              <a:schemeClr val="tx1"/>
            </a:solidFill>
            <a:round/>
            <a:headEnd/>
            <a:tailEnd type="arrow" w="med" len="med"/>
          </a:ln>
          <a:extLst>
            <a:ext uri="{909E8E84-426E-40DD-AFC4-6F175D3DCCD1}">
              <a14:hiddenFill xmlns:a14="http://schemas.microsoft.com/office/drawing/2010/main">
                <a:noFill/>
              </a14:hiddenFill>
            </a:ext>
          </a:extLst>
        </p:spPr>
      </p:cxnSp>
      <p:cxnSp>
        <p:nvCxnSpPr>
          <p:cNvPr id="121870" name="Straight Arrow Connector 22">
            <a:extLst>
              <a:ext uri="{FF2B5EF4-FFF2-40B4-BE49-F238E27FC236}">
                <a16:creationId xmlns:a16="http://schemas.microsoft.com/office/drawing/2014/main" id="{54BFBCE7-13AD-5D40-9030-B5FC63BC2485}"/>
              </a:ext>
            </a:extLst>
          </p:cNvPr>
          <p:cNvCxnSpPr>
            <a:cxnSpLocks noChangeShapeType="1"/>
          </p:cNvCxnSpPr>
          <p:nvPr/>
        </p:nvCxnSpPr>
        <p:spPr bwMode="auto">
          <a:xfrm rot="16200000" flipH="1">
            <a:off x="4106069" y="3883819"/>
            <a:ext cx="646113" cy="9525"/>
          </a:xfrm>
          <a:prstGeom prst="straightConnector1">
            <a:avLst/>
          </a:prstGeom>
          <a:noFill/>
          <a:ln w="9525">
            <a:solidFill>
              <a:schemeClr val="tx1"/>
            </a:solidFill>
            <a:round/>
            <a:headEnd/>
            <a:tailEnd type="arrow" w="med" len="med"/>
          </a:ln>
          <a:extLst>
            <a:ext uri="{909E8E84-426E-40DD-AFC4-6F175D3DCCD1}">
              <a14:hiddenFill xmlns:a14="http://schemas.microsoft.com/office/drawing/2010/main">
                <a:noFill/>
              </a14:hiddenFill>
            </a:ext>
          </a:extLst>
        </p:spPr>
      </p:cxnSp>
      <p:sp>
        <p:nvSpPr>
          <p:cNvPr id="121871" name="TextBox 23">
            <a:extLst>
              <a:ext uri="{FF2B5EF4-FFF2-40B4-BE49-F238E27FC236}">
                <a16:creationId xmlns:a16="http://schemas.microsoft.com/office/drawing/2014/main" id="{BCB9BF51-2D75-6E47-930E-82700EF02B1F}"/>
              </a:ext>
            </a:extLst>
          </p:cNvPr>
          <p:cNvSpPr txBox="1">
            <a:spLocks noChangeArrowheads="1"/>
          </p:cNvSpPr>
          <p:nvPr/>
        </p:nvSpPr>
        <p:spPr bwMode="auto">
          <a:xfrm>
            <a:off x="3867150" y="4211638"/>
            <a:ext cx="1133475"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r>
              <a:rPr lang="en-US" altLang="en-US" sz="1800">
                <a:solidFill>
                  <a:srgbClr val="000000"/>
                </a:solidFill>
                <a:latin typeface="Arial" panose="020B0604020202020204" pitchFamily="34" charset="0"/>
              </a:rPr>
              <a:t>Hit/miss?</a:t>
            </a:r>
          </a:p>
        </p:txBody>
      </p:sp>
      <p:cxnSp>
        <p:nvCxnSpPr>
          <p:cNvPr id="121872" name="Straight Arrow Connector 25">
            <a:extLst>
              <a:ext uri="{FF2B5EF4-FFF2-40B4-BE49-F238E27FC236}">
                <a16:creationId xmlns:a16="http://schemas.microsoft.com/office/drawing/2014/main" id="{78206B3C-9788-4A47-A2D3-57E3849AE9C9}"/>
              </a:ext>
            </a:extLst>
          </p:cNvPr>
          <p:cNvCxnSpPr>
            <a:cxnSpLocks noChangeShapeType="1"/>
            <a:stCxn id="121863" idx="2"/>
          </p:cNvCxnSpPr>
          <p:nvPr/>
        </p:nvCxnSpPr>
        <p:spPr bwMode="auto">
          <a:xfrm rot="5400000">
            <a:off x="6839744" y="3883819"/>
            <a:ext cx="646113" cy="9525"/>
          </a:xfrm>
          <a:prstGeom prst="straightConnector1">
            <a:avLst/>
          </a:prstGeom>
          <a:noFill/>
          <a:ln w="9525">
            <a:solidFill>
              <a:schemeClr val="tx1"/>
            </a:solidFill>
            <a:round/>
            <a:headEnd type="triangle" w="med" len="med"/>
            <a:tailEnd type="triangle" w="med" len="med"/>
          </a:ln>
          <a:extLst>
            <a:ext uri="{909E8E84-426E-40DD-AFC4-6F175D3DCCD1}">
              <a14:hiddenFill xmlns:a14="http://schemas.microsoft.com/office/drawing/2010/main">
                <a:noFill/>
              </a14:hiddenFill>
            </a:ext>
          </a:extLst>
        </p:spPr>
      </p:cxnSp>
      <p:sp>
        <p:nvSpPr>
          <p:cNvPr id="121873" name="TextBox 26">
            <a:extLst>
              <a:ext uri="{FF2B5EF4-FFF2-40B4-BE49-F238E27FC236}">
                <a16:creationId xmlns:a16="http://schemas.microsoft.com/office/drawing/2014/main" id="{DCC63DCC-BBAE-0647-8247-7FA678323AA0}"/>
              </a:ext>
            </a:extLst>
          </p:cNvPr>
          <p:cNvSpPr txBox="1">
            <a:spLocks noChangeArrowheads="1"/>
          </p:cNvSpPr>
          <p:nvPr/>
        </p:nvSpPr>
        <p:spPr bwMode="auto">
          <a:xfrm>
            <a:off x="6845300" y="4211638"/>
            <a:ext cx="67310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r>
              <a:rPr lang="en-US" altLang="en-US" sz="1800">
                <a:solidFill>
                  <a:srgbClr val="000000"/>
                </a:solidFill>
                <a:latin typeface="Arial" panose="020B0604020202020204" pitchFamily="34" charset="0"/>
              </a:rPr>
              <a:t>Data</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3970">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3" name="Rectangle 2"/>
          <p:cNvSpPr>
            <a:spLocks noChangeArrowheads="1"/>
          </p:cNvSpPr>
          <p:nvPr>
            <p:custDataLst>
              <p:tags r:id="rId2"/>
            </p:custDataLst>
          </p:nvPr>
        </p:nvSpPr>
        <p:spPr bwMode="auto">
          <a:xfrm>
            <a:off x="1295400" y="1121410"/>
            <a:ext cx="8077200" cy="51816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pPr marL="342900" marR="0" lvl="0" indent="-342900" algn="l" defTabSz="914400" rtl="0" eaLnBrk="0" fontAlgn="base" latinLnBrk="0" hangingPunct="0">
              <a:lnSpc>
                <a:spcPct val="100000"/>
              </a:lnSpc>
              <a:spcBef>
                <a:spcPct val="20000"/>
              </a:spcBef>
              <a:spcAft>
                <a:spcPct val="0"/>
              </a:spcAft>
              <a:buClrTx/>
              <a:buSzTx/>
              <a:buFontTx/>
              <a:buNone/>
              <a:tabLst/>
              <a:defRPr/>
            </a:pPr>
            <a:endParaRPr kumimoji="0" lang="en-US" sz="3200" b="0" i="0" u="none" strike="noStrike" kern="1200" cap="none" spc="0" normalizeH="0" baseline="0" noProof="0" dirty="0">
              <a:ln>
                <a:noFill/>
              </a:ln>
              <a:solidFill>
                <a:srgbClr val="000000"/>
              </a:solidFill>
              <a:effectLst/>
              <a:uLnTx/>
              <a:uFillTx/>
              <a:latin typeface="Calibri" pitchFamily="34" charset="0"/>
              <a:ea typeface="MS PGothic" pitchFamily="34" charset="-128"/>
              <a:cs typeface="Arial" pitchFamily="34" charset="0"/>
            </a:endParaRPr>
          </a:p>
          <a:p>
            <a:pPr marL="342900" marR="0" lvl="0" indent="-342900" algn="l" defTabSz="914400" rtl="0" eaLnBrk="0" fontAlgn="base" latinLnBrk="0" hangingPunct="0">
              <a:lnSpc>
                <a:spcPct val="100000"/>
              </a:lnSpc>
              <a:spcBef>
                <a:spcPct val="20000"/>
              </a:spcBef>
              <a:spcAft>
                <a:spcPct val="0"/>
              </a:spcAft>
              <a:buClrTx/>
              <a:buSzTx/>
              <a:buFontTx/>
              <a:buNone/>
              <a:tabLst/>
              <a:defRPr/>
            </a:pPr>
            <a:endParaRPr kumimoji="0" lang="en-US" sz="3200" b="0" i="0" u="none" strike="noStrike" kern="1200" cap="none" spc="0" normalizeH="0" baseline="0" noProof="0" dirty="0">
              <a:ln>
                <a:noFill/>
              </a:ln>
              <a:solidFill>
                <a:srgbClr val="000000"/>
              </a:solidFill>
              <a:effectLst/>
              <a:uLnTx/>
              <a:uFillTx/>
              <a:latin typeface="Calibri" pitchFamily="34" charset="0"/>
              <a:ea typeface="MS PGothic" pitchFamily="34" charset="-128"/>
              <a:cs typeface="Arial" pitchFamily="34" charset="0"/>
            </a:endParaRPr>
          </a:p>
          <a:p>
            <a:pPr marL="342900" marR="0" lvl="0" indent="-342900" algn="l" defTabSz="914400" rtl="0" eaLnBrk="0" fontAlgn="base" latinLnBrk="0" hangingPunct="0">
              <a:lnSpc>
                <a:spcPct val="100000"/>
              </a:lnSpc>
              <a:spcBef>
                <a:spcPct val="20000"/>
              </a:spcBef>
              <a:spcAft>
                <a:spcPct val="0"/>
              </a:spcAft>
              <a:buClrTx/>
              <a:buSzTx/>
              <a:buFontTx/>
              <a:buNone/>
              <a:tabLst/>
              <a:defRPr/>
            </a:pPr>
            <a:endParaRPr kumimoji="0" lang="en-US" sz="3200" b="0" i="0" u="none" strike="noStrike" kern="1200" cap="none" spc="0" normalizeH="0" baseline="0" noProof="0" dirty="0">
              <a:ln>
                <a:noFill/>
              </a:ln>
              <a:solidFill>
                <a:srgbClr val="000000"/>
              </a:solidFill>
              <a:effectLst/>
              <a:uLnTx/>
              <a:uFillTx/>
              <a:latin typeface="Calibri" pitchFamily="34" charset="0"/>
              <a:ea typeface="MS PGothic" pitchFamily="34" charset="-128"/>
              <a:cs typeface="Arial" pitchFamily="34" charset="0"/>
            </a:endParaRPr>
          </a:p>
        </p:txBody>
      </p:sp>
      <p:sp>
        <p:nvSpPr>
          <p:cNvPr id="64514" name="Rectangle 3"/>
          <p:cNvSpPr>
            <a:spLocks noGrp="1" noChangeArrowheads="1"/>
          </p:cNvSpPr>
          <p:nvPr>
            <p:ph type="title"/>
            <p:custDataLst>
              <p:tags r:id="rId3"/>
            </p:custDataLst>
          </p:nvPr>
        </p:nvSpPr>
        <p:spPr/>
        <p:txBody>
          <a:bodyPr/>
          <a:lstStyle/>
          <a:p>
            <a:r>
              <a:rPr lang="en-US" altLang="en-US" dirty="0">
                <a:ea typeface="ＭＳ Ｐゴシック" panose="020B0600070205080204" pitchFamily="34" charset="-128"/>
              </a:rPr>
              <a:t>Recall: Addressing the Cache</a:t>
            </a:r>
            <a:endParaRPr lang="en-US" dirty="0">
              <a:latin typeface="Consolas" pitchFamily="49" charset="0"/>
            </a:endParaRPr>
          </a:p>
        </p:txBody>
      </p:sp>
      <p:graphicFrame>
        <p:nvGraphicFramePr>
          <p:cNvPr id="64517" name="Object 2"/>
          <p:cNvGraphicFramePr>
            <a:graphicFrameLocks noGrp="1" noChangeAspect="1"/>
          </p:cNvGraphicFramePr>
          <p:nvPr>
            <p:ph idx="1"/>
            <p:custDataLst>
              <p:tags r:id="rId4"/>
            </p:custDataLst>
            <p:extLst/>
          </p:nvPr>
        </p:nvGraphicFramePr>
        <p:xfrm>
          <a:off x="4876800" y="1371600"/>
          <a:ext cx="5654042" cy="4503912"/>
        </p:xfrm>
        <a:graphic>
          <a:graphicData uri="http://schemas.openxmlformats.org/presentationml/2006/ole">
            <mc:AlternateContent xmlns:mc="http://schemas.openxmlformats.org/markup-compatibility/2006">
              <mc:Choice xmlns:v="urn:schemas-microsoft-com:vml" Requires="v">
                <p:oleObj spid="_x0000_s11446" name="VISIO" r:id="rId9" imgW="3003804" imgH="2392680" progId="Visio.Drawing.6">
                  <p:embed/>
                </p:oleObj>
              </mc:Choice>
              <mc:Fallback>
                <p:oleObj name="VISIO" r:id="rId9" imgW="3003804" imgH="2392680" progId="Visio.Drawing.6">
                  <p:embed/>
                  <p:pic>
                    <p:nvPicPr>
                      <p:cNvPr id="64517" name="Object 2"/>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876800" y="1371600"/>
                        <a:ext cx="5654042" cy="450391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oleObj>
              </mc:Fallback>
            </mc:AlternateContent>
          </a:graphicData>
        </a:graphic>
      </p:graphicFrame>
      <p:sp>
        <p:nvSpPr>
          <p:cNvPr id="64515" name="Rectangle 4"/>
          <p:cNvSpPr>
            <a:spLocks noChangeArrowheads="1"/>
          </p:cNvSpPr>
          <p:nvPr>
            <p:custDataLst>
              <p:tags r:id="rId5"/>
            </p:custDataLst>
          </p:nvPr>
        </p:nvSpPr>
        <p:spPr bwMode="auto">
          <a:xfrm>
            <a:off x="0" y="1230313"/>
            <a:ext cx="184150" cy="3683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nchor="ctr">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de-DE" sz="1800" b="0" i="0" u="none" strike="noStrike" kern="1200" cap="none" spc="0" normalizeH="0" baseline="0" noProof="0">
              <a:ln>
                <a:noFill/>
              </a:ln>
              <a:solidFill>
                <a:srgbClr val="000000"/>
              </a:solidFill>
              <a:effectLst/>
              <a:uLnTx/>
              <a:uFillTx/>
              <a:latin typeface="Verdana" pitchFamily="34" charset="0"/>
              <a:ea typeface="MS PGothic" pitchFamily="34" charset="-128"/>
              <a:cs typeface="+mn-cs"/>
            </a:endParaRPr>
          </a:p>
        </p:txBody>
      </p:sp>
      <p:sp>
        <p:nvSpPr>
          <p:cNvPr id="64516" name="Rectangle 5"/>
          <p:cNvSpPr>
            <a:spLocks noChangeArrowheads="1"/>
          </p:cNvSpPr>
          <p:nvPr>
            <p:custDataLst>
              <p:tags r:id="rId6"/>
            </p:custDataLst>
          </p:nvPr>
        </p:nvSpPr>
        <p:spPr bwMode="auto">
          <a:xfrm>
            <a:off x="0" y="673100"/>
            <a:ext cx="184150" cy="3683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nchor="ctr">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de-DE" sz="1800" b="0" i="0" u="none" strike="noStrike" kern="1200" cap="none" spc="0" normalizeH="0" baseline="0" noProof="0">
              <a:ln>
                <a:noFill/>
              </a:ln>
              <a:solidFill>
                <a:srgbClr val="000000"/>
              </a:solidFill>
              <a:effectLst/>
              <a:uLnTx/>
              <a:uFillTx/>
              <a:latin typeface="Verdana" pitchFamily="34" charset="0"/>
              <a:ea typeface="MS PGothic" pitchFamily="34" charset="-128"/>
              <a:cs typeface="+mn-cs"/>
            </a:endParaRPr>
          </a:p>
        </p:txBody>
      </p:sp>
      <p:sp>
        <p:nvSpPr>
          <p:cNvPr id="7" name="Slide Number Placeholder 3">
            <a:extLst>
              <a:ext uri="{FF2B5EF4-FFF2-40B4-BE49-F238E27FC236}">
                <a16:creationId xmlns:a16="http://schemas.microsoft.com/office/drawing/2014/main" id="{2AF1002A-17A7-B645-96CB-75917AEF4C7C}"/>
              </a:ext>
            </a:extLst>
          </p:cNvPr>
          <p:cNvSpPr>
            <a:spLocks noGrp="1"/>
          </p:cNvSpPr>
          <p:nvPr>
            <p:ph type="sldNum" sz="quarter" idx="11"/>
          </p:nvPr>
        </p:nvSpPr>
        <p:spPr>
          <a:xfrm>
            <a:off x="6777038" y="6318250"/>
            <a:ext cx="2133600" cy="4572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04C23605-ED41-994F-A93A-EA98B2475F88}" type="slidenum">
              <a:rPr kumimoji="0" lang="en-US" altLang="en-US" sz="1600" b="0" i="0" u="none" strike="noStrike" kern="1200" cap="none" spc="0" normalizeH="0" baseline="0" noProof="0" smtClean="0">
                <a:ln>
                  <a:noFill/>
                </a:ln>
                <a:solidFill>
                  <a:srgbClr val="000000"/>
                </a:solidFill>
                <a:effectLst/>
                <a:uLnTx/>
                <a:uFillTx/>
                <a:latin typeface="Garamond" panose="02020404030301010803" pitchFamily="18" charset="0"/>
                <a:ea typeface="ＭＳ Ｐゴシック" panose="020B0600070205080204" pitchFamily="34" charset="-128"/>
                <a:cs typeface="+mn-cs"/>
              </a:rPr>
              <a:pPr marL="0" marR="0" lvl="0" indent="0" algn="r" defTabSz="914400" rtl="0" eaLnBrk="1" fontAlgn="base" latinLnBrk="0" hangingPunct="1">
                <a:lnSpc>
                  <a:spcPct val="100000"/>
                </a:lnSpc>
                <a:spcBef>
                  <a:spcPct val="0"/>
                </a:spcBef>
                <a:spcAft>
                  <a:spcPct val="0"/>
                </a:spcAft>
                <a:buClrTx/>
                <a:buSzTx/>
                <a:buFontTx/>
                <a:buNone/>
                <a:tabLst/>
                <a:defRPr/>
              </a:pPr>
              <a:t>6</a:t>
            </a:fld>
            <a:endParaRPr kumimoji="0" lang="en-US" altLang="en-US" sz="1600" b="0" i="0" u="none" strike="noStrike" kern="1200" cap="none" spc="0" normalizeH="0" baseline="0" noProof="0" dirty="0">
              <a:ln>
                <a:noFill/>
              </a:ln>
              <a:solidFill>
                <a:srgbClr val="000000"/>
              </a:solidFill>
              <a:effectLst/>
              <a:uLnTx/>
              <a:uFillTx/>
              <a:latin typeface="Garamond" panose="02020404030301010803" pitchFamily="18" charset="0"/>
              <a:ea typeface="ＭＳ Ｐゴシック" panose="020B0600070205080204" pitchFamily="34" charset="-128"/>
              <a:cs typeface="+mn-cs"/>
            </a:endParaRPr>
          </a:p>
        </p:txBody>
      </p:sp>
      <p:sp>
        <p:nvSpPr>
          <p:cNvPr id="6" name="矩形 5">
            <a:extLst>
              <a:ext uri="{FF2B5EF4-FFF2-40B4-BE49-F238E27FC236}">
                <a16:creationId xmlns:a16="http://schemas.microsoft.com/office/drawing/2014/main" id="{A701E0AC-B1BB-41BF-A598-91D4D6232C7D}"/>
              </a:ext>
            </a:extLst>
          </p:cNvPr>
          <p:cNvSpPr/>
          <p:nvPr/>
        </p:nvSpPr>
        <p:spPr>
          <a:xfrm>
            <a:off x="0" y="1279985"/>
            <a:ext cx="5029199" cy="3779496"/>
          </a:xfrm>
          <a:prstGeom prst="rect">
            <a:avLst/>
          </a:prstGeom>
        </p:spPr>
        <p:txBody>
          <a:bodyPr wrap="square">
            <a:spAutoFit/>
          </a:bodyPr>
          <a:lstStyle/>
          <a:p>
            <a:pPr marL="342900" lvl="0" indent="-342900">
              <a:spcBef>
                <a:spcPct val="20000"/>
              </a:spcBef>
              <a:buClr>
                <a:srgbClr val="CC9900"/>
              </a:buClr>
              <a:buSzPct val="65000"/>
              <a:buFont typeface="Wingdings" charset="0"/>
              <a:buChar char="n"/>
              <a:defRPr/>
            </a:pPr>
            <a:r>
              <a:rPr lang="en-US" altLang="zh-CN" sz="2400" kern="0" dirty="0">
                <a:solidFill>
                  <a:srgbClr val="000000"/>
                </a:solidFill>
                <a:latin typeface="Tahoma"/>
                <a:ea typeface="ＭＳ Ｐゴシック" charset="0"/>
              </a:rPr>
              <a:t>Cache access: </a:t>
            </a:r>
          </a:p>
          <a:p>
            <a:pPr marL="344487" lvl="1">
              <a:spcBef>
                <a:spcPct val="20000"/>
              </a:spcBef>
              <a:buClr>
                <a:srgbClr val="3B812F"/>
              </a:buClr>
              <a:buSzPct val="60000"/>
              <a:defRPr/>
            </a:pPr>
            <a:r>
              <a:rPr lang="en-US" altLang="zh-CN" sz="2200" kern="0" dirty="0">
                <a:solidFill>
                  <a:srgbClr val="000000"/>
                </a:solidFill>
                <a:latin typeface="Tahoma"/>
                <a:ea typeface="ＭＳ Ｐゴシック" pitchFamily="-106" charset="-128"/>
              </a:rPr>
              <a:t>  1) index into the tag and data stores with index bits in address; </a:t>
            </a:r>
          </a:p>
          <a:p>
            <a:pPr marL="344487" lvl="1">
              <a:spcBef>
                <a:spcPct val="20000"/>
              </a:spcBef>
              <a:buClr>
                <a:srgbClr val="3B812F"/>
              </a:buClr>
              <a:buSzPct val="60000"/>
              <a:defRPr/>
            </a:pPr>
            <a:r>
              <a:rPr lang="en-US" altLang="zh-CN" sz="2200" kern="0" dirty="0">
                <a:solidFill>
                  <a:srgbClr val="000000"/>
                </a:solidFill>
                <a:latin typeface="Tahoma"/>
                <a:ea typeface="ＭＳ Ｐゴシック" pitchFamily="-106" charset="-128"/>
              </a:rPr>
              <a:t>  2) checks valid bit in tag store;</a:t>
            </a:r>
          </a:p>
          <a:p>
            <a:pPr marL="344487" lvl="1">
              <a:spcBef>
                <a:spcPct val="20000"/>
              </a:spcBef>
              <a:buClr>
                <a:srgbClr val="3B812F"/>
              </a:buClr>
              <a:buSzPct val="60000"/>
              <a:defRPr/>
            </a:pPr>
            <a:r>
              <a:rPr lang="en-US" altLang="zh-CN" sz="2200" kern="0" dirty="0">
                <a:solidFill>
                  <a:srgbClr val="000000"/>
                </a:solidFill>
                <a:latin typeface="Tahoma"/>
                <a:ea typeface="ＭＳ Ｐゴシック" pitchFamily="-106" charset="-128"/>
              </a:rPr>
              <a:t>  3) compares tag bits in address with the stored tag in tag store;</a:t>
            </a:r>
          </a:p>
          <a:p>
            <a:pPr marL="344487" lvl="1">
              <a:spcBef>
                <a:spcPct val="20000"/>
              </a:spcBef>
              <a:buClr>
                <a:srgbClr val="3B812F"/>
              </a:buClr>
              <a:buSzPct val="60000"/>
              <a:defRPr/>
            </a:pPr>
            <a:r>
              <a:rPr lang="en-US" altLang="zh-CN" sz="2200" kern="0" dirty="0">
                <a:solidFill>
                  <a:srgbClr val="000000"/>
                </a:solidFill>
                <a:latin typeface="Tahoma"/>
                <a:ea typeface="ＭＳ Ｐゴシック" pitchFamily="-106" charset="-128"/>
              </a:rPr>
              <a:t>  4) If a block is in the cache (cache hit), the stored tag should be valid and match the tag of the block, and read out data. </a:t>
            </a:r>
          </a:p>
        </p:txBody>
      </p:sp>
      <p:pic>
        <p:nvPicPr>
          <p:cNvPr id="437252" name="Picture 4" descr="One In Circle Clip Art at Clker.com - vector clip art online, royalty free  &amp; public domain">
            <a:extLst>
              <a:ext uri="{FF2B5EF4-FFF2-40B4-BE49-F238E27FC236}">
                <a16:creationId xmlns:a16="http://schemas.microsoft.com/office/drawing/2014/main" id="{6B4C6FE5-868C-4E2C-8CF0-CAA2D315CF93}"/>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6402779" y="2590800"/>
            <a:ext cx="384419" cy="330410"/>
          </a:xfrm>
          <a:prstGeom prst="rect">
            <a:avLst/>
          </a:prstGeom>
          <a:noFill/>
          <a:extLst>
            <a:ext uri="{909E8E84-426E-40DD-AFC4-6F175D3DCCD1}">
              <a14:hiddenFill xmlns:a14="http://schemas.microsoft.com/office/drawing/2010/main">
                <a:solidFill>
                  <a:srgbClr val="FFFFFF"/>
                </a:solidFill>
              </a14:hiddenFill>
            </a:ext>
          </a:extLst>
        </p:spPr>
      </p:pic>
      <p:pic>
        <p:nvPicPr>
          <p:cNvPr id="437254" name="Picture 6" descr="File:2 number black and white.svg - Wikimedia Commons">
            <a:extLst>
              <a:ext uri="{FF2B5EF4-FFF2-40B4-BE49-F238E27FC236}">
                <a16:creationId xmlns:a16="http://schemas.microsoft.com/office/drawing/2014/main" id="{F4608BA2-330A-47D7-9703-892A542A13DE}"/>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5638800" y="4472824"/>
            <a:ext cx="242992" cy="248103"/>
          </a:xfrm>
          <a:prstGeom prst="rect">
            <a:avLst/>
          </a:prstGeom>
          <a:noFill/>
          <a:extLst>
            <a:ext uri="{909E8E84-426E-40DD-AFC4-6F175D3DCCD1}">
              <a14:hiddenFill xmlns:a14="http://schemas.microsoft.com/office/drawing/2010/main">
                <a:solidFill>
                  <a:srgbClr val="FFFFFF"/>
                </a:solidFill>
              </a14:hiddenFill>
            </a:ext>
          </a:extLst>
        </p:spPr>
      </p:pic>
      <p:pic>
        <p:nvPicPr>
          <p:cNvPr id="437256" name="Picture 8" descr="Number 3 In Circle, HD Png Download - kindpng">
            <a:extLst>
              <a:ext uri="{FF2B5EF4-FFF2-40B4-BE49-F238E27FC236}">
                <a16:creationId xmlns:a16="http://schemas.microsoft.com/office/drawing/2014/main" id="{AAE9B0ED-1153-439E-A8BF-A99EBA44B91A}"/>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6515099" y="4469203"/>
            <a:ext cx="242992" cy="255197"/>
          </a:xfrm>
          <a:prstGeom prst="rect">
            <a:avLst/>
          </a:prstGeom>
          <a:noFill/>
          <a:extLst>
            <a:ext uri="{909E8E84-426E-40DD-AFC4-6F175D3DCCD1}">
              <a14:hiddenFill xmlns:a14="http://schemas.microsoft.com/office/drawing/2010/main">
                <a:solidFill>
                  <a:srgbClr val="FFFFFF"/>
                </a:solidFill>
              </a14:hiddenFill>
            </a:ext>
          </a:extLst>
        </p:spPr>
      </p:pic>
      <p:pic>
        <p:nvPicPr>
          <p:cNvPr id="437260" name="Picture 12" descr="Circles Icons">
            <a:extLst>
              <a:ext uri="{FF2B5EF4-FFF2-40B4-BE49-F238E27FC236}">
                <a16:creationId xmlns:a16="http://schemas.microsoft.com/office/drawing/2014/main" id="{04460807-0CFD-4233-90E3-CB5586957B1C}"/>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8168884" y="4495800"/>
            <a:ext cx="255197" cy="25519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9089389"/>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37252"/>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6">
                                            <p:txEl>
                                              <p:pRg st="2" end="2"/>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43725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
                                            <p:txEl>
                                              <p:pRg st="3" end="3"/>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437256"/>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6">
                                            <p:txEl>
                                              <p:pRg st="4" end="4"/>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43726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DF2313-9A23-9945-8E35-F641A91B84E6}"/>
              </a:ext>
            </a:extLst>
          </p:cNvPr>
          <p:cNvSpPr>
            <a:spLocks noGrp="1"/>
          </p:cNvSpPr>
          <p:nvPr>
            <p:ph type="title"/>
          </p:nvPr>
        </p:nvSpPr>
        <p:spPr>
          <a:xfrm>
            <a:off x="228600" y="152400"/>
            <a:ext cx="8839200" cy="1066800"/>
          </a:xfrm>
        </p:spPr>
        <p:txBody>
          <a:bodyPr/>
          <a:lstStyle/>
          <a:p>
            <a:r>
              <a:rPr lang="en-US" altLang="zh-CN" dirty="0"/>
              <a:t>Recall: </a:t>
            </a:r>
            <a:r>
              <a:rPr lang="en-US" dirty="0"/>
              <a:t>Three Cache Organization Methods</a:t>
            </a:r>
          </a:p>
        </p:txBody>
      </p:sp>
      <p:sp>
        <p:nvSpPr>
          <p:cNvPr id="3" name="Content Placeholder 2">
            <a:extLst>
              <a:ext uri="{FF2B5EF4-FFF2-40B4-BE49-F238E27FC236}">
                <a16:creationId xmlns:a16="http://schemas.microsoft.com/office/drawing/2014/main" id="{D5175C55-BCF6-C648-A20B-5EB014DD65D0}"/>
              </a:ext>
            </a:extLst>
          </p:cNvPr>
          <p:cNvSpPr>
            <a:spLocks noGrp="1"/>
          </p:cNvSpPr>
          <p:nvPr>
            <p:ph idx="1"/>
          </p:nvPr>
        </p:nvSpPr>
        <p:spPr>
          <a:xfrm>
            <a:off x="0" y="997529"/>
            <a:ext cx="9296400" cy="5193723"/>
          </a:xfrm>
        </p:spPr>
        <p:txBody>
          <a:bodyPr/>
          <a:lstStyle/>
          <a:p>
            <a:r>
              <a:rPr lang="en-US" altLang="zh-CN" dirty="0">
                <a:solidFill>
                  <a:srgbClr val="0432FF"/>
                </a:solidFill>
              </a:rPr>
              <a:t>Fully-associative</a:t>
            </a:r>
            <a:r>
              <a:rPr lang="en-US" altLang="zh-CN" dirty="0"/>
              <a:t>:</a:t>
            </a:r>
          </a:p>
          <a:p>
            <a:pPr lvl="1"/>
            <a:r>
              <a:rPr lang="en-US" altLang="zh-CN" dirty="0"/>
              <a:t>A chunk can go to </a:t>
            </a:r>
            <a:r>
              <a:rPr lang="en-US" altLang="zh-CN" b="1" dirty="0"/>
              <a:t>any</a:t>
            </a:r>
            <a:r>
              <a:rPr lang="en-US" altLang="zh-CN" dirty="0"/>
              <a:t> cache block in the cache. (</a:t>
            </a:r>
            <a:r>
              <a:rPr lang="en-US" altLang="zh-CN" dirty="0">
                <a:solidFill>
                  <a:srgbClr val="C00000"/>
                </a:solidFill>
              </a:rPr>
              <a:t>One extreme</a:t>
            </a:r>
            <a:r>
              <a:rPr lang="en-US" altLang="zh-CN" dirty="0"/>
              <a:t>)</a:t>
            </a:r>
          </a:p>
          <a:p>
            <a:r>
              <a:rPr lang="en-US" altLang="zh-CN" dirty="0">
                <a:solidFill>
                  <a:srgbClr val="0432FF"/>
                </a:solidFill>
              </a:rPr>
              <a:t>Direct-mapped</a:t>
            </a:r>
            <a:r>
              <a:rPr lang="en-US" altLang="zh-CN" dirty="0"/>
              <a:t>: </a:t>
            </a:r>
          </a:p>
          <a:p>
            <a:pPr lvl="1"/>
            <a:r>
              <a:rPr lang="en-US" altLang="zh-CN" dirty="0"/>
              <a:t>A chunk can go to </a:t>
            </a:r>
            <a:r>
              <a:rPr lang="en-US" altLang="zh-CN" b="1" dirty="0"/>
              <a:t>only one </a:t>
            </a:r>
            <a:r>
              <a:rPr lang="en-US" altLang="zh-CN" dirty="0"/>
              <a:t>cache block in the cache. (</a:t>
            </a:r>
            <a:r>
              <a:rPr lang="en-US" altLang="zh-CN" dirty="0">
                <a:solidFill>
                  <a:srgbClr val="C00000"/>
                </a:solidFill>
              </a:rPr>
              <a:t>Another extreme</a:t>
            </a:r>
            <a:r>
              <a:rPr lang="en-US" altLang="zh-CN" dirty="0"/>
              <a:t>)</a:t>
            </a:r>
          </a:p>
          <a:p>
            <a:r>
              <a:rPr lang="en-US" altLang="zh-CN" dirty="0">
                <a:solidFill>
                  <a:srgbClr val="0432FF"/>
                </a:solidFill>
              </a:rPr>
              <a:t>Set-associative</a:t>
            </a:r>
            <a:r>
              <a:rPr lang="en-US" altLang="zh-CN" dirty="0"/>
              <a:t>: </a:t>
            </a:r>
          </a:p>
          <a:p>
            <a:pPr lvl="1"/>
            <a:r>
              <a:rPr lang="en-US" altLang="zh-CN" dirty="0"/>
              <a:t>A chunk can go to </a:t>
            </a:r>
            <a:r>
              <a:rPr lang="en-US" altLang="zh-CN" b="1" dirty="0"/>
              <a:t>N </a:t>
            </a:r>
            <a:r>
              <a:rPr lang="en-US" altLang="zh-CN" dirty="0"/>
              <a:t>cache blocks in the </a:t>
            </a:r>
            <a:r>
              <a:rPr lang="en-US" altLang="zh-CN" b="1" dirty="0"/>
              <a:t>N</a:t>
            </a:r>
            <a:r>
              <a:rPr lang="en-US" altLang="zh-CN" dirty="0"/>
              <a:t>-way set-associative cache. (</a:t>
            </a:r>
            <a:r>
              <a:rPr lang="en-US" altLang="zh-CN" dirty="0">
                <a:solidFill>
                  <a:srgbClr val="00B0F0"/>
                </a:solidFill>
              </a:rPr>
              <a:t>Best choice</a:t>
            </a:r>
            <a:r>
              <a:rPr lang="en-US" altLang="zh-CN" dirty="0"/>
              <a:t>)</a:t>
            </a:r>
          </a:p>
          <a:p>
            <a:endParaRPr lang="en-US" dirty="0">
              <a:solidFill>
                <a:srgbClr val="0432FF"/>
              </a:solidFill>
            </a:endParaRPr>
          </a:p>
        </p:txBody>
      </p:sp>
      <p:sp>
        <p:nvSpPr>
          <p:cNvPr id="4" name="Slide Number Placeholder 3">
            <a:extLst>
              <a:ext uri="{FF2B5EF4-FFF2-40B4-BE49-F238E27FC236}">
                <a16:creationId xmlns:a16="http://schemas.microsoft.com/office/drawing/2014/main" id="{D55E1C36-3100-E149-BFAA-F75448466FB3}"/>
              </a:ext>
            </a:extLst>
          </p:cNvPr>
          <p:cNvSpPr>
            <a:spLocks noGrp="1"/>
          </p:cNvSpPr>
          <p:nvPr>
            <p:ph type="sldNum" sz="quarter" idx="11"/>
          </p:nvPr>
        </p:nvSpPr>
        <p:spPr/>
        <p:txBody>
          <a:bodyPr/>
          <a:lstStyle/>
          <a:p>
            <a:pPr>
              <a:defRPr/>
            </a:pPr>
            <a:fld id="{9CD3246B-4504-6A44-A3C6-3AD1B220008A}" type="slidenum">
              <a:rPr lang="en-US" altLang="en-US" smtClean="0"/>
              <a:pPr>
                <a:defRPr/>
              </a:pPr>
              <a:t>7</a:t>
            </a:fld>
            <a:endParaRPr lang="en-US" altLang="en-US"/>
          </a:p>
        </p:txBody>
      </p:sp>
      <p:pic>
        <p:nvPicPr>
          <p:cNvPr id="6" name="Picture 5">
            <a:extLst>
              <a:ext uri="{FF2B5EF4-FFF2-40B4-BE49-F238E27FC236}">
                <a16:creationId xmlns:a16="http://schemas.microsoft.com/office/drawing/2014/main" id="{BF1A0D9D-8097-0049-A350-9522347EC714}"/>
              </a:ext>
            </a:extLst>
          </p:cNvPr>
          <p:cNvPicPr>
            <a:picLocks noChangeAspect="1"/>
          </p:cNvPicPr>
          <p:nvPr/>
        </p:nvPicPr>
        <p:blipFill>
          <a:blip r:embed="rId2"/>
          <a:stretch>
            <a:fillRect/>
          </a:stretch>
        </p:blipFill>
        <p:spPr>
          <a:xfrm>
            <a:off x="224158" y="4215142"/>
            <a:ext cx="8724900" cy="2273526"/>
          </a:xfrm>
          <a:prstGeom prst="rect">
            <a:avLst/>
          </a:prstGeom>
        </p:spPr>
      </p:pic>
      <p:sp>
        <p:nvSpPr>
          <p:cNvPr id="7" name="Rectangle 6">
            <a:extLst>
              <a:ext uri="{FF2B5EF4-FFF2-40B4-BE49-F238E27FC236}">
                <a16:creationId xmlns:a16="http://schemas.microsoft.com/office/drawing/2014/main" id="{199F2B89-5F38-EB42-ABCC-69C84AA69BFA}"/>
              </a:ext>
            </a:extLst>
          </p:cNvPr>
          <p:cNvSpPr/>
          <p:nvPr/>
        </p:nvSpPr>
        <p:spPr>
          <a:xfrm>
            <a:off x="609600" y="6488668"/>
            <a:ext cx="7391400" cy="369332"/>
          </a:xfrm>
          <a:prstGeom prst="rect">
            <a:avLst/>
          </a:prstGeom>
        </p:spPr>
        <p:txBody>
          <a:bodyPr wrap="square">
            <a:spAutoFit/>
          </a:bodyPr>
          <a:lstStyle/>
          <a:p>
            <a:pPr lvl="1" algn="ctr"/>
            <a:r>
              <a:rPr lang="en-US" altLang="en-US" dirty="0"/>
              <a:t>Kim &amp; Mutlu, “Memory Systems,” Computing Handbook, 2014</a:t>
            </a:r>
          </a:p>
        </p:txBody>
      </p:sp>
    </p:spTree>
    <p:extLst>
      <p:ext uri="{BB962C8B-B14F-4D97-AF65-F5344CB8AC3E}">
        <p14:creationId xmlns:p14="http://schemas.microsoft.com/office/powerpoint/2010/main" val="3234142637"/>
      </p:ext>
    </p:extLst>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 name="Rectangle 5">
            <a:extLst>
              <a:ext uri="{FF2B5EF4-FFF2-40B4-BE49-F238E27FC236}">
                <a16:creationId xmlns:a16="http://schemas.microsoft.com/office/drawing/2014/main" id="{A2B62202-6C5B-4352-AF6E-5D46AE0F856D}"/>
              </a:ext>
            </a:extLst>
          </p:cNvPr>
          <p:cNvSpPr/>
          <p:nvPr/>
        </p:nvSpPr>
        <p:spPr>
          <a:xfrm>
            <a:off x="4012291" y="3119080"/>
            <a:ext cx="4935535" cy="3031178"/>
          </a:xfrm>
          <a:prstGeom prst="rect">
            <a:avLst/>
          </a:prstGeom>
          <a:solidFill>
            <a:schemeClr val="bg1"/>
          </a:solidFill>
          <a:ln w="508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C00000"/>
              </a:solidFill>
            </a:endParaRPr>
          </a:p>
        </p:txBody>
      </p:sp>
      <p:sp>
        <p:nvSpPr>
          <p:cNvPr id="124929" name="Title 1">
            <a:extLst>
              <a:ext uri="{FF2B5EF4-FFF2-40B4-BE49-F238E27FC236}">
                <a16:creationId xmlns:a16="http://schemas.microsoft.com/office/drawing/2014/main" id="{2421D485-14A3-7647-9F8C-1D819C0152A1}"/>
              </a:ext>
            </a:extLst>
          </p:cNvPr>
          <p:cNvSpPr>
            <a:spLocks noGrp="1" noChangeArrowheads="1"/>
          </p:cNvSpPr>
          <p:nvPr>
            <p:ph type="title"/>
          </p:nvPr>
        </p:nvSpPr>
        <p:spPr>
          <a:xfrm>
            <a:off x="228600" y="152400"/>
            <a:ext cx="8610600" cy="871538"/>
          </a:xfrm>
        </p:spPr>
        <p:txBody>
          <a:bodyPr/>
          <a:lstStyle/>
          <a:p>
            <a:r>
              <a:rPr lang="en-US" altLang="en-US" sz="3600" dirty="0">
                <a:ea typeface="ＭＳ Ｐゴシック" panose="020B0600070205080204" pitchFamily="34" charset="-128"/>
              </a:rPr>
              <a:t>Direct-Mapped Cache: Placement and Access</a:t>
            </a:r>
          </a:p>
        </p:txBody>
      </p:sp>
      <p:sp>
        <p:nvSpPr>
          <p:cNvPr id="82946" name="Content Placeholder 2">
            <a:extLst>
              <a:ext uri="{FF2B5EF4-FFF2-40B4-BE49-F238E27FC236}">
                <a16:creationId xmlns:a16="http://schemas.microsoft.com/office/drawing/2014/main" id="{544ED3AD-703E-504E-90FC-36BDD07AF6B2}"/>
              </a:ext>
            </a:extLst>
          </p:cNvPr>
          <p:cNvSpPr>
            <a:spLocks noGrp="1" noChangeArrowheads="1"/>
          </p:cNvSpPr>
          <p:nvPr>
            <p:ph idx="1"/>
          </p:nvPr>
        </p:nvSpPr>
        <p:spPr>
          <a:xfrm>
            <a:off x="1843882" y="935831"/>
            <a:ext cx="7459662" cy="1531938"/>
          </a:xfrm>
        </p:spPr>
        <p:txBody>
          <a:bodyPr/>
          <a:lstStyle/>
          <a:p>
            <a:r>
              <a:rPr lang="en-US" altLang="en-US" dirty="0">
                <a:solidFill>
                  <a:srgbClr val="0432FF"/>
                </a:solidFill>
                <a:ea typeface="ＭＳ Ｐゴシック" panose="020B0600070205080204" pitchFamily="34" charset="-128"/>
                <a:sym typeface="Wingdings" pitchFamily="2" charset="2"/>
              </a:rPr>
              <a:t>Direct-mapped</a:t>
            </a:r>
            <a:r>
              <a:rPr lang="en-US" altLang="en-US" dirty="0">
                <a:solidFill>
                  <a:srgbClr val="FF0000"/>
                </a:solidFill>
                <a:ea typeface="ＭＳ Ｐゴシック" panose="020B0600070205080204" pitchFamily="34" charset="-128"/>
                <a:sym typeface="Wingdings" pitchFamily="2" charset="2"/>
              </a:rPr>
              <a:t> </a:t>
            </a:r>
            <a:r>
              <a:rPr lang="en-US" altLang="en-US" sz="2000" dirty="0">
                <a:ea typeface="ＭＳ Ｐゴシック" panose="020B0600070205080204" pitchFamily="34" charset="-128"/>
                <a:sym typeface="Wingdings" pitchFamily="2" charset="2"/>
              </a:rPr>
              <a:t>(A block can go to only one location)</a:t>
            </a:r>
            <a:endParaRPr lang="en-US" altLang="en-US" dirty="0">
              <a:ea typeface="ＭＳ Ｐゴシック" panose="020B0600070205080204" pitchFamily="34" charset="-128"/>
            </a:endParaRPr>
          </a:p>
          <a:p>
            <a:pPr lvl="1"/>
            <a:r>
              <a:rPr lang="en-US" altLang="en-US" sz="2000" dirty="0">
                <a:ea typeface="ＭＳ Ｐゴシック" panose="020B0600070205080204" pitchFamily="34" charset="-128"/>
              </a:rPr>
              <a:t>Assume memory: 256 bytes, 8-byte blocks </a:t>
            </a:r>
            <a:r>
              <a:rPr lang="en-US" altLang="en-US" sz="2000" dirty="0">
                <a:ea typeface="ＭＳ Ｐゴシック" panose="020B0600070205080204" pitchFamily="34" charset="-128"/>
                <a:sym typeface="Wingdings" pitchFamily="2" charset="2"/>
              </a:rPr>
              <a:t> 32 blocks</a:t>
            </a:r>
          </a:p>
          <a:p>
            <a:pPr lvl="1"/>
            <a:r>
              <a:rPr lang="en-US" altLang="en-US" sz="2000" dirty="0">
                <a:ea typeface="ＭＳ Ｐゴシック" panose="020B0600070205080204" pitchFamily="34" charset="-128"/>
                <a:sym typeface="Wingdings" pitchFamily="2" charset="2"/>
              </a:rPr>
              <a:t>Assume cache: 64 bytes, 8 blocks</a:t>
            </a:r>
            <a:endParaRPr lang="en-US" altLang="en-US" sz="2000" dirty="0">
              <a:solidFill>
                <a:srgbClr val="FF0000"/>
              </a:solidFill>
              <a:ea typeface="ＭＳ Ｐゴシック" panose="020B0600070205080204" pitchFamily="34" charset="-128"/>
              <a:sym typeface="Wingdings" pitchFamily="2" charset="2"/>
            </a:endParaRPr>
          </a:p>
          <a:p>
            <a:pPr lvl="1"/>
            <a:r>
              <a:rPr lang="en-US" altLang="en-US" sz="1800" dirty="0">
                <a:solidFill>
                  <a:srgbClr val="C00000"/>
                </a:solidFill>
                <a:ea typeface="ＭＳ Ｐゴシック" panose="020B0600070205080204" pitchFamily="34" charset="-128"/>
                <a:sym typeface="Wingdings" pitchFamily="2" charset="2"/>
              </a:rPr>
              <a:t>Blocks with same </a:t>
            </a:r>
            <a:r>
              <a:rPr lang="en-US" altLang="en-US" sz="1800" dirty="0">
                <a:solidFill>
                  <a:schemeClr val="accent1">
                    <a:lumMod val="60000"/>
                    <a:lumOff val="40000"/>
                  </a:schemeClr>
                </a:solidFill>
                <a:ea typeface="ＭＳ Ｐゴシック" panose="020B0600070205080204" pitchFamily="34" charset="-128"/>
                <a:sym typeface="Wingdings" pitchFamily="2" charset="2"/>
              </a:rPr>
              <a:t>set</a:t>
            </a:r>
            <a:r>
              <a:rPr lang="en-US" altLang="en-US" sz="1800" dirty="0">
                <a:solidFill>
                  <a:srgbClr val="C00000"/>
                </a:solidFill>
                <a:ea typeface="ＭＳ Ｐゴシック" panose="020B0600070205080204" pitchFamily="34" charset="-128"/>
                <a:sym typeface="Wingdings" pitchFamily="2" charset="2"/>
              </a:rPr>
              <a:t> contend for the same cache location</a:t>
            </a:r>
          </a:p>
          <a:p>
            <a:pPr lvl="2"/>
            <a:r>
              <a:rPr lang="en-US" altLang="en-US" sz="1600" dirty="0">
                <a:solidFill>
                  <a:srgbClr val="C00000"/>
                </a:solidFill>
                <a:ea typeface="ＭＳ Ｐゴシック" panose="020B0600070205080204" pitchFamily="34" charset="-128"/>
                <a:sym typeface="Wingdings" pitchFamily="2" charset="2"/>
              </a:rPr>
              <a:t>Cause conflict misses when accessing </a:t>
            </a:r>
            <a:r>
              <a:rPr lang="en-US" altLang="en-US" sz="1600" dirty="0">
                <a:solidFill>
                  <a:schemeClr val="accent2"/>
                </a:solidFill>
                <a:ea typeface="ＭＳ Ｐゴシック" panose="020B0600070205080204" pitchFamily="34" charset="-128"/>
                <a:sym typeface="Wingdings" pitchFamily="2" charset="2"/>
              </a:rPr>
              <a:t>blocks in green </a:t>
            </a:r>
            <a:r>
              <a:rPr lang="en-US" altLang="en-US" sz="1600" dirty="0">
                <a:solidFill>
                  <a:srgbClr val="C00000"/>
                </a:solidFill>
                <a:ea typeface="ＭＳ Ｐゴシック" panose="020B0600070205080204" pitchFamily="34" charset="-128"/>
                <a:sym typeface="Wingdings" pitchFamily="2" charset="2"/>
              </a:rPr>
              <a:t>consecutively</a:t>
            </a:r>
            <a:endParaRPr lang="en-US" altLang="en-US" sz="1600" dirty="0">
              <a:solidFill>
                <a:srgbClr val="C00000"/>
              </a:solidFill>
              <a:ea typeface="ＭＳ Ｐゴシック" panose="020B0600070205080204" pitchFamily="34" charset="-128"/>
            </a:endParaRPr>
          </a:p>
          <a:p>
            <a:pPr lvl="1"/>
            <a:endParaRPr lang="en-US" altLang="en-US" sz="2000" dirty="0">
              <a:solidFill>
                <a:srgbClr val="FF0000"/>
              </a:solidFill>
              <a:ea typeface="ＭＳ Ｐゴシック" panose="020B0600070205080204" pitchFamily="34" charset="-128"/>
              <a:sym typeface="Wingdings" pitchFamily="2" charset="2"/>
            </a:endParaRPr>
          </a:p>
          <a:p>
            <a:pPr lvl="1"/>
            <a:endParaRPr lang="en-US" altLang="en-US" sz="2000" dirty="0">
              <a:solidFill>
                <a:srgbClr val="FF0000"/>
              </a:solidFill>
              <a:ea typeface="ＭＳ Ｐゴシック" panose="020B0600070205080204" pitchFamily="34" charset="-128"/>
              <a:sym typeface="Wingdings" pitchFamily="2" charset="2"/>
            </a:endParaRPr>
          </a:p>
          <a:p>
            <a:pPr lvl="1"/>
            <a:endParaRPr lang="en-US" altLang="en-US" sz="2000" dirty="0">
              <a:solidFill>
                <a:srgbClr val="FF0000"/>
              </a:solidFill>
              <a:ea typeface="ＭＳ Ｐゴシック" panose="020B0600070205080204" pitchFamily="34" charset="-128"/>
              <a:sym typeface="Wingdings" pitchFamily="2" charset="2"/>
            </a:endParaRPr>
          </a:p>
          <a:p>
            <a:pPr lvl="1"/>
            <a:endParaRPr lang="en-US" altLang="en-US" sz="2000" dirty="0">
              <a:solidFill>
                <a:srgbClr val="FF0000"/>
              </a:solidFill>
              <a:ea typeface="ＭＳ Ｐゴシック" panose="020B0600070205080204" pitchFamily="34" charset="-128"/>
              <a:sym typeface="Wingdings" pitchFamily="2" charset="2"/>
            </a:endParaRPr>
          </a:p>
          <a:p>
            <a:pPr lvl="1"/>
            <a:endParaRPr lang="en-US" altLang="en-US" sz="2000" dirty="0">
              <a:solidFill>
                <a:srgbClr val="FF0000"/>
              </a:solidFill>
              <a:ea typeface="ＭＳ Ｐゴシック" panose="020B0600070205080204" pitchFamily="34" charset="-128"/>
              <a:sym typeface="Wingdings" pitchFamily="2" charset="2"/>
            </a:endParaRPr>
          </a:p>
          <a:p>
            <a:pPr lvl="1"/>
            <a:endParaRPr lang="en-US" altLang="en-US" sz="2000" dirty="0">
              <a:solidFill>
                <a:srgbClr val="FF0000"/>
              </a:solidFill>
              <a:ea typeface="ＭＳ Ｐゴシック" panose="020B0600070205080204" pitchFamily="34" charset="-128"/>
              <a:sym typeface="Wingdings" pitchFamily="2" charset="2"/>
            </a:endParaRPr>
          </a:p>
          <a:p>
            <a:pPr lvl="1"/>
            <a:endParaRPr lang="en-US" altLang="en-US" sz="2000" dirty="0">
              <a:solidFill>
                <a:srgbClr val="FF0000"/>
              </a:solidFill>
              <a:ea typeface="ＭＳ Ｐゴシック" panose="020B0600070205080204" pitchFamily="34" charset="-128"/>
              <a:sym typeface="Wingdings" pitchFamily="2" charset="2"/>
            </a:endParaRPr>
          </a:p>
          <a:p>
            <a:pPr lvl="1"/>
            <a:endParaRPr lang="en-US" altLang="en-US" sz="2000" dirty="0">
              <a:solidFill>
                <a:srgbClr val="FF0000"/>
              </a:solidFill>
              <a:ea typeface="ＭＳ Ｐゴシック" panose="020B0600070205080204" pitchFamily="34" charset="-128"/>
              <a:sym typeface="Wingdings" pitchFamily="2" charset="2"/>
            </a:endParaRPr>
          </a:p>
          <a:p>
            <a:pPr lvl="1"/>
            <a:endParaRPr lang="en-US" altLang="en-US" sz="2000" dirty="0">
              <a:solidFill>
                <a:srgbClr val="FF0000"/>
              </a:solidFill>
              <a:ea typeface="ＭＳ Ｐゴシック" panose="020B0600070205080204" pitchFamily="34" charset="-128"/>
              <a:sym typeface="Wingdings" pitchFamily="2" charset="2"/>
            </a:endParaRPr>
          </a:p>
        </p:txBody>
      </p:sp>
      <p:sp>
        <p:nvSpPr>
          <p:cNvPr id="124931" name="Slide Number Placeholder 3">
            <a:extLst>
              <a:ext uri="{FF2B5EF4-FFF2-40B4-BE49-F238E27FC236}">
                <a16:creationId xmlns:a16="http://schemas.microsoft.com/office/drawing/2014/main" id="{1DD0324A-0789-D447-9E4A-2E18CD6DA29B}"/>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fld id="{993FB237-D28A-4448-9883-743BB87DE4CA}" type="slidenum">
              <a:rPr lang="en-US" altLang="en-US" sz="1600" smtClean="0">
                <a:solidFill>
                  <a:srgbClr val="000000"/>
                </a:solidFill>
                <a:latin typeface="Garamond" panose="02020404030301010803" pitchFamily="18" charset="0"/>
              </a:rPr>
              <a:pPr eaLnBrk="1" hangingPunct="1">
                <a:spcBef>
                  <a:spcPct val="0"/>
                </a:spcBef>
                <a:buClrTx/>
                <a:buSzTx/>
                <a:buFontTx/>
                <a:buNone/>
              </a:pPr>
              <a:t>8</a:t>
            </a:fld>
            <a:endParaRPr lang="en-US" altLang="en-US" sz="1600" dirty="0">
              <a:solidFill>
                <a:srgbClr val="000000"/>
              </a:solidFill>
              <a:latin typeface="Garamond" panose="02020404030301010803" pitchFamily="18" charset="0"/>
            </a:endParaRPr>
          </a:p>
        </p:txBody>
      </p:sp>
      <p:grpSp>
        <p:nvGrpSpPr>
          <p:cNvPr id="82948" name="Group 50">
            <a:extLst>
              <a:ext uri="{FF2B5EF4-FFF2-40B4-BE49-F238E27FC236}">
                <a16:creationId xmlns:a16="http://schemas.microsoft.com/office/drawing/2014/main" id="{2AF41A95-88F8-8945-B9E3-9968C5BF0337}"/>
              </a:ext>
            </a:extLst>
          </p:cNvPr>
          <p:cNvGrpSpPr>
            <a:grpSpLocks/>
          </p:cNvGrpSpPr>
          <p:nvPr/>
        </p:nvGrpSpPr>
        <p:grpSpPr bwMode="auto">
          <a:xfrm>
            <a:off x="369888" y="1023938"/>
            <a:ext cx="1477962" cy="5356225"/>
            <a:chOff x="369455" y="1171281"/>
            <a:chExt cx="1477818" cy="5357096"/>
          </a:xfrm>
        </p:grpSpPr>
        <p:grpSp>
          <p:nvGrpSpPr>
            <p:cNvPr id="124984" name="Group 48">
              <a:extLst>
                <a:ext uri="{FF2B5EF4-FFF2-40B4-BE49-F238E27FC236}">
                  <a16:creationId xmlns:a16="http://schemas.microsoft.com/office/drawing/2014/main" id="{01EEF059-3663-764A-A41B-732531145BCA}"/>
                </a:ext>
              </a:extLst>
            </p:cNvPr>
            <p:cNvGrpSpPr>
              <a:grpSpLocks/>
            </p:cNvGrpSpPr>
            <p:nvPr/>
          </p:nvGrpSpPr>
          <p:grpSpPr bwMode="auto">
            <a:xfrm>
              <a:off x="369455" y="1171281"/>
              <a:ext cx="1477818" cy="2678548"/>
              <a:chOff x="554182" y="1985841"/>
              <a:chExt cx="1477818" cy="2678548"/>
            </a:xfrm>
          </p:grpSpPr>
          <p:grpSp>
            <p:nvGrpSpPr>
              <p:cNvPr id="125008" name="Group 14">
                <a:extLst>
                  <a:ext uri="{FF2B5EF4-FFF2-40B4-BE49-F238E27FC236}">
                    <a16:creationId xmlns:a16="http://schemas.microsoft.com/office/drawing/2014/main" id="{D0E41D32-001A-6545-B2B0-379BCEB76E42}"/>
                  </a:ext>
                </a:extLst>
              </p:cNvPr>
              <p:cNvGrpSpPr>
                <a:grpSpLocks/>
              </p:cNvGrpSpPr>
              <p:nvPr/>
            </p:nvGrpSpPr>
            <p:grpSpPr bwMode="auto">
              <a:xfrm>
                <a:off x="554182" y="1985841"/>
                <a:ext cx="1477818" cy="1339274"/>
                <a:chOff x="554182" y="2567709"/>
                <a:chExt cx="1477818" cy="1339274"/>
              </a:xfrm>
            </p:grpSpPr>
            <p:grpSp>
              <p:nvGrpSpPr>
                <p:cNvPr id="125020" name="Group 8">
                  <a:extLst>
                    <a:ext uri="{FF2B5EF4-FFF2-40B4-BE49-F238E27FC236}">
                      <a16:creationId xmlns:a16="http://schemas.microsoft.com/office/drawing/2014/main" id="{277F888C-B92C-9F4D-96D8-149126EF3EF1}"/>
                    </a:ext>
                  </a:extLst>
                </p:cNvPr>
                <p:cNvGrpSpPr>
                  <a:grpSpLocks/>
                </p:cNvGrpSpPr>
                <p:nvPr/>
              </p:nvGrpSpPr>
              <p:grpSpPr bwMode="auto">
                <a:xfrm>
                  <a:off x="554182" y="2567709"/>
                  <a:ext cx="1477818" cy="669637"/>
                  <a:chOff x="554182" y="2567709"/>
                  <a:chExt cx="1477818" cy="669637"/>
                </a:xfrm>
              </p:grpSpPr>
              <p:sp>
                <p:nvSpPr>
                  <p:cNvPr id="125026" name="Rectangle 4">
                    <a:extLst>
                      <a:ext uri="{FF2B5EF4-FFF2-40B4-BE49-F238E27FC236}">
                        <a16:creationId xmlns:a16="http://schemas.microsoft.com/office/drawing/2014/main" id="{04BFBD80-196B-B84E-9014-A0D60100516B}"/>
                      </a:ext>
                    </a:extLst>
                  </p:cNvPr>
                  <p:cNvSpPr>
                    <a:spLocks noChangeArrowheads="1"/>
                  </p:cNvSpPr>
                  <p:nvPr/>
                </p:nvSpPr>
                <p:spPr bwMode="auto">
                  <a:xfrm>
                    <a:off x="554182" y="2567709"/>
                    <a:ext cx="1477818" cy="166255"/>
                  </a:xfrm>
                  <a:prstGeom prst="rect">
                    <a:avLst/>
                  </a:prstGeom>
                  <a:solidFill>
                    <a:schemeClr val="accent2"/>
                  </a:solidFill>
                  <a:ln w="9525">
                    <a:solidFill>
                      <a:schemeClr val="tx1"/>
                    </a:solidFill>
                    <a:round/>
                    <a:headEnd/>
                    <a:tailEnd/>
                  </a:ln>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endParaRPr lang="en-US" altLang="en-US" sz="1800">
                      <a:solidFill>
                        <a:srgbClr val="FF0000"/>
                      </a:solidFill>
                      <a:latin typeface="Arial" panose="020B0604020202020204" pitchFamily="34" charset="0"/>
                    </a:endParaRPr>
                  </a:p>
                </p:txBody>
              </p:sp>
              <p:sp>
                <p:nvSpPr>
                  <p:cNvPr id="125027" name="Rectangle 5">
                    <a:extLst>
                      <a:ext uri="{FF2B5EF4-FFF2-40B4-BE49-F238E27FC236}">
                        <a16:creationId xmlns:a16="http://schemas.microsoft.com/office/drawing/2014/main" id="{7A5C9438-5FBB-2B42-B4CF-0BF51035DBF6}"/>
                      </a:ext>
                    </a:extLst>
                  </p:cNvPr>
                  <p:cNvSpPr>
                    <a:spLocks noChangeArrowheads="1"/>
                  </p:cNvSpPr>
                  <p:nvPr/>
                </p:nvSpPr>
                <p:spPr bwMode="auto">
                  <a:xfrm>
                    <a:off x="554182" y="2733964"/>
                    <a:ext cx="1477818" cy="166255"/>
                  </a:xfrm>
                  <a:prstGeom prst="rect">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endParaRPr lang="en-US" altLang="en-US" sz="1800">
                      <a:solidFill>
                        <a:srgbClr val="000000"/>
                      </a:solidFill>
                      <a:latin typeface="Arial" panose="020B0604020202020204" pitchFamily="34" charset="0"/>
                    </a:endParaRPr>
                  </a:p>
                </p:txBody>
              </p:sp>
              <p:sp>
                <p:nvSpPr>
                  <p:cNvPr id="125028" name="Rectangle 6">
                    <a:extLst>
                      <a:ext uri="{FF2B5EF4-FFF2-40B4-BE49-F238E27FC236}">
                        <a16:creationId xmlns:a16="http://schemas.microsoft.com/office/drawing/2014/main" id="{EC417C32-7A60-ED4B-8F0D-A6F0C02E4CC2}"/>
                      </a:ext>
                    </a:extLst>
                  </p:cNvPr>
                  <p:cNvSpPr>
                    <a:spLocks noChangeArrowheads="1"/>
                  </p:cNvSpPr>
                  <p:nvPr/>
                </p:nvSpPr>
                <p:spPr bwMode="auto">
                  <a:xfrm>
                    <a:off x="554182" y="2904836"/>
                    <a:ext cx="1477818" cy="166255"/>
                  </a:xfrm>
                  <a:prstGeom prst="rect">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endParaRPr lang="en-US" altLang="en-US" sz="1800">
                      <a:solidFill>
                        <a:srgbClr val="000000"/>
                      </a:solidFill>
                      <a:latin typeface="Arial" panose="020B0604020202020204" pitchFamily="34" charset="0"/>
                    </a:endParaRPr>
                  </a:p>
                </p:txBody>
              </p:sp>
              <p:sp>
                <p:nvSpPr>
                  <p:cNvPr id="125029" name="Rectangle 7">
                    <a:extLst>
                      <a:ext uri="{FF2B5EF4-FFF2-40B4-BE49-F238E27FC236}">
                        <a16:creationId xmlns:a16="http://schemas.microsoft.com/office/drawing/2014/main" id="{0B7F795F-E438-E14A-A2E8-075DE9333EDC}"/>
                      </a:ext>
                    </a:extLst>
                  </p:cNvPr>
                  <p:cNvSpPr>
                    <a:spLocks noChangeArrowheads="1"/>
                  </p:cNvSpPr>
                  <p:nvPr/>
                </p:nvSpPr>
                <p:spPr bwMode="auto">
                  <a:xfrm>
                    <a:off x="554182" y="3071091"/>
                    <a:ext cx="1477818" cy="166255"/>
                  </a:xfrm>
                  <a:prstGeom prst="rect">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endParaRPr lang="en-US" altLang="en-US" sz="1800">
                      <a:solidFill>
                        <a:srgbClr val="000000"/>
                      </a:solidFill>
                      <a:latin typeface="Arial" panose="020B0604020202020204" pitchFamily="34" charset="0"/>
                    </a:endParaRPr>
                  </a:p>
                </p:txBody>
              </p:sp>
            </p:grpSp>
            <p:grpSp>
              <p:nvGrpSpPr>
                <p:cNvPr id="125021" name="Group 9">
                  <a:extLst>
                    <a:ext uri="{FF2B5EF4-FFF2-40B4-BE49-F238E27FC236}">
                      <a16:creationId xmlns:a16="http://schemas.microsoft.com/office/drawing/2014/main" id="{F14ECE87-C373-1444-8EDC-3EBFF5ABB27A}"/>
                    </a:ext>
                  </a:extLst>
                </p:cNvPr>
                <p:cNvGrpSpPr>
                  <a:grpSpLocks/>
                </p:cNvGrpSpPr>
                <p:nvPr/>
              </p:nvGrpSpPr>
              <p:grpSpPr bwMode="auto">
                <a:xfrm>
                  <a:off x="554182" y="3237346"/>
                  <a:ext cx="1477818" cy="669637"/>
                  <a:chOff x="554182" y="2567709"/>
                  <a:chExt cx="1477818" cy="669637"/>
                </a:xfrm>
              </p:grpSpPr>
              <p:sp>
                <p:nvSpPr>
                  <p:cNvPr id="125022" name="Rectangle 10">
                    <a:extLst>
                      <a:ext uri="{FF2B5EF4-FFF2-40B4-BE49-F238E27FC236}">
                        <a16:creationId xmlns:a16="http://schemas.microsoft.com/office/drawing/2014/main" id="{007ECA61-D699-844C-985C-934B54313F7B}"/>
                      </a:ext>
                    </a:extLst>
                  </p:cNvPr>
                  <p:cNvSpPr>
                    <a:spLocks noChangeArrowheads="1"/>
                  </p:cNvSpPr>
                  <p:nvPr/>
                </p:nvSpPr>
                <p:spPr bwMode="auto">
                  <a:xfrm>
                    <a:off x="554182" y="2567709"/>
                    <a:ext cx="1477818" cy="166255"/>
                  </a:xfrm>
                  <a:prstGeom prst="rect">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endParaRPr lang="en-US" altLang="en-US" sz="1800">
                      <a:solidFill>
                        <a:srgbClr val="000000"/>
                      </a:solidFill>
                      <a:latin typeface="Arial" panose="020B0604020202020204" pitchFamily="34" charset="0"/>
                    </a:endParaRPr>
                  </a:p>
                </p:txBody>
              </p:sp>
              <p:sp>
                <p:nvSpPr>
                  <p:cNvPr id="125023" name="Rectangle 11">
                    <a:extLst>
                      <a:ext uri="{FF2B5EF4-FFF2-40B4-BE49-F238E27FC236}">
                        <a16:creationId xmlns:a16="http://schemas.microsoft.com/office/drawing/2014/main" id="{9A2C4367-C3F7-374D-8A23-95AC54AC6F0B}"/>
                      </a:ext>
                    </a:extLst>
                  </p:cNvPr>
                  <p:cNvSpPr>
                    <a:spLocks noChangeArrowheads="1"/>
                  </p:cNvSpPr>
                  <p:nvPr/>
                </p:nvSpPr>
                <p:spPr bwMode="auto">
                  <a:xfrm>
                    <a:off x="554182" y="2733964"/>
                    <a:ext cx="1477818" cy="166255"/>
                  </a:xfrm>
                  <a:prstGeom prst="rect">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endParaRPr lang="en-US" altLang="en-US" sz="1800">
                      <a:solidFill>
                        <a:srgbClr val="000000"/>
                      </a:solidFill>
                      <a:latin typeface="Arial" panose="020B0604020202020204" pitchFamily="34" charset="0"/>
                    </a:endParaRPr>
                  </a:p>
                </p:txBody>
              </p:sp>
              <p:sp>
                <p:nvSpPr>
                  <p:cNvPr id="125024" name="Rectangle 12">
                    <a:extLst>
                      <a:ext uri="{FF2B5EF4-FFF2-40B4-BE49-F238E27FC236}">
                        <a16:creationId xmlns:a16="http://schemas.microsoft.com/office/drawing/2014/main" id="{30811906-D427-9B4E-99AB-78BF14D959DA}"/>
                      </a:ext>
                    </a:extLst>
                  </p:cNvPr>
                  <p:cNvSpPr>
                    <a:spLocks noChangeArrowheads="1"/>
                  </p:cNvSpPr>
                  <p:nvPr/>
                </p:nvSpPr>
                <p:spPr bwMode="auto">
                  <a:xfrm>
                    <a:off x="554182" y="2904836"/>
                    <a:ext cx="1477818" cy="166255"/>
                  </a:xfrm>
                  <a:prstGeom prst="rect">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endParaRPr lang="en-US" altLang="en-US" sz="1800">
                      <a:solidFill>
                        <a:srgbClr val="000000"/>
                      </a:solidFill>
                      <a:latin typeface="Arial" panose="020B0604020202020204" pitchFamily="34" charset="0"/>
                    </a:endParaRPr>
                  </a:p>
                </p:txBody>
              </p:sp>
              <p:sp>
                <p:nvSpPr>
                  <p:cNvPr id="125025" name="Rectangle 13">
                    <a:extLst>
                      <a:ext uri="{FF2B5EF4-FFF2-40B4-BE49-F238E27FC236}">
                        <a16:creationId xmlns:a16="http://schemas.microsoft.com/office/drawing/2014/main" id="{2733515A-B614-2E41-AAB0-E149547FA423}"/>
                      </a:ext>
                    </a:extLst>
                  </p:cNvPr>
                  <p:cNvSpPr>
                    <a:spLocks noChangeArrowheads="1"/>
                  </p:cNvSpPr>
                  <p:nvPr/>
                </p:nvSpPr>
                <p:spPr bwMode="auto">
                  <a:xfrm>
                    <a:off x="554182" y="3071091"/>
                    <a:ext cx="1477818" cy="166255"/>
                  </a:xfrm>
                  <a:prstGeom prst="rect">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endParaRPr lang="en-US" altLang="en-US" sz="1800">
                      <a:solidFill>
                        <a:srgbClr val="000000"/>
                      </a:solidFill>
                      <a:latin typeface="Arial" panose="020B0604020202020204" pitchFamily="34" charset="0"/>
                    </a:endParaRPr>
                  </a:p>
                </p:txBody>
              </p:sp>
            </p:grpSp>
          </p:grpSp>
          <p:grpSp>
            <p:nvGrpSpPr>
              <p:cNvPr id="125009" name="Group 15">
                <a:extLst>
                  <a:ext uri="{FF2B5EF4-FFF2-40B4-BE49-F238E27FC236}">
                    <a16:creationId xmlns:a16="http://schemas.microsoft.com/office/drawing/2014/main" id="{96E1DED6-364F-0F49-941F-CD186AF70BA6}"/>
                  </a:ext>
                </a:extLst>
              </p:cNvPr>
              <p:cNvGrpSpPr>
                <a:grpSpLocks/>
              </p:cNvGrpSpPr>
              <p:nvPr/>
            </p:nvGrpSpPr>
            <p:grpSpPr bwMode="auto">
              <a:xfrm>
                <a:off x="554182" y="3325115"/>
                <a:ext cx="1477818" cy="1339274"/>
                <a:chOff x="554182" y="2567709"/>
                <a:chExt cx="1477818" cy="1339274"/>
              </a:xfrm>
            </p:grpSpPr>
            <p:grpSp>
              <p:nvGrpSpPr>
                <p:cNvPr id="125010" name="Group 8">
                  <a:extLst>
                    <a:ext uri="{FF2B5EF4-FFF2-40B4-BE49-F238E27FC236}">
                      <a16:creationId xmlns:a16="http://schemas.microsoft.com/office/drawing/2014/main" id="{4D25DD36-EA3E-8D45-8858-CEB01C855EE7}"/>
                    </a:ext>
                  </a:extLst>
                </p:cNvPr>
                <p:cNvGrpSpPr>
                  <a:grpSpLocks/>
                </p:cNvGrpSpPr>
                <p:nvPr/>
              </p:nvGrpSpPr>
              <p:grpSpPr bwMode="auto">
                <a:xfrm>
                  <a:off x="554182" y="2567709"/>
                  <a:ext cx="1477818" cy="669637"/>
                  <a:chOff x="554182" y="2567709"/>
                  <a:chExt cx="1477818" cy="669637"/>
                </a:xfrm>
              </p:grpSpPr>
              <p:sp>
                <p:nvSpPr>
                  <p:cNvPr id="125016" name="Rectangle 22">
                    <a:extLst>
                      <a:ext uri="{FF2B5EF4-FFF2-40B4-BE49-F238E27FC236}">
                        <a16:creationId xmlns:a16="http://schemas.microsoft.com/office/drawing/2014/main" id="{3287FEB6-4CBE-EB4A-9DA3-F393EB922DD9}"/>
                      </a:ext>
                    </a:extLst>
                  </p:cNvPr>
                  <p:cNvSpPr>
                    <a:spLocks noChangeArrowheads="1"/>
                  </p:cNvSpPr>
                  <p:nvPr/>
                </p:nvSpPr>
                <p:spPr bwMode="auto">
                  <a:xfrm>
                    <a:off x="554182" y="2567709"/>
                    <a:ext cx="1477818" cy="166255"/>
                  </a:xfrm>
                  <a:prstGeom prst="rect">
                    <a:avLst/>
                  </a:prstGeom>
                  <a:solidFill>
                    <a:schemeClr val="accent2"/>
                  </a:solidFill>
                  <a:ln w="9525">
                    <a:solidFill>
                      <a:schemeClr val="tx1"/>
                    </a:solidFill>
                    <a:round/>
                    <a:headEnd/>
                    <a:tailEnd/>
                  </a:ln>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endParaRPr lang="en-US" altLang="en-US" sz="1800">
                      <a:solidFill>
                        <a:srgbClr val="000000"/>
                      </a:solidFill>
                      <a:latin typeface="Arial" panose="020B0604020202020204" pitchFamily="34" charset="0"/>
                    </a:endParaRPr>
                  </a:p>
                </p:txBody>
              </p:sp>
              <p:sp>
                <p:nvSpPr>
                  <p:cNvPr id="125017" name="Rectangle 23">
                    <a:extLst>
                      <a:ext uri="{FF2B5EF4-FFF2-40B4-BE49-F238E27FC236}">
                        <a16:creationId xmlns:a16="http://schemas.microsoft.com/office/drawing/2014/main" id="{A525C3C7-130C-6C42-8E9F-5F8579F7B39A}"/>
                      </a:ext>
                    </a:extLst>
                  </p:cNvPr>
                  <p:cNvSpPr>
                    <a:spLocks noChangeArrowheads="1"/>
                  </p:cNvSpPr>
                  <p:nvPr/>
                </p:nvSpPr>
                <p:spPr bwMode="auto">
                  <a:xfrm>
                    <a:off x="554182" y="2733964"/>
                    <a:ext cx="1477818" cy="166255"/>
                  </a:xfrm>
                  <a:prstGeom prst="rect">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endParaRPr lang="en-US" altLang="en-US" sz="1800">
                      <a:solidFill>
                        <a:srgbClr val="000000"/>
                      </a:solidFill>
                      <a:latin typeface="Arial" panose="020B0604020202020204" pitchFamily="34" charset="0"/>
                    </a:endParaRPr>
                  </a:p>
                </p:txBody>
              </p:sp>
              <p:sp>
                <p:nvSpPr>
                  <p:cNvPr id="125018" name="Rectangle 24">
                    <a:extLst>
                      <a:ext uri="{FF2B5EF4-FFF2-40B4-BE49-F238E27FC236}">
                        <a16:creationId xmlns:a16="http://schemas.microsoft.com/office/drawing/2014/main" id="{C0401FDC-826D-AE48-AD68-E8320387028F}"/>
                      </a:ext>
                    </a:extLst>
                  </p:cNvPr>
                  <p:cNvSpPr>
                    <a:spLocks noChangeArrowheads="1"/>
                  </p:cNvSpPr>
                  <p:nvPr/>
                </p:nvSpPr>
                <p:spPr bwMode="auto">
                  <a:xfrm>
                    <a:off x="554182" y="2904836"/>
                    <a:ext cx="1477818" cy="166255"/>
                  </a:xfrm>
                  <a:prstGeom prst="rect">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endParaRPr lang="en-US" altLang="en-US" sz="1800">
                      <a:solidFill>
                        <a:srgbClr val="000000"/>
                      </a:solidFill>
                      <a:latin typeface="Arial" panose="020B0604020202020204" pitchFamily="34" charset="0"/>
                    </a:endParaRPr>
                  </a:p>
                </p:txBody>
              </p:sp>
              <p:sp>
                <p:nvSpPr>
                  <p:cNvPr id="125019" name="Rectangle 25">
                    <a:extLst>
                      <a:ext uri="{FF2B5EF4-FFF2-40B4-BE49-F238E27FC236}">
                        <a16:creationId xmlns:a16="http://schemas.microsoft.com/office/drawing/2014/main" id="{1B9AF3A7-41D8-BE43-B8C0-E58040B3DC57}"/>
                      </a:ext>
                    </a:extLst>
                  </p:cNvPr>
                  <p:cNvSpPr>
                    <a:spLocks noChangeArrowheads="1"/>
                  </p:cNvSpPr>
                  <p:nvPr/>
                </p:nvSpPr>
                <p:spPr bwMode="auto">
                  <a:xfrm>
                    <a:off x="554182" y="3071091"/>
                    <a:ext cx="1477818" cy="166255"/>
                  </a:xfrm>
                  <a:prstGeom prst="rect">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endParaRPr lang="en-US" altLang="en-US" sz="1800">
                      <a:solidFill>
                        <a:srgbClr val="000000"/>
                      </a:solidFill>
                      <a:latin typeface="Arial" panose="020B0604020202020204" pitchFamily="34" charset="0"/>
                    </a:endParaRPr>
                  </a:p>
                </p:txBody>
              </p:sp>
            </p:grpSp>
            <p:grpSp>
              <p:nvGrpSpPr>
                <p:cNvPr id="125011" name="Group 9">
                  <a:extLst>
                    <a:ext uri="{FF2B5EF4-FFF2-40B4-BE49-F238E27FC236}">
                      <a16:creationId xmlns:a16="http://schemas.microsoft.com/office/drawing/2014/main" id="{B48F2437-A8F4-0D49-97D5-0436CE8B7638}"/>
                    </a:ext>
                  </a:extLst>
                </p:cNvPr>
                <p:cNvGrpSpPr>
                  <a:grpSpLocks/>
                </p:cNvGrpSpPr>
                <p:nvPr/>
              </p:nvGrpSpPr>
              <p:grpSpPr bwMode="auto">
                <a:xfrm>
                  <a:off x="554182" y="3237346"/>
                  <a:ext cx="1477818" cy="669637"/>
                  <a:chOff x="554182" y="2567709"/>
                  <a:chExt cx="1477818" cy="669637"/>
                </a:xfrm>
              </p:grpSpPr>
              <p:sp>
                <p:nvSpPr>
                  <p:cNvPr id="125012" name="Rectangle 18">
                    <a:extLst>
                      <a:ext uri="{FF2B5EF4-FFF2-40B4-BE49-F238E27FC236}">
                        <a16:creationId xmlns:a16="http://schemas.microsoft.com/office/drawing/2014/main" id="{5561E4EC-E535-8D46-804C-024E1464DF94}"/>
                      </a:ext>
                    </a:extLst>
                  </p:cNvPr>
                  <p:cNvSpPr>
                    <a:spLocks noChangeArrowheads="1"/>
                  </p:cNvSpPr>
                  <p:nvPr/>
                </p:nvSpPr>
                <p:spPr bwMode="auto">
                  <a:xfrm>
                    <a:off x="554182" y="2567709"/>
                    <a:ext cx="1477818" cy="166255"/>
                  </a:xfrm>
                  <a:prstGeom prst="rect">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endParaRPr lang="en-US" altLang="en-US" sz="1800">
                      <a:solidFill>
                        <a:srgbClr val="000000"/>
                      </a:solidFill>
                      <a:latin typeface="Arial" panose="020B0604020202020204" pitchFamily="34" charset="0"/>
                    </a:endParaRPr>
                  </a:p>
                </p:txBody>
              </p:sp>
              <p:sp>
                <p:nvSpPr>
                  <p:cNvPr id="125013" name="Rectangle 19">
                    <a:extLst>
                      <a:ext uri="{FF2B5EF4-FFF2-40B4-BE49-F238E27FC236}">
                        <a16:creationId xmlns:a16="http://schemas.microsoft.com/office/drawing/2014/main" id="{FE980454-C948-324A-B40A-01DF6B12DA8D}"/>
                      </a:ext>
                    </a:extLst>
                  </p:cNvPr>
                  <p:cNvSpPr>
                    <a:spLocks noChangeArrowheads="1"/>
                  </p:cNvSpPr>
                  <p:nvPr/>
                </p:nvSpPr>
                <p:spPr bwMode="auto">
                  <a:xfrm>
                    <a:off x="554182" y="2733964"/>
                    <a:ext cx="1477818" cy="166255"/>
                  </a:xfrm>
                  <a:prstGeom prst="rect">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endParaRPr lang="en-US" altLang="en-US" sz="1800">
                      <a:solidFill>
                        <a:srgbClr val="000000"/>
                      </a:solidFill>
                      <a:latin typeface="Arial" panose="020B0604020202020204" pitchFamily="34" charset="0"/>
                    </a:endParaRPr>
                  </a:p>
                </p:txBody>
              </p:sp>
              <p:sp>
                <p:nvSpPr>
                  <p:cNvPr id="125014" name="Rectangle 20">
                    <a:extLst>
                      <a:ext uri="{FF2B5EF4-FFF2-40B4-BE49-F238E27FC236}">
                        <a16:creationId xmlns:a16="http://schemas.microsoft.com/office/drawing/2014/main" id="{AECCA8B8-ACB0-5948-900A-1112226D536C}"/>
                      </a:ext>
                    </a:extLst>
                  </p:cNvPr>
                  <p:cNvSpPr>
                    <a:spLocks noChangeArrowheads="1"/>
                  </p:cNvSpPr>
                  <p:nvPr/>
                </p:nvSpPr>
                <p:spPr bwMode="auto">
                  <a:xfrm>
                    <a:off x="554182" y="2904836"/>
                    <a:ext cx="1477818" cy="166255"/>
                  </a:xfrm>
                  <a:prstGeom prst="rect">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endParaRPr lang="en-US" altLang="en-US" sz="1800">
                      <a:solidFill>
                        <a:srgbClr val="000000"/>
                      </a:solidFill>
                      <a:latin typeface="Arial" panose="020B0604020202020204" pitchFamily="34" charset="0"/>
                    </a:endParaRPr>
                  </a:p>
                </p:txBody>
              </p:sp>
              <p:sp>
                <p:nvSpPr>
                  <p:cNvPr id="125015" name="Rectangle 21">
                    <a:extLst>
                      <a:ext uri="{FF2B5EF4-FFF2-40B4-BE49-F238E27FC236}">
                        <a16:creationId xmlns:a16="http://schemas.microsoft.com/office/drawing/2014/main" id="{E2FC9B4B-93E6-3541-AF14-8F0FB0441A1D}"/>
                      </a:ext>
                    </a:extLst>
                  </p:cNvPr>
                  <p:cNvSpPr>
                    <a:spLocks noChangeArrowheads="1"/>
                  </p:cNvSpPr>
                  <p:nvPr/>
                </p:nvSpPr>
                <p:spPr bwMode="auto">
                  <a:xfrm>
                    <a:off x="554182" y="3071091"/>
                    <a:ext cx="1477818" cy="166255"/>
                  </a:xfrm>
                  <a:prstGeom prst="rect">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endParaRPr lang="en-US" altLang="en-US" sz="1800">
                      <a:solidFill>
                        <a:srgbClr val="000000"/>
                      </a:solidFill>
                      <a:latin typeface="Arial" panose="020B0604020202020204" pitchFamily="34" charset="0"/>
                    </a:endParaRPr>
                  </a:p>
                </p:txBody>
              </p:sp>
            </p:grpSp>
          </p:grpSp>
        </p:grpSp>
        <p:grpSp>
          <p:nvGrpSpPr>
            <p:cNvPr id="124985" name="Group 49">
              <a:extLst>
                <a:ext uri="{FF2B5EF4-FFF2-40B4-BE49-F238E27FC236}">
                  <a16:creationId xmlns:a16="http://schemas.microsoft.com/office/drawing/2014/main" id="{13BBA096-3DA7-8C40-A127-684A13792910}"/>
                </a:ext>
              </a:extLst>
            </p:cNvPr>
            <p:cNvGrpSpPr>
              <a:grpSpLocks/>
            </p:cNvGrpSpPr>
            <p:nvPr/>
          </p:nvGrpSpPr>
          <p:grpSpPr bwMode="auto">
            <a:xfrm>
              <a:off x="369455" y="3849829"/>
              <a:ext cx="1477818" cy="2678548"/>
              <a:chOff x="2433782" y="3512702"/>
              <a:chExt cx="1477818" cy="2678548"/>
            </a:xfrm>
          </p:grpSpPr>
          <p:grpSp>
            <p:nvGrpSpPr>
              <p:cNvPr id="124986" name="Group 26">
                <a:extLst>
                  <a:ext uri="{FF2B5EF4-FFF2-40B4-BE49-F238E27FC236}">
                    <a16:creationId xmlns:a16="http://schemas.microsoft.com/office/drawing/2014/main" id="{43FF8166-7E7E-F842-A040-4AA3AEE4153C}"/>
                  </a:ext>
                </a:extLst>
              </p:cNvPr>
              <p:cNvGrpSpPr>
                <a:grpSpLocks/>
              </p:cNvGrpSpPr>
              <p:nvPr/>
            </p:nvGrpSpPr>
            <p:grpSpPr bwMode="auto">
              <a:xfrm>
                <a:off x="2433782" y="3512702"/>
                <a:ext cx="1477818" cy="1339274"/>
                <a:chOff x="554182" y="2567709"/>
                <a:chExt cx="1477818" cy="1339274"/>
              </a:xfrm>
            </p:grpSpPr>
            <p:grpSp>
              <p:nvGrpSpPr>
                <p:cNvPr id="124998" name="Group 8">
                  <a:extLst>
                    <a:ext uri="{FF2B5EF4-FFF2-40B4-BE49-F238E27FC236}">
                      <a16:creationId xmlns:a16="http://schemas.microsoft.com/office/drawing/2014/main" id="{E8F55052-77DA-F64F-A943-10DEFA31B451}"/>
                    </a:ext>
                  </a:extLst>
                </p:cNvPr>
                <p:cNvGrpSpPr>
                  <a:grpSpLocks/>
                </p:cNvGrpSpPr>
                <p:nvPr/>
              </p:nvGrpSpPr>
              <p:grpSpPr bwMode="auto">
                <a:xfrm>
                  <a:off x="554182" y="2567709"/>
                  <a:ext cx="1477818" cy="669637"/>
                  <a:chOff x="554182" y="2567709"/>
                  <a:chExt cx="1477818" cy="669637"/>
                </a:xfrm>
              </p:grpSpPr>
              <p:sp>
                <p:nvSpPr>
                  <p:cNvPr id="125004" name="Rectangle 33">
                    <a:extLst>
                      <a:ext uri="{FF2B5EF4-FFF2-40B4-BE49-F238E27FC236}">
                        <a16:creationId xmlns:a16="http://schemas.microsoft.com/office/drawing/2014/main" id="{17FA2DCB-47E5-8245-B08C-301BF31DDCD3}"/>
                      </a:ext>
                    </a:extLst>
                  </p:cNvPr>
                  <p:cNvSpPr>
                    <a:spLocks noChangeArrowheads="1"/>
                  </p:cNvSpPr>
                  <p:nvPr/>
                </p:nvSpPr>
                <p:spPr bwMode="auto">
                  <a:xfrm>
                    <a:off x="554182" y="2567709"/>
                    <a:ext cx="1477818" cy="166255"/>
                  </a:xfrm>
                  <a:prstGeom prst="rect">
                    <a:avLst/>
                  </a:prstGeom>
                  <a:solidFill>
                    <a:schemeClr val="accent2"/>
                  </a:solidFill>
                  <a:ln w="9525">
                    <a:solidFill>
                      <a:schemeClr val="tx1"/>
                    </a:solidFill>
                    <a:round/>
                    <a:headEnd/>
                    <a:tailEnd/>
                  </a:ln>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endParaRPr lang="en-US" altLang="en-US" sz="1800">
                      <a:solidFill>
                        <a:srgbClr val="000000"/>
                      </a:solidFill>
                      <a:latin typeface="Arial" panose="020B0604020202020204" pitchFamily="34" charset="0"/>
                    </a:endParaRPr>
                  </a:p>
                </p:txBody>
              </p:sp>
              <p:sp>
                <p:nvSpPr>
                  <p:cNvPr id="125005" name="Rectangle 34">
                    <a:extLst>
                      <a:ext uri="{FF2B5EF4-FFF2-40B4-BE49-F238E27FC236}">
                        <a16:creationId xmlns:a16="http://schemas.microsoft.com/office/drawing/2014/main" id="{AD74F887-FFCF-9242-8493-584A0E76D60E}"/>
                      </a:ext>
                    </a:extLst>
                  </p:cNvPr>
                  <p:cNvSpPr>
                    <a:spLocks noChangeArrowheads="1"/>
                  </p:cNvSpPr>
                  <p:nvPr/>
                </p:nvSpPr>
                <p:spPr bwMode="auto">
                  <a:xfrm>
                    <a:off x="554182" y="2733964"/>
                    <a:ext cx="1477818" cy="166255"/>
                  </a:xfrm>
                  <a:prstGeom prst="rect">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endParaRPr lang="en-US" altLang="en-US" sz="1800">
                      <a:solidFill>
                        <a:srgbClr val="000000"/>
                      </a:solidFill>
                      <a:latin typeface="Arial" panose="020B0604020202020204" pitchFamily="34" charset="0"/>
                    </a:endParaRPr>
                  </a:p>
                </p:txBody>
              </p:sp>
              <p:sp>
                <p:nvSpPr>
                  <p:cNvPr id="125006" name="Rectangle 35">
                    <a:extLst>
                      <a:ext uri="{FF2B5EF4-FFF2-40B4-BE49-F238E27FC236}">
                        <a16:creationId xmlns:a16="http://schemas.microsoft.com/office/drawing/2014/main" id="{56A02975-AC84-394C-A31A-BBAF565DF8DB}"/>
                      </a:ext>
                    </a:extLst>
                  </p:cNvPr>
                  <p:cNvSpPr>
                    <a:spLocks noChangeArrowheads="1"/>
                  </p:cNvSpPr>
                  <p:nvPr/>
                </p:nvSpPr>
                <p:spPr bwMode="auto">
                  <a:xfrm>
                    <a:off x="554182" y="2904836"/>
                    <a:ext cx="1477818" cy="166255"/>
                  </a:xfrm>
                  <a:prstGeom prst="rect">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endParaRPr lang="en-US" altLang="en-US" sz="1800">
                      <a:solidFill>
                        <a:srgbClr val="000000"/>
                      </a:solidFill>
                      <a:latin typeface="Arial" panose="020B0604020202020204" pitchFamily="34" charset="0"/>
                    </a:endParaRPr>
                  </a:p>
                </p:txBody>
              </p:sp>
              <p:sp>
                <p:nvSpPr>
                  <p:cNvPr id="125007" name="Rectangle 36">
                    <a:extLst>
                      <a:ext uri="{FF2B5EF4-FFF2-40B4-BE49-F238E27FC236}">
                        <a16:creationId xmlns:a16="http://schemas.microsoft.com/office/drawing/2014/main" id="{EBF6193A-0388-5A4F-85A6-B0E4859E2937}"/>
                      </a:ext>
                    </a:extLst>
                  </p:cNvPr>
                  <p:cNvSpPr>
                    <a:spLocks noChangeArrowheads="1"/>
                  </p:cNvSpPr>
                  <p:nvPr/>
                </p:nvSpPr>
                <p:spPr bwMode="auto">
                  <a:xfrm>
                    <a:off x="554182" y="3071091"/>
                    <a:ext cx="1477818" cy="166255"/>
                  </a:xfrm>
                  <a:prstGeom prst="rect">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endParaRPr lang="en-US" altLang="en-US" sz="1800">
                      <a:solidFill>
                        <a:srgbClr val="000000"/>
                      </a:solidFill>
                      <a:latin typeface="Arial" panose="020B0604020202020204" pitchFamily="34" charset="0"/>
                    </a:endParaRPr>
                  </a:p>
                </p:txBody>
              </p:sp>
            </p:grpSp>
            <p:grpSp>
              <p:nvGrpSpPr>
                <p:cNvPr id="124999" name="Group 9">
                  <a:extLst>
                    <a:ext uri="{FF2B5EF4-FFF2-40B4-BE49-F238E27FC236}">
                      <a16:creationId xmlns:a16="http://schemas.microsoft.com/office/drawing/2014/main" id="{EFE42A4F-69D2-B242-8B0E-776E6819A32F}"/>
                    </a:ext>
                  </a:extLst>
                </p:cNvPr>
                <p:cNvGrpSpPr>
                  <a:grpSpLocks/>
                </p:cNvGrpSpPr>
                <p:nvPr/>
              </p:nvGrpSpPr>
              <p:grpSpPr bwMode="auto">
                <a:xfrm>
                  <a:off x="554182" y="3237346"/>
                  <a:ext cx="1477818" cy="669637"/>
                  <a:chOff x="554182" y="2567709"/>
                  <a:chExt cx="1477818" cy="669637"/>
                </a:xfrm>
              </p:grpSpPr>
              <p:sp>
                <p:nvSpPr>
                  <p:cNvPr id="125000" name="Rectangle 29">
                    <a:extLst>
                      <a:ext uri="{FF2B5EF4-FFF2-40B4-BE49-F238E27FC236}">
                        <a16:creationId xmlns:a16="http://schemas.microsoft.com/office/drawing/2014/main" id="{7700FE78-D0BA-4442-AF4C-9EF8A2DCC3F6}"/>
                      </a:ext>
                    </a:extLst>
                  </p:cNvPr>
                  <p:cNvSpPr>
                    <a:spLocks noChangeArrowheads="1"/>
                  </p:cNvSpPr>
                  <p:nvPr/>
                </p:nvSpPr>
                <p:spPr bwMode="auto">
                  <a:xfrm>
                    <a:off x="554182" y="2567709"/>
                    <a:ext cx="1477818" cy="166255"/>
                  </a:xfrm>
                  <a:prstGeom prst="rect">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endParaRPr lang="en-US" altLang="en-US" sz="1800">
                      <a:solidFill>
                        <a:srgbClr val="000000"/>
                      </a:solidFill>
                      <a:latin typeface="Arial" panose="020B0604020202020204" pitchFamily="34" charset="0"/>
                    </a:endParaRPr>
                  </a:p>
                </p:txBody>
              </p:sp>
              <p:sp>
                <p:nvSpPr>
                  <p:cNvPr id="125001" name="Rectangle 30">
                    <a:extLst>
                      <a:ext uri="{FF2B5EF4-FFF2-40B4-BE49-F238E27FC236}">
                        <a16:creationId xmlns:a16="http://schemas.microsoft.com/office/drawing/2014/main" id="{D0D09836-6A21-4F46-B9B0-EC9C765A6AE4}"/>
                      </a:ext>
                    </a:extLst>
                  </p:cNvPr>
                  <p:cNvSpPr>
                    <a:spLocks noChangeArrowheads="1"/>
                  </p:cNvSpPr>
                  <p:nvPr/>
                </p:nvSpPr>
                <p:spPr bwMode="auto">
                  <a:xfrm>
                    <a:off x="554182" y="2733964"/>
                    <a:ext cx="1477818" cy="166255"/>
                  </a:xfrm>
                  <a:prstGeom prst="rect">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endParaRPr lang="en-US" altLang="en-US" sz="1800">
                      <a:solidFill>
                        <a:srgbClr val="000000"/>
                      </a:solidFill>
                      <a:latin typeface="Arial" panose="020B0604020202020204" pitchFamily="34" charset="0"/>
                    </a:endParaRPr>
                  </a:p>
                </p:txBody>
              </p:sp>
              <p:sp>
                <p:nvSpPr>
                  <p:cNvPr id="125002" name="Rectangle 31">
                    <a:extLst>
                      <a:ext uri="{FF2B5EF4-FFF2-40B4-BE49-F238E27FC236}">
                        <a16:creationId xmlns:a16="http://schemas.microsoft.com/office/drawing/2014/main" id="{08248970-59BE-4F4A-B084-6C2D009F57B9}"/>
                      </a:ext>
                    </a:extLst>
                  </p:cNvPr>
                  <p:cNvSpPr>
                    <a:spLocks noChangeArrowheads="1"/>
                  </p:cNvSpPr>
                  <p:nvPr/>
                </p:nvSpPr>
                <p:spPr bwMode="auto">
                  <a:xfrm>
                    <a:off x="554182" y="2904836"/>
                    <a:ext cx="1477818" cy="166255"/>
                  </a:xfrm>
                  <a:prstGeom prst="rect">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endParaRPr lang="en-US" altLang="en-US" sz="1800">
                      <a:solidFill>
                        <a:srgbClr val="000000"/>
                      </a:solidFill>
                      <a:latin typeface="Arial" panose="020B0604020202020204" pitchFamily="34" charset="0"/>
                    </a:endParaRPr>
                  </a:p>
                </p:txBody>
              </p:sp>
              <p:sp>
                <p:nvSpPr>
                  <p:cNvPr id="125003" name="Rectangle 32">
                    <a:extLst>
                      <a:ext uri="{FF2B5EF4-FFF2-40B4-BE49-F238E27FC236}">
                        <a16:creationId xmlns:a16="http://schemas.microsoft.com/office/drawing/2014/main" id="{6D70040A-729B-984A-8B78-BF9014CDEDEE}"/>
                      </a:ext>
                    </a:extLst>
                  </p:cNvPr>
                  <p:cNvSpPr>
                    <a:spLocks noChangeArrowheads="1"/>
                  </p:cNvSpPr>
                  <p:nvPr/>
                </p:nvSpPr>
                <p:spPr bwMode="auto">
                  <a:xfrm>
                    <a:off x="554182" y="3071091"/>
                    <a:ext cx="1477818" cy="166255"/>
                  </a:xfrm>
                  <a:prstGeom prst="rect">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endParaRPr lang="en-US" altLang="en-US" sz="1800">
                      <a:solidFill>
                        <a:srgbClr val="000000"/>
                      </a:solidFill>
                      <a:latin typeface="Arial" panose="020B0604020202020204" pitchFamily="34" charset="0"/>
                    </a:endParaRPr>
                  </a:p>
                </p:txBody>
              </p:sp>
            </p:grpSp>
          </p:grpSp>
          <p:grpSp>
            <p:nvGrpSpPr>
              <p:cNvPr id="124987" name="Group 37">
                <a:extLst>
                  <a:ext uri="{FF2B5EF4-FFF2-40B4-BE49-F238E27FC236}">
                    <a16:creationId xmlns:a16="http://schemas.microsoft.com/office/drawing/2014/main" id="{D66440B1-B990-534B-932C-47A2A62C536A}"/>
                  </a:ext>
                </a:extLst>
              </p:cNvPr>
              <p:cNvGrpSpPr>
                <a:grpSpLocks/>
              </p:cNvGrpSpPr>
              <p:nvPr/>
            </p:nvGrpSpPr>
            <p:grpSpPr bwMode="auto">
              <a:xfrm>
                <a:off x="2433782" y="4851976"/>
                <a:ext cx="1477818" cy="1339274"/>
                <a:chOff x="554182" y="2567709"/>
                <a:chExt cx="1477818" cy="1339274"/>
              </a:xfrm>
            </p:grpSpPr>
            <p:grpSp>
              <p:nvGrpSpPr>
                <p:cNvPr id="124988" name="Group 8">
                  <a:extLst>
                    <a:ext uri="{FF2B5EF4-FFF2-40B4-BE49-F238E27FC236}">
                      <a16:creationId xmlns:a16="http://schemas.microsoft.com/office/drawing/2014/main" id="{1A0BB147-BC03-9D4E-9B86-FE3C49A7CAC7}"/>
                    </a:ext>
                  </a:extLst>
                </p:cNvPr>
                <p:cNvGrpSpPr>
                  <a:grpSpLocks/>
                </p:cNvGrpSpPr>
                <p:nvPr/>
              </p:nvGrpSpPr>
              <p:grpSpPr bwMode="auto">
                <a:xfrm>
                  <a:off x="554182" y="2567709"/>
                  <a:ext cx="1477818" cy="669637"/>
                  <a:chOff x="554182" y="2567709"/>
                  <a:chExt cx="1477818" cy="669637"/>
                </a:xfrm>
              </p:grpSpPr>
              <p:sp>
                <p:nvSpPr>
                  <p:cNvPr id="124994" name="Rectangle 44">
                    <a:extLst>
                      <a:ext uri="{FF2B5EF4-FFF2-40B4-BE49-F238E27FC236}">
                        <a16:creationId xmlns:a16="http://schemas.microsoft.com/office/drawing/2014/main" id="{1B16BE18-00D1-F14B-8390-06E9BF0A5B29}"/>
                      </a:ext>
                    </a:extLst>
                  </p:cNvPr>
                  <p:cNvSpPr>
                    <a:spLocks noChangeArrowheads="1"/>
                  </p:cNvSpPr>
                  <p:nvPr/>
                </p:nvSpPr>
                <p:spPr bwMode="auto">
                  <a:xfrm>
                    <a:off x="554182" y="2567709"/>
                    <a:ext cx="1477818" cy="166255"/>
                  </a:xfrm>
                  <a:prstGeom prst="rect">
                    <a:avLst/>
                  </a:prstGeom>
                  <a:solidFill>
                    <a:schemeClr val="accent2"/>
                  </a:solidFill>
                  <a:ln w="9525">
                    <a:solidFill>
                      <a:schemeClr val="tx1"/>
                    </a:solidFill>
                    <a:round/>
                    <a:headEnd/>
                    <a:tailEnd/>
                  </a:ln>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endParaRPr lang="en-US" altLang="en-US" sz="1800">
                      <a:solidFill>
                        <a:srgbClr val="000000"/>
                      </a:solidFill>
                      <a:latin typeface="Arial" panose="020B0604020202020204" pitchFamily="34" charset="0"/>
                    </a:endParaRPr>
                  </a:p>
                </p:txBody>
              </p:sp>
              <p:sp>
                <p:nvSpPr>
                  <p:cNvPr id="124995" name="Rectangle 45">
                    <a:extLst>
                      <a:ext uri="{FF2B5EF4-FFF2-40B4-BE49-F238E27FC236}">
                        <a16:creationId xmlns:a16="http://schemas.microsoft.com/office/drawing/2014/main" id="{FCA27F20-671F-724A-9EAB-F80C5F4D2091}"/>
                      </a:ext>
                    </a:extLst>
                  </p:cNvPr>
                  <p:cNvSpPr>
                    <a:spLocks noChangeArrowheads="1"/>
                  </p:cNvSpPr>
                  <p:nvPr/>
                </p:nvSpPr>
                <p:spPr bwMode="auto">
                  <a:xfrm>
                    <a:off x="554182" y="2733964"/>
                    <a:ext cx="1477818" cy="166255"/>
                  </a:xfrm>
                  <a:prstGeom prst="rect">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endParaRPr lang="en-US" altLang="en-US" sz="1800">
                      <a:solidFill>
                        <a:srgbClr val="000000"/>
                      </a:solidFill>
                      <a:latin typeface="Arial" panose="020B0604020202020204" pitchFamily="34" charset="0"/>
                    </a:endParaRPr>
                  </a:p>
                </p:txBody>
              </p:sp>
              <p:sp>
                <p:nvSpPr>
                  <p:cNvPr id="124996" name="Rectangle 46">
                    <a:extLst>
                      <a:ext uri="{FF2B5EF4-FFF2-40B4-BE49-F238E27FC236}">
                        <a16:creationId xmlns:a16="http://schemas.microsoft.com/office/drawing/2014/main" id="{46F40B6E-22B8-B74D-9CF3-B66C83532549}"/>
                      </a:ext>
                    </a:extLst>
                  </p:cNvPr>
                  <p:cNvSpPr>
                    <a:spLocks noChangeArrowheads="1"/>
                  </p:cNvSpPr>
                  <p:nvPr/>
                </p:nvSpPr>
                <p:spPr bwMode="auto">
                  <a:xfrm>
                    <a:off x="554182" y="2904836"/>
                    <a:ext cx="1477818" cy="166255"/>
                  </a:xfrm>
                  <a:prstGeom prst="rect">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endParaRPr lang="en-US" altLang="en-US" sz="1800">
                      <a:solidFill>
                        <a:srgbClr val="000000"/>
                      </a:solidFill>
                      <a:latin typeface="Arial" panose="020B0604020202020204" pitchFamily="34" charset="0"/>
                    </a:endParaRPr>
                  </a:p>
                </p:txBody>
              </p:sp>
              <p:sp>
                <p:nvSpPr>
                  <p:cNvPr id="124997" name="Rectangle 47">
                    <a:extLst>
                      <a:ext uri="{FF2B5EF4-FFF2-40B4-BE49-F238E27FC236}">
                        <a16:creationId xmlns:a16="http://schemas.microsoft.com/office/drawing/2014/main" id="{044BA942-3411-9048-BD66-6B6FE5FD82E6}"/>
                      </a:ext>
                    </a:extLst>
                  </p:cNvPr>
                  <p:cNvSpPr>
                    <a:spLocks noChangeArrowheads="1"/>
                  </p:cNvSpPr>
                  <p:nvPr/>
                </p:nvSpPr>
                <p:spPr bwMode="auto">
                  <a:xfrm>
                    <a:off x="554182" y="3071091"/>
                    <a:ext cx="1477818" cy="166255"/>
                  </a:xfrm>
                  <a:prstGeom prst="rect">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endParaRPr lang="en-US" altLang="en-US" sz="1800">
                      <a:solidFill>
                        <a:srgbClr val="000000"/>
                      </a:solidFill>
                      <a:latin typeface="Arial" panose="020B0604020202020204" pitchFamily="34" charset="0"/>
                    </a:endParaRPr>
                  </a:p>
                </p:txBody>
              </p:sp>
            </p:grpSp>
            <p:grpSp>
              <p:nvGrpSpPr>
                <p:cNvPr id="124989" name="Group 9">
                  <a:extLst>
                    <a:ext uri="{FF2B5EF4-FFF2-40B4-BE49-F238E27FC236}">
                      <a16:creationId xmlns:a16="http://schemas.microsoft.com/office/drawing/2014/main" id="{22949162-EBEF-C64C-A5C7-E667EA8A1DA3}"/>
                    </a:ext>
                  </a:extLst>
                </p:cNvPr>
                <p:cNvGrpSpPr>
                  <a:grpSpLocks/>
                </p:cNvGrpSpPr>
                <p:nvPr/>
              </p:nvGrpSpPr>
              <p:grpSpPr bwMode="auto">
                <a:xfrm>
                  <a:off x="554182" y="3237346"/>
                  <a:ext cx="1477818" cy="669637"/>
                  <a:chOff x="554182" y="2567709"/>
                  <a:chExt cx="1477818" cy="669637"/>
                </a:xfrm>
              </p:grpSpPr>
              <p:sp>
                <p:nvSpPr>
                  <p:cNvPr id="124990" name="Rectangle 40">
                    <a:extLst>
                      <a:ext uri="{FF2B5EF4-FFF2-40B4-BE49-F238E27FC236}">
                        <a16:creationId xmlns:a16="http://schemas.microsoft.com/office/drawing/2014/main" id="{1E75A890-8DAD-8447-948C-60197B33FDE8}"/>
                      </a:ext>
                    </a:extLst>
                  </p:cNvPr>
                  <p:cNvSpPr>
                    <a:spLocks noChangeArrowheads="1"/>
                  </p:cNvSpPr>
                  <p:nvPr/>
                </p:nvSpPr>
                <p:spPr bwMode="auto">
                  <a:xfrm>
                    <a:off x="554182" y="2567709"/>
                    <a:ext cx="1477818" cy="166255"/>
                  </a:xfrm>
                  <a:prstGeom prst="rect">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endParaRPr lang="en-US" altLang="en-US" sz="1800">
                      <a:solidFill>
                        <a:srgbClr val="000000"/>
                      </a:solidFill>
                      <a:latin typeface="Arial" panose="020B0604020202020204" pitchFamily="34" charset="0"/>
                    </a:endParaRPr>
                  </a:p>
                </p:txBody>
              </p:sp>
              <p:sp>
                <p:nvSpPr>
                  <p:cNvPr id="124991" name="Rectangle 41">
                    <a:extLst>
                      <a:ext uri="{FF2B5EF4-FFF2-40B4-BE49-F238E27FC236}">
                        <a16:creationId xmlns:a16="http://schemas.microsoft.com/office/drawing/2014/main" id="{60E1865B-6720-F843-BB8B-96EC6717E8F8}"/>
                      </a:ext>
                    </a:extLst>
                  </p:cNvPr>
                  <p:cNvSpPr>
                    <a:spLocks noChangeArrowheads="1"/>
                  </p:cNvSpPr>
                  <p:nvPr/>
                </p:nvSpPr>
                <p:spPr bwMode="auto">
                  <a:xfrm>
                    <a:off x="554182" y="2733964"/>
                    <a:ext cx="1477818" cy="166255"/>
                  </a:xfrm>
                  <a:prstGeom prst="rect">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endParaRPr lang="en-US" altLang="en-US" sz="1800">
                      <a:solidFill>
                        <a:srgbClr val="000000"/>
                      </a:solidFill>
                      <a:latin typeface="Arial" panose="020B0604020202020204" pitchFamily="34" charset="0"/>
                    </a:endParaRPr>
                  </a:p>
                </p:txBody>
              </p:sp>
              <p:sp>
                <p:nvSpPr>
                  <p:cNvPr id="124992" name="Rectangle 42">
                    <a:extLst>
                      <a:ext uri="{FF2B5EF4-FFF2-40B4-BE49-F238E27FC236}">
                        <a16:creationId xmlns:a16="http://schemas.microsoft.com/office/drawing/2014/main" id="{66770C87-F89D-D547-A6E4-347921070E4E}"/>
                      </a:ext>
                    </a:extLst>
                  </p:cNvPr>
                  <p:cNvSpPr>
                    <a:spLocks noChangeArrowheads="1"/>
                  </p:cNvSpPr>
                  <p:nvPr/>
                </p:nvSpPr>
                <p:spPr bwMode="auto">
                  <a:xfrm>
                    <a:off x="554182" y="2904836"/>
                    <a:ext cx="1477818" cy="166255"/>
                  </a:xfrm>
                  <a:prstGeom prst="rect">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endParaRPr lang="en-US" altLang="en-US" sz="1800">
                      <a:solidFill>
                        <a:srgbClr val="000000"/>
                      </a:solidFill>
                      <a:latin typeface="Arial" panose="020B0604020202020204" pitchFamily="34" charset="0"/>
                    </a:endParaRPr>
                  </a:p>
                </p:txBody>
              </p:sp>
              <p:sp>
                <p:nvSpPr>
                  <p:cNvPr id="124993" name="Rectangle 43">
                    <a:extLst>
                      <a:ext uri="{FF2B5EF4-FFF2-40B4-BE49-F238E27FC236}">
                        <a16:creationId xmlns:a16="http://schemas.microsoft.com/office/drawing/2014/main" id="{5623887B-104A-084B-B212-86950EBAFF89}"/>
                      </a:ext>
                    </a:extLst>
                  </p:cNvPr>
                  <p:cNvSpPr>
                    <a:spLocks noChangeArrowheads="1"/>
                  </p:cNvSpPr>
                  <p:nvPr/>
                </p:nvSpPr>
                <p:spPr bwMode="auto">
                  <a:xfrm>
                    <a:off x="554182" y="3071091"/>
                    <a:ext cx="1477818" cy="166255"/>
                  </a:xfrm>
                  <a:prstGeom prst="rect">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endParaRPr lang="en-US" altLang="en-US" sz="1800">
                      <a:solidFill>
                        <a:srgbClr val="000000"/>
                      </a:solidFill>
                      <a:latin typeface="Arial" panose="020B0604020202020204" pitchFamily="34" charset="0"/>
                    </a:endParaRPr>
                  </a:p>
                </p:txBody>
              </p:sp>
            </p:grpSp>
          </p:grpSp>
        </p:grpSp>
      </p:grpSp>
      <p:grpSp>
        <p:nvGrpSpPr>
          <p:cNvPr id="82949" name="Group 59">
            <a:extLst>
              <a:ext uri="{FF2B5EF4-FFF2-40B4-BE49-F238E27FC236}">
                <a16:creationId xmlns:a16="http://schemas.microsoft.com/office/drawing/2014/main" id="{F47ADBD4-E10A-574E-9D4C-96D5A65C6F85}"/>
              </a:ext>
            </a:extLst>
          </p:cNvPr>
          <p:cNvGrpSpPr>
            <a:grpSpLocks/>
          </p:cNvGrpSpPr>
          <p:nvPr/>
        </p:nvGrpSpPr>
        <p:grpSpPr bwMode="auto">
          <a:xfrm>
            <a:off x="4348842" y="3551520"/>
            <a:ext cx="1477963" cy="1338263"/>
            <a:chOff x="2544619" y="2612161"/>
            <a:chExt cx="1477818" cy="1339274"/>
          </a:xfrm>
        </p:grpSpPr>
        <p:sp>
          <p:nvSpPr>
            <p:cNvPr id="124976" name="Rectangle 51">
              <a:extLst>
                <a:ext uri="{FF2B5EF4-FFF2-40B4-BE49-F238E27FC236}">
                  <a16:creationId xmlns:a16="http://schemas.microsoft.com/office/drawing/2014/main" id="{57ABC89A-8BC0-404B-8ECE-B99D97C752CD}"/>
                </a:ext>
              </a:extLst>
            </p:cNvPr>
            <p:cNvSpPr>
              <a:spLocks noChangeArrowheads="1"/>
            </p:cNvSpPr>
            <p:nvPr/>
          </p:nvSpPr>
          <p:spPr bwMode="auto">
            <a:xfrm>
              <a:off x="2544619" y="2612161"/>
              <a:ext cx="1477818" cy="166255"/>
            </a:xfrm>
            <a:prstGeom prst="rect">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endParaRPr lang="en-US" altLang="en-US" sz="1800">
                <a:solidFill>
                  <a:srgbClr val="000000"/>
                </a:solidFill>
                <a:latin typeface="Arial" panose="020B0604020202020204" pitchFamily="34" charset="0"/>
              </a:endParaRPr>
            </a:p>
          </p:txBody>
        </p:sp>
        <p:sp>
          <p:nvSpPr>
            <p:cNvPr id="124977" name="Rectangle 52">
              <a:extLst>
                <a:ext uri="{FF2B5EF4-FFF2-40B4-BE49-F238E27FC236}">
                  <a16:creationId xmlns:a16="http://schemas.microsoft.com/office/drawing/2014/main" id="{29E86B7B-77E3-2142-B2B1-7C3B636B6C64}"/>
                </a:ext>
              </a:extLst>
            </p:cNvPr>
            <p:cNvSpPr>
              <a:spLocks noChangeArrowheads="1"/>
            </p:cNvSpPr>
            <p:nvPr/>
          </p:nvSpPr>
          <p:spPr bwMode="auto">
            <a:xfrm>
              <a:off x="2544619" y="2783033"/>
              <a:ext cx="1477818" cy="166255"/>
            </a:xfrm>
            <a:prstGeom prst="rect">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endParaRPr lang="en-US" altLang="en-US" sz="1800">
                <a:solidFill>
                  <a:srgbClr val="000000"/>
                </a:solidFill>
                <a:latin typeface="Arial" panose="020B0604020202020204" pitchFamily="34" charset="0"/>
              </a:endParaRPr>
            </a:p>
          </p:txBody>
        </p:sp>
        <p:sp>
          <p:nvSpPr>
            <p:cNvPr id="124978" name="Rectangle 53">
              <a:extLst>
                <a:ext uri="{FF2B5EF4-FFF2-40B4-BE49-F238E27FC236}">
                  <a16:creationId xmlns:a16="http://schemas.microsoft.com/office/drawing/2014/main" id="{B4BB8816-9286-134B-BCAC-8B9765C12572}"/>
                </a:ext>
              </a:extLst>
            </p:cNvPr>
            <p:cNvSpPr>
              <a:spLocks noChangeArrowheads="1"/>
            </p:cNvSpPr>
            <p:nvPr/>
          </p:nvSpPr>
          <p:spPr bwMode="auto">
            <a:xfrm>
              <a:off x="2544619" y="2949288"/>
              <a:ext cx="1477818" cy="166255"/>
            </a:xfrm>
            <a:prstGeom prst="rect">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endParaRPr lang="en-US" altLang="en-US" sz="1800">
                <a:solidFill>
                  <a:srgbClr val="000000"/>
                </a:solidFill>
                <a:latin typeface="Arial" panose="020B0604020202020204" pitchFamily="34" charset="0"/>
              </a:endParaRPr>
            </a:p>
          </p:txBody>
        </p:sp>
        <p:sp>
          <p:nvSpPr>
            <p:cNvPr id="124979" name="Rectangle 54">
              <a:extLst>
                <a:ext uri="{FF2B5EF4-FFF2-40B4-BE49-F238E27FC236}">
                  <a16:creationId xmlns:a16="http://schemas.microsoft.com/office/drawing/2014/main" id="{66ED7A42-5BD4-F948-9D2F-35AEBF0F437C}"/>
                </a:ext>
              </a:extLst>
            </p:cNvPr>
            <p:cNvSpPr>
              <a:spLocks noChangeArrowheads="1"/>
            </p:cNvSpPr>
            <p:nvPr/>
          </p:nvSpPr>
          <p:spPr bwMode="auto">
            <a:xfrm>
              <a:off x="2544619" y="3115543"/>
              <a:ext cx="1477818" cy="166255"/>
            </a:xfrm>
            <a:prstGeom prst="rect">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endParaRPr lang="en-US" altLang="en-US" sz="1800">
                <a:solidFill>
                  <a:srgbClr val="000000"/>
                </a:solidFill>
                <a:latin typeface="Arial" panose="020B0604020202020204" pitchFamily="34" charset="0"/>
              </a:endParaRPr>
            </a:p>
          </p:txBody>
        </p:sp>
        <p:sp>
          <p:nvSpPr>
            <p:cNvPr id="124980" name="Rectangle 55">
              <a:extLst>
                <a:ext uri="{FF2B5EF4-FFF2-40B4-BE49-F238E27FC236}">
                  <a16:creationId xmlns:a16="http://schemas.microsoft.com/office/drawing/2014/main" id="{199BD510-E914-5B40-9724-679EEB7E63D3}"/>
                </a:ext>
              </a:extLst>
            </p:cNvPr>
            <p:cNvSpPr>
              <a:spLocks noChangeArrowheads="1"/>
            </p:cNvSpPr>
            <p:nvPr/>
          </p:nvSpPr>
          <p:spPr bwMode="auto">
            <a:xfrm>
              <a:off x="2544619" y="3286415"/>
              <a:ext cx="1477818" cy="166255"/>
            </a:xfrm>
            <a:prstGeom prst="rect">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endParaRPr lang="en-US" altLang="en-US" sz="1800">
                <a:solidFill>
                  <a:srgbClr val="000000"/>
                </a:solidFill>
                <a:latin typeface="Arial" panose="020B0604020202020204" pitchFamily="34" charset="0"/>
              </a:endParaRPr>
            </a:p>
          </p:txBody>
        </p:sp>
        <p:sp>
          <p:nvSpPr>
            <p:cNvPr id="124981" name="Rectangle 56">
              <a:extLst>
                <a:ext uri="{FF2B5EF4-FFF2-40B4-BE49-F238E27FC236}">
                  <a16:creationId xmlns:a16="http://schemas.microsoft.com/office/drawing/2014/main" id="{85435B0E-86A2-0147-8D80-5D385A603D1D}"/>
                </a:ext>
              </a:extLst>
            </p:cNvPr>
            <p:cNvSpPr>
              <a:spLocks noChangeArrowheads="1"/>
            </p:cNvSpPr>
            <p:nvPr/>
          </p:nvSpPr>
          <p:spPr bwMode="auto">
            <a:xfrm>
              <a:off x="2544619" y="3452670"/>
              <a:ext cx="1477818" cy="166255"/>
            </a:xfrm>
            <a:prstGeom prst="rect">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endParaRPr lang="en-US" altLang="en-US" sz="1800">
                <a:solidFill>
                  <a:srgbClr val="000000"/>
                </a:solidFill>
                <a:latin typeface="Arial" panose="020B0604020202020204" pitchFamily="34" charset="0"/>
              </a:endParaRPr>
            </a:p>
          </p:txBody>
        </p:sp>
        <p:sp>
          <p:nvSpPr>
            <p:cNvPr id="124982" name="Rectangle 57">
              <a:extLst>
                <a:ext uri="{FF2B5EF4-FFF2-40B4-BE49-F238E27FC236}">
                  <a16:creationId xmlns:a16="http://schemas.microsoft.com/office/drawing/2014/main" id="{9B73AB93-9596-F841-B8AB-2E7CDDFDE07E}"/>
                </a:ext>
              </a:extLst>
            </p:cNvPr>
            <p:cNvSpPr>
              <a:spLocks noChangeArrowheads="1"/>
            </p:cNvSpPr>
            <p:nvPr/>
          </p:nvSpPr>
          <p:spPr bwMode="auto">
            <a:xfrm>
              <a:off x="2544619" y="3618925"/>
              <a:ext cx="1477818" cy="166255"/>
            </a:xfrm>
            <a:prstGeom prst="rect">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endParaRPr lang="en-US" altLang="en-US" sz="1800">
                <a:solidFill>
                  <a:srgbClr val="000000"/>
                </a:solidFill>
                <a:latin typeface="Arial" panose="020B0604020202020204" pitchFamily="34" charset="0"/>
              </a:endParaRPr>
            </a:p>
          </p:txBody>
        </p:sp>
        <p:sp>
          <p:nvSpPr>
            <p:cNvPr id="124983" name="Rectangle 58">
              <a:extLst>
                <a:ext uri="{FF2B5EF4-FFF2-40B4-BE49-F238E27FC236}">
                  <a16:creationId xmlns:a16="http://schemas.microsoft.com/office/drawing/2014/main" id="{512E0F1A-EAF9-0D49-A619-0201B0987576}"/>
                </a:ext>
              </a:extLst>
            </p:cNvPr>
            <p:cNvSpPr>
              <a:spLocks noChangeArrowheads="1"/>
            </p:cNvSpPr>
            <p:nvPr/>
          </p:nvSpPr>
          <p:spPr bwMode="auto">
            <a:xfrm>
              <a:off x="2544619" y="3785180"/>
              <a:ext cx="1477818" cy="166255"/>
            </a:xfrm>
            <a:prstGeom prst="rect">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endParaRPr lang="en-US" altLang="en-US" sz="1800">
                <a:solidFill>
                  <a:srgbClr val="000000"/>
                </a:solidFill>
                <a:latin typeface="Arial" panose="020B0604020202020204" pitchFamily="34" charset="0"/>
              </a:endParaRPr>
            </a:p>
          </p:txBody>
        </p:sp>
      </p:grpSp>
      <p:sp>
        <p:nvSpPr>
          <p:cNvPr id="82950" name="TextBox 60">
            <a:extLst>
              <a:ext uri="{FF2B5EF4-FFF2-40B4-BE49-F238E27FC236}">
                <a16:creationId xmlns:a16="http://schemas.microsoft.com/office/drawing/2014/main" id="{7EF2B0D8-18B3-114F-8B86-19F5FDB0FBD3}"/>
              </a:ext>
            </a:extLst>
          </p:cNvPr>
          <p:cNvSpPr txBox="1">
            <a:spLocks noChangeArrowheads="1"/>
          </p:cNvSpPr>
          <p:nvPr/>
        </p:nvSpPr>
        <p:spPr bwMode="auto">
          <a:xfrm>
            <a:off x="4525055" y="3135595"/>
            <a:ext cx="113347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r>
              <a:rPr lang="en-US" altLang="en-US" sz="1800" dirty="0">
                <a:solidFill>
                  <a:srgbClr val="000000"/>
                </a:solidFill>
                <a:latin typeface="Arial" panose="020B0604020202020204" pitchFamily="34" charset="0"/>
              </a:rPr>
              <a:t>Tag store</a:t>
            </a:r>
          </a:p>
        </p:txBody>
      </p:sp>
      <p:grpSp>
        <p:nvGrpSpPr>
          <p:cNvPr id="82951" name="Group 61">
            <a:extLst>
              <a:ext uri="{FF2B5EF4-FFF2-40B4-BE49-F238E27FC236}">
                <a16:creationId xmlns:a16="http://schemas.microsoft.com/office/drawing/2014/main" id="{272A89D0-C599-4E4E-97CD-797E00B61048}"/>
              </a:ext>
            </a:extLst>
          </p:cNvPr>
          <p:cNvGrpSpPr>
            <a:grpSpLocks/>
          </p:cNvGrpSpPr>
          <p:nvPr/>
        </p:nvGrpSpPr>
        <p:grpSpPr bwMode="auto">
          <a:xfrm>
            <a:off x="6247492" y="3546758"/>
            <a:ext cx="1477963" cy="1339850"/>
            <a:chOff x="2544619" y="2612161"/>
            <a:chExt cx="1477818" cy="1339274"/>
          </a:xfrm>
        </p:grpSpPr>
        <p:sp>
          <p:nvSpPr>
            <p:cNvPr id="124968" name="Rectangle 62">
              <a:extLst>
                <a:ext uri="{FF2B5EF4-FFF2-40B4-BE49-F238E27FC236}">
                  <a16:creationId xmlns:a16="http://schemas.microsoft.com/office/drawing/2014/main" id="{FAE4FD56-7C84-4C45-9740-7FFD54DEA002}"/>
                </a:ext>
              </a:extLst>
            </p:cNvPr>
            <p:cNvSpPr>
              <a:spLocks noChangeArrowheads="1"/>
            </p:cNvSpPr>
            <p:nvPr/>
          </p:nvSpPr>
          <p:spPr bwMode="auto">
            <a:xfrm>
              <a:off x="2544619" y="2612161"/>
              <a:ext cx="1477818" cy="166255"/>
            </a:xfrm>
            <a:prstGeom prst="rect">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endParaRPr lang="en-US" altLang="en-US" sz="1800">
                <a:solidFill>
                  <a:srgbClr val="000000"/>
                </a:solidFill>
                <a:latin typeface="Arial" panose="020B0604020202020204" pitchFamily="34" charset="0"/>
              </a:endParaRPr>
            </a:p>
          </p:txBody>
        </p:sp>
        <p:sp>
          <p:nvSpPr>
            <p:cNvPr id="124969" name="Rectangle 63">
              <a:extLst>
                <a:ext uri="{FF2B5EF4-FFF2-40B4-BE49-F238E27FC236}">
                  <a16:creationId xmlns:a16="http://schemas.microsoft.com/office/drawing/2014/main" id="{9190EC25-BFF2-CE43-A84C-DA2EF8071AA0}"/>
                </a:ext>
              </a:extLst>
            </p:cNvPr>
            <p:cNvSpPr>
              <a:spLocks noChangeArrowheads="1"/>
            </p:cNvSpPr>
            <p:nvPr/>
          </p:nvSpPr>
          <p:spPr bwMode="auto">
            <a:xfrm>
              <a:off x="2544619" y="2783033"/>
              <a:ext cx="1477818" cy="166255"/>
            </a:xfrm>
            <a:prstGeom prst="rect">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endParaRPr lang="en-US" altLang="en-US" sz="1800">
                <a:solidFill>
                  <a:srgbClr val="000000"/>
                </a:solidFill>
                <a:latin typeface="Arial" panose="020B0604020202020204" pitchFamily="34" charset="0"/>
              </a:endParaRPr>
            </a:p>
          </p:txBody>
        </p:sp>
        <p:sp>
          <p:nvSpPr>
            <p:cNvPr id="124970" name="Rectangle 64">
              <a:extLst>
                <a:ext uri="{FF2B5EF4-FFF2-40B4-BE49-F238E27FC236}">
                  <a16:creationId xmlns:a16="http://schemas.microsoft.com/office/drawing/2014/main" id="{2D6E02EA-1068-B44F-99F2-088E33ABC367}"/>
                </a:ext>
              </a:extLst>
            </p:cNvPr>
            <p:cNvSpPr>
              <a:spLocks noChangeArrowheads="1"/>
            </p:cNvSpPr>
            <p:nvPr/>
          </p:nvSpPr>
          <p:spPr bwMode="auto">
            <a:xfrm>
              <a:off x="2544619" y="2949288"/>
              <a:ext cx="1477818" cy="166255"/>
            </a:xfrm>
            <a:prstGeom prst="rect">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endParaRPr lang="en-US" altLang="en-US" sz="1800">
                <a:solidFill>
                  <a:srgbClr val="000000"/>
                </a:solidFill>
                <a:latin typeface="Arial" panose="020B0604020202020204" pitchFamily="34" charset="0"/>
              </a:endParaRPr>
            </a:p>
          </p:txBody>
        </p:sp>
        <p:sp>
          <p:nvSpPr>
            <p:cNvPr id="124971" name="Rectangle 65">
              <a:extLst>
                <a:ext uri="{FF2B5EF4-FFF2-40B4-BE49-F238E27FC236}">
                  <a16:creationId xmlns:a16="http://schemas.microsoft.com/office/drawing/2014/main" id="{AE30C71A-FD43-C840-B39D-1CD7D4267DE8}"/>
                </a:ext>
              </a:extLst>
            </p:cNvPr>
            <p:cNvSpPr>
              <a:spLocks noChangeArrowheads="1"/>
            </p:cNvSpPr>
            <p:nvPr/>
          </p:nvSpPr>
          <p:spPr bwMode="auto">
            <a:xfrm>
              <a:off x="2544619" y="3115543"/>
              <a:ext cx="1477818" cy="166255"/>
            </a:xfrm>
            <a:prstGeom prst="rect">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endParaRPr lang="en-US" altLang="en-US" sz="1800">
                <a:solidFill>
                  <a:srgbClr val="000000"/>
                </a:solidFill>
                <a:latin typeface="Arial" panose="020B0604020202020204" pitchFamily="34" charset="0"/>
              </a:endParaRPr>
            </a:p>
          </p:txBody>
        </p:sp>
        <p:sp>
          <p:nvSpPr>
            <p:cNvPr id="124972" name="Rectangle 66">
              <a:extLst>
                <a:ext uri="{FF2B5EF4-FFF2-40B4-BE49-F238E27FC236}">
                  <a16:creationId xmlns:a16="http://schemas.microsoft.com/office/drawing/2014/main" id="{024F45F8-067D-474F-8604-9438C9296378}"/>
                </a:ext>
              </a:extLst>
            </p:cNvPr>
            <p:cNvSpPr>
              <a:spLocks noChangeArrowheads="1"/>
            </p:cNvSpPr>
            <p:nvPr/>
          </p:nvSpPr>
          <p:spPr bwMode="auto">
            <a:xfrm>
              <a:off x="2544619" y="3286415"/>
              <a:ext cx="1477818" cy="166255"/>
            </a:xfrm>
            <a:prstGeom prst="rect">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endParaRPr lang="en-US" altLang="en-US" sz="1800">
                <a:solidFill>
                  <a:srgbClr val="000000"/>
                </a:solidFill>
                <a:latin typeface="Arial" panose="020B0604020202020204" pitchFamily="34" charset="0"/>
              </a:endParaRPr>
            </a:p>
          </p:txBody>
        </p:sp>
        <p:sp>
          <p:nvSpPr>
            <p:cNvPr id="124973" name="Rectangle 67">
              <a:extLst>
                <a:ext uri="{FF2B5EF4-FFF2-40B4-BE49-F238E27FC236}">
                  <a16:creationId xmlns:a16="http://schemas.microsoft.com/office/drawing/2014/main" id="{03022486-F7F3-5D4E-8B57-F5CE08DCCFAC}"/>
                </a:ext>
              </a:extLst>
            </p:cNvPr>
            <p:cNvSpPr>
              <a:spLocks noChangeArrowheads="1"/>
            </p:cNvSpPr>
            <p:nvPr/>
          </p:nvSpPr>
          <p:spPr bwMode="auto">
            <a:xfrm>
              <a:off x="2544619" y="3452670"/>
              <a:ext cx="1477818" cy="166255"/>
            </a:xfrm>
            <a:prstGeom prst="rect">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endParaRPr lang="en-US" altLang="en-US" sz="1800">
                <a:solidFill>
                  <a:srgbClr val="000000"/>
                </a:solidFill>
                <a:latin typeface="Arial" panose="020B0604020202020204" pitchFamily="34" charset="0"/>
              </a:endParaRPr>
            </a:p>
          </p:txBody>
        </p:sp>
        <p:sp>
          <p:nvSpPr>
            <p:cNvPr id="124974" name="Rectangle 68">
              <a:extLst>
                <a:ext uri="{FF2B5EF4-FFF2-40B4-BE49-F238E27FC236}">
                  <a16:creationId xmlns:a16="http://schemas.microsoft.com/office/drawing/2014/main" id="{DF33034F-5356-AC4E-9BE5-277CAE19DB75}"/>
                </a:ext>
              </a:extLst>
            </p:cNvPr>
            <p:cNvSpPr>
              <a:spLocks noChangeArrowheads="1"/>
            </p:cNvSpPr>
            <p:nvPr/>
          </p:nvSpPr>
          <p:spPr bwMode="auto">
            <a:xfrm>
              <a:off x="2544619" y="3618925"/>
              <a:ext cx="1477818" cy="166255"/>
            </a:xfrm>
            <a:prstGeom prst="rect">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endParaRPr lang="en-US" altLang="en-US" sz="1800">
                <a:solidFill>
                  <a:srgbClr val="000000"/>
                </a:solidFill>
                <a:latin typeface="Arial" panose="020B0604020202020204" pitchFamily="34" charset="0"/>
              </a:endParaRPr>
            </a:p>
          </p:txBody>
        </p:sp>
        <p:sp>
          <p:nvSpPr>
            <p:cNvPr id="124975" name="Rectangle 69">
              <a:extLst>
                <a:ext uri="{FF2B5EF4-FFF2-40B4-BE49-F238E27FC236}">
                  <a16:creationId xmlns:a16="http://schemas.microsoft.com/office/drawing/2014/main" id="{6AE8B806-F6FE-924F-8C01-2D4B8E848F25}"/>
                </a:ext>
              </a:extLst>
            </p:cNvPr>
            <p:cNvSpPr>
              <a:spLocks noChangeArrowheads="1"/>
            </p:cNvSpPr>
            <p:nvPr/>
          </p:nvSpPr>
          <p:spPr bwMode="auto">
            <a:xfrm>
              <a:off x="2544619" y="3785180"/>
              <a:ext cx="1477818" cy="166255"/>
            </a:xfrm>
            <a:prstGeom prst="rect">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endParaRPr lang="en-US" altLang="en-US" sz="1800">
                <a:solidFill>
                  <a:srgbClr val="000000"/>
                </a:solidFill>
                <a:latin typeface="Arial" panose="020B0604020202020204" pitchFamily="34" charset="0"/>
              </a:endParaRPr>
            </a:p>
          </p:txBody>
        </p:sp>
      </p:grpSp>
      <p:sp>
        <p:nvSpPr>
          <p:cNvPr id="82952" name="TextBox 70">
            <a:extLst>
              <a:ext uri="{FF2B5EF4-FFF2-40B4-BE49-F238E27FC236}">
                <a16:creationId xmlns:a16="http://schemas.microsoft.com/office/drawing/2014/main" id="{36AD7F6A-EC71-704E-8A08-FFB3FF780292}"/>
              </a:ext>
            </a:extLst>
          </p:cNvPr>
          <p:cNvSpPr txBox="1">
            <a:spLocks noChangeArrowheads="1"/>
          </p:cNvSpPr>
          <p:nvPr/>
        </p:nvSpPr>
        <p:spPr bwMode="auto">
          <a:xfrm>
            <a:off x="6395130" y="3130833"/>
            <a:ext cx="1249362"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r>
              <a:rPr lang="en-US" altLang="en-US" sz="1800" dirty="0">
                <a:solidFill>
                  <a:srgbClr val="000000"/>
                </a:solidFill>
                <a:latin typeface="Arial" panose="020B0604020202020204" pitchFamily="34" charset="0"/>
              </a:rPr>
              <a:t>Data store</a:t>
            </a:r>
          </a:p>
        </p:txBody>
      </p:sp>
      <p:sp>
        <p:nvSpPr>
          <p:cNvPr id="82953" name="Rectangle 71">
            <a:extLst>
              <a:ext uri="{FF2B5EF4-FFF2-40B4-BE49-F238E27FC236}">
                <a16:creationId xmlns:a16="http://schemas.microsoft.com/office/drawing/2014/main" id="{8FDA1AD7-C792-A445-9611-3D532E0628FB}"/>
              </a:ext>
            </a:extLst>
          </p:cNvPr>
          <p:cNvSpPr>
            <a:spLocks noChangeArrowheads="1"/>
          </p:cNvSpPr>
          <p:nvPr/>
        </p:nvSpPr>
        <p:spPr bwMode="auto">
          <a:xfrm>
            <a:off x="2088242" y="3181633"/>
            <a:ext cx="1477963" cy="333375"/>
          </a:xfrm>
          <a:prstGeom prst="rect">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endParaRPr lang="en-US" altLang="en-US" sz="1800">
              <a:solidFill>
                <a:srgbClr val="000000"/>
              </a:solidFill>
              <a:latin typeface="Arial" panose="020B0604020202020204" pitchFamily="34" charset="0"/>
            </a:endParaRPr>
          </a:p>
        </p:txBody>
      </p:sp>
      <p:sp>
        <p:nvSpPr>
          <p:cNvPr id="82954" name="TextBox 72">
            <a:extLst>
              <a:ext uri="{FF2B5EF4-FFF2-40B4-BE49-F238E27FC236}">
                <a16:creationId xmlns:a16="http://schemas.microsoft.com/office/drawing/2014/main" id="{08CBF199-F0B0-A044-8DDB-0D528113F426}"/>
              </a:ext>
            </a:extLst>
          </p:cNvPr>
          <p:cNvSpPr txBox="1">
            <a:spLocks noChangeArrowheads="1"/>
          </p:cNvSpPr>
          <p:nvPr/>
        </p:nvSpPr>
        <p:spPr bwMode="auto">
          <a:xfrm>
            <a:off x="2977242" y="3568983"/>
            <a:ext cx="841375"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r>
              <a:rPr lang="en-US" altLang="en-US" sz="1400">
                <a:solidFill>
                  <a:srgbClr val="000000"/>
                </a:solidFill>
                <a:latin typeface="Arial" panose="020B0604020202020204" pitchFamily="34" charset="0"/>
              </a:rPr>
              <a:t>Address</a:t>
            </a:r>
          </a:p>
        </p:txBody>
      </p:sp>
      <p:cxnSp>
        <p:nvCxnSpPr>
          <p:cNvPr id="82955" name="Straight Connector 74">
            <a:extLst>
              <a:ext uri="{FF2B5EF4-FFF2-40B4-BE49-F238E27FC236}">
                <a16:creationId xmlns:a16="http://schemas.microsoft.com/office/drawing/2014/main" id="{B457AC84-4CF0-9848-BE5C-00AD16560341}"/>
              </a:ext>
            </a:extLst>
          </p:cNvPr>
          <p:cNvCxnSpPr>
            <a:cxnSpLocks noChangeShapeType="1"/>
          </p:cNvCxnSpPr>
          <p:nvPr/>
        </p:nvCxnSpPr>
        <p:spPr bwMode="auto">
          <a:xfrm rot="5400000">
            <a:off x="2858180" y="3348320"/>
            <a:ext cx="331788" cy="158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82956" name="Straight Connector 75">
            <a:extLst>
              <a:ext uri="{FF2B5EF4-FFF2-40B4-BE49-F238E27FC236}">
                <a16:creationId xmlns:a16="http://schemas.microsoft.com/office/drawing/2014/main" id="{D72FDB7B-B1FD-7E40-AFCE-7F509484F0EC}"/>
              </a:ext>
            </a:extLst>
          </p:cNvPr>
          <p:cNvCxnSpPr>
            <a:cxnSpLocks noChangeShapeType="1"/>
          </p:cNvCxnSpPr>
          <p:nvPr/>
        </p:nvCxnSpPr>
        <p:spPr bwMode="auto">
          <a:xfrm rot="5400000">
            <a:off x="2322398" y="3347527"/>
            <a:ext cx="333375" cy="158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cxnSp>
      <p:sp>
        <p:nvSpPr>
          <p:cNvPr id="82957" name="TextBox 78">
            <a:extLst>
              <a:ext uri="{FF2B5EF4-FFF2-40B4-BE49-F238E27FC236}">
                <a16:creationId xmlns:a16="http://schemas.microsoft.com/office/drawing/2014/main" id="{625E1EA0-842A-CC46-8978-A5F33F7E863E}"/>
              </a:ext>
            </a:extLst>
          </p:cNvPr>
          <p:cNvSpPr txBox="1">
            <a:spLocks noChangeArrowheads="1"/>
          </p:cNvSpPr>
          <p:nvPr/>
        </p:nvSpPr>
        <p:spPr bwMode="auto">
          <a:xfrm>
            <a:off x="2040504" y="2837188"/>
            <a:ext cx="433388"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r>
              <a:rPr lang="en-US" altLang="en-US" sz="1400" dirty="0">
                <a:solidFill>
                  <a:srgbClr val="0432FF"/>
                </a:solidFill>
                <a:latin typeface="Arial" panose="020B0604020202020204" pitchFamily="34" charset="0"/>
              </a:rPr>
              <a:t>tag</a:t>
            </a:r>
          </a:p>
        </p:txBody>
      </p:sp>
      <p:sp>
        <p:nvSpPr>
          <p:cNvPr id="82958" name="TextBox 80">
            <a:extLst>
              <a:ext uri="{FF2B5EF4-FFF2-40B4-BE49-F238E27FC236}">
                <a16:creationId xmlns:a16="http://schemas.microsoft.com/office/drawing/2014/main" id="{F19EEBF1-FE7E-C640-B336-DE5F17B5A648}"/>
              </a:ext>
            </a:extLst>
          </p:cNvPr>
          <p:cNvSpPr txBox="1">
            <a:spLocks noChangeArrowheads="1"/>
          </p:cNvSpPr>
          <p:nvPr/>
        </p:nvSpPr>
        <p:spPr bwMode="auto">
          <a:xfrm>
            <a:off x="2529217" y="2854249"/>
            <a:ext cx="423514"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r>
              <a:rPr lang="en-US" altLang="zh-CN" sz="1400" dirty="0">
                <a:solidFill>
                  <a:srgbClr val="FFD147"/>
                </a:solidFill>
                <a:latin typeface="Arial" panose="020B0604020202020204" pitchFamily="34" charset="0"/>
              </a:rPr>
              <a:t>set</a:t>
            </a:r>
            <a:endParaRPr lang="en-US" altLang="en-US" sz="1400" dirty="0">
              <a:solidFill>
                <a:srgbClr val="FFD147"/>
              </a:solidFill>
              <a:latin typeface="Arial" panose="020B0604020202020204" pitchFamily="34" charset="0"/>
            </a:endParaRPr>
          </a:p>
        </p:txBody>
      </p:sp>
      <p:sp>
        <p:nvSpPr>
          <p:cNvPr id="82959" name="TextBox 81">
            <a:extLst>
              <a:ext uri="{FF2B5EF4-FFF2-40B4-BE49-F238E27FC236}">
                <a16:creationId xmlns:a16="http://schemas.microsoft.com/office/drawing/2014/main" id="{D2EB4DFC-A146-144A-ABE3-602232ED2007}"/>
              </a:ext>
            </a:extLst>
          </p:cNvPr>
          <p:cNvSpPr txBox="1">
            <a:spLocks noChangeArrowheads="1"/>
          </p:cNvSpPr>
          <p:nvPr/>
        </p:nvSpPr>
        <p:spPr bwMode="auto">
          <a:xfrm>
            <a:off x="2912946" y="2853169"/>
            <a:ext cx="1179513"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r>
              <a:rPr lang="en-US" altLang="en-US" sz="1400" dirty="0">
                <a:solidFill>
                  <a:srgbClr val="000000"/>
                </a:solidFill>
                <a:latin typeface="Arial" panose="020B0604020202020204" pitchFamily="34" charset="0"/>
              </a:rPr>
              <a:t>byte in block</a:t>
            </a:r>
          </a:p>
        </p:txBody>
      </p:sp>
      <p:sp>
        <p:nvSpPr>
          <p:cNvPr id="82960" name="TextBox 82">
            <a:extLst>
              <a:ext uri="{FF2B5EF4-FFF2-40B4-BE49-F238E27FC236}">
                <a16:creationId xmlns:a16="http://schemas.microsoft.com/office/drawing/2014/main" id="{D20364B6-47AF-B04E-A6C4-43D0B3BD2075}"/>
              </a:ext>
            </a:extLst>
          </p:cNvPr>
          <p:cNvSpPr txBox="1">
            <a:spLocks noChangeArrowheads="1"/>
          </p:cNvSpPr>
          <p:nvPr/>
        </p:nvSpPr>
        <p:spPr bwMode="auto">
          <a:xfrm>
            <a:off x="3023280" y="3181633"/>
            <a:ext cx="612775"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r>
              <a:rPr lang="en-US" altLang="en-US" sz="1400">
                <a:solidFill>
                  <a:srgbClr val="000000"/>
                </a:solidFill>
                <a:latin typeface="Arial" panose="020B0604020202020204" pitchFamily="34" charset="0"/>
              </a:rPr>
              <a:t>3 bits</a:t>
            </a:r>
          </a:p>
        </p:txBody>
      </p:sp>
      <p:sp>
        <p:nvSpPr>
          <p:cNvPr id="82961" name="TextBox 83">
            <a:extLst>
              <a:ext uri="{FF2B5EF4-FFF2-40B4-BE49-F238E27FC236}">
                <a16:creationId xmlns:a16="http://schemas.microsoft.com/office/drawing/2014/main" id="{603A8A40-F094-2D4F-989A-B757002082D5}"/>
              </a:ext>
            </a:extLst>
          </p:cNvPr>
          <p:cNvSpPr txBox="1">
            <a:spLocks noChangeArrowheads="1"/>
          </p:cNvSpPr>
          <p:nvPr/>
        </p:nvSpPr>
        <p:spPr bwMode="auto">
          <a:xfrm>
            <a:off x="2437492" y="3180045"/>
            <a:ext cx="65114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r>
              <a:rPr lang="en-US" altLang="en-US" sz="1400" b="1" dirty="0">
                <a:solidFill>
                  <a:schemeClr val="accent1">
                    <a:lumMod val="60000"/>
                    <a:lumOff val="40000"/>
                  </a:schemeClr>
                </a:solidFill>
                <a:latin typeface="Arial" panose="020B0604020202020204" pitchFamily="34" charset="0"/>
              </a:rPr>
              <a:t>3 bits</a:t>
            </a:r>
          </a:p>
        </p:txBody>
      </p:sp>
      <p:sp>
        <p:nvSpPr>
          <p:cNvPr id="82962" name="TextBox 84">
            <a:extLst>
              <a:ext uri="{FF2B5EF4-FFF2-40B4-BE49-F238E27FC236}">
                <a16:creationId xmlns:a16="http://schemas.microsoft.com/office/drawing/2014/main" id="{7284C153-99AA-7E4C-A686-62B84A1B5C0A}"/>
              </a:ext>
            </a:extLst>
          </p:cNvPr>
          <p:cNvSpPr txBox="1">
            <a:spLocks noChangeArrowheads="1"/>
          </p:cNvSpPr>
          <p:nvPr/>
        </p:nvSpPr>
        <p:spPr bwMode="auto">
          <a:xfrm>
            <a:off x="2088242" y="3197508"/>
            <a:ext cx="382588"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r>
              <a:rPr lang="en-US" altLang="en-US" sz="1400" dirty="0">
                <a:solidFill>
                  <a:srgbClr val="0432FF"/>
                </a:solidFill>
                <a:latin typeface="Arial" panose="020B0604020202020204" pitchFamily="34" charset="0"/>
              </a:rPr>
              <a:t>2b</a:t>
            </a:r>
          </a:p>
        </p:txBody>
      </p:sp>
      <p:cxnSp>
        <p:nvCxnSpPr>
          <p:cNvPr id="82963" name="Straight Connector 86">
            <a:extLst>
              <a:ext uri="{FF2B5EF4-FFF2-40B4-BE49-F238E27FC236}">
                <a16:creationId xmlns:a16="http://schemas.microsoft.com/office/drawing/2014/main" id="{F82AAAA2-0FEA-2144-81D6-88081FF88DE7}"/>
              </a:ext>
            </a:extLst>
          </p:cNvPr>
          <p:cNvCxnSpPr>
            <a:cxnSpLocks noChangeShapeType="1"/>
            <a:stCxn id="82953" idx="2"/>
          </p:cNvCxnSpPr>
          <p:nvPr/>
        </p:nvCxnSpPr>
        <p:spPr bwMode="auto">
          <a:xfrm rot="16200000" flipH="1">
            <a:off x="2472418" y="3869020"/>
            <a:ext cx="711200" cy="317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82964" name="Straight Arrow Connector 88">
            <a:extLst>
              <a:ext uri="{FF2B5EF4-FFF2-40B4-BE49-F238E27FC236}">
                <a16:creationId xmlns:a16="http://schemas.microsoft.com/office/drawing/2014/main" id="{85C5343E-770E-6644-8C89-A03D89BD489E}"/>
              </a:ext>
            </a:extLst>
          </p:cNvPr>
          <p:cNvCxnSpPr>
            <a:cxnSpLocks noChangeShapeType="1"/>
          </p:cNvCxnSpPr>
          <p:nvPr/>
        </p:nvCxnSpPr>
        <p:spPr bwMode="auto">
          <a:xfrm flipV="1">
            <a:off x="2829605" y="4216683"/>
            <a:ext cx="1519237" cy="9525"/>
          </a:xfrm>
          <a:prstGeom prst="straightConnector1">
            <a:avLst/>
          </a:prstGeom>
          <a:noFill/>
          <a:ln w="9525">
            <a:solidFill>
              <a:schemeClr val="tx1"/>
            </a:solidFill>
            <a:round/>
            <a:headEnd/>
            <a:tailEnd type="arrow" w="med" len="med"/>
          </a:ln>
          <a:extLst>
            <a:ext uri="{909E8E84-426E-40DD-AFC4-6F175D3DCCD1}">
              <a14:hiddenFill xmlns:a14="http://schemas.microsoft.com/office/drawing/2010/main">
                <a:noFill/>
              </a14:hiddenFill>
            </a:ext>
          </a:extLst>
        </p:spPr>
      </p:cxnSp>
      <p:cxnSp>
        <p:nvCxnSpPr>
          <p:cNvPr id="82965" name="Straight Arrow Connector 89">
            <a:extLst>
              <a:ext uri="{FF2B5EF4-FFF2-40B4-BE49-F238E27FC236}">
                <a16:creationId xmlns:a16="http://schemas.microsoft.com/office/drawing/2014/main" id="{6E770ED4-19CF-9E4A-BB43-EA307625F286}"/>
              </a:ext>
            </a:extLst>
          </p:cNvPr>
          <p:cNvCxnSpPr>
            <a:cxnSpLocks noChangeShapeType="1"/>
          </p:cNvCxnSpPr>
          <p:nvPr/>
        </p:nvCxnSpPr>
        <p:spPr bwMode="auto">
          <a:xfrm>
            <a:off x="6007780" y="4226208"/>
            <a:ext cx="239712" cy="1587"/>
          </a:xfrm>
          <a:prstGeom prst="straightConnector1">
            <a:avLst/>
          </a:prstGeom>
          <a:noFill/>
          <a:ln w="9525">
            <a:solidFill>
              <a:schemeClr val="tx1"/>
            </a:solidFill>
            <a:round/>
            <a:headEnd/>
            <a:tailEnd type="arrow" w="med" len="med"/>
          </a:ln>
          <a:extLst>
            <a:ext uri="{909E8E84-426E-40DD-AFC4-6F175D3DCCD1}">
              <a14:hiddenFill xmlns:a14="http://schemas.microsoft.com/office/drawing/2010/main">
                <a:noFill/>
              </a14:hiddenFill>
            </a:ext>
          </a:extLst>
        </p:spPr>
      </p:cxnSp>
      <p:cxnSp>
        <p:nvCxnSpPr>
          <p:cNvPr id="82966" name="Straight Connector 95">
            <a:extLst>
              <a:ext uri="{FF2B5EF4-FFF2-40B4-BE49-F238E27FC236}">
                <a16:creationId xmlns:a16="http://schemas.microsoft.com/office/drawing/2014/main" id="{E95A2E99-0F5C-8042-830F-12C9C7B76083}"/>
              </a:ext>
            </a:extLst>
          </p:cNvPr>
          <p:cNvCxnSpPr>
            <a:cxnSpLocks noChangeShapeType="1"/>
          </p:cNvCxnSpPr>
          <p:nvPr/>
        </p:nvCxnSpPr>
        <p:spPr bwMode="auto">
          <a:xfrm rot="5400000">
            <a:off x="4044836" y="4220651"/>
            <a:ext cx="1339850" cy="158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cxnSp>
      <p:sp>
        <p:nvSpPr>
          <p:cNvPr id="82967" name="TextBox 96">
            <a:extLst>
              <a:ext uri="{FF2B5EF4-FFF2-40B4-BE49-F238E27FC236}">
                <a16:creationId xmlns:a16="http://schemas.microsoft.com/office/drawing/2014/main" id="{21E246A5-00BF-D74C-95DE-6D719EF65062}"/>
              </a:ext>
            </a:extLst>
          </p:cNvPr>
          <p:cNvSpPr txBox="1">
            <a:spLocks noChangeArrowheads="1"/>
          </p:cNvSpPr>
          <p:nvPr/>
        </p:nvSpPr>
        <p:spPr bwMode="auto">
          <a:xfrm>
            <a:off x="4409167" y="4683408"/>
            <a:ext cx="287338"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r>
              <a:rPr lang="en-US" altLang="en-US" sz="1200" dirty="0">
                <a:solidFill>
                  <a:srgbClr val="000000"/>
                </a:solidFill>
                <a:latin typeface="Arial" panose="020B0604020202020204" pitchFamily="34" charset="0"/>
              </a:rPr>
              <a:t>V</a:t>
            </a:r>
          </a:p>
        </p:txBody>
      </p:sp>
      <p:sp>
        <p:nvSpPr>
          <p:cNvPr id="82968" name="TextBox 97">
            <a:extLst>
              <a:ext uri="{FF2B5EF4-FFF2-40B4-BE49-F238E27FC236}">
                <a16:creationId xmlns:a16="http://schemas.microsoft.com/office/drawing/2014/main" id="{AED0F0EA-B113-954A-9840-DA0D7E7E578D}"/>
              </a:ext>
            </a:extLst>
          </p:cNvPr>
          <p:cNvSpPr txBox="1">
            <a:spLocks noChangeArrowheads="1"/>
          </p:cNvSpPr>
          <p:nvPr/>
        </p:nvSpPr>
        <p:spPr bwMode="auto">
          <a:xfrm>
            <a:off x="5021942" y="4673883"/>
            <a:ext cx="398463"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r>
              <a:rPr lang="en-US" altLang="en-US" sz="1200" dirty="0">
                <a:solidFill>
                  <a:srgbClr val="0432FF"/>
                </a:solidFill>
                <a:latin typeface="Arial" panose="020B0604020202020204" pitchFamily="34" charset="0"/>
              </a:rPr>
              <a:t>tag</a:t>
            </a:r>
          </a:p>
        </p:txBody>
      </p:sp>
      <p:sp>
        <p:nvSpPr>
          <p:cNvPr id="82969" name="Rectangle 98">
            <a:extLst>
              <a:ext uri="{FF2B5EF4-FFF2-40B4-BE49-F238E27FC236}">
                <a16:creationId xmlns:a16="http://schemas.microsoft.com/office/drawing/2014/main" id="{CAB5B196-BE37-D645-99F3-D3E8E2D4570C}"/>
              </a:ext>
            </a:extLst>
          </p:cNvPr>
          <p:cNvSpPr>
            <a:spLocks noChangeArrowheads="1"/>
          </p:cNvSpPr>
          <p:nvPr/>
        </p:nvSpPr>
        <p:spPr bwMode="auto">
          <a:xfrm>
            <a:off x="4794930" y="5305708"/>
            <a:ext cx="625475" cy="338137"/>
          </a:xfrm>
          <a:prstGeom prst="rect">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endParaRPr lang="en-US" altLang="en-US" sz="1800">
              <a:solidFill>
                <a:srgbClr val="000000"/>
              </a:solidFill>
              <a:latin typeface="Arial" panose="020B0604020202020204" pitchFamily="34" charset="0"/>
            </a:endParaRPr>
          </a:p>
        </p:txBody>
      </p:sp>
      <p:sp>
        <p:nvSpPr>
          <p:cNvPr id="82970" name="TextBox 99">
            <a:extLst>
              <a:ext uri="{FF2B5EF4-FFF2-40B4-BE49-F238E27FC236}">
                <a16:creationId xmlns:a16="http://schemas.microsoft.com/office/drawing/2014/main" id="{25461A3D-07FA-914C-B338-1C22979C8721}"/>
              </a:ext>
            </a:extLst>
          </p:cNvPr>
          <p:cNvSpPr txBox="1">
            <a:spLocks noChangeArrowheads="1"/>
          </p:cNvSpPr>
          <p:nvPr/>
        </p:nvSpPr>
        <p:spPr bwMode="auto">
          <a:xfrm>
            <a:off x="4893355" y="5283483"/>
            <a:ext cx="47625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r>
              <a:rPr lang="en-US" altLang="en-US" sz="2000">
                <a:solidFill>
                  <a:srgbClr val="000000"/>
                </a:solidFill>
                <a:latin typeface="Arial" panose="020B0604020202020204" pitchFamily="34" charset="0"/>
              </a:rPr>
              <a:t>=?</a:t>
            </a:r>
          </a:p>
        </p:txBody>
      </p:sp>
      <p:cxnSp>
        <p:nvCxnSpPr>
          <p:cNvPr id="82971" name="Straight Arrow Connector 101">
            <a:extLst>
              <a:ext uri="{FF2B5EF4-FFF2-40B4-BE49-F238E27FC236}">
                <a16:creationId xmlns:a16="http://schemas.microsoft.com/office/drawing/2014/main" id="{8368F2E1-0CC2-0D4C-89F5-E139B7F48ADA}"/>
              </a:ext>
            </a:extLst>
          </p:cNvPr>
          <p:cNvCxnSpPr>
            <a:cxnSpLocks noChangeShapeType="1"/>
          </p:cNvCxnSpPr>
          <p:nvPr/>
        </p:nvCxnSpPr>
        <p:spPr bwMode="auto">
          <a:xfrm rot="5400000">
            <a:off x="4922724" y="5101714"/>
            <a:ext cx="419100" cy="1587"/>
          </a:xfrm>
          <a:prstGeom prst="straightConnector1">
            <a:avLst/>
          </a:prstGeom>
          <a:noFill/>
          <a:ln w="9525">
            <a:solidFill>
              <a:schemeClr val="tx1"/>
            </a:solidFill>
            <a:round/>
            <a:headEnd/>
            <a:tailEnd type="arrow" w="med" len="med"/>
          </a:ln>
          <a:extLst>
            <a:ext uri="{909E8E84-426E-40DD-AFC4-6F175D3DCCD1}">
              <a14:hiddenFill xmlns:a14="http://schemas.microsoft.com/office/drawing/2010/main">
                <a:noFill/>
              </a14:hiddenFill>
            </a:ext>
          </a:extLst>
        </p:spPr>
      </p:cxnSp>
      <p:cxnSp>
        <p:nvCxnSpPr>
          <p:cNvPr id="82972" name="Straight Arrow Connector 106">
            <a:extLst>
              <a:ext uri="{FF2B5EF4-FFF2-40B4-BE49-F238E27FC236}">
                <a16:creationId xmlns:a16="http://schemas.microsoft.com/office/drawing/2014/main" id="{B6F7ED89-3CEB-5148-96D8-BE67E6F30A68}"/>
              </a:ext>
            </a:extLst>
          </p:cNvPr>
          <p:cNvCxnSpPr>
            <a:cxnSpLocks noChangeShapeType="1"/>
          </p:cNvCxnSpPr>
          <p:nvPr/>
        </p:nvCxnSpPr>
        <p:spPr bwMode="auto">
          <a:xfrm>
            <a:off x="4552042" y="4886608"/>
            <a:ext cx="469900" cy="423862"/>
          </a:xfrm>
          <a:prstGeom prst="straightConnector1">
            <a:avLst/>
          </a:prstGeom>
          <a:noFill/>
          <a:ln w="9525">
            <a:solidFill>
              <a:schemeClr val="tx1"/>
            </a:solidFill>
            <a:round/>
            <a:headEnd/>
            <a:tailEnd type="arrow" w="med" len="med"/>
          </a:ln>
          <a:extLst>
            <a:ext uri="{909E8E84-426E-40DD-AFC4-6F175D3DCCD1}">
              <a14:hiddenFill xmlns:a14="http://schemas.microsoft.com/office/drawing/2010/main">
                <a:noFill/>
              </a14:hiddenFill>
            </a:ext>
          </a:extLst>
        </p:spPr>
      </p:cxnSp>
      <p:cxnSp>
        <p:nvCxnSpPr>
          <p:cNvPr id="82973" name="Straight Connector 113">
            <a:extLst>
              <a:ext uri="{FF2B5EF4-FFF2-40B4-BE49-F238E27FC236}">
                <a16:creationId xmlns:a16="http://schemas.microsoft.com/office/drawing/2014/main" id="{D07AEB76-2716-974A-902F-305CFAA89CA2}"/>
              </a:ext>
            </a:extLst>
          </p:cNvPr>
          <p:cNvCxnSpPr>
            <a:cxnSpLocks noChangeShapeType="1"/>
          </p:cNvCxnSpPr>
          <p:nvPr/>
        </p:nvCxnSpPr>
        <p:spPr bwMode="auto">
          <a:xfrm flipH="1">
            <a:off x="2275646" y="3532470"/>
            <a:ext cx="3096" cy="197167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82974" name="Straight Arrow Connector 115">
            <a:extLst>
              <a:ext uri="{FF2B5EF4-FFF2-40B4-BE49-F238E27FC236}">
                <a16:creationId xmlns:a16="http://schemas.microsoft.com/office/drawing/2014/main" id="{26861C52-A3BC-5642-8423-82243193E3E0}"/>
              </a:ext>
            </a:extLst>
          </p:cNvPr>
          <p:cNvCxnSpPr>
            <a:cxnSpLocks noChangeShapeType="1"/>
            <a:endCxn id="82969" idx="1"/>
          </p:cNvCxnSpPr>
          <p:nvPr/>
        </p:nvCxnSpPr>
        <p:spPr bwMode="auto">
          <a:xfrm flipV="1">
            <a:off x="2275646" y="5474777"/>
            <a:ext cx="2519284" cy="29368"/>
          </a:xfrm>
          <a:prstGeom prst="straightConnector1">
            <a:avLst/>
          </a:prstGeom>
          <a:noFill/>
          <a:ln w="9525">
            <a:solidFill>
              <a:schemeClr val="tx1"/>
            </a:solidFill>
            <a:round/>
            <a:headEnd/>
            <a:tailEnd type="arrow" w="med" len="med"/>
          </a:ln>
          <a:extLst>
            <a:ext uri="{909E8E84-426E-40DD-AFC4-6F175D3DCCD1}">
              <a14:hiddenFill xmlns:a14="http://schemas.microsoft.com/office/drawing/2010/main">
                <a:noFill/>
              </a14:hiddenFill>
            </a:ext>
          </a:extLst>
        </p:spPr>
      </p:cxnSp>
      <p:cxnSp>
        <p:nvCxnSpPr>
          <p:cNvPr id="82975" name="Straight Arrow Connector 116">
            <a:extLst>
              <a:ext uri="{FF2B5EF4-FFF2-40B4-BE49-F238E27FC236}">
                <a16:creationId xmlns:a16="http://schemas.microsoft.com/office/drawing/2014/main" id="{5F7AAFEB-B349-CE48-B598-7D8A41BA2D5F}"/>
              </a:ext>
            </a:extLst>
          </p:cNvPr>
          <p:cNvCxnSpPr>
            <a:cxnSpLocks noChangeShapeType="1"/>
          </p:cNvCxnSpPr>
          <p:nvPr/>
        </p:nvCxnSpPr>
        <p:spPr bwMode="auto">
          <a:xfrm rot="5400000">
            <a:off x="6757874" y="5101714"/>
            <a:ext cx="419100" cy="1587"/>
          </a:xfrm>
          <a:prstGeom prst="straightConnector1">
            <a:avLst/>
          </a:prstGeom>
          <a:noFill/>
          <a:ln w="9525">
            <a:solidFill>
              <a:schemeClr val="tx1"/>
            </a:solidFill>
            <a:round/>
            <a:headEnd/>
            <a:tailEnd type="arrow" w="med" len="med"/>
          </a:ln>
          <a:extLst>
            <a:ext uri="{909E8E84-426E-40DD-AFC4-6F175D3DCCD1}">
              <a14:hiddenFill xmlns:a14="http://schemas.microsoft.com/office/drawing/2010/main">
                <a:noFill/>
              </a14:hiddenFill>
            </a:ext>
          </a:extLst>
        </p:spPr>
      </p:cxnSp>
      <p:sp>
        <p:nvSpPr>
          <p:cNvPr id="82976" name="Freeform 48">
            <a:extLst>
              <a:ext uri="{FF2B5EF4-FFF2-40B4-BE49-F238E27FC236}">
                <a16:creationId xmlns:a16="http://schemas.microsoft.com/office/drawing/2014/main" id="{40BD663C-56BC-214E-AE50-8BCF8F719639}"/>
              </a:ext>
            </a:extLst>
          </p:cNvPr>
          <p:cNvSpPr>
            <a:spLocks/>
          </p:cNvSpPr>
          <p:nvPr/>
        </p:nvSpPr>
        <p:spPr bwMode="auto">
          <a:xfrm>
            <a:off x="6076042" y="5307295"/>
            <a:ext cx="1797050" cy="320675"/>
          </a:xfrm>
          <a:custGeom>
            <a:avLst/>
            <a:gdLst>
              <a:gd name="T0" fmla="*/ 2147483646 w 1132"/>
              <a:gd name="T1" fmla="*/ 0 h 202"/>
              <a:gd name="T2" fmla="*/ 2147483646 w 1132"/>
              <a:gd name="T3" fmla="*/ 2147483646 h 202"/>
              <a:gd name="T4" fmla="*/ 2147483646 w 1132"/>
              <a:gd name="T5" fmla="*/ 2147483646 h 202"/>
              <a:gd name="T6" fmla="*/ 0 w 1132"/>
              <a:gd name="T7" fmla="*/ 0 h 202"/>
              <a:gd name="T8" fmla="*/ 2147483646 w 1132"/>
              <a:gd name="T9" fmla="*/ 0 h 202"/>
              <a:gd name="T10" fmla="*/ 0 60000 65536"/>
              <a:gd name="T11" fmla="*/ 0 60000 65536"/>
              <a:gd name="T12" fmla="*/ 0 60000 65536"/>
              <a:gd name="T13" fmla="*/ 0 60000 65536"/>
              <a:gd name="T14" fmla="*/ 0 60000 65536"/>
              <a:gd name="T15" fmla="*/ 0 w 1132"/>
              <a:gd name="T16" fmla="*/ 0 h 202"/>
              <a:gd name="T17" fmla="*/ 1132 w 1132"/>
              <a:gd name="T18" fmla="*/ 202 h 202"/>
            </a:gdLst>
            <a:ahLst/>
            <a:cxnLst>
              <a:cxn ang="T10">
                <a:pos x="T0" y="T1"/>
              </a:cxn>
              <a:cxn ang="T11">
                <a:pos x="T2" y="T3"/>
              </a:cxn>
              <a:cxn ang="T12">
                <a:pos x="T4" y="T5"/>
              </a:cxn>
              <a:cxn ang="T13">
                <a:pos x="T6" y="T7"/>
              </a:cxn>
              <a:cxn ang="T14">
                <a:pos x="T8" y="T9"/>
              </a:cxn>
            </a:cxnLst>
            <a:rect l="T15" t="T16" r="T17" b="T18"/>
            <a:pathLst>
              <a:path w="1132" h="202">
                <a:moveTo>
                  <a:pt x="1132" y="0"/>
                </a:moveTo>
                <a:lnTo>
                  <a:pt x="849" y="202"/>
                </a:lnTo>
                <a:lnTo>
                  <a:pt x="283" y="202"/>
                </a:lnTo>
                <a:lnTo>
                  <a:pt x="0" y="0"/>
                </a:lnTo>
                <a:lnTo>
                  <a:pt x="1132" y="0"/>
                </a:lnTo>
                <a:close/>
              </a:path>
            </a:pathLst>
          </a:custGeom>
          <a:noFill/>
          <a:ln w="1905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82977" name="Text Box 61">
            <a:extLst>
              <a:ext uri="{FF2B5EF4-FFF2-40B4-BE49-F238E27FC236}">
                <a16:creationId xmlns:a16="http://schemas.microsoft.com/office/drawing/2014/main" id="{AF11080A-DB07-484D-A731-9BC8D5207226}"/>
              </a:ext>
            </a:extLst>
          </p:cNvPr>
          <p:cNvSpPr txBox="1">
            <a:spLocks noChangeArrowheads="1"/>
          </p:cNvSpPr>
          <p:nvPr/>
        </p:nvSpPr>
        <p:spPr bwMode="auto">
          <a:xfrm>
            <a:off x="6623730" y="5283483"/>
            <a:ext cx="696912"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r>
              <a:rPr lang="en-US" altLang="en-US" sz="1800">
                <a:solidFill>
                  <a:srgbClr val="000000"/>
                </a:solidFill>
                <a:latin typeface="Arial" panose="020B0604020202020204" pitchFamily="34" charset="0"/>
              </a:rPr>
              <a:t>MUX</a:t>
            </a:r>
          </a:p>
        </p:txBody>
      </p:sp>
      <p:cxnSp>
        <p:nvCxnSpPr>
          <p:cNvPr id="82978" name="Straight Arrow Connector 121">
            <a:extLst>
              <a:ext uri="{FF2B5EF4-FFF2-40B4-BE49-F238E27FC236}">
                <a16:creationId xmlns:a16="http://schemas.microsoft.com/office/drawing/2014/main" id="{3AAF418E-9E3A-664C-991C-D45AA06ED2D7}"/>
              </a:ext>
            </a:extLst>
          </p:cNvPr>
          <p:cNvCxnSpPr>
            <a:cxnSpLocks noChangeShapeType="1"/>
          </p:cNvCxnSpPr>
          <p:nvPr/>
        </p:nvCxnSpPr>
        <p:spPr bwMode="auto">
          <a:xfrm rot="10800000">
            <a:off x="7644492" y="5467633"/>
            <a:ext cx="523875" cy="1587"/>
          </a:xfrm>
          <a:prstGeom prst="straightConnector1">
            <a:avLst/>
          </a:prstGeom>
          <a:noFill/>
          <a:ln w="9525">
            <a:solidFill>
              <a:schemeClr val="tx1"/>
            </a:solidFill>
            <a:round/>
            <a:headEnd/>
            <a:tailEnd type="arrow" w="med" len="med"/>
          </a:ln>
          <a:extLst>
            <a:ext uri="{909E8E84-426E-40DD-AFC4-6F175D3DCCD1}">
              <a14:hiddenFill xmlns:a14="http://schemas.microsoft.com/office/drawing/2010/main">
                <a:noFill/>
              </a14:hiddenFill>
            </a:ext>
          </a:extLst>
        </p:spPr>
      </p:cxnSp>
      <p:sp>
        <p:nvSpPr>
          <p:cNvPr id="82979" name="TextBox 122">
            <a:extLst>
              <a:ext uri="{FF2B5EF4-FFF2-40B4-BE49-F238E27FC236}">
                <a16:creationId xmlns:a16="http://schemas.microsoft.com/office/drawing/2014/main" id="{4FE531F9-6586-8A4B-BEE5-F31CA8894F60}"/>
              </a:ext>
            </a:extLst>
          </p:cNvPr>
          <p:cNvSpPr txBox="1">
            <a:spLocks noChangeArrowheads="1"/>
          </p:cNvSpPr>
          <p:nvPr/>
        </p:nvSpPr>
        <p:spPr bwMode="auto">
          <a:xfrm>
            <a:off x="7811180" y="5159658"/>
            <a:ext cx="1179512"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r>
              <a:rPr lang="en-US" altLang="en-US" sz="1400">
                <a:solidFill>
                  <a:srgbClr val="000000"/>
                </a:solidFill>
                <a:latin typeface="Arial" panose="020B0604020202020204" pitchFamily="34" charset="0"/>
              </a:rPr>
              <a:t>byte in block</a:t>
            </a:r>
          </a:p>
        </p:txBody>
      </p:sp>
      <p:cxnSp>
        <p:nvCxnSpPr>
          <p:cNvPr id="82980" name="Straight Arrow Connector 99">
            <a:extLst>
              <a:ext uri="{FF2B5EF4-FFF2-40B4-BE49-F238E27FC236}">
                <a16:creationId xmlns:a16="http://schemas.microsoft.com/office/drawing/2014/main" id="{0867E516-A3CB-B74D-8FA9-5C93F71E0482}"/>
              </a:ext>
            </a:extLst>
          </p:cNvPr>
          <p:cNvCxnSpPr>
            <a:cxnSpLocks noChangeShapeType="1"/>
          </p:cNvCxnSpPr>
          <p:nvPr/>
        </p:nvCxnSpPr>
        <p:spPr bwMode="auto">
          <a:xfrm rot="16200000" flipH="1">
            <a:off x="5000511" y="5777989"/>
            <a:ext cx="263525" cy="1587"/>
          </a:xfrm>
          <a:prstGeom prst="straightConnector1">
            <a:avLst/>
          </a:prstGeom>
          <a:noFill/>
          <a:ln w="9525">
            <a:solidFill>
              <a:schemeClr val="tx1"/>
            </a:solidFill>
            <a:round/>
            <a:headEnd/>
            <a:tailEnd type="arrow" w="med" len="med"/>
          </a:ln>
          <a:extLst>
            <a:ext uri="{909E8E84-426E-40DD-AFC4-6F175D3DCCD1}">
              <a14:hiddenFill xmlns:a14="http://schemas.microsoft.com/office/drawing/2010/main">
                <a:noFill/>
              </a14:hiddenFill>
            </a:ext>
          </a:extLst>
        </p:spPr>
      </p:cxnSp>
      <p:cxnSp>
        <p:nvCxnSpPr>
          <p:cNvPr id="82981" name="Straight Arrow Connector 100">
            <a:extLst>
              <a:ext uri="{FF2B5EF4-FFF2-40B4-BE49-F238E27FC236}">
                <a16:creationId xmlns:a16="http://schemas.microsoft.com/office/drawing/2014/main" id="{9078B791-2CF7-E446-9106-2313812B2E44}"/>
              </a:ext>
            </a:extLst>
          </p:cNvPr>
          <p:cNvCxnSpPr>
            <a:cxnSpLocks noChangeShapeType="1"/>
          </p:cNvCxnSpPr>
          <p:nvPr/>
        </p:nvCxnSpPr>
        <p:spPr bwMode="auto">
          <a:xfrm rot="16200000" flipH="1">
            <a:off x="6836454" y="5756558"/>
            <a:ext cx="265113" cy="1588"/>
          </a:xfrm>
          <a:prstGeom prst="straightConnector1">
            <a:avLst/>
          </a:prstGeom>
          <a:noFill/>
          <a:ln w="9525">
            <a:solidFill>
              <a:schemeClr val="tx1"/>
            </a:solidFill>
            <a:round/>
            <a:headEnd/>
            <a:tailEnd type="arrow" w="med" len="med"/>
          </a:ln>
          <a:extLst>
            <a:ext uri="{909E8E84-426E-40DD-AFC4-6F175D3DCCD1}">
              <a14:hiddenFill xmlns:a14="http://schemas.microsoft.com/office/drawing/2010/main">
                <a:noFill/>
              </a14:hiddenFill>
            </a:ext>
          </a:extLst>
        </p:spPr>
      </p:cxnSp>
      <p:sp>
        <p:nvSpPr>
          <p:cNvPr id="82982" name="TextBox 102">
            <a:extLst>
              <a:ext uri="{FF2B5EF4-FFF2-40B4-BE49-F238E27FC236}">
                <a16:creationId xmlns:a16="http://schemas.microsoft.com/office/drawing/2014/main" id="{6A235DD4-DBB1-6340-846E-F401B75DE877}"/>
              </a:ext>
            </a:extLst>
          </p:cNvPr>
          <p:cNvSpPr txBox="1">
            <a:spLocks noChangeArrowheads="1"/>
          </p:cNvSpPr>
          <p:nvPr/>
        </p:nvSpPr>
        <p:spPr bwMode="auto">
          <a:xfrm>
            <a:off x="5250542" y="5781958"/>
            <a:ext cx="593725"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r>
              <a:rPr lang="en-US" altLang="en-US" sz="1800">
                <a:solidFill>
                  <a:srgbClr val="000000"/>
                </a:solidFill>
                <a:latin typeface="Arial" panose="020B0604020202020204" pitchFamily="34" charset="0"/>
              </a:rPr>
              <a:t>Hit?</a:t>
            </a:r>
          </a:p>
        </p:txBody>
      </p:sp>
      <p:sp>
        <p:nvSpPr>
          <p:cNvPr id="82983" name="TextBox 103">
            <a:extLst>
              <a:ext uri="{FF2B5EF4-FFF2-40B4-BE49-F238E27FC236}">
                <a16:creationId xmlns:a16="http://schemas.microsoft.com/office/drawing/2014/main" id="{87939264-0174-9C46-8FE1-B6841B6B9E2D}"/>
              </a:ext>
            </a:extLst>
          </p:cNvPr>
          <p:cNvSpPr txBox="1">
            <a:spLocks noChangeArrowheads="1"/>
          </p:cNvSpPr>
          <p:nvPr/>
        </p:nvSpPr>
        <p:spPr bwMode="auto">
          <a:xfrm>
            <a:off x="7049180" y="5781958"/>
            <a:ext cx="671512"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r>
              <a:rPr lang="en-US" altLang="en-US" sz="1800">
                <a:solidFill>
                  <a:srgbClr val="000000"/>
                </a:solidFill>
                <a:latin typeface="Arial" panose="020B0604020202020204" pitchFamily="34" charset="0"/>
              </a:rPr>
              <a:t>Data</a:t>
            </a:r>
          </a:p>
        </p:txBody>
      </p:sp>
      <p:sp>
        <p:nvSpPr>
          <p:cNvPr id="2" name="TextBox 1">
            <a:extLst>
              <a:ext uri="{FF2B5EF4-FFF2-40B4-BE49-F238E27FC236}">
                <a16:creationId xmlns:a16="http://schemas.microsoft.com/office/drawing/2014/main" id="{A59A47AC-87A9-594F-A8D1-D5800D3E7993}"/>
              </a:ext>
            </a:extLst>
          </p:cNvPr>
          <p:cNvSpPr txBox="1"/>
          <p:nvPr/>
        </p:nvSpPr>
        <p:spPr>
          <a:xfrm>
            <a:off x="465753" y="953163"/>
            <a:ext cx="1220206" cy="307777"/>
          </a:xfrm>
          <a:prstGeom prst="rect">
            <a:avLst/>
          </a:prstGeom>
          <a:noFill/>
        </p:spPr>
        <p:txBody>
          <a:bodyPr wrap="none" rtlCol="0">
            <a:spAutoFit/>
          </a:bodyPr>
          <a:lstStyle/>
          <a:p>
            <a:r>
              <a:rPr lang="en-US" sz="1400" dirty="0"/>
              <a:t>Block: </a:t>
            </a:r>
            <a:r>
              <a:rPr lang="en-US" sz="1400" dirty="0">
                <a:solidFill>
                  <a:srgbClr val="FF0000"/>
                </a:solidFill>
              </a:rPr>
              <a:t>00</a:t>
            </a:r>
            <a:r>
              <a:rPr lang="en-US" sz="1400" b="1" dirty="0">
                <a:solidFill>
                  <a:schemeClr val="accent1">
                    <a:lumMod val="60000"/>
                    <a:lumOff val="40000"/>
                  </a:schemeClr>
                </a:solidFill>
              </a:rPr>
              <a:t>000</a:t>
            </a:r>
          </a:p>
        </p:txBody>
      </p:sp>
      <p:sp>
        <p:nvSpPr>
          <p:cNvPr id="104" name="TextBox 103">
            <a:extLst>
              <a:ext uri="{FF2B5EF4-FFF2-40B4-BE49-F238E27FC236}">
                <a16:creationId xmlns:a16="http://schemas.microsoft.com/office/drawing/2014/main" id="{93A07EF3-4793-2B4D-BB58-8ADD1938A2EE}"/>
              </a:ext>
            </a:extLst>
          </p:cNvPr>
          <p:cNvSpPr txBox="1"/>
          <p:nvPr/>
        </p:nvSpPr>
        <p:spPr>
          <a:xfrm>
            <a:off x="456194" y="1105563"/>
            <a:ext cx="1220206" cy="307777"/>
          </a:xfrm>
          <a:prstGeom prst="rect">
            <a:avLst/>
          </a:prstGeom>
          <a:noFill/>
        </p:spPr>
        <p:txBody>
          <a:bodyPr wrap="none" rtlCol="0">
            <a:spAutoFit/>
          </a:bodyPr>
          <a:lstStyle/>
          <a:p>
            <a:r>
              <a:rPr lang="en-US" sz="1400" dirty="0"/>
              <a:t>Block: 00001</a:t>
            </a:r>
          </a:p>
        </p:txBody>
      </p:sp>
      <p:sp>
        <p:nvSpPr>
          <p:cNvPr id="105" name="TextBox 104">
            <a:extLst>
              <a:ext uri="{FF2B5EF4-FFF2-40B4-BE49-F238E27FC236}">
                <a16:creationId xmlns:a16="http://schemas.microsoft.com/office/drawing/2014/main" id="{55C82DF6-B0C2-B243-AC53-E430E76EA042}"/>
              </a:ext>
            </a:extLst>
          </p:cNvPr>
          <p:cNvSpPr txBox="1"/>
          <p:nvPr/>
        </p:nvSpPr>
        <p:spPr>
          <a:xfrm>
            <a:off x="457200" y="1292423"/>
            <a:ext cx="1220206" cy="307777"/>
          </a:xfrm>
          <a:prstGeom prst="rect">
            <a:avLst/>
          </a:prstGeom>
          <a:noFill/>
        </p:spPr>
        <p:txBody>
          <a:bodyPr wrap="none" rtlCol="0">
            <a:spAutoFit/>
          </a:bodyPr>
          <a:lstStyle/>
          <a:p>
            <a:r>
              <a:rPr lang="en-US" sz="1400" dirty="0"/>
              <a:t>Block: 00010</a:t>
            </a:r>
          </a:p>
        </p:txBody>
      </p:sp>
      <p:sp>
        <p:nvSpPr>
          <p:cNvPr id="106" name="TextBox 105">
            <a:extLst>
              <a:ext uri="{FF2B5EF4-FFF2-40B4-BE49-F238E27FC236}">
                <a16:creationId xmlns:a16="http://schemas.microsoft.com/office/drawing/2014/main" id="{DE798633-5883-214B-BC1A-7993485CAD7B}"/>
              </a:ext>
            </a:extLst>
          </p:cNvPr>
          <p:cNvSpPr txBox="1"/>
          <p:nvPr/>
        </p:nvSpPr>
        <p:spPr>
          <a:xfrm>
            <a:off x="457200" y="1444823"/>
            <a:ext cx="1206869" cy="307777"/>
          </a:xfrm>
          <a:prstGeom prst="rect">
            <a:avLst/>
          </a:prstGeom>
          <a:noFill/>
        </p:spPr>
        <p:txBody>
          <a:bodyPr wrap="none" rtlCol="0">
            <a:spAutoFit/>
          </a:bodyPr>
          <a:lstStyle/>
          <a:p>
            <a:r>
              <a:rPr lang="en-US" sz="1400" dirty="0"/>
              <a:t>Block: 00011</a:t>
            </a:r>
          </a:p>
        </p:txBody>
      </p:sp>
      <p:sp>
        <p:nvSpPr>
          <p:cNvPr id="107" name="TextBox 106">
            <a:extLst>
              <a:ext uri="{FF2B5EF4-FFF2-40B4-BE49-F238E27FC236}">
                <a16:creationId xmlns:a16="http://schemas.microsoft.com/office/drawing/2014/main" id="{21B50193-EF49-FC4C-8AA2-267CF73F3D60}"/>
              </a:ext>
            </a:extLst>
          </p:cNvPr>
          <p:cNvSpPr txBox="1"/>
          <p:nvPr/>
        </p:nvSpPr>
        <p:spPr>
          <a:xfrm>
            <a:off x="456194" y="1600200"/>
            <a:ext cx="1220206" cy="307777"/>
          </a:xfrm>
          <a:prstGeom prst="rect">
            <a:avLst/>
          </a:prstGeom>
          <a:noFill/>
        </p:spPr>
        <p:txBody>
          <a:bodyPr wrap="none" rtlCol="0">
            <a:spAutoFit/>
          </a:bodyPr>
          <a:lstStyle/>
          <a:p>
            <a:r>
              <a:rPr lang="en-US" sz="1400" dirty="0"/>
              <a:t>Block: 00100</a:t>
            </a:r>
          </a:p>
        </p:txBody>
      </p:sp>
      <p:sp>
        <p:nvSpPr>
          <p:cNvPr id="108" name="TextBox 107">
            <a:extLst>
              <a:ext uri="{FF2B5EF4-FFF2-40B4-BE49-F238E27FC236}">
                <a16:creationId xmlns:a16="http://schemas.microsoft.com/office/drawing/2014/main" id="{2D4A92E3-2A6F-3A4C-8EBD-48022EBEA189}"/>
              </a:ext>
            </a:extLst>
          </p:cNvPr>
          <p:cNvSpPr txBox="1"/>
          <p:nvPr/>
        </p:nvSpPr>
        <p:spPr>
          <a:xfrm>
            <a:off x="457200" y="1752600"/>
            <a:ext cx="1220206" cy="307777"/>
          </a:xfrm>
          <a:prstGeom prst="rect">
            <a:avLst/>
          </a:prstGeom>
          <a:noFill/>
        </p:spPr>
        <p:txBody>
          <a:bodyPr wrap="none" rtlCol="0">
            <a:spAutoFit/>
          </a:bodyPr>
          <a:lstStyle/>
          <a:p>
            <a:r>
              <a:rPr lang="en-US" sz="1400" dirty="0"/>
              <a:t>Block: 00101</a:t>
            </a:r>
          </a:p>
        </p:txBody>
      </p:sp>
      <p:sp>
        <p:nvSpPr>
          <p:cNvPr id="109" name="TextBox 108">
            <a:extLst>
              <a:ext uri="{FF2B5EF4-FFF2-40B4-BE49-F238E27FC236}">
                <a16:creationId xmlns:a16="http://schemas.microsoft.com/office/drawing/2014/main" id="{43C8292A-BD44-3246-ACB3-A3FB38DB3C93}"/>
              </a:ext>
            </a:extLst>
          </p:cNvPr>
          <p:cNvSpPr txBox="1"/>
          <p:nvPr/>
        </p:nvSpPr>
        <p:spPr>
          <a:xfrm>
            <a:off x="457200" y="1978223"/>
            <a:ext cx="1206869" cy="307777"/>
          </a:xfrm>
          <a:prstGeom prst="rect">
            <a:avLst/>
          </a:prstGeom>
          <a:noFill/>
        </p:spPr>
        <p:txBody>
          <a:bodyPr wrap="none" rtlCol="0">
            <a:spAutoFit/>
          </a:bodyPr>
          <a:lstStyle/>
          <a:p>
            <a:r>
              <a:rPr lang="en-US" sz="1400" dirty="0"/>
              <a:t>Block: 00110</a:t>
            </a:r>
          </a:p>
        </p:txBody>
      </p:sp>
      <p:sp>
        <p:nvSpPr>
          <p:cNvPr id="110" name="TextBox 109">
            <a:extLst>
              <a:ext uri="{FF2B5EF4-FFF2-40B4-BE49-F238E27FC236}">
                <a16:creationId xmlns:a16="http://schemas.microsoft.com/office/drawing/2014/main" id="{89677197-7F1A-3A47-A292-73A5BF46559E}"/>
              </a:ext>
            </a:extLst>
          </p:cNvPr>
          <p:cNvSpPr txBox="1"/>
          <p:nvPr/>
        </p:nvSpPr>
        <p:spPr>
          <a:xfrm>
            <a:off x="457200" y="2133600"/>
            <a:ext cx="1193532" cy="307777"/>
          </a:xfrm>
          <a:prstGeom prst="rect">
            <a:avLst/>
          </a:prstGeom>
          <a:noFill/>
        </p:spPr>
        <p:txBody>
          <a:bodyPr wrap="none" rtlCol="0">
            <a:spAutoFit/>
          </a:bodyPr>
          <a:lstStyle/>
          <a:p>
            <a:r>
              <a:rPr lang="en-US" sz="1400" dirty="0"/>
              <a:t>Block: 00111</a:t>
            </a:r>
          </a:p>
        </p:txBody>
      </p:sp>
      <p:sp>
        <p:nvSpPr>
          <p:cNvPr id="111" name="TextBox 110">
            <a:extLst>
              <a:ext uri="{FF2B5EF4-FFF2-40B4-BE49-F238E27FC236}">
                <a16:creationId xmlns:a16="http://schemas.microsoft.com/office/drawing/2014/main" id="{3C4B074A-1811-194B-8E3A-91EAB5946436}"/>
              </a:ext>
            </a:extLst>
          </p:cNvPr>
          <p:cNvSpPr txBox="1"/>
          <p:nvPr/>
        </p:nvSpPr>
        <p:spPr>
          <a:xfrm>
            <a:off x="456194" y="2286000"/>
            <a:ext cx="1220206" cy="307777"/>
          </a:xfrm>
          <a:prstGeom prst="rect">
            <a:avLst/>
          </a:prstGeom>
          <a:noFill/>
        </p:spPr>
        <p:txBody>
          <a:bodyPr wrap="none" rtlCol="0">
            <a:spAutoFit/>
          </a:bodyPr>
          <a:lstStyle/>
          <a:p>
            <a:r>
              <a:rPr lang="en-US" sz="1400" dirty="0"/>
              <a:t>Block: </a:t>
            </a:r>
            <a:r>
              <a:rPr lang="en-US" sz="1400" dirty="0">
                <a:solidFill>
                  <a:srgbClr val="FF0000"/>
                </a:solidFill>
              </a:rPr>
              <a:t>01</a:t>
            </a:r>
            <a:r>
              <a:rPr lang="en-US" sz="1400" b="1" dirty="0">
                <a:solidFill>
                  <a:schemeClr val="accent1">
                    <a:lumMod val="60000"/>
                    <a:lumOff val="40000"/>
                  </a:schemeClr>
                </a:solidFill>
              </a:rPr>
              <a:t>000</a:t>
            </a:r>
          </a:p>
        </p:txBody>
      </p:sp>
      <p:sp>
        <p:nvSpPr>
          <p:cNvPr id="112" name="TextBox 111">
            <a:extLst>
              <a:ext uri="{FF2B5EF4-FFF2-40B4-BE49-F238E27FC236}">
                <a16:creationId xmlns:a16="http://schemas.microsoft.com/office/drawing/2014/main" id="{AC4D6C54-CCBF-7B4D-BB25-9CC26DF1E6A4}"/>
              </a:ext>
            </a:extLst>
          </p:cNvPr>
          <p:cNvSpPr txBox="1"/>
          <p:nvPr/>
        </p:nvSpPr>
        <p:spPr>
          <a:xfrm>
            <a:off x="446635" y="2438400"/>
            <a:ext cx="1220206" cy="307777"/>
          </a:xfrm>
          <a:prstGeom prst="rect">
            <a:avLst/>
          </a:prstGeom>
          <a:noFill/>
        </p:spPr>
        <p:txBody>
          <a:bodyPr wrap="none" rtlCol="0">
            <a:spAutoFit/>
          </a:bodyPr>
          <a:lstStyle/>
          <a:p>
            <a:r>
              <a:rPr lang="en-US" sz="1400" dirty="0"/>
              <a:t>Block: 01001</a:t>
            </a:r>
          </a:p>
        </p:txBody>
      </p:sp>
      <p:sp>
        <p:nvSpPr>
          <p:cNvPr id="113" name="TextBox 112">
            <a:extLst>
              <a:ext uri="{FF2B5EF4-FFF2-40B4-BE49-F238E27FC236}">
                <a16:creationId xmlns:a16="http://schemas.microsoft.com/office/drawing/2014/main" id="{BFD553AB-98E2-6B49-9983-FFB0EF1BB49F}"/>
              </a:ext>
            </a:extLst>
          </p:cNvPr>
          <p:cNvSpPr txBox="1"/>
          <p:nvPr/>
        </p:nvSpPr>
        <p:spPr>
          <a:xfrm>
            <a:off x="447641" y="2625260"/>
            <a:ext cx="1220206" cy="307777"/>
          </a:xfrm>
          <a:prstGeom prst="rect">
            <a:avLst/>
          </a:prstGeom>
          <a:noFill/>
        </p:spPr>
        <p:txBody>
          <a:bodyPr wrap="none" rtlCol="0">
            <a:spAutoFit/>
          </a:bodyPr>
          <a:lstStyle/>
          <a:p>
            <a:r>
              <a:rPr lang="en-US" sz="1400" dirty="0"/>
              <a:t>Block: 01010</a:t>
            </a:r>
          </a:p>
        </p:txBody>
      </p:sp>
      <p:sp>
        <p:nvSpPr>
          <p:cNvPr id="114" name="TextBox 113">
            <a:extLst>
              <a:ext uri="{FF2B5EF4-FFF2-40B4-BE49-F238E27FC236}">
                <a16:creationId xmlns:a16="http://schemas.microsoft.com/office/drawing/2014/main" id="{4AF7A6A8-AD0F-5F46-819F-B4EDFA7ED4D8}"/>
              </a:ext>
            </a:extLst>
          </p:cNvPr>
          <p:cNvSpPr txBox="1"/>
          <p:nvPr/>
        </p:nvSpPr>
        <p:spPr>
          <a:xfrm>
            <a:off x="447641" y="2777660"/>
            <a:ext cx="1206869" cy="307777"/>
          </a:xfrm>
          <a:prstGeom prst="rect">
            <a:avLst/>
          </a:prstGeom>
          <a:noFill/>
        </p:spPr>
        <p:txBody>
          <a:bodyPr wrap="none" rtlCol="0">
            <a:spAutoFit/>
          </a:bodyPr>
          <a:lstStyle/>
          <a:p>
            <a:r>
              <a:rPr lang="en-US" sz="1400" dirty="0"/>
              <a:t>Block: 01011</a:t>
            </a:r>
          </a:p>
        </p:txBody>
      </p:sp>
      <p:sp>
        <p:nvSpPr>
          <p:cNvPr id="115" name="TextBox 114">
            <a:extLst>
              <a:ext uri="{FF2B5EF4-FFF2-40B4-BE49-F238E27FC236}">
                <a16:creationId xmlns:a16="http://schemas.microsoft.com/office/drawing/2014/main" id="{1BB59534-F600-BF48-8A0E-5F486F260B52}"/>
              </a:ext>
            </a:extLst>
          </p:cNvPr>
          <p:cNvSpPr txBox="1"/>
          <p:nvPr/>
        </p:nvSpPr>
        <p:spPr>
          <a:xfrm>
            <a:off x="446635" y="2933037"/>
            <a:ext cx="1206869" cy="307777"/>
          </a:xfrm>
          <a:prstGeom prst="rect">
            <a:avLst/>
          </a:prstGeom>
          <a:noFill/>
        </p:spPr>
        <p:txBody>
          <a:bodyPr wrap="none" rtlCol="0">
            <a:spAutoFit/>
          </a:bodyPr>
          <a:lstStyle/>
          <a:p>
            <a:r>
              <a:rPr lang="en-US" sz="1400" dirty="0"/>
              <a:t>Block: 01100</a:t>
            </a:r>
          </a:p>
        </p:txBody>
      </p:sp>
      <p:sp>
        <p:nvSpPr>
          <p:cNvPr id="116" name="TextBox 115">
            <a:extLst>
              <a:ext uri="{FF2B5EF4-FFF2-40B4-BE49-F238E27FC236}">
                <a16:creationId xmlns:a16="http://schemas.microsoft.com/office/drawing/2014/main" id="{D76E6AC4-736B-C148-B253-901AD0E84074}"/>
              </a:ext>
            </a:extLst>
          </p:cNvPr>
          <p:cNvSpPr txBox="1"/>
          <p:nvPr/>
        </p:nvSpPr>
        <p:spPr>
          <a:xfrm>
            <a:off x="447641" y="3085437"/>
            <a:ext cx="1206869" cy="307777"/>
          </a:xfrm>
          <a:prstGeom prst="rect">
            <a:avLst/>
          </a:prstGeom>
          <a:noFill/>
        </p:spPr>
        <p:txBody>
          <a:bodyPr wrap="none" rtlCol="0">
            <a:spAutoFit/>
          </a:bodyPr>
          <a:lstStyle/>
          <a:p>
            <a:r>
              <a:rPr lang="en-US" sz="1400" dirty="0"/>
              <a:t>Block: 01101</a:t>
            </a:r>
          </a:p>
        </p:txBody>
      </p:sp>
      <p:sp>
        <p:nvSpPr>
          <p:cNvPr id="117" name="TextBox 116">
            <a:extLst>
              <a:ext uri="{FF2B5EF4-FFF2-40B4-BE49-F238E27FC236}">
                <a16:creationId xmlns:a16="http://schemas.microsoft.com/office/drawing/2014/main" id="{FBE51646-C9DD-E24A-9900-19E6D7DCE73E}"/>
              </a:ext>
            </a:extLst>
          </p:cNvPr>
          <p:cNvSpPr txBox="1"/>
          <p:nvPr/>
        </p:nvSpPr>
        <p:spPr>
          <a:xfrm>
            <a:off x="447641" y="3311060"/>
            <a:ext cx="1193532" cy="307777"/>
          </a:xfrm>
          <a:prstGeom prst="rect">
            <a:avLst/>
          </a:prstGeom>
          <a:noFill/>
        </p:spPr>
        <p:txBody>
          <a:bodyPr wrap="none" rtlCol="0">
            <a:spAutoFit/>
          </a:bodyPr>
          <a:lstStyle/>
          <a:p>
            <a:r>
              <a:rPr lang="en-US" sz="1400" dirty="0"/>
              <a:t>Block: 01110</a:t>
            </a:r>
          </a:p>
        </p:txBody>
      </p:sp>
      <p:sp>
        <p:nvSpPr>
          <p:cNvPr id="118" name="TextBox 117">
            <a:extLst>
              <a:ext uri="{FF2B5EF4-FFF2-40B4-BE49-F238E27FC236}">
                <a16:creationId xmlns:a16="http://schemas.microsoft.com/office/drawing/2014/main" id="{D3291F01-1F11-4B4F-A2E5-58B85E82F92B}"/>
              </a:ext>
            </a:extLst>
          </p:cNvPr>
          <p:cNvSpPr txBox="1"/>
          <p:nvPr/>
        </p:nvSpPr>
        <p:spPr>
          <a:xfrm>
            <a:off x="447641" y="3466437"/>
            <a:ext cx="1180195" cy="307777"/>
          </a:xfrm>
          <a:prstGeom prst="rect">
            <a:avLst/>
          </a:prstGeom>
          <a:noFill/>
        </p:spPr>
        <p:txBody>
          <a:bodyPr wrap="none" rtlCol="0">
            <a:spAutoFit/>
          </a:bodyPr>
          <a:lstStyle/>
          <a:p>
            <a:r>
              <a:rPr lang="en-US" sz="1400" dirty="0"/>
              <a:t>Block: 01111</a:t>
            </a:r>
          </a:p>
        </p:txBody>
      </p:sp>
      <p:sp>
        <p:nvSpPr>
          <p:cNvPr id="119" name="TextBox 118">
            <a:extLst>
              <a:ext uri="{FF2B5EF4-FFF2-40B4-BE49-F238E27FC236}">
                <a16:creationId xmlns:a16="http://schemas.microsoft.com/office/drawing/2014/main" id="{A9AFF4D6-4804-9A47-BA1A-8854FCFC188F}"/>
              </a:ext>
            </a:extLst>
          </p:cNvPr>
          <p:cNvSpPr txBox="1"/>
          <p:nvPr/>
        </p:nvSpPr>
        <p:spPr>
          <a:xfrm>
            <a:off x="456194" y="3617186"/>
            <a:ext cx="1220206" cy="307777"/>
          </a:xfrm>
          <a:prstGeom prst="rect">
            <a:avLst/>
          </a:prstGeom>
          <a:noFill/>
        </p:spPr>
        <p:txBody>
          <a:bodyPr wrap="none" rtlCol="0">
            <a:spAutoFit/>
          </a:bodyPr>
          <a:lstStyle/>
          <a:p>
            <a:r>
              <a:rPr lang="en-US" sz="1400" dirty="0"/>
              <a:t>Block: </a:t>
            </a:r>
            <a:r>
              <a:rPr lang="en-US" sz="1400" dirty="0">
                <a:solidFill>
                  <a:srgbClr val="FF0000"/>
                </a:solidFill>
              </a:rPr>
              <a:t>10</a:t>
            </a:r>
            <a:r>
              <a:rPr lang="en-US" sz="1400" b="1" dirty="0">
                <a:solidFill>
                  <a:schemeClr val="accent1">
                    <a:lumMod val="60000"/>
                    <a:lumOff val="40000"/>
                  </a:schemeClr>
                </a:solidFill>
              </a:rPr>
              <a:t>000</a:t>
            </a:r>
          </a:p>
        </p:txBody>
      </p:sp>
      <p:sp>
        <p:nvSpPr>
          <p:cNvPr id="120" name="TextBox 119">
            <a:extLst>
              <a:ext uri="{FF2B5EF4-FFF2-40B4-BE49-F238E27FC236}">
                <a16:creationId xmlns:a16="http://schemas.microsoft.com/office/drawing/2014/main" id="{0051DB5D-56C3-AA4A-A39C-070FCA39CEED}"/>
              </a:ext>
            </a:extLst>
          </p:cNvPr>
          <p:cNvSpPr txBox="1"/>
          <p:nvPr/>
        </p:nvSpPr>
        <p:spPr>
          <a:xfrm>
            <a:off x="446635" y="3769586"/>
            <a:ext cx="1220206" cy="307777"/>
          </a:xfrm>
          <a:prstGeom prst="rect">
            <a:avLst/>
          </a:prstGeom>
          <a:noFill/>
        </p:spPr>
        <p:txBody>
          <a:bodyPr wrap="none" rtlCol="0">
            <a:spAutoFit/>
          </a:bodyPr>
          <a:lstStyle/>
          <a:p>
            <a:r>
              <a:rPr lang="en-US" sz="1400" dirty="0"/>
              <a:t>Block: 10001</a:t>
            </a:r>
          </a:p>
        </p:txBody>
      </p:sp>
      <p:sp>
        <p:nvSpPr>
          <p:cNvPr id="121" name="TextBox 120">
            <a:extLst>
              <a:ext uri="{FF2B5EF4-FFF2-40B4-BE49-F238E27FC236}">
                <a16:creationId xmlns:a16="http://schemas.microsoft.com/office/drawing/2014/main" id="{B30BE0FD-46E5-EB48-A439-C5BCCCD62353}"/>
              </a:ext>
            </a:extLst>
          </p:cNvPr>
          <p:cNvSpPr txBox="1"/>
          <p:nvPr/>
        </p:nvSpPr>
        <p:spPr>
          <a:xfrm>
            <a:off x="447641" y="3956446"/>
            <a:ext cx="1220206" cy="307777"/>
          </a:xfrm>
          <a:prstGeom prst="rect">
            <a:avLst/>
          </a:prstGeom>
          <a:noFill/>
        </p:spPr>
        <p:txBody>
          <a:bodyPr wrap="none" rtlCol="0">
            <a:spAutoFit/>
          </a:bodyPr>
          <a:lstStyle/>
          <a:p>
            <a:r>
              <a:rPr lang="en-US" sz="1400" dirty="0"/>
              <a:t>Block: 10010</a:t>
            </a:r>
          </a:p>
        </p:txBody>
      </p:sp>
      <p:sp>
        <p:nvSpPr>
          <p:cNvPr id="122" name="TextBox 121">
            <a:extLst>
              <a:ext uri="{FF2B5EF4-FFF2-40B4-BE49-F238E27FC236}">
                <a16:creationId xmlns:a16="http://schemas.microsoft.com/office/drawing/2014/main" id="{5DAF5082-44DE-144A-AD74-3B42A613AE4B}"/>
              </a:ext>
            </a:extLst>
          </p:cNvPr>
          <p:cNvSpPr txBox="1"/>
          <p:nvPr/>
        </p:nvSpPr>
        <p:spPr>
          <a:xfrm>
            <a:off x="447641" y="4108846"/>
            <a:ext cx="1206869" cy="307777"/>
          </a:xfrm>
          <a:prstGeom prst="rect">
            <a:avLst/>
          </a:prstGeom>
          <a:noFill/>
        </p:spPr>
        <p:txBody>
          <a:bodyPr wrap="none" rtlCol="0">
            <a:spAutoFit/>
          </a:bodyPr>
          <a:lstStyle/>
          <a:p>
            <a:r>
              <a:rPr lang="en-US" sz="1400" dirty="0"/>
              <a:t>Block: 10011</a:t>
            </a:r>
          </a:p>
        </p:txBody>
      </p:sp>
      <p:sp>
        <p:nvSpPr>
          <p:cNvPr id="123" name="TextBox 122">
            <a:extLst>
              <a:ext uri="{FF2B5EF4-FFF2-40B4-BE49-F238E27FC236}">
                <a16:creationId xmlns:a16="http://schemas.microsoft.com/office/drawing/2014/main" id="{49C83696-4C39-E745-9A24-E5ED70261BC9}"/>
              </a:ext>
            </a:extLst>
          </p:cNvPr>
          <p:cNvSpPr txBox="1"/>
          <p:nvPr/>
        </p:nvSpPr>
        <p:spPr>
          <a:xfrm>
            <a:off x="446635" y="4264223"/>
            <a:ext cx="1220206" cy="307777"/>
          </a:xfrm>
          <a:prstGeom prst="rect">
            <a:avLst/>
          </a:prstGeom>
          <a:noFill/>
        </p:spPr>
        <p:txBody>
          <a:bodyPr wrap="none" rtlCol="0">
            <a:spAutoFit/>
          </a:bodyPr>
          <a:lstStyle/>
          <a:p>
            <a:r>
              <a:rPr lang="en-US" sz="1400" dirty="0"/>
              <a:t>Block: 10100</a:t>
            </a:r>
          </a:p>
        </p:txBody>
      </p:sp>
      <p:sp>
        <p:nvSpPr>
          <p:cNvPr id="124" name="TextBox 123">
            <a:extLst>
              <a:ext uri="{FF2B5EF4-FFF2-40B4-BE49-F238E27FC236}">
                <a16:creationId xmlns:a16="http://schemas.microsoft.com/office/drawing/2014/main" id="{F680AE27-9900-CC4A-BD4B-52237E237376}"/>
              </a:ext>
            </a:extLst>
          </p:cNvPr>
          <p:cNvSpPr txBox="1"/>
          <p:nvPr/>
        </p:nvSpPr>
        <p:spPr>
          <a:xfrm>
            <a:off x="447641" y="4416623"/>
            <a:ext cx="1220206" cy="307777"/>
          </a:xfrm>
          <a:prstGeom prst="rect">
            <a:avLst/>
          </a:prstGeom>
          <a:noFill/>
        </p:spPr>
        <p:txBody>
          <a:bodyPr wrap="none" rtlCol="0">
            <a:spAutoFit/>
          </a:bodyPr>
          <a:lstStyle/>
          <a:p>
            <a:r>
              <a:rPr lang="en-US" sz="1400" dirty="0"/>
              <a:t>Block: 10101</a:t>
            </a:r>
          </a:p>
        </p:txBody>
      </p:sp>
      <p:sp>
        <p:nvSpPr>
          <p:cNvPr id="125" name="TextBox 124">
            <a:extLst>
              <a:ext uri="{FF2B5EF4-FFF2-40B4-BE49-F238E27FC236}">
                <a16:creationId xmlns:a16="http://schemas.microsoft.com/office/drawing/2014/main" id="{5775F5A1-522E-8144-A741-3DBB2CF88747}"/>
              </a:ext>
            </a:extLst>
          </p:cNvPr>
          <p:cNvSpPr txBox="1"/>
          <p:nvPr/>
        </p:nvSpPr>
        <p:spPr>
          <a:xfrm>
            <a:off x="447641" y="4642246"/>
            <a:ext cx="1206869" cy="307777"/>
          </a:xfrm>
          <a:prstGeom prst="rect">
            <a:avLst/>
          </a:prstGeom>
          <a:noFill/>
        </p:spPr>
        <p:txBody>
          <a:bodyPr wrap="none" rtlCol="0">
            <a:spAutoFit/>
          </a:bodyPr>
          <a:lstStyle/>
          <a:p>
            <a:r>
              <a:rPr lang="en-US" sz="1400" dirty="0"/>
              <a:t>Block: 10110</a:t>
            </a:r>
          </a:p>
        </p:txBody>
      </p:sp>
      <p:sp>
        <p:nvSpPr>
          <p:cNvPr id="126" name="TextBox 125">
            <a:extLst>
              <a:ext uri="{FF2B5EF4-FFF2-40B4-BE49-F238E27FC236}">
                <a16:creationId xmlns:a16="http://schemas.microsoft.com/office/drawing/2014/main" id="{8F4A826D-91DE-5549-8747-B7090F30511E}"/>
              </a:ext>
            </a:extLst>
          </p:cNvPr>
          <p:cNvSpPr txBox="1"/>
          <p:nvPr/>
        </p:nvSpPr>
        <p:spPr>
          <a:xfrm>
            <a:off x="447641" y="4797623"/>
            <a:ext cx="1193532" cy="307777"/>
          </a:xfrm>
          <a:prstGeom prst="rect">
            <a:avLst/>
          </a:prstGeom>
          <a:noFill/>
        </p:spPr>
        <p:txBody>
          <a:bodyPr wrap="none" rtlCol="0">
            <a:spAutoFit/>
          </a:bodyPr>
          <a:lstStyle/>
          <a:p>
            <a:r>
              <a:rPr lang="en-US" sz="1400" dirty="0"/>
              <a:t>Block: 10111</a:t>
            </a:r>
          </a:p>
        </p:txBody>
      </p:sp>
      <p:sp>
        <p:nvSpPr>
          <p:cNvPr id="134" name="TextBox 133">
            <a:extLst>
              <a:ext uri="{FF2B5EF4-FFF2-40B4-BE49-F238E27FC236}">
                <a16:creationId xmlns:a16="http://schemas.microsoft.com/office/drawing/2014/main" id="{FFE62B6B-8F1C-3A49-8206-2279D4309DA3}"/>
              </a:ext>
            </a:extLst>
          </p:cNvPr>
          <p:cNvSpPr txBox="1"/>
          <p:nvPr/>
        </p:nvSpPr>
        <p:spPr>
          <a:xfrm>
            <a:off x="456194" y="4988786"/>
            <a:ext cx="1206869" cy="307777"/>
          </a:xfrm>
          <a:prstGeom prst="rect">
            <a:avLst/>
          </a:prstGeom>
          <a:noFill/>
        </p:spPr>
        <p:txBody>
          <a:bodyPr wrap="none" rtlCol="0">
            <a:spAutoFit/>
          </a:bodyPr>
          <a:lstStyle/>
          <a:p>
            <a:r>
              <a:rPr lang="en-US" sz="1400" dirty="0"/>
              <a:t>Block: </a:t>
            </a:r>
            <a:r>
              <a:rPr lang="en-US" sz="1400" dirty="0">
                <a:solidFill>
                  <a:srgbClr val="FF0000"/>
                </a:solidFill>
              </a:rPr>
              <a:t>11</a:t>
            </a:r>
            <a:r>
              <a:rPr lang="en-US" sz="1400" b="1" dirty="0">
                <a:solidFill>
                  <a:schemeClr val="accent1">
                    <a:lumMod val="60000"/>
                    <a:lumOff val="40000"/>
                  </a:schemeClr>
                </a:solidFill>
              </a:rPr>
              <a:t>000</a:t>
            </a:r>
          </a:p>
        </p:txBody>
      </p:sp>
      <p:sp>
        <p:nvSpPr>
          <p:cNvPr id="135" name="TextBox 134">
            <a:extLst>
              <a:ext uri="{FF2B5EF4-FFF2-40B4-BE49-F238E27FC236}">
                <a16:creationId xmlns:a16="http://schemas.microsoft.com/office/drawing/2014/main" id="{913DCF7A-4055-484A-9CA2-B32D57B29DEF}"/>
              </a:ext>
            </a:extLst>
          </p:cNvPr>
          <p:cNvSpPr txBox="1"/>
          <p:nvPr/>
        </p:nvSpPr>
        <p:spPr>
          <a:xfrm>
            <a:off x="446635" y="5141186"/>
            <a:ext cx="1206869" cy="307777"/>
          </a:xfrm>
          <a:prstGeom prst="rect">
            <a:avLst/>
          </a:prstGeom>
          <a:noFill/>
        </p:spPr>
        <p:txBody>
          <a:bodyPr wrap="none" rtlCol="0">
            <a:spAutoFit/>
          </a:bodyPr>
          <a:lstStyle/>
          <a:p>
            <a:r>
              <a:rPr lang="en-US" sz="1400" dirty="0"/>
              <a:t>Block: 11001</a:t>
            </a:r>
          </a:p>
        </p:txBody>
      </p:sp>
      <p:sp>
        <p:nvSpPr>
          <p:cNvPr id="136" name="TextBox 135">
            <a:extLst>
              <a:ext uri="{FF2B5EF4-FFF2-40B4-BE49-F238E27FC236}">
                <a16:creationId xmlns:a16="http://schemas.microsoft.com/office/drawing/2014/main" id="{A75ACCA5-B3D7-FD48-B1B0-B0CDCEFB0058}"/>
              </a:ext>
            </a:extLst>
          </p:cNvPr>
          <p:cNvSpPr txBox="1"/>
          <p:nvPr/>
        </p:nvSpPr>
        <p:spPr>
          <a:xfrm>
            <a:off x="447641" y="5328046"/>
            <a:ext cx="1206869" cy="307777"/>
          </a:xfrm>
          <a:prstGeom prst="rect">
            <a:avLst/>
          </a:prstGeom>
          <a:noFill/>
        </p:spPr>
        <p:txBody>
          <a:bodyPr wrap="none" rtlCol="0">
            <a:spAutoFit/>
          </a:bodyPr>
          <a:lstStyle/>
          <a:p>
            <a:r>
              <a:rPr lang="en-US" sz="1400" dirty="0"/>
              <a:t>Block: 11010</a:t>
            </a:r>
          </a:p>
        </p:txBody>
      </p:sp>
      <p:sp>
        <p:nvSpPr>
          <p:cNvPr id="137" name="TextBox 136">
            <a:extLst>
              <a:ext uri="{FF2B5EF4-FFF2-40B4-BE49-F238E27FC236}">
                <a16:creationId xmlns:a16="http://schemas.microsoft.com/office/drawing/2014/main" id="{297CA6AA-88BD-564B-9EEE-B82E89633F03}"/>
              </a:ext>
            </a:extLst>
          </p:cNvPr>
          <p:cNvSpPr txBox="1"/>
          <p:nvPr/>
        </p:nvSpPr>
        <p:spPr>
          <a:xfrm>
            <a:off x="447641" y="5480446"/>
            <a:ext cx="1193532" cy="307777"/>
          </a:xfrm>
          <a:prstGeom prst="rect">
            <a:avLst/>
          </a:prstGeom>
          <a:noFill/>
        </p:spPr>
        <p:txBody>
          <a:bodyPr wrap="none" rtlCol="0">
            <a:spAutoFit/>
          </a:bodyPr>
          <a:lstStyle/>
          <a:p>
            <a:r>
              <a:rPr lang="en-US" sz="1400" dirty="0"/>
              <a:t>Block: 11011</a:t>
            </a:r>
          </a:p>
        </p:txBody>
      </p:sp>
      <p:sp>
        <p:nvSpPr>
          <p:cNvPr id="138" name="TextBox 137">
            <a:extLst>
              <a:ext uri="{FF2B5EF4-FFF2-40B4-BE49-F238E27FC236}">
                <a16:creationId xmlns:a16="http://schemas.microsoft.com/office/drawing/2014/main" id="{020D6A1B-8EF1-D44A-8811-A1A3A4BB0DBF}"/>
              </a:ext>
            </a:extLst>
          </p:cNvPr>
          <p:cNvSpPr txBox="1"/>
          <p:nvPr/>
        </p:nvSpPr>
        <p:spPr>
          <a:xfrm>
            <a:off x="446635" y="5635823"/>
            <a:ext cx="1193532" cy="307777"/>
          </a:xfrm>
          <a:prstGeom prst="rect">
            <a:avLst/>
          </a:prstGeom>
          <a:noFill/>
        </p:spPr>
        <p:txBody>
          <a:bodyPr wrap="none" rtlCol="0">
            <a:spAutoFit/>
          </a:bodyPr>
          <a:lstStyle/>
          <a:p>
            <a:r>
              <a:rPr lang="en-US" sz="1400" dirty="0"/>
              <a:t>Block: 11100</a:t>
            </a:r>
          </a:p>
        </p:txBody>
      </p:sp>
      <p:sp>
        <p:nvSpPr>
          <p:cNvPr id="139" name="TextBox 138">
            <a:extLst>
              <a:ext uri="{FF2B5EF4-FFF2-40B4-BE49-F238E27FC236}">
                <a16:creationId xmlns:a16="http://schemas.microsoft.com/office/drawing/2014/main" id="{47C371D9-A79B-664F-9561-25590C9E500B}"/>
              </a:ext>
            </a:extLst>
          </p:cNvPr>
          <p:cNvSpPr txBox="1"/>
          <p:nvPr/>
        </p:nvSpPr>
        <p:spPr>
          <a:xfrm>
            <a:off x="447641" y="5791200"/>
            <a:ext cx="1193532" cy="307777"/>
          </a:xfrm>
          <a:prstGeom prst="rect">
            <a:avLst/>
          </a:prstGeom>
          <a:noFill/>
        </p:spPr>
        <p:txBody>
          <a:bodyPr wrap="none" rtlCol="0">
            <a:spAutoFit/>
          </a:bodyPr>
          <a:lstStyle/>
          <a:p>
            <a:r>
              <a:rPr lang="en-US" sz="1400" dirty="0"/>
              <a:t>Block: 11101</a:t>
            </a:r>
          </a:p>
        </p:txBody>
      </p:sp>
      <p:sp>
        <p:nvSpPr>
          <p:cNvPr id="140" name="TextBox 139">
            <a:extLst>
              <a:ext uri="{FF2B5EF4-FFF2-40B4-BE49-F238E27FC236}">
                <a16:creationId xmlns:a16="http://schemas.microsoft.com/office/drawing/2014/main" id="{8D8033AC-1641-D74B-8133-BFA62BD8100D}"/>
              </a:ext>
            </a:extLst>
          </p:cNvPr>
          <p:cNvSpPr txBox="1"/>
          <p:nvPr/>
        </p:nvSpPr>
        <p:spPr>
          <a:xfrm>
            <a:off x="447641" y="6013846"/>
            <a:ext cx="1180195" cy="307777"/>
          </a:xfrm>
          <a:prstGeom prst="rect">
            <a:avLst/>
          </a:prstGeom>
          <a:noFill/>
        </p:spPr>
        <p:txBody>
          <a:bodyPr wrap="none" rtlCol="0">
            <a:spAutoFit/>
          </a:bodyPr>
          <a:lstStyle/>
          <a:p>
            <a:r>
              <a:rPr lang="en-US" sz="1400" dirty="0"/>
              <a:t>Block: 11110</a:t>
            </a:r>
          </a:p>
        </p:txBody>
      </p:sp>
      <p:sp>
        <p:nvSpPr>
          <p:cNvPr id="141" name="TextBox 140">
            <a:extLst>
              <a:ext uri="{FF2B5EF4-FFF2-40B4-BE49-F238E27FC236}">
                <a16:creationId xmlns:a16="http://schemas.microsoft.com/office/drawing/2014/main" id="{0D2F7A5E-7663-1B43-99EA-494DD2F30778}"/>
              </a:ext>
            </a:extLst>
          </p:cNvPr>
          <p:cNvSpPr txBox="1"/>
          <p:nvPr/>
        </p:nvSpPr>
        <p:spPr>
          <a:xfrm>
            <a:off x="447641" y="6169223"/>
            <a:ext cx="1166858" cy="307777"/>
          </a:xfrm>
          <a:prstGeom prst="rect">
            <a:avLst/>
          </a:prstGeom>
          <a:noFill/>
        </p:spPr>
        <p:txBody>
          <a:bodyPr wrap="none" rtlCol="0">
            <a:spAutoFit/>
          </a:bodyPr>
          <a:lstStyle/>
          <a:p>
            <a:r>
              <a:rPr lang="en-US" sz="1400" dirty="0"/>
              <a:t>Block: 11111</a:t>
            </a:r>
          </a:p>
        </p:txBody>
      </p:sp>
      <p:sp>
        <p:nvSpPr>
          <p:cNvPr id="3" name="TextBox 2">
            <a:extLst>
              <a:ext uri="{FF2B5EF4-FFF2-40B4-BE49-F238E27FC236}">
                <a16:creationId xmlns:a16="http://schemas.microsoft.com/office/drawing/2014/main" id="{BBF531E0-BE20-1747-8619-6B37FF2A0368}"/>
              </a:ext>
            </a:extLst>
          </p:cNvPr>
          <p:cNvSpPr txBox="1"/>
          <p:nvPr/>
        </p:nvSpPr>
        <p:spPr>
          <a:xfrm>
            <a:off x="234270" y="6406118"/>
            <a:ext cx="1749197" cy="369332"/>
          </a:xfrm>
          <a:prstGeom prst="rect">
            <a:avLst/>
          </a:prstGeom>
          <a:noFill/>
        </p:spPr>
        <p:txBody>
          <a:bodyPr wrap="none" rtlCol="0">
            <a:spAutoFit/>
          </a:bodyPr>
          <a:lstStyle/>
          <a:p>
            <a:r>
              <a:rPr lang="en-US" b="1" dirty="0"/>
              <a:t>Main memory:</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2946">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2948"/>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04"/>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05"/>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06"/>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07"/>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08"/>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09"/>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10"/>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11"/>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12"/>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13"/>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114"/>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115"/>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116"/>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117"/>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118"/>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119"/>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120"/>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121"/>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122"/>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123"/>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124"/>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125"/>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126"/>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134"/>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135"/>
                                        </p:tgtEl>
                                        <p:attrNameLst>
                                          <p:attrName>style.visibility</p:attrName>
                                        </p:attrNameLst>
                                      </p:cBhvr>
                                      <p:to>
                                        <p:strVal val="visible"/>
                                      </p:to>
                                    </p:set>
                                  </p:childTnLst>
                                </p:cTn>
                              </p:par>
                              <p:par>
                                <p:cTn id="63" presetID="1" presetClass="entr" presetSubtype="0" fill="hold" grpId="0" nodeType="withEffect">
                                  <p:stCondLst>
                                    <p:cond delay="0"/>
                                  </p:stCondLst>
                                  <p:childTnLst>
                                    <p:set>
                                      <p:cBhvr>
                                        <p:cTn id="64" dur="1" fill="hold">
                                          <p:stCondLst>
                                            <p:cond delay="0"/>
                                          </p:stCondLst>
                                        </p:cTn>
                                        <p:tgtEl>
                                          <p:spTgt spid="136"/>
                                        </p:tgtEl>
                                        <p:attrNameLst>
                                          <p:attrName>style.visibility</p:attrName>
                                        </p:attrNameLst>
                                      </p:cBhvr>
                                      <p:to>
                                        <p:strVal val="visible"/>
                                      </p:to>
                                    </p:set>
                                  </p:childTnLst>
                                </p:cTn>
                              </p:par>
                              <p:par>
                                <p:cTn id="65" presetID="1" presetClass="entr" presetSubtype="0" fill="hold" grpId="0" nodeType="withEffect">
                                  <p:stCondLst>
                                    <p:cond delay="0"/>
                                  </p:stCondLst>
                                  <p:childTnLst>
                                    <p:set>
                                      <p:cBhvr>
                                        <p:cTn id="66" dur="1" fill="hold">
                                          <p:stCondLst>
                                            <p:cond delay="0"/>
                                          </p:stCondLst>
                                        </p:cTn>
                                        <p:tgtEl>
                                          <p:spTgt spid="137"/>
                                        </p:tgtEl>
                                        <p:attrNameLst>
                                          <p:attrName>style.visibility</p:attrName>
                                        </p:attrNameLst>
                                      </p:cBhvr>
                                      <p:to>
                                        <p:strVal val="visible"/>
                                      </p:to>
                                    </p:set>
                                  </p:childTnLst>
                                </p:cTn>
                              </p:par>
                              <p:par>
                                <p:cTn id="67" presetID="1" presetClass="entr" presetSubtype="0" fill="hold" grpId="0" nodeType="withEffect">
                                  <p:stCondLst>
                                    <p:cond delay="0"/>
                                  </p:stCondLst>
                                  <p:childTnLst>
                                    <p:set>
                                      <p:cBhvr>
                                        <p:cTn id="68" dur="1" fill="hold">
                                          <p:stCondLst>
                                            <p:cond delay="0"/>
                                          </p:stCondLst>
                                        </p:cTn>
                                        <p:tgtEl>
                                          <p:spTgt spid="138"/>
                                        </p:tgtEl>
                                        <p:attrNameLst>
                                          <p:attrName>style.visibility</p:attrName>
                                        </p:attrNameLst>
                                      </p:cBhvr>
                                      <p:to>
                                        <p:strVal val="visible"/>
                                      </p:to>
                                    </p:set>
                                  </p:childTnLst>
                                </p:cTn>
                              </p:par>
                              <p:par>
                                <p:cTn id="69" presetID="1" presetClass="entr" presetSubtype="0" fill="hold" grpId="0" nodeType="withEffect">
                                  <p:stCondLst>
                                    <p:cond delay="0"/>
                                  </p:stCondLst>
                                  <p:childTnLst>
                                    <p:set>
                                      <p:cBhvr>
                                        <p:cTn id="70" dur="1" fill="hold">
                                          <p:stCondLst>
                                            <p:cond delay="0"/>
                                          </p:stCondLst>
                                        </p:cTn>
                                        <p:tgtEl>
                                          <p:spTgt spid="139"/>
                                        </p:tgtEl>
                                        <p:attrNameLst>
                                          <p:attrName>style.visibility</p:attrName>
                                        </p:attrNameLst>
                                      </p:cBhvr>
                                      <p:to>
                                        <p:strVal val="visible"/>
                                      </p:to>
                                    </p:set>
                                  </p:childTnLst>
                                </p:cTn>
                              </p:par>
                              <p:par>
                                <p:cTn id="71" presetID="1" presetClass="entr" presetSubtype="0" fill="hold" grpId="0" nodeType="withEffect">
                                  <p:stCondLst>
                                    <p:cond delay="0"/>
                                  </p:stCondLst>
                                  <p:childTnLst>
                                    <p:set>
                                      <p:cBhvr>
                                        <p:cTn id="72" dur="1" fill="hold">
                                          <p:stCondLst>
                                            <p:cond delay="0"/>
                                          </p:stCondLst>
                                        </p:cTn>
                                        <p:tgtEl>
                                          <p:spTgt spid="140"/>
                                        </p:tgtEl>
                                        <p:attrNameLst>
                                          <p:attrName>style.visibility</p:attrName>
                                        </p:attrNameLst>
                                      </p:cBhvr>
                                      <p:to>
                                        <p:strVal val="visible"/>
                                      </p:to>
                                    </p:set>
                                  </p:childTnLst>
                                </p:cTn>
                              </p:par>
                              <p:par>
                                <p:cTn id="73" presetID="1" presetClass="entr" presetSubtype="0" fill="hold" grpId="0" nodeType="withEffect">
                                  <p:stCondLst>
                                    <p:cond delay="0"/>
                                  </p:stCondLst>
                                  <p:childTnLst>
                                    <p:set>
                                      <p:cBhvr>
                                        <p:cTn id="74" dur="1" fill="hold">
                                          <p:stCondLst>
                                            <p:cond delay="0"/>
                                          </p:stCondLst>
                                        </p:cTn>
                                        <p:tgtEl>
                                          <p:spTgt spid="141"/>
                                        </p:tgtEl>
                                        <p:attrNameLst>
                                          <p:attrName>style.visibility</p:attrName>
                                        </p:attrNameLst>
                                      </p:cBhvr>
                                      <p:to>
                                        <p:strVal val="visible"/>
                                      </p:to>
                                    </p:set>
                                  </p:childTnLst>
                                </p:cTn>
                              </p:par>
                              <p:par>
                                <p:cTn id="75" presetID="1" presetClass="entr" presetSubtype="0" fill="hold" grpId="0" nodeType="withEffect">
                                  <p:stCondLst>
                                    <p:cond delay="0"/>
                                  </p:stCondLst>
                                  <p:childTnLst>
                                    <p:set>
                                      <p:cBhvr>
                                        <p:cTn id="76" dur="1" fill="hold">
                                          <p:stCondLst>
                                            <p:cond delay="0"/>
                                          </p:stCondLst>
                                        </p:cTn>
                                        <p:tgtEl>
                                          <p:spTgt spid="3"/>
                                        </p:tgtEl>
                                        <p:attrNameLst>
                                          <p:attrName>style.visibility</p:attrName>
                                        </p:attrNameLst>
                                      </p:cBhvr>
                                      <p:to>
                                        <p:strVal val="visible"/>
                                      </p:to>
                                    </p:set>
                                  </p:childTnLst>
                                </p:cTn>
                              </p:par>
                            </p:childTnLst>
                          </p:cTn>
                        </p:par>
                      </p:childTnLst>
                    </p:cTn>
                  </p:par>
                  <p:par>
                    <p:cTn id="77" fill="hold">
                      <p:stCondLst>
                        <p:cond delay="indefinite"/>
                      </p:stCondLst>
                      <p:childTnLst>
                        <p:par>
                          <p:cTn id="78" fill="hold">
                            <p:stCondLst>
                              <p:cond delay="0"/>
                            </p:stCondLst>
                            <p:childTnLst>
                              <p:par>
                                <p:cTn id="79" presetID="1" presetClass="entr" presetSubtype="0" fill="hold" nodeType="clickEffect">
                                  <p:stCondLst>
                                    <p:cond delay="0"/>
                                  </p:stCondLst>
                                  <p:childTnLst>
                                    <p:set>
                                      <p:cBhvr>
                                        <p:cTn id="80" dur="1" fill="hold">
                                          <p:stCondLst>
                                            <p:cond delay="0"/>
                                          </p:stCondLst>
                                        </p:cTn>
                                        <p:tgtEl>
                                          <p:spTgt spid="82946">
                                            <p:txEl>
                                              <p:pRg st="2" end="2"/>
                                            </p:txEl>
                                          </p:spTgt>
                                        </p:tgtEl>
                                        <p:attrNameLst>
                                          <p:attrName>style.visibility</p:attrName>
                                        </p:attrNameLst>
                                      </p:cBhvr>
                                      <p:to>
                                        <p:strVal val="visible"/>
                                      </p:to>
                                    </p:set>
                                  </p:childTnLst>
                                </p:cTn>
                              </p:par>
                            </p:childTnLst>
                          </p:cTn>
                        </p:par>
                      </p:childTnLst>
                    </p:cTn>
                  </p:par>
                  <p:par>
                    <p:cTn id="81" fill="hold">
                      <p:stCondLst>
                        <p:cond delay="indefinite"/>
                      </p:stCondLst>
                      <p:childTnLst>
                        <p:par>
                          <p:cTn id="82" fill="hold">
                            <p:stCondLst>
                              <p:cond delay="0"/>
                            </p:stCondLst>
                            <p:childTnLst>
                              <p:par>
                                <p:cTn id="83" presetID="1" presetClass="entr" presetSubtype="0" fill="hold" grpId="0" nodeType="clickEffect">
                                  <p:stCondLst>
                                    <p:cond delay="0"/>
                                  </p:stCondLst>
                                  <p:childTnLst>
                                    <p:set>
                                      <p:cBhvr>
                                        <p:cTn id="84" dur="1" fill="hold">
                                          <p:stCondLst>
                                            <p:cond delay="0"/>
                                          </p:stCondLst>
                                        </p:cTn>
                                        <p:tgtEl>
                                          <p:spTgt spid="82950"/>
                                        </p:tgtEl>
                                        <p:attrNameLst>
                                          <p:attrName>style.visibility</p:attrName>
                                        </p:attrNameLst>
                                      </p:cBhvr>
                                      <p:to>
                                        <p:strVal val="visible"/>
                                      </p:to>
                                    </p:set>
                                  </p:childTnLst>
                                </p:cTn>
                              </p:par>
                              <p:par>
                                <p:cTn id="85" presetID="1" presetClass="entr" presetSubtype="0" fill="hold" grpId="0" nodeType="withEffect">
                                  <p:stCondLst>
                                    <p:cond delay="0"/>
                                  </p:stCondLst>
                                  <p:childTnLst>
                                    <p:set>
                                      <p:cBhvr>
                                        <p:cTn id="86" dur="1" fill="hold">
                                          <p:stCondLst>
                                            <p:cond delay="0"/>
                                          </p:stCondLst>
                                        </p:cTn>
                                        <p:tgtEl>
                                          <p:spTgt spid="82952"/>
                                        </p:tgtEl>
                                        <p:attrNameLst>
                                          <p:attrName>style.visibility</p:attrName>
                                        </p:attrNameLst>
                                      </p:cBhvr>
                                      <p:to>
                                        <p:strVal val="visible"/>
                                      </p:to>
                                    </p:set>
                                  </p:childTnLst>
                                </p:cTn>
                              </p:par>
                              <p:par>
                                <p:cTn id="87" presetID="1" presetClass="entr" presetSubtype="0" fill="hold" nodeType="withEffect">
                                  <p:stCondLst>
                                    <p:cond delay="0"/>
                                  </p:stCondLst>
                                  <p:childTnLst>
                                    <p:set>
                                      <p:cBhvr>
                                        <p:cTn id="88" dur="1" fill="hold">
                                          <p:stCondLst>
                                            <p:cond delay="0"/>
                                          </p:stCondLst>
                                        </p:cTn>
                                        <p:tgtEl>
                                          <p:spTgt spid="82949"/>
                                        </p:tgtEl>
                                        <p:attrNameLst>
                                          <p:attrName>style.visibility</p:attrName>
                                        </p:attrNameLst>
                                      </p:cBhvr>
                                      <p:to>
                                        <p:strVal val="visible"/>
                                      </p:to>
                                    </p:set>
                                  </p:childTnLst>
                                </p:cTn>
                              </p:par>
                              <p:par>
                                <p:cTn id="89" presetID="1" presetClass="entr" presetSubtype="0" fill="hold" nodeType="withEffect">
                                  <p:stCondLst>
                                    <p:cond delay="0"/>
                                  </p:stCondLst>
                                  <p:childTnLst>
                                    <p:set>
                                      <p:cBhvr>
                                        <p:cTn id="90" dur="1" fill="hold">
                                          <p:stCondLst>
                                            <p:cond delay="0"/>
                                          </p:stCondLst>
                                        </p:cTn>
                                        <p:tgtEl>
                                          <p:spTgt spid="82951"/>
                                        </p:tgtEl>
                                        <p:attrNameLst>
                                          <p:attrName>style.visibility</p:attrName>
                                        </p:attrNameLst>
                                      </p:cBhvr>
                                      <p:to>
                                        <p:strVal val="visible"/>
                                      </p:to>
                                    </p:set>
                                  </p:childTnLst>
                                </p:cTn>
                              </p:par>
                              <p:par>
                                <p:cTn id="91" presetID="1" presetClass="entr" presetSubtype="0" fill="hold" nodeType="withEffect">
                                  <p:stCondLst>
                                    <p:cond delay="0"/>
                                  </p:stCondLst>
                                  <p:childTnLst>
                                    <p:set>
                                      <p:cBhvr>
                                        <p:cTn id="92" dur="1" fill="hold">
                                          <p:stCondLst>
                                            <p:cond delay="0"/>
                                          </p:stCondLst>
                                        </p:cTn>
                                        <p:tgtEl>
                                          <p:spTgt spid="82966"/>
                                        </p:tgtEl>
                                        <p:attrNameLst>
                                          <p:attrName>style.visibility</p:attrName>
                                        </p:attrNameLst>
                                      </p:cBhvr>
                                      <p:to>
                                        <p:strVal val="visible"/>
                                      </p:to>
                                    </p:set>
                                  </p:childTnLst>
                                </p:cTn>
                              </p:par>
                            </p:childTnLst>
                          </p:cTn>
                        </p:par>
                      </p:childTnLst>
                    </p:cTn>
                  </p:par>
                  <p:par>
                    <p:cTn id="93" fill="hold">
                      <p:stCondLst>
                        <p:cond delay="indefinite"/>
                      </p:stCondLst>
                      <p:childTnLst>
                        <p:par>
                          <p:cTn id="94" fill="hold">
                            <p:stCondLst>
                              <p:cond delay="0"/>
                            </p:stCondLst>
                            <p:childTnLst>
                              <p:par>
                                <p:cTn id="95" presetID="1" presetClass="entr" presetSubtype="0" fill="hold" grpId="0" nodeType="clickEffect">
                                  <p:stCondLst>
                                    <p:cond delay="0"/>
                                  </p:stCondLst>
                                  <p:childTnLst>
                                    <p:set>
                                      <p:cBhvr>
                                        <p:cTn id="96" dur="1" fill="hold">
                                          <p:stCondLst>
                                            <p:cond delay="0"/>
                                          </p:stCondLst>
                                        </p:cTn>
                                        <p:tgtEl>
                                          <p:spTgt spid="82967"/>
                                        </p:tgtEl>
                                        <p:attrNameLst>
                                          <p:attrName>style.visibility</p:attrName>
                                        </p:attrNameLst>
                                      </p:cBhvr>
                                      <p:to>
                                        <p:strVal val="visible"/>
                                      </p:to>
                                    </p:set>
                                  </p:childTnLst>
                                </p:cTn>
                              </p:par>
                              <p:par>
                                <p:cTn id="97" presetID="1" presetClass="entr" presetSubtype="0" fill="hold" grpId="0" nodeType="withEffect">
                                  <p:stCondLst>
                                    <p:cond delay="0"/>
                                  </p:stCondLst>
                                  <p:childTnLst>
                                    <p:set>
                                      <p:cBhvr>
                                        <p:cTn id="98" dur="1" fill="hold">
                                          <p:stCondLst>
                                            <p:cond delay="0"/>
                                          </p:stCondLst>
                                        </p:cTn>
                                        <p:tgtEl>
                                          <p:spTgt spid="82968"/>
                                        </p:tgtEl>
                                        <p:attrNameLst>
                                          <p:attrName>style.visibility</p:attrName>
                                        </p:attrNameLst>
                                      </p:cBhvr>
                                      <p:to>
                                        <p:strVal val="visible"/>
                                      </p:to>
                                    </p:set>
                                  </p:childTnLst>
                                </p:cTn>
                              </p:par>
                            </p:childTnLst>
                          </p:cTn>
                        </p:par>
                      </p:childTnLst>
                    </p:cTn>
                  </p:par>
                  <p:par>
                    <p:cTn id="99" fill="hold">
                      <p:stCondLst>
                        <p:cond delay="indefinite"/>
                      </p:stCondLst>
                      <p:childTnLst>
                        <p:par>
                          <p:cTn id="100" fill="hold">
                            <p:stCondLst>
                              <p:cond delay="0"/>
                            </p:stCondLst>
                            <p:childTnLst>
                              <p:par>
                                <p:cTn id="101" presetID="1" presetClass="entr" presetSubtype="0" fill="hold" grpId="0" nodeType="clickEffect">
                                  <p:stCondLst>
                                    <p:cond delay="0"/>
                                  </p:stCondLst>
                                  <p:childTnLst>
                                    <p:set>
                                      <p:cBhvr>
                                        <p:cTn id="102" dur="1" fill="hold">
                                          <p:stCondLst>
                                            <p:cond delay="0"/>
                                          </p:stCondLst>
                                        </p:cTn>
                                        <p:tgtEl>
                                          <p:spTgt spid="82953"/>
                                        </p:tgtEl>
                                        <p:attrNameLst>
                                          <p:attrName>style.visibility</p:attrName>
                                        </p:attrNameLst>
                                      </p:cBhvr>
                                      <p:to>
                                        <p:strVal val="visible"/>
                                      </p:to>
                                    </p:set>
                                  </p:childTnLst>
                                </p:cTn>
                              </p:par>
                              <p:par>
                                <p:cTn id="103" presetID="1" presetClass="entr" presetSubtype="0" fill="hold" grpId="0" nodeType="withEffect">
                                  <p:stCondLst>
                                    <p:cond delay="0"/>
                                  </p:stCondLst>
                                  <p:childTnLst>
                                    <p:set>
                                      <p:cBhvr>
                                        <p:cTn id="104" dur="1" fill="hold">
                                          <p:stCondLst>
                                            <p:cond delay="0"/>
                                          </p:stCondLst>
                                        </p:cTn>
                                        <p:tgtEl>
                                          <p:spTgt spid="82954"/>
                                        </p:tgtEl>
                                        <p:attrNameLst>
                                          <p:attrName>style.visibility</p:attrName>
                                        </p:attrNameLst>
                                      </p:cBhvr>
                                      <p:to>
                                        <p:strVal val="visible"/>
                                      </p:to>
                                    </p:set>
                                  </p:childTnLst>
                                </p:cTn>
                              </p:par>
                              <p:par>
                                <p:cTn id="105" presetID="1" presetClass="entr" presetSubtype="0" fill="hold" nodeType="withEffect">
                                  <p:stCondLst>
                                    <p:cond delay="0"/>
                                  </p:stCondLst>
                                  <p:childTnLst>
                                    <p:set>
                                      <p:cBhvr>
                                        <p:cTn id="106" dur="1" fill="hold">
                                          <p:stCondLst>
                                            <p:cond delay="0"/>
                                          </p:stCondLst>
                                        </p:cTn>
                                        <p:tgtEl>
                                          <p:spTgt spid="82955"/>
                                        </p:tgtEl>
                                        <p:attrNameLst>
                                          <p:attrName>style.visibility</p:attrName>
                                        </p:attrNameLst>
                                      </p:cBhvr>
                                      <p:to>
                                        <p:strVal val="visible"/>
                                      </p:to>
                                    </p:set>
                                  </p:childTnLst>
                                </p:cTn>
                              </p:par>
                              <p:par>
                                <p:cTn id="107" presetID="1" presetClass="entr" presetSubtype="0" fill="hold" nodeType="withEffect">
                                  <p:stCondLst>
                                    <p:cond delay="0"/>
                                  </p:stCondLst>
                                  <p:childTnLst>
                                    <p:set>
                                      <p:cBhvr>
                                        <p:cTn id="108" dur="1" fill="hold">
                                          <p:stCondLst>
                                            <p:cond delay="0"/>
                                          </p:stCondLst>
                                        </p:cTn>
                                        <p:tgtEl>
                                          <p:spTgt spid="82956"/>
                                        </p:tgtEl>
                                        <p:attrNameLst>
                                          <p:attrName>style.visibility</p:attrName>
                                        </p:attrNameLst>
                                      </p:cBhvr>
                                      <p:to>
                                        <p:strVal val="visible"/>
                                      </p:to>
                                    </p:set>
                                  </p:childTnLst>
                                </p:cTn>
                              </p:par>
                              <p:par>
                                <p:cTn id="109" presetID="1" presetClass="entr" presetSubtype="0" fill="hold" grpId="0" nodeType="withEffect">
                                  <p:stCondLst>
                                    <p:cond delay="0"/>
                                  </p:stCondLst>
                                  <p:childTnLst>
                                    <p:set>
                                      <p:cBhvr>
                                        <p:cTn id="110" dur="1" fill="hold">
                                          <p:stCondLst>
                                            <p:cond delay="0"/>
                                          </p:stCondLst>
                                        </p:cTn>
                                        <p:tgtEl>
                                          <p:spTgt spid="82957"/>
                                        </p:tgtEl>
                                        <p:attrNameLst>
                                          <p:attrName>style.visibility</p:attrName>
                                        </p:attrNameLst>
                                      </p:cBhvr>
                                      <p:to>
                                        <p:strVal val="visible"/>
                                      </p:to>
                                    </p:set>
                                  </p:childTnLst>
                                </p:cTn>
                              </p:par>
                              <p:par>
                                <p:cTn id="111" presetID="1" presetClass="entr" presetSubtype="0" fill="hold" grpId="0" nodeType="withEffect">
                                  <p:stCondLst>
                                    <p:cond delay="0"/>
                                  </p:stCondLst>
                                  <p:childTnLst>
                                    <p:set>
                                      <p:cBhvr>
                                        <p:cTn id="112" dur="1" fill="hold">
                                          <p:stCondLst>
                                            <p:cond delay="0"/>
                                          </p:stCondLst>
                                        </p:cTn>
                                        <p:tgtEl>
                                          <p:spTgt spid="82958"/>
                                        </p:tgtEl>
                                        <p:attrNameLst>
                                          <p:attrName>style.visibility</p:attrName>
                                        </p:attrNameLst>
                                      </p:cBhvr>
                                      <p:to>
                                        <p:strVal val="visible"/>
                                      </p:to>
                                    </p:set>
                                  </p:childTnLst>
                                </p:cTn>
                              </p:par>
                              <p:par>
                                <p:cTn id="113" presetID="1" presetClass="entr" presetSubtype="0" fill="hold" grpId="0" nodeType="withEffect">
                                  <p:stCondLst>
                                    <p:cond delay="0"/>
                                  </p:stCondLst>
                                  <p:childTnLst>
                                    <p:set>
                                      <p:cBhvr>
                                        <p:cTn id="114" dur="1" fill="hold">
                                          <p:stCondLst>
                                            <p:cond delay="0"/>
                                          </p:stCondLst>
                                        </p:cTn>
                                        <p:tgtEl>
                                          <p:spTgt spid="82959"/>
                                        </p:tgtEl>
                                        <p:attrNameLst>
                                          <p:attrName>style.visibility</p:attrName>
                                        </p:attrNameLst>
                                      </p:cBhvr>
                                      <p:to>
                                        <p:strVal val="visible"/>
                                      </p:to>
                                    </p:set>
                                  </p:childTnLst>
                                </p:cTn>
                              </p:par>
                              <p:par>
                                <p:cTn id="115" presetID="1" presetClass="entr" presetSubtype="0" fill="hold" grpId="0" nodeType="withEffect">
                                  <p:stCondLst>
                                    <p:cond delay="0"/>
                                  </p:stCondLst>
                                  <p:childTnLst>
                                    <p:set>
                                      <p:cBhvr>
                                        <p:cTn id="116" dur="1" fill="hold">
                                          <p:stCondLst>
                                            <p:cond delay="0"/>
                                          </p:stCondLst>
                                        </p:cTn>
                                        <p:tgtEl>
                                          <p:spTgt spid="82960"/>
                                        </p:tgtEl>
                                        <p:attrNameLst>
                                          <p:attrName>style.visibility</p:attrName>
                                        </p:attrNameLst>
                                      </p:cBhvr>
                                      <p:to>
                                        <p:strVal val="visible"/>
                                      </p:to>
                                    </p:set>
                                  </p:childTnLst>
                                </p:cTn>
                              </p:par>
                              <p:par>
                                <p:cTn id="117" presetID="1" presetClass="entr" presetSubtype="0" fill="hold" grpId="0" nodeType="withEffect">
                                  <p:stCondLst>
                                    <p:cond delay="0"/>
                                  </p:stCondLst>
                                  <p:childTnLst>
                                    <p:set>
                                      <p:cBhvr>
                                        <p:cTn id="118" dur="1" fill="hold">
                                          <p:stCondLst>
                                            <p:cond delay="0"/>
                                          </p:stCondLst>
                                        </p:cTn>
                                        <p:tgtEl>
                                          <p:spTgt spid="82961"/>
                                        </p:tgtEl>
                                        <p:attrNameLst>
                                          <p:attrName>style.visibility</p:attrName>
                                        </p:attrNameLst>
                                      </p:cBhvr>
                                      <p:to>
                                        <p:strVal val="visible"/>
                                      </p:to>
                                    </p:set>
                                  </p:childTnLst>
                                </p:cTn>
                              </p:par>
                              <p:par>
                                <p:cTn id="119" presetID="1" presetClass="entr" presetSubtype="0" fill="hold" grpId="0" nodeType="withEffect">
                                  <p:stCondLst>
                                    <p:cond delay="0"/>
                                  </p:stCondLst>
                                  <p:childTnLst>
                                    <p:set>
                                      <p:cBhvr>
                                        <p:cTn id="120" dur="1" fill="hold">
                                          <p:stCondLst>
                                            <p:cond delay="0"/>
                                          </p:stCondLst>
                                        </p:cTn>
                                        <p:tgtEl>
                                          <p:spTgt spid="82962"/>
                                        </p:tgtEl>
                                        <p:attrNameLst>
                                          <p:attrName>style.visibility</p:attrName>
                                        </p:attrNameLst>
                                      </p:cBhvr>
                                      <p:to>
                                        <p:strVal val="visible"/>
                                      </p:to>
                                    </p:set>
                                  </p:childTnLst>
                                </p:cTn>
                              </p:par>
                            </p:childTnLst>
                          </p:cTn>
                        </p:par>
                      </p:childTnLst>
                    </p:cTn>
                  </p:par>
                  <p:par>
                    <p:cTn id="121" fill="hold">
                      <p:stCondLst>
                        <p:cond delay="indefinite"/>
                      </p:stCondLst>
                      <p:childTnLst>
                        <p:par>
                          <p:cTn id="122" fill="hold">
                            <p:stCondLst>
                              <p:cond delay="0"/>
                            </p:stCondLst>
                            <p:childTnLst>
                              <p:par>
                                <p:cTn id="123" presetID="1" presetClass="entr" presetSubtype="0" fill="hold" nodeType="clickEffect">
                                  <p:stCondLst>
                                    <p:cond delay="0"/>
                                  </p:stCondLst>
                                  <p:childTnLst>
                                    <p:set>
                                      <p:cBhvr>
                                        <p:cTn id="124" dur="1" fill="hold">
                                          <p:stCondLst>
                                            <p:cond delay="0"/>
                                          </p:stCondLst>
                                        </p:cTn>
                                        <p:tgtEl>
                                          <p:spTgt spid="82963"/>
                                        </p:tgtEl>
                                        <p:attrNameLst>
                                          <p:attrName>style.visibility</p:attrName>
                                        </p:attrNameLst>
                                      </p:cBhvr>
                                      <p:to>
                                        <p:strVal val="visible"/>
                                      </p:to>
                                    </p:set>
                                  </p:childTnLst>
                                </p:cTn>
                              </p:par>
                              <p:par>
                                <p:cTn id="125" presetID="1" presetClass="entr" presetSubtype="0" fill="hold" nodeType="withEffect">
                                  <p:stCondLst>
                                    <p:cond delay="0"/>
                                  </p:stCondLst>
                                  <p:childTnLst>
                                    <p:set>
                                      <p:cBhvr>
                                        <p:cTn id="126" dur="1" fill="hold">
                                          <p:stCondLst>
                                            <p:cond delay="0"/>
                                          </p:stCondLst>
                                        </p:cTn>
                                        <p:tgtEl>
                                          <p:spTgt spid="82964"/>
                                        </p:tgtEl>
                                        <p:attrNameLst>
                                          <p:attrName>style.visibility</p:attrName>
                                        </p:attrNameLst>
                                      </p:cBhvr>
                                      <p:to>
                                        <p:strVal val="visible"/>
                                      </p:to>
                                    </p:set>
                                  </p:childTnLst>
                                </p:cTn>
                              </p:par>
                              <p:par>
                                <p:cTn id="127" presetID="1" presetClass="entr" presetSubtype="0" fill="hold" nodeType="withEffect">
                                  <p:stCondLst>
                                    <p:cond delay="0"/>
                                  </p:stCondLst>
                                  <p:childTnLst>
                                    <p:set>
                                      <p:cBhvr>
                                        <p:cTn id="128" dur="1" fill="hold">
                                          <p:stCondLst>
                                            <p:cond delay="0"/>
                                          </p:stCondLst>
                                        </p:cTn>
                                        <p:tgtEl>
                                          <p:spTgt spid="82965"/>
                                        </p:tgtEl>
                                        <p:attrNameLst>
                                          <p:attrName>style.visibility</p:attrName>
                                        </p:attrNameLst>
                                      </p:cBhvr>
                                      <p:to>
                                        <p:strVal val="visible"/>
                                      </p:to>
                                    </p:set>
                                  </p:childTnLst>
                                </p:cTn>
                              </p:par>
                            </p:childTnLst>
                          </p:cTn>
                        </p:par>
                      </p:childTnLst>
                    </p:cTn>
                  </p:par>
                  <p:par>
                    <p:cTn id="129" fill="hold">
                      <p:stCondLst>
                        <p:cond delay="indefinite"/>
                      </p:stCondLst>
                      <p:childTnLst>
                        <p:par>
                          <p:cTn id="130" fill="hold">
                            <p:stCondLst>
                              <p:cond delay="0"/>
                            </p:stCondLst>
                            <p:childTnLst>
                              <p:par>
                                <p:cTn id="131" presetID="1" presetClass="entr" presetSubtype="0" fill="hold" nodeType="clickEffect">
                                  <p:stCondLst>
                                    <p:cond delay="0"/>
                                  </p:stCondLst>
                                  <p:childTnLst>
                                    <p:set>
                                      <p:cBhvr>
                                        <p:cTn id="132" dur="1" fill="hold">
                                          <p:stCondLst>
                                            <p:cond delay="0"/>
                                          </p:stCondLst>
                                        </p:cTn>
                                        <p:tgtEl>
                                          <p:spTgt spid="82972"/>
                                        </p:tgtEl>
                                        <p:attrNameLst>
                                          <p:attrName>style.visibility</p:attrName>
                                        </p:attrNameLst>
                                      </p:cBhvr>
                                      <p:to>
                                        <p:strVal val="visible"/>
                                      </p:to>
                                    </p:set>
                                  </p:childTnLst>
                                </p:cTn>
                              </p:par>
                              <p:par>
                                <p:cTn id="133" presetID="1" presetClass="entr" presetSubtype="0" fill="hold" nodeType="withEffect">
                                  <p:stCondLst>
                                    <p:cond delay="0"/>
                                  </p:stCondLst>
                                  <p:childTnLst>
                                    <p:set>
                                      <p:cBhvr>
                                        <p:cTn id="134" dur="1" fill="hold">
                                          <p:stCondLst>
                                            <p:cond delay="0"/>
                                          </p:stCondLst>
                                        </p:cTn>
                                        <p:tgtEl>
                                          <p:spTgt spid="82971"/>
                                        </p:tgtEl>
                                        <p:attrNameLst>
                                          <p:attrName>style.visibility</p:attrName>
                                        </p:attrNameLst>
                                      </p:cBhvr>
                                      <p:to>
                                        <p:strVal val="visible"/>
                                      </p:to>
                                    </p:set>
                                  </p:childTnLst>
                                </p:cTn>
                              </p:par>
                              <p:par>
                                <p:cTn id="135" presetID="1" presetClass="entr" presetSubtype="0" fill="hold" nodeType="withEffect">
                                  <p:stCondLst>
                                    <p:cond delay="0"/>
                                  </p:stCondLst>
                                  <p:childTnLst>
                                    <p:set>
                                      <p:cBhvr>
                                        <p:cTn id="136" dur="1" fill="hold">
                                          <p:stCondLst>
                                            <p:cond delay="0"/>
                                          </p:stCondLst>
                                        </p:cTn>
                                        <p:tgtEl>
                                          <p:spTgt spid="82975"/>
                                        </p:tgtEl>
                                        <p:attrNameLst>
                                          <p:attrName>style.visibility</p:attrName>
                                        </p:attrNameLst>
                                      </p:cBhvr>
                                      <p:to>
                                        <p:strVal val="visible"/>
                                      </p:to>
                                    </p:set>
                                  </p:childTnLst>
                                </p:cTn>
                              </p:par>
                            </p:childTnLst>
                          </p:cTn>
                        </p:par>
                      </p:childTnLst>
                    </p:cTn>
                  </p:par>
                  <p:par>
                    <p:cTn id="137" fill="hold">
                      <p:stCondLst>
                        <p:cond delay="indefinite"/>
                      </p:stCondLst>
                      <p:childTnLst>
                        <p:par>
                          <p:cTn id="138" fill="hold">
                            <p:stCondLst>
                              <p:cond delay="0"/>
                            </p:stCondLst>
                            <p:childTnLst>
                              <p:par>
                                <p:cTn id="139" presetID="1" presetClass="entr" presetSubtype="0" fill="hold" nodeType="clickEffect">
                                  <p:stCondLst>
                                    <p:cond delay="0"/>
                                  </p:stCondLst>
                                  <p:childTnLst>
                                    <p:set>
                                      <p:cBhvr>
                                        <p:cTn id="140" dur="1" fill="hold">
                                          <p:stCondLst>
                                            <p:cond delay="0"/>
                                          </p:stCondLst>
                                        </p:cTn>
                                        <p:tgtEl>
                                          <p:spTgt spid="82973"/>
                                        </p:tgtEl>
                                        <p:attrNameLst>
                                          <p:attrName>style.visibility</p:attrName>
                                        </p:attrNameLst>
                                      </p:cBhvr>
                                      <p:to>
                                        <p:strVal val="visible"/>
                                      </p:to>
                                    </p:set>
                                  </p:childTnLst>
                                </p:cTn>
                              </p:par>
                              <p:par>
                                <p:cTn id="141" presetID="1" presetClass="entr" presetSubtype="0" fill="hold" nodeType="withEffect">
                                  <p:stCondLst>
                                    <p:cond delay="0"/>
                                  </p:stCondLst>
                                  <p:childTnLst>
                                    <p:set>
                                      <p:cBhvr>
                                        <p:cTn id="142" dur="1" fill="hold">
                                          <p:stCondLst>
                                            <p:cond delay="0"/>
                                          </p:stCondLst>
                                        </p:cTn>
                                        <p:tgtEl>
                                          <p:spTgt spid="82974"/>
                                        </p:tgtEl>
                                        <p:attrNameLst>
                                          <p:attrName>style.visibility</p:attrName>
                                        </p:attrNameLst>
                                      </p:cBhvr>
                                      <p:to>
                                        <p:strVal val="visible"/>
                                      </p:to>
                                    </p:set>
                                  </p:childTnLst>
                                </p:cTn>
                              </p:par>
                            </p:childTnLst>
                          </p:cTn>
                        </p:par>
                      </p:childTnLst>
                    </p:cTn>
                  </p:par>
                  <p:par>
                    <p:cTn id="143" fill="hold">
                      <p:stCondLst>
                        <p:cond delay="indefinite"/>
                      </p:stCondLst>
                      <p:childTnLst>
                        <p:par>
                          <p:cTn id="144" fill="hold">
                            <p:stCondLst>
                              <p:cond delay="0"/>
                            </p:stCondLst>
                            <p:childTnLst>
                              <p:par>
                                <p:cTn id="145" presetID="1" presetClass="entr" presetSubtype="0" fill="hold" grpId="0" nodeType="clickEffect">
                                  <p:stCondLst>
                                    <p:cond delay="0"/>
                                  </p:stCondLst>
                                  <p:childTnLst>
                                    <p:set>
                                      <p:cBhvr>
                                        <p:cTn id="146" dur="1" fill="hold">
                                          <p:stCondLst>
                                            <p:cond delay="0"/>
                                          </p:stCondLst>
                                        </p:cTn>
                                        <p:tgtEl>
                                          <p:spTgt spid="82970"/>
                                        </p:tgtEl>
                                        <p:attrNameLst>
                                          <p:attrName>style.visibility</p:attrName>
                                        </p:attrNameLst>
                                      </p:cBhvr>
                                      <p:to>
                                        <p:strVal val="visible"/>
                                      </p:to>
                                    </p:set>
                                  </p:childTnLst>
                                </p:cTn>
                              </p:par>
                              <p:par>
                                <p:cTn id="147" presetID="1" presetClass="entr" presetSubtype="0" fill="hold" grpId="0" nodeType="withEffect">
                                  <p:stCondLst>
                                    <p:cond delay="0"/>
                                  </p:stCondLst>
                                  <p:childTnLst>
                                    <p:set>
                                      <p:cBhvr>
                                        <p:cTn id="148" dur="1" fill="hold">
                                          <p:stCondLst>
                                            <p:cond delay="0"/>
                                          </p:stCondLst>
                                        </p:cTn>
                                        <p:tgtEl>
                                          <p:spTgt spid="82969"/>
                                        </p:tgtEl>
                                        <p:attrNameLst>
                                          <p:attrName>style.visibility</p:attrName>
                                        </p:attrNameLst>
                                      </p:cBhvr>
                                      <p:to>
                                        <p:strVal val="visible"/>
                                      </p:to>
                                    </p:set>
                                  </p:childTnLst>
                                </p:cTn>
                              </p:par>
                              <p:par>
                                <p:cTn id="149" presetID="1" presetClass="entr" presetSubtype="0" fill="hold" nodeType="withEffect">
                                  <p:stCondLst>
                                    <p:cond delay="0"/>
                                  </p:stCondLst>
                                  <p:childTnLst>
                                    <p:set>
                                      <p:cBhvr>
                                        <p:cTn id="150" dur="1" fill="hold">
                                          <p:stCondLst>
                                            <p:cond delay="0"/>
                                          </p:stCondLst>
                                        </p:cTn>
                                        <p:tgtEl>
                                          <p:spTgt spid="82980"/>
                                        </p:tgtEl>
                                        <p:attrNameLst>
                                          <p:attrName>style.visibility</p:attrName>
                                        </p:attrNameLst>
                                      </p:cBhvr>
                                      <p:to>
                                        <p:strVal val="visible"/>
                                      </p:to>
                                    </p:set>
                                  </p:childTnLst>
                                </p:cTn>
                              </p:par>
                              <p:par>
                                <p:cTn id="151" presetID="1" presetClass="entr" presetSubtype="0" fill="hold" grpId="0" nodeType="withEffect">
                                  <p:stCondLst>
                                    <p:cond delay="0"/>
                                  </p:stCondLst>
                                  <p:childTnLst>
                                    <p:set>
                                      <p:cBhvr>
                                        <p:cTn id="152" dur="1" fill="hold">
                                          <p:stCondLst>
                                            <p:cond delay="0"/>
                                          </p:stCondLst>
                                        </p:cTn>
                                        <p:tgtEl>
                                          <p:spTgt spid="82982"/>
                                        </p:tgtEl>
                                        <p:attrNameLst>
                                          <p:attrName>style.visibility</p:attrName>
                                        </p:attrNameLst>
                                      </p:cBhvr>
                                      <p:to>
                                        <p:strVal val="visible"/>
                                      </p:to>
                                    </p:set>
                                  </p:childTnLst>
                                </p:cTn>
                              </p:par>
                            </p:childTnLst>
                          </p:cTn>
                        </p:par>
                      </p:childTnLst>
                    </p:cTn>
                  </p:par>
                  <p:par>
                    <p:cTn id="153" fill="hold">
                      <p:stCondLst>
                        <p:cond delay="indefinite"/>
                      </p:stCondLst>
                      <p:childTnLst>
                        <p:par>
                          <p:cTn id="154" fill="hold">
                            <p:stCondLst>
                              <p:cond delay="0"/>
                            </p:stCondLst>
                            <p:childTnLst>
                              <p:par>
                                <p:cTn id="155" presetID="1" presetClass="entr" presetSubtype="0" fill="hold" nodeType="clickEffect">
                                  <p:stCondLst>
                                    <p:cond delay="0"/>
                                  </p:stCondLst>
                                  <p:childTnLst>
                                    <p:set>
                                      <p:cBhvr>
                                        <p:cTn id="156" dur="1" fill="hold">
                                          <p:stCondLst>
                                            <p:cond delay="0"/>
                                          </p:stCondLst>
                                        </p:cTn>
                                        <p:tgtEl>
                                          <p:spTgt spid="82976"/>
                                        </p:tgtEl>
                                        <p:attrNameLst>
                                          <p:attrName>style.visibility</p:attrName>
                                        </p:attrNameLst>
                                      </p:cBhvr>
                                      <p:to>
                                        <p:strVal val="visible"/>
                                      </p:to>
                                    </p:set>
                                  </p:childTnLst>
                                </p:cTn>
                              </p:par>
                              <p:par>
                                <p:cTn id="157" presetID="1" presetClass="entr" presetSubtype="0" fill="hold" grpId="0" nodeType="withEffect">
                                  <p:stCondLst>
                                    <p:cond delay="0"/>
                                  </p:stCondLst>
                                  <p:childTnLst>
                                    <p:set>
                                      <p:cBhvr>
                                        <p:cTn id="158" dur="1" fill="hold">
                                          <p:stCondLst>
                                            <p:cond delay="0"/>
                                          </p:stCondLst>
                                        </p:cTn>
                                        <p:tgtEl>
                                          <p:spTgt spid="82977"/>
                                        </p:tgtEl>
                                        <p:attrNameLst>
                                          <p:attrName>style.visibility</p:attrName>
                                        </p:attrNameLst>
                                      </p:cBhvr>
                                      <p:to>
                                        <p:strVal val="visible"/>
                                      </p:to>
                                    </p:set>
                                  </p:childTnLst>
                                </p:cTn>
                              </p:par>
                              <p:par>
                                <p:cTn id="159" presetID="1" presetClass="entr" presetSubtype="0" fill="hold" nodeType="withEffect">
                                  <p:stCondLst>
                                    <p:cond delay="0"/>
                                  </p:stCondLst>
                                  <p:childTnLst>
                                    <p:set>
                                      <p:cBhvr>
                                        <p:cTn id="160" dur="1" fill="hold">
                                          <p:stCondLst>
                                            <p:cond delay="0"/>
                                          </p:stCondLst>
                                        </p:cTn>
                                        <p:tgtEl>
                                          <p:spTgt spid="82978"/>
                                        </p:tgtEl>
                                        <p:attrNameLst>
                                          <p:attrName>style.visibility</p:attrName>
                                        </p:attrNameLst>
                                      </p:cBhvr>
                                      <p:to>
                                        <p:strVal val="visible"/>
                                      </p:to>
                                    </p:set>
                                  </p:childTnLst>
                                </p:cTn>
                              </p:par>
                              <p:par>
                                <p:cTn id="161" presetID="1" presetClass="entr" presetSubtype="0" fill="hold" grpId="0" nodeType="withEffect">
                                  <p:stCondLst>
                                    <p:cond delay="0"/>
                                  </p:stCondLst>
                                  <p:childTnLst>
                                    <p:set>
                                      <p:cBhvr>
                                        <p:cTn id="162" dur="1" fill="hold">
                                          <p:stCondLst>
                                            <p:cond delay="0"/>
                                          </p:stCondLst>
                                        </p:cTn>
                                        <p:tgtEl>
                                          <p:spTgt spid="82979"/>
                                        </p:tgtEl>
                                        <p:attrNameLst>
                                          <p:attrName>style.visibility</p:attrName>
                                        </p:attrNameLst>
                                      </p:cBhvr>
                                      <p:to>
                                        <p:strVal val="visible"/>
                                      </p:to>
                                    </p:set>
                                  </p:childTnLst>
                                </p:cTn>
                              </p:par>
                              <p:par>
                                <p:cTn id="163" presetID="1" presetClass="entr" presetSubtype="0" fill="hold" nodeType="withEffect">
                                  <p:stCondLst>
                                    <p:cond delay="0"/>
                                  </p:stCondLst>
                                  <p:childTnLst>
                                    <p:set>
                                      <p:cBhvr>
                                        <p:cTn id="164" dur="1" fill="hold">
                                          <p:stCondLst>
                                            <p:cond delay="0"/>
                                          </p:stCondLst>
                                        </p:cTn>
                                        <p:tgtEl>
                                          <p:spTgt spid="82981"/>
                                        </p:tgtEl>
                                        <p:attrNameLst>
                                          <p:attrName>style.visibility</p:attrName>
                                        </p:attrNameLst>
                                      </p:cBhvr>
                                      <p:to>
                                        <p:strVal val="visible"/>
                                      </p:to>
                                    </p:set>
                                  </p:childTnLst>
                                </p:cTn>
                              </p:par>
                              <p:par>
                                <p:cTn id="165" presetID="1" presetClass="entr" presetSubtype="0" fill="hold" grpId="0" nodeType="withEffect">
                                  <p:stCondLst>
                                    <p:cond delay="0"/>
                                  </p:stCondLst>
                                  <p:childTnLst>
                                    <p:set>
                                      <p:cBhvr>
                                        <p:cTn id="166" dur="1" fill="hold">
                                          <p:stCondLst>
                                            <p:cond delay="0"/>
                                          </p:stCondLst>
                                        </p:cTn>
                                        <p:tgtEl>
                                          <p:spTgt spid="82983"/>
                                        </p:tgtEl>
                                        <p:attrNameLst>
                                          <p:attrName>style.visibility</p:attrName>
                                        </p:attrNameLst>
                                      </p:cBhvr>
                                      <p:to>
                                        <p:strVal val="visible"/>
                                      </p:to>
                                    </p:set>
                                  </p:childTnLst>
                                </p:cTn>
                              </p:par>
                            </p:childTnLst>
                          </p:cTn>
                        </p:par>
                      </p:childTnLst>
                    </p:cTn>
                  </p:par>
                  <p:par>
                    <p:cTn id="167" fill="hold">
                      <p:stCondLst>
                        <p:cond delay="indefinite"/>
                      </p:stCondLst>
                      <p:childTnLst>
                        <p:par>
                          <p:cTn id="168" fill="hold">
                            <p:stCondLst>
                              <p:cond delay="0"/>
                            </p:stCondLst>
                            <p:childTnLst>
                              <p:par>
                                <p:cTn id="169" presetID="1" presetClass="entr" presetSubtype="0" fill="hold" nodeType="clickEffect">
                                  <p:stCondLst>
                                    <p:cond delay="0"/>
                                  </p:stCondLst>
                                  <p:childTnLst>
                                    <p:set>
                                      <p:cBhvr>
                                        <p:cTn id="170" dur="1" fill="hold">
                                          <p:stCondLst>
                                            <p:cond delay="0"/>
                                          </p:stCondLst>
                                        </p:cTn>
                                        <p:tgtEl>
                                          <p:spTgt spid="82946">
                                            <p:txEl>
                                              <p:pRg st="3" end="3"/>
                                            </p:txEl>
                                          </p:spTgt>
                                        </p:tgtEl>
                                        <p:attrNameLst>
                                          <p:attrName>style.visibility</p:attrName>
                                        </p:attrNameLst>
                                      </p:cBhvr>
                                      <p:to>
                                        <p:strVal val="visible"/>
                                      </p:to>
                                    </p:set>
                                  </p:childTnLst>
                                </p:cTn>
                              </p:par>
                            </p:childTnLst>
                          </p:cTn>
                        </p:par>
                      </p:childTnLst>
                    </p:cTn>
                  </p:par>
                  <p:par>
                    <p:cTn id="171" fill="hold">
                      <p:stCondLst>
                        <p:cond delay="indefinite"/>
                      </p:stCondLst>
                      <p:childTnLst>
                        <p:par>
                          <p:cTn id="172" fill="hold">
                            <p:stCondLst>
                              <p:cond delay="0"/>
                            </p:stCondLst>
                            <p:childTnLst>
                              <p:par>
                                <p:cTn id="173" presetID="1" presetClass="entr" presetSubtype="0" fill="hold" nodeType="clickEffect">
                                  <p:stCondLst>
                                    <p:cond delay="0"/>
                                  </p:stCondLst>
                                  <p:childTnLst>
                                    <p:set>
                                      <p:cBhvr>
                                        <p:cTn id="174" dur="1" fill="hold">
                                          <p:stCondLst>
                                            <p:cond delay="0"/>
                                          </p:stCondLst>
                                        </p:cTn>
                                        <p:tgtEl>
                                          <p:spTgt spid="82946">
                                            <p:txEl>
                                              <p:pRg st="4" end="4"/>
                                            </p:txEl>
                                          </p:spTgt>
                                        </p:tgtEl>
                                        <p:attrNameLst>
                                          <p:attrName>style.visibility</p:attrName>
                                        </p:attrNameLst>
                                      </p:cBhvr>
                                      <p:to>
                                        <p:strVal val="visible"/>
                                      </p:to>
                                    </p:set>
                                  </p:childTnLst>
                                </p:cTn>
                              </p:par>
                            </p:childTnLst>
                          </p:cTn>
                        </p:par>
                      </p:childTnLst>
                    </p:cTn>
                  </p:par>
                  <p:par>
                    <p:cTn id="175" fill="hold">
                      <p:stCondLst>
                        <p:cond delay="indefinite"/>
                      </p:stCondLst>
                      <p:childTnLst>
                        <p:par>
                          <p:cTn id="176" fill="hold">
                            <p:stCondLst>
                              <p:cond delay="0"/>
                            </p:stCondLst>
                            <p:childTnLst>
                              <p:par>
                                <p:cTn id="177" presetID="1" presetClass="entr" presetSubtype="0" fill="hold" grpId="0" nodeType="clickEffect">
                                  <p:stCondLst>
                                    <p:cond delay="0"/>
                                  </p:stCondLst>
                                  <p:childTnLst>
                                    <p:set>
                                      <p:cBhvr>
                                        <p:cTn id="178" dur="1" fill="hold">
                                          <p:stCondLst>
                                            <p:cond delay="0"/>
                                          </p:stCondLst>
                                        </p:cTn>
                                        <p:tgtEl>
                                          <p:spTgt spid="14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2" grpId="0" animBg="1"/>
      <p:bldP spid="82950" grpId="0"/>
      <p:bldP spid="82952" grpId="0"/>
      <p:bldP spid="82953" grpId="0" animBg="1"/>
      <p:bldP spid="82954" grpId="0"/>
      <p:bldP spid="82957" grpId="0"/>
      <p:bldP spid="82958" grpId="0"/>
      <p:bldP spid="82959" grpId="0"/>
      <p:bldP spid="82960" grpId="0"/>
      <p:bldP spid="82961" grpId="0"/>
      <p:bldP spid="82962" grpId="0"/>
      <p:bldP spid="82967" grpId="0"/>
      <p:bldP spid="82968" grpId="0"/>
      <p:bldP spid="82969" grpId="0" animBg="1"/>
      <p:bldP spid="82970" grpId="0"/>
      <p:bldP spid="82977" grpId="0"/>
      <p:bldP spid="82979" grpId="0"/>
      <p:bldP spid="82982" grpId="0"/>
      <p:bldP spid="82983" grpId="0"/>
      <p:bldP spid="2" grpId="0"/>
      <p:bldP spid="104" grpId="0"/>
      <p:bldP spid="105" grpId="0"/>
      <p:bldP spid="106" grpId="0"/>
      <p:bldP spid="107" grpId="0"/>
      <p:bldP spid="108" grpId="0"/>
      <p:bldP spid="109" grpId="0"/>
      <p:bldP spid="110" grpId="0"/>
      <p:bldP spid="111" grpId="0"/>
      <p:bldP spid="112" grpId="0"/>
      <p:bldP spid="113" grpId="0"/>
      <p:bldP spid="114" grpId="0"/>
      <p:bldP spid="115" grpId="0"/>
      <p:bldP spid="116" grpId="0"/>
      <p:bldP spid="117" grpId="0"/>
      <p:bldP spid="118" grpId="0"/>
      <p:bldP spid="119" grpId="0"/>
      <p:bldP spid="120" grpId="0"/>
      <p:bldP spid="121" grpId="0"/>
      <p:bldP spid="122" grpId="0"/>
      <p:bldP spid="123" grpId="0"/>
      <p:bldP spid="124" grpId="0"/>
      <p:bldP spid="125" grpId="0"/>
      <p:bldP spid="126" grpId="0"/>
      <p:bldP spid="134" grpId="0"/>
      <p:bldP spid="135" grpId="0"/>
      <p:bldP spid="136" grpId="0"/>
      <p:bldP spid="137" grpId="0"/>
      <p:bldP spid="138" grpId="0"/>
      <p:bldP spid="139" grpId="0"/>
      <p:bldP spid="140" grpId="0"/>
      <p:bldP spid="141" grpId="0"/>
      <p:bldP spid="3"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25" name="Title 1">
            <a:extLst>
              <a:ext uri="{FF2B5EF4-FFF2-40B4-BE49-F238E27FC236}">
                <a16:creationId xmlns:a16="http://schemas.microsoft.com/office/drawing/2014/main" id="{80A2E9F1-A012-B54B-A6DC-200491EA3D4A}"/>
              </a:ext>
            </a:extLst>
          </p:cNvPr>
          <p:cNvSpPr>
            <a:spLocks noGrp="1" noChangeArrowheads="1"/>
          </p:cNvSpPr>
          <p:nvPr>
            <p:ph type="title"/>
          </p:nvPr>
        </p:nvSpPr>
        <p:spPr/>
        <p:txBody>
          <a:bodyPr/>
          <a:lstStyle/>
          <a:p>
            <a:r>
              <a:rPr lang="en-US" altLang="en-US">
                <a:ea typeface="ＭＳ Ｐゴシック" panose="020B0600070205080204" pitchFamily="34" charset="-128"/>
              </a:rPr>
              <a:t>Full Associativity</a:t>
            </a:r>
          </a:p>
        </p:txBody>
      </p:sp>
      <p:sp>
        <p:nvSpPr>
          <p:cNvPr id="129026" name="Content Placeholder 2">
            <a:extLst>
              <a:ext uri="{FF2B5EF4-FFF2-40B4-BE49-F238E27FC236}">
                <a16:creationId xmlns:a16="http://schemas.microsoft.com/office/drawing/2014/main" id="{11302695-04C6-4540-9B06-43AF72363A6B}"/>
              </a:ext>
            </a:extLst>
          </p:cNvPr>
          <p:cNvSpPr>
            <a:spLocks noGrp="1" noChangeArrowheads="1"/>
          </p:cNvSpPr>
          <p:nvPr>
            <p:ph idx="1"/>
          </p:nvPr>
        </p:nvSpPr>
        <p:spPr>
          <a:xfrm>
            <a:off x="228600" y="996950"/>
            <a:ext cx="8610600" cy="5194300"/>
          </a:xfrm>
        </p:spPr>
        <p:txBody>
          <a:bodyPr/>
          <a:lstStyle/>
          <a:p>
            <a:r>
              <a:rPr lang="en-US" altLang="en-US" b="1">
                <a:ea typeface="ＭＳ Ｐゴシック" panose="020B0600070205080204" pitchFamily="34" charset="-128"/>
              </a:rPr>
              <a:t>Fully-associative </a:t>
            </a:r>
            <a:r>
              <a:rPr lang="en-US" altLang="en-US" b="1" dirty="0">
                <a:ea typeface="ＭＳ Ｐゴシック" panose="020B0600070205080204" pitchFamily="34" charset="-128"/>
              </a:rPr>
              <a:t>cache</a:t>
            </a:r>
          </a:p>
          <a:p>
            <a:pPr lvl="1"/>
            <a:r>
              <a:rPr lang="en-US" altLang="en-US" dirty="0">
                <a:ea typeface="ＭＳ Ｐゴシック" panose="020B0600070205080204" pitchFamily="34" charset="-128"/>
              </a:rPr>
              <a:t>A block can be placed in </a:t>
            </a:r>
            <a:r>
              <a:rPr lang="en-US" altLang="en-US" dirty="0">
                <a:solidFill>
                  <a:srgbClr val="0000FF"/>
                </a:solidFill>
                <a:ea typeface="ＭＳ Ｐゴシック" panose="020B0600070205080204" pitchFamily="34" charset="-128"/>
              </a:rPr>
              <a:t>any</a:t>
            </a:r>
            <a:r>
              <a:rPr lang="en-US" altLang="en-US" dirty="0">
                <a:ea typeface="ＭＳ Ｐゴシック" panose="020B0600070205080204" pitchFamily="34" charset="-128"/>
              </a:rPr>
              <a:t> cache location</a:t>
            </a:r>
          </a:p>
          <a:p>
            <a:endParaRPr lang="en-US" altLang="en-US" dirty="0">
              <a:ea typeface="ＭＳ Ｐゴシック" panose="020B0600070205080204" pitchFamily="34" charset="-128"/>
            </a:endParaRPr>
          </a:p>
        </p:txBody>
      </p:sp>
      <p:sp>
        <p:nvSpPr>
          <p:cNvPr id="129027" name="Slide Number Placeholder 3">
            <a:extLst>
              <a:ext uri="{FF2B5EF4-FFF2-40B4-BE49-F238E27FC236}">
                <a16:creationId xmlns:a16="http://schemas.microsoft.com/office/drawing/2014/main" id="{2E99FBEF-8A35-B843-B8DF-6C6FA0A5ACD8}"/>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fld id="{2AFDC5B2-6572-D746-8E15-37815ECDBE96}" type="slidenum">
              <a:rPr lang="en-US" altLang="en-US" sz="1600" smtClean="0">
                <a:solidFill>
                  <a:srgbClr val="000000"/>
                </a:solidFill>
                <a:latin typeface="Garamond" panose="02020404030301010803" pitchFamily="18" charset="0"/>
              </a:rPr>
              <a:pPr eaLnBrk="1" hangingPunct="1">
                <a:spcBef>
                  <a:spcPct val="0"/>
                </a:spcBef>
                <a:buClrTx/>
                <a:buSzTx/>
                <a:buFontTx/>
                <a:buNone/>
              </a:pPr>
              <a:t>9</a:t>
            </a:fld>
            <a:endParaRPr lang="en-US" altLang="en-US" sz="1600">
              <a:solidFill>
                <a:srgbClr val="000000"/>
              </a:solidFill>
              <a:latin typeface="Garamond" panose="02020404030301010803" pitchFamily="18" charset="0"/>
            </a:endParaRPr>
          </a:p>
        </p:txBody>
      </p:sp>
      <p:sp>
        <p:nvSpPr>
          <p:cNvPr id="87044" name="Rectangle 4">
            <a:extLst>
              <a:ext uri="{FF2B5EF4-FFF2-40B4-BE49-F238E27FC236}">
                <a16:creationId xmlns:a16="http://schemas.microsoft.com/office/drawing/2014/main" id="{A590390C-A867-3E44-9415-EA1C2561A26C}"/>
              </a:ext>
            </a:extLst>
          </p:cNvPr>
          <p:cNvSpPr>
            <a:spLocks noChangeArrowheads="1"/>
          </p:cNvSpPr>
          <p:nvPr/>
        </p:nvSpPr>
        <p:spPr bwMode="auto">
          <a:xfrm>
            <a:off x="1357313" y="2562815"/>
            <a:ext cx="863600" cy="166688"/>
          </a:xfrm>
          <a:prstGeom prst="rect">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endParaRPr lang="en-US" altLang="en-US" sz="1800">
              <a:solidFill>
                <a:srgbClr val="000000"/>
              </a:solidFill>
              <a:latin typeface="Arial" panose="020B0604020202020204" pitchFamily="34" charset="0"/>
            </a:endParaRPr>
          </a:p>
        </p:txBody>
      </p:sp>
      <p:sp>
        <p:nvSpPr>
          <p:cNvPr id="87045" name="Rectangle 5">
            <a:extLst>
              <a:ext uri="{FF2B5EF4-FFF2-40B4-BE49-F238E27FC236}">
                <a16:creationId xmlns:a16="http://schemas.microsoft.com/office/drawing/2014/main" id="{B02D54EB-D550-124F-B6C1-2830B5FA6443}"/>
              </a:ext>
            </a:extLst>
          </p:cNvPr>
          <p:cNvSpPr>
            <a:spLocks noChangeArrowheads="1"/>
          </p:cNvSpPr>
          <p:nvPr/>
        </p:nvSpPr>
        <p:spPr bwMode="auto">
          <a:xfrm>
            <a:off x="2274888" y="2562815"/>
            <a:ext cx="863600" cy="166688"/>
          </a:xfrm>
          <a:prstGeom prst="rect">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endParaRPr lang="en-US" altLang="en-US" sz="1800">
              <a:solidFill>
                <a:srgbClr val="000000"/>
              </a:solidFill>
              <a:latin typeface="Arial" panose="020B0604020202020204" pitchFamily="34" charset="0"/>
            </a:endParaRPr>
          </a:p>
        </p:txBody>
      </p:sp>
      <p:sp>
        <p:nvSpPr>
          <p:cNvPr id="87046" name="Rectangle 6">
            <a:extLst>
              <a:ext uri="{FF2B5EF4-FFF2-40B4-BE49-F238E27FC236}">
                <a16:creationId xmlns:a16="http://schemas.microsoft.com/office/drawing/2014/main" id="{D95740EC-E777-3346-8061-5DBAD509361C}"/>
              </a:ext>
            </a:extLst>
          </p:cNvPr>
          <p:cNvSpPr>
            <a:spLocks noChangeArrowheads="1"/>
          </p:cNvSpPr>
          <p:nvPr/>
        </p:nvSpPr>
        <p:spPr bwMode="auto">
          <a:xfrm>
            <a:off x="3186113" y="2562815"/>
            <a:ext cx="863600" cy="166688"/>
          </a:xfrm>
          <a:prstGeom prst="rect">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endParaRPr lang="en-US" altLang="en-US" sz="1800">
              <a:solidFill>
                <a:srgbClr val="000000"/>
              </a:solidFill>
              <a:latin typeface="Arial" panose="020B0604020202020204" pitchFamily="34" charset="0"/>
            </a:endParaRPr>
          </a:p>
        </p:txBody>
      </p:sp>
      <p:sp>
        <p:nvSpPr>
          <p:cNvPr id="87047" name="Rectangle 7">
            <a:extLst>
              <a:ext uri="{FF2B5EF4-FFF2-40B4-BE49-F238E27FC236}">
                <a16:creationId xmlns:a16="http://schemas.microsoft.com/office/drawing/2014/main" id="{B54F0687-C967-084E-BC0A-6BE9BC676DD7}"/>
              </a:ext>
            </a:extLst>
          </p:cNvPr>
          <p:cNvSpPr>
            <a:spLocks noChangeArrowheads="1"/>
          </p:cNvSpPr>
          <p:nvPr/>
        </p:nvSpPr>
        <p:spPr bwMode="auto">
          <a:xfrm>
            <a:off x="4095750" y="2562815"/>
            <a:ext cx="863600" cy="166688"/>
          </a:xfrm>
          <a:prstGeom prst="rect">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endParaRPr lang="en-US" altLang="en-US" sz="1800">
              <a:solidFill>
                <a:srgbClr val="000000"/>
              </a:solidFill>
              <a:latin typeface="Arial" panose="020B0604020202020204" pitchFamily="34" charset="0"/>
            </a:endParaRPr>
          </a:p>
        </p:txBody>
      </p:sp>
      <p:sp>
        <p:nvSpPr>
          <p:cNvPr id="87048" name="Rectangle 8">
            <a:extLst>
              <a:ext uri="{FF2B5EF4-FFF2-40B4-BE49-F238E27FC236}">
                <a16:creationId xmlns:a16="http://schemas.microsoft.com/office/drawing/2014/main" id="{CB8415E8-24F4-094F-BB12-A1BEF2FF64EF}"/>
              </a:ext>
            </a:extLst>
          </p:cNvPr>
          <p:cNvSpPr>
            <a:spLocks noChangeArrowheads="1"/>
          </p:cNvSpPr>
          <p:nvPr/>
        </p:nvSpPr>
        <p:spPr bwMode="auto">
          <a:xfrm>
            <a:off x="5010150" y="2567578"/>
            <a:ext cx="863600" cy="166687"/>
          </a:xfrm>
          <a:prstGeom prst="rect">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endParaRPr lang="en-US" altLang="en-US" sz="1800">
              <a:solidFill>
                <a:srgbClr val="000000"/>
              </a:solidFill>
              <a:latin typeface="Arial" panose="020B0604020202020204" pitchFamily="34" charset="0"/>
            </a:endParaRPr>
          </a:p>
        </p:txBody>
      </p:sp>
      <p:sp>
        <p:nvSpPr>
          <p:cNvPr id="87049" name="Rectangle 9">
            <a:extLst>
              <a:ext uri="{FF2B5EF4-FFF2-40B4-BE49-F238E27FC236}">
                <a16:creationId xmlns:a16="http://schemas.microsoft.com/office/drawing/2014/main" id="{EEE59F2C-3097-B94D-8FFD-316B623E7368}"/>
              </a:ext>
            </a:extLst>
          </p:cNvPr>
          <p:cNvSpPr>
            <a:spLocks noChangeArrowheads="1"/>
          </p:cNvSpPr>
          <p:nvPr/>
        </p:nvSpPr>
        <p:spPr bwMode="auto">
          <a:xfrm>
            <a:off x="5927725" y="2567578"/>
            <a:ext cx="863600" cy="166687"/>
          </a:xfrm>
          <a:prstGeom prst="rect">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endParaRPr lang="en-US" altLang="en-US" sz="1800">
              <a:solidFill>
                <a:srgbClr val="000000"/>
              </a:solidFill>
              <a:latin typeface="Arial" panose="020B0604020202020204" pitchFamily="34" charset="0"/>
            </a:endParaRPr>
          </a:p>
        </p:txBody>
      </p:sp>
      <p:sp>
        <p:nvSpPr>
          <p:cNvPr id="87050" name="Rectangle 10">
            <a:extLst>
              <a:ext uri="{FF2B5EF4-FFF2-40B4-BE49-F238E27FC236}">
                <a16:creationId xmlns:a16="http://schemas.microsoft.com/office/drawing/2014/main" id="{AB452C0B-173A-1C44-96D7-52B7DBF7B0CC}"/>
              </a:ext>
            </a:extLst>
          </p:cNvPr>
          <p:cNvSpPr>
            <a:spLocks noChangeArrowheads="1"/>
          </p:cNvSpPr>
          <p:nvPr/>
        </p:nvSpPr>
        <p:spPr bwMode="auto">
          <a:xfrm>
            <a:off x="6838950" y="2567578"/>
            <a:ext cx="863600" cy="166687"/>
          </a:xfrm>
          <a:prstGeom prst="rect">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endParaRPr lang="en-US" altLang="en-US" sz="1800">
              <a:solidFill>
                <a:srgbClr val="000000"/>
              </a:solidFill>
              <a:latin typeface="Arial" panose="020B0604020202020204" pitchFamily="34" charset="0"/>
            </a:endParaRPr>
          </a:p>
        </p:txBody>
      </p:sp>
      <p:sp>
        <p:nvSpPr>
          <p:cNvPr id="87051" name="Rectangle 11">
            <a:extLst>
              <a:ext uri="{FF2B5EF4-FFF2-40B4-BE49-F238E27FC236}">
                <a16:creationId xmlns:a16="http://schemas.microsoft.com/office/drawing/2014/main" id="{935697DD-E297-9143-B023-9531AEFD3176}"/>
              </a:ext>
            </a:extLst>
          </p:cNvPr>
          <p:cNvSpPr>
            <a:spLocks noChangeArrowheads="1"/>
          </p:cNvSpPr>
          <p:nvPr/>
        </p:nvSpPr>
        <p:spPr bwMode="auto">
          <a:xfrm>
            <a:off x="7748588" y="2567578"/>
            <a:ext cx="863600" cy="166687"/>
          </a:xfrm>
          <a:prstGeom prst="rect">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endParaRPr lang="en-US" altLang="en-US" sz="1800">
              <a:solidFill>
                <a:srgbClr val="000000"/>
              </a:solidFill>
              <a:latin typeface="Arial" panose="020B0604020202020204" pitchFamily="34" charset="0"/>
            </a:endParaRPr>
          </a:p>
        </p:txBody>
      </p:sp>
      <p:sp>
        <p:nvSpPr>
          <p:cNvPr id="87052" name="Rectangle 12">
            <a:extLst>
              <a:ext uri="{FF2B5EF4-FFF2-40B4-BE49-F238E27FC236}">
                <a16:creationId xmlns:a16="http://schemas.microsoft.com/office/drawing/2014/main" id="{A215EB12-7A9D-6548-B92C-0F1C84148589}"/>
              </a:ext>
            </a:extLst>
          </p:cNvPr>
          <p:cNvSpPr>
            <a:spLocks noChangeArrowheads="1"/>
          </p:cNvSpPr>
          <p:nvPr/>
        </p:nvSpPr>
        <p:spPr bwMode="auto">
          <a:xfrm>
            <a:off x="1311275" y="4859928"/>
            <a:ext cx="863600" cy="166687"/>
          </a:xfrm>
          <a:prstGeom prst="rect">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endParaRPr lang="en-US" altLang="en-US" sz="1800">
              <a:solidFill>
                <a:srgbClr val="000000"/>
              </a:solidFill>
              <a:latin typeface="Arial" panose="020B0604020202020204" pitchFamily="34" charset="0"/>
            </a:endParaRPr>
          </a:p>
        </p:txBody>
      </p:sp>
      <p:sp>
        <p:nvSpPr>
          <p:cNvPr id="87053" name="Rectangle 13">
            <a:extLst>
              <a:ext uri="{FF2B5EF4-FFF2-40B4-BE49-F238E27FC236}">
                <a16:creationId xmlns:a16="http://schemas.microsoft.com/office/drawing/2014/main" id="{5753A1CB-C799-C945-B64D-0B37A08E20F0}"/>
              </a:ext>
            </a:extLst>
          </p:cNvPr>
          <p:cNvSpPr>
            <a:spLocks noChangeArrowheads="1"/>
          </p:cNvSpPr>
          <p:nvPr/>
        </p:nvSpPr>
        <p:spPr bwMode="auto">
          <a:xfrm>
            <a:off x="2228850" y="4859928"/>
            <a:ext cx="863600" cy="166687"/>
          </a:xfrm>
          <a:prstGeom prst="rect">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endParaRPr lang="en-US" altLang="en-US" sz="1800">
              <a:solidFill>
                <a:srgbClr val="000000"/>
              </a:solidFill>
              <a:latin typeface="Arial" panose="020B0604020202020204" pitchFamily="34" charset="0"/>
            </a:endParaRPr>
          </a:p>
        </p:txBody>
      </p:sp>
      <p:sp>
        <p:nvSpPr>
          <p:cNvPr id="87054" name="Rectangle 14">
            <a:extLst>
              <a:ext uri="{FF2B5EF4-FFF2-40B4-BE49-F238E27FC236}">
                <a16:creationId xmlns:a16="http://schemas.microsoft.com/office/drawing/2014/main" id="{986F0904-E8EB-7B46-A550-0C072F1073A4}"/>
              </a:ext>
            </a:extLst>
          </p:cNvPr>
          <p:cNvSpPr>
            <a:spLocks noChangeArrowheads="1"/>
          </p:cNvSpPr>
          <p:nvPr/>
        </p:nvSpPr>
        <p:spPr bwMode="auto">
          <a:xfrm>
            <a:off x="3140075" y="4859928"/>
            <a:ext cx="863600" cy="166687"/>
          </a:xfrm>
          <a:prstGeom prst="rect">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endParaRPr lang="en-US" altLang="en-US" sz="1800">
              <a:solidFill>
                <a:srgbClr val="000000"/>
              </a:solidFill>
              <a:latin typeface="Arial" panose="020B0604020202020204" pitchFamily="34" charset="0"/>
            </a:endParaRPr>
          </a:p>
        </p:txBody>
      </p:sp>
      <p:sp>
        <p:nvSpPr>
          <p:cNvPr id="87055" name="Rectangle 15">
            <a:extLst>
              <a:ext uri="{FF2B5EF4-FFF2-40B4-BE49-F238E27FC236}">
                <a16:creationId xmlns:a16="http://schemas.microsoft.com/office/drawing/2014/main" id="{230CD989-4F8E-7543-B458-A788ECB17D06}"/>
              </a:ext>
            </a:extLst>
          </p:cNvPr>
          <p:cNvSpPr>
            <a:spLocks noChangeArrowheads="1"/>
          </p:cNvSpPr>
          <p:nvPr/>
        </p:nvSpPr>
        <p:spPr bwMode="auto">
          <a:xfrm>
            <a:off x="4049713" y="4859928"/>
            <a:ext cx="863600" cy="166687"/>
          </a:xfrm>
          <a:prstGeom prst="rect">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endParaRPr lang="en-US" altLang="en-US" sz="1800">
              <a:solidFill>
                <a:srgbClr val="000000"/>
              </a:solidFill>
              <a:latin typeface="Arial" panose="020B0604020202020204" pitchFamily="34" charset="0"/>
            </a:endParaRPr>
          </a:p>
        </p:txBody>
      </p:sp>
      <p:sp>
        <p:nvSpPr>
          <p:cNvPr id="87056" name="Rectangle 16">
            <a:extLst>
              <a:ext uri="{FF2B5EF4-FFF2-40B4-BE49-F238E27FC236}">
                <a16:creationId xmlns:a16="http://schemas.microsoft.com/office/drawing/2014/main" id="{3E6DBB90-17A8-6A4E-B177-74844EF060D5}"/>
              </a:ext>
            </a:extLst>
          </p:cNvPr>
          <p:cNvSpPr>
            <a:spLocks noChangeArrowheads="1"/>
          </p:cNvSpPr>
          <p:nvPr/>
        </p:nvSpPr>
        <p:spPr bwMode="auto">
          <a:xfrm>
            <a:off x="4964113" y="4864690"/>
            <a:ext cx="863600" cy="165100"/>
          </a:xfrm>
          <a:prstGeom prst="rect">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endParaRPr lang="en-US" altLang="en-US" sz="1800">
              <a:solidFill>
                <a:srgbClr val="000000"/>
              </a:solidFill>
              <a:latin typeface="Arial" panose="020B0604020202020204" pitchFamily="34" charset="0"/>
            </a:endParaRPr>
          </a:p>
        </p:txBody>
      </p:sp>
      <p:sp>
        <p:nvSpPr>
          <p:cNvPr id="87057" name="Rectangle 17">
            <a:extLst>
              <a:ext uri="{FF2B5EF4-FFF2-40B4-BE49-F238E27FC236}">
                <a16:creationId xmlns:a16="http://schemas.microsoft.com/office/drawing/2014/main" id="{CFF95888-089B-C54A-B64A-6B07B9F59010}"/>
              </a:ext>
            </a:extLst>
          </p:cNvPr>
          <p:cNvSpPr>
            <a:spLocks noChangeArrowheads="1"/>
          </p:cNvSpPr>
          <p:nvPr/>
        </p:nvSpPr>
        <p:spPr bwMode="auto">
          <a:xfrm>
            <a:off x="5881688" y="4864690"/>
            <a:ext cx="863600" cy="165100"/>
          </a:xfrm>
          <a:prstGeom prst="rect">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endParaRPr lang="en-US" altLang="en-US" sz="1800">
              <a:solidFill>
                <a:srgbClr val="000000"/>
              </a:solidFill>
              <a:latin typeface="Arial" panose="020B0604020202020204" pitchFamily="34" charset="0"/>
            </a:endParaRPr>
          </a:p>
        </p:txBody>
      </p:sp>
      <p:sp>
        <p:nvSpPr>
          <p:cNvPr id="87058" name="Rectangle 18">
            <a:extLst>
              <a:ext uri="{FF2B5EF4-FFF2-40B4-BE49-F238E27FC236}">
                <a16:creationId xmlns:a16="http://schemas.microsoft.com/office/drawing/2014/main" id="{69B9F655-C344-D94C-9E36-0D531E4F0A06}"/>
              </a:ext>
            </a:extLst>
          </p:cNvPr>
          <p:cNvSpPr>
            <a:spLocks noChangeArrowheads="1"/>
          </p:cNvSpPr>
          <p:nvPr/>
        </p:nvSpPr>
        <p:spPr bwMode="auto">
          <a:xfrm>
            <a:off x="6792913" y="4864690"/>
            <a:ext cx="863600" cy="165100"/>
          </a:xfrm>
          <a:prstGeom prst="rect">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endParaRPr lang="en-US" altLang="en-US" sz="1800">
              <a:solidFill>
                <a:srgbClr val="000000"/>
              </a:solidFill>
              <a:latin typeface="Arial" panose="020B0604020202020204" pitchFamily="34" charset="0"/>
            </a:endParaRPr>
          </a:p>
        </p:txBody>
      </p:sp>
      <p:sp>
        <p:nvSpPr>
          <p:cNvPr id="87059" name="Rectangle 19">
            <a:extLst>
              <a:ext uri="{FF2B5EF4-FFF2-40B4-BE49-F238E27FC236}">
                <a16:creationId xmlns:a16="http://schemas.microsoft.com/office/drawing/2014/main" id="{C32CDA9B-6586-554C-A395-F20EA8A1CB9B}"/>
              </a:ext>
            </a:extLst>
          </p:cNvPr>
          <p:cNvSpPr>
            <a:spLocks noChangeArrowheads="1"/>
          </p:cNvSpPr>
          <p:nvPr/>
        </p:nvSpPr>
        <p:spPr bwMode="auto">
          <a:xfrm>
            <a:off x="7702550" y="4864690"/>
            <a:ext cx="863600" cy="165100"/>
          </a:xfrm>
          <a:prstGeom prst="rect">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endParaRPr lang="en-US" altLang="en-US" sz="1800">
              <a:solidFill>
                <a:srgbClr val="000000"/>
              </a:solidFill>
              <a:latin typeface="Arial" panose="020B0604020202020204" pitchFamily="34" charset="0"/>
            </a:endParaRPr>
          </a:p>
        </p:txBody>
      </p:sp>
      <p:sp>
        <p:nvSpPr>
          <p:cNvPr id="87060" name="TextBox 20">
            <a:extLst>
              <a:ext uri="{FF2B5EF4-FFF2-40B4-BE49-F238E27FC236}">
                <a16:creationId xmlns:a16="http://schemas.microsoft.com/office/drawing/2014/main" id="{9D0C415F-B533-B64A-8C2E-ABC02A30A558}"/>
              </a:ext>
            </a:extLst>
          </p:cNvPr>
          <p:cNvSpPr txBox="1">
            <a:spLocks noChangeArrowheads="1"/>
          </p:cNvSpPr>
          <p:nvPr/>
        </p:nvSpPr>
        <p:spPr bwMode="auto">
          <a:xfrm>
            <a:off x="63604" y="2423197"/>
            <a:ext cx="1206292"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r>
              <a:rPr lang="en-US" altLang="en-US" sz="1800" b="1" dirty="0">
                <a:solidFill>
                  <a:srgbClr val="000000"/>
                </a:solidFill>
                <a:latin typeface="Arial" panose="020B0604020202020204" pitchFamily="34" charset="0"/>
              </a:rPr>
              <a:t>Tag store</a:t>
            </a:r>
          </a:p>
        </p:txBody>
      </p:sp>
      <p:sp>
        <p:nvSpPr>
          <p:cNvPr id="87061" name="TextBox 21">
            <a:extLst>
              <a:ext uri="{FF2B5EF4-FFF2-40B4-BE49-F238E27FC236}">
                <a16:creationId xmlns:a16="http://schemas.microsoft.com/office/drawing/2014/main" id="{CA0D234E-9C01-AF45-BBF8-1DFFC85C553A}"/>
              </a:ext>
            </a:extLst>
          </p:cNvPr>
          <p:cNvSpPr txBox="1">
            <a:spLocks noChangeArrowheads="1"/>
          </p:cNvSpPr>
          <p:nvPr/>
        </p:nvSpPr>
        <p:spPr bwMode="auto">
          <a:xfrm>
            <a:off x="10160" y="4735190"/>
            <a:ext cx="131318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r>
              <a:rPr lang="en-US" altLang="en-US" sz="1800" b="1" dirty="0">
                <a:solidFill>
                  <a:srgbClr val="000000"/>
                </a:solidFill>
                <a:latin typeface="Arial" panose="020B0604020202020204" pitchFamily="34" charset="0"/>
              </a:rPr>
              <a:t>Data store</a:t>
            </a:r>
          </a:p>
        </p:txBody>
      </p:sp>
      <p:sp>
        <p:nvSpPr>
          <p:cNvPr id="87062" name="Rectangle 35">
            <a:extLst>
              <a:ext uri="{FF2B5EF4-FFF2-40B4-BE49-F238E27FC236}">
                <a16:creationId xmlns:a16="http://schemas.microsoft.com/office/drawing/2014/main" id="{8BC36685-D2F9-3F4B-A32C-8F898730F527}"/>
              </a:ext>
            </a:extLst>
          </p:cNvPr>
          <p:cNvSpPr>
            <a:spLocks noChangeArrowheads="1"/>
          </p:cNvSpPr>
          <p:nvPr/>
        </p:nvSpPr>
        <p:spPr bwMode="auto">
          <a:xfrm>
            <a:off x="1490663" y="2980328"/>
            <a:ext cx="625475" cy="338137"/>
          </a:xfrm>
          <a:prstGeom prst="rect">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endParaRPr lang="en-US" altLang="en-US" sz="1800">
              <a:solidFill>
                <a:srgbClr val="000000"/>
              </a:solidFill>
              <a:latin typeface="Arial" panose="020B0604020202020204" pitchFamily="34" charset="0"/>
            </a:endParaRPr>
          </a:p>
        </p:txBody>
      </p:sp>
      <p:sp>
        <p:nvSpPr>
          <p:cNvPr id="87063" name="TextBox 36">
            <a:extLst>
              <a:ext uri="{FF2B5EF4-FFF2-40B4-BE49-F238E27FC236}">
                <a16:creationId xmlns:a16="http://schemas.microsoft.com/office/drawing/2014/main" id="{037F80B8-402C-E54A-8BE1-0A79045AC4B4}"/>
              </a:ext>
            </a:extLst>
          </p:cNvPr>
          <p:cNvSpPr txBox="1">
            <a:spLocks noChangeArrowheads="1"/>
          </p:cNvSpPr>
          <p:nvPr/>
        </p:nvSpPr>
        <p:spPr bwMode="auto">
          <a:xfrm>
            <a:off x="1589088" y="2958103"/>
            <a:ext cx="47625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r>
              <a:rPr lang="en-US" altLang="en-US" sz="2000">
                <a:solidFill>
                  <a:srgbClr val="000000"/>
                </a:solidFill>
                <a:latin typeface="Arial" panose="020B0604020202020204" pitchFamily="34" charset="0"/>
              </a:rPr>
              <a:t>=?</a:t>
            </a:r>
          </a:p>
        </p:txBody>
      </p:sp>
      <p:cxnSp>
        <p:nvCxnSpPr>
          <p:cNvPr id="87064" name="Straight Arrow Connector 37">
            <a:extLst>
              <a:ext uri="{FF2B5EF4-FFF2-40B4-BE49-F238E27FC236}">
                <a16:creationId xmlns:a16="http://schemas.microsoft.com/office/drawing/2014/main" id="{35B874DC-A23F-D94D-9158-9CA16718FD93}"/>
              </a:ext>
            </a:extLst>
          </p:cNvPr>
          <p:cNvCxnSpPr>
            <a:cxnSpLocks noChangeShapeType="1"/>
          </p:cNvCxnSpPr>
          <p:nvPr/>
        </p:nvCxnSpPr>
        <p:spPr bwMode="auto">
          <a:xfrm rot="5400000">
            <a:off x="1693863" y="2848565"/>
            <a:ext cx="268288" cy="1587"/>
          </a:xfrm>
          <a:prstGeom prst="straightConnector1">
            <a:avLst/>
          </a:prstGeom>
          <a:noFill/>
          <a:ln w="9525">
            <a:solidFill>
              <a:schemeClr val="tx1"/>
            </a:solidFill>
            <a:round/>
            <a:headEnd/>
            <a:tailEnd type="arrow" w="med" len="med"/>
          </a:ln>
          <a:extLst>
            <a:ext uri="{909E8E84-426E-40DD-AFC4-6F175D3DCCD1}">
              <a14:hiddenFill xmlns:a14="http://schemas.microsoft.com/office/drawing/2010/main">
                <a:noFill/>
              </a14:hiddenFill>
            </a:ext>
          </a:extLst>
        </p:spPr>
      </p:cxnSp>
      <p:sp>
        <p:nvSpPr>
          <p:cNvPr id="87065" name="Rectangle 35">
            <a:extLst>
              <a:ext uri="{FF2B5EF4-FFF2-40B4-BE49-F238E27FC236}">
                <a16:creationId xmlns:a16="http://schemas.microsoft.com/office/drawing/2014/main" id="{F7E26661-BC48-B24D-A97F-B4D8B76A6856}"/>
              </a:ext>
            </a:extLst>
          </p:cNvPr>
          <p:cNvSpPr>
            <a:spLocks noChangeArrowheads="1"/>
          </p:cNvSpPr>
          <p:nvPr/>
        </p:nvSpPr>
        <p:spPr bwMode="auto">
          <a:xfrm>
            <a:off x="2365375" y="2989853"/>
            <a:ext cx="625475" cy="338137"/>
          </a:xfrm>
          <a:prstGeom prst="rect">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endParaRPr lang="en-US" altLang="en-US" sz="1800">
              <a:solidFill>
                <a:srgbClr val="000000"/>
              </a:solidFill>
              <a:latin typeface="Arial" panose="020B0604020202020204" pitchFamily="34" charset="0"/>
            </a:endParaRPr>
          </a:p>
        </p:txBody>
      </p:sp>
      <p:sp>
        <p:nvSpPr>
          <p:cNvPr id="87066" name="TextBox 36">
            <a:extLst>
              <a:ext uri="{FF2B5EF4-FFF2-40B4-BE49-F238E27FC236}">
                <a16:creationId xmlns:a16="http://schemas.microsoft.com/office/drawing/2014/main" id="{E30DC596-2AD1-7C4B-904D-7F271222E43D}"/>
              </a:ext>
            </a:extLst>
          </p:cNvPr>
          <p:cNvSpPr txBox="1">
            <a:spLocks noChangeArrowheads="1"/>
          </p:cNvSpPr>
          <p:nvPr/>
        </p:nvSpPr>
        <p:spPr bwMode="auto">
          <a:xfrm>
            <a:off x="2463800" y="2967628"/>
            <a:ext cx="47625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r>
              <a:rPr lang="en-US" altLang="en-US" sz="2000">
                <a:solidFill>
                  <a:srgbClr val="000000"/>
                </a:solidFill>
                <a:latin typeface="Arial" panose="020B0604020202020204" pitchFamily="34" charset="0"/>
              </a:rPr>
              <a:t>=?</a:t>
            </a:r>
          </a:p>
        </p:txBody>
      </p:sp>
      <p:cxnSp>
        <p:nvCxnSpPr>
          <p:cNvPr id="87067" name="Straight Arrow Connector 37">
            <a:extLst>
              <a:ext uri="{FF2B5EF4-FFF2-40B4-BE49-F238E27FC236}">
                <a16:creationId xmlns:a16="http://schemas.microsoft.com/office/drawing/2014/main" id="{D6C6ADD7-E0B3-484D-8A4B-4A273003A95E}"/>
              </a:ext>
            </a:extLst>
          </p:cNvPr>
          <p:cNvCxnSpPr>
            <a:cxnSpLocks noChangeShapeType="1"/>
          </p:cNvCxnSpPr>
          <p:nvPr/>
        </p:nvCxnSpPr>
        <p:spPr bwMode="auto">
          <a:xfrm rot="5400000">
            <a:off x="2567781" y="2858884"/>
            <a:ext cx="269875" cy="1588"/>
          </a:xfrm>
          <a:prstGeom prst="straightConnector1">
            <a:avLst/>
          </a:prstGeom>
          <a:noFill/>
          <a:ln w="9525">
            <a:solidFill>
              <a:schemeClr val="tx1"/>
            </a:solidFill>
            <a:round/>
            <a:headEnd/>
            <a:tailEnd type="arrow" w="med" len="med"/>
          </a:ln>
          <a:extLst>
            <a:ext uri="{909E8E84-426E-40DD-AFC4-6F175D3DCCD1}">
              <a14:hiddenFill xmlns:a14="http://schemas.microsoft.com/office/drawing/2010/main">
                <a:noFill/>
              </a14:hiddenFill>
            </a:ext>
          </a:extLst>
        </p:spPr>
      </p:cxnSp>
      <p:sp>
        <p:nvSpPr>
          <p:cNvPr id="87068" name="Rectangle 35">
            <a:extLst>
              <a:ext uri="{FF2B5EF4-FFF2-40B4-BE49-F238E27FC236}">
                <a16:creationId xmlns:a16="http://schemas.microsoft.com/office/drawing/2014/main" id="{BC6675C2-7541-934D-B07C-4718026A6A1D}"/>
              </a:ext>
            </a:extLst>
          </p:cNvPr>
          <p:cNvSpPr>
            <a:spLocks noChangeArrowheads="1"/>
          </p:cNvSpPr>
          <p:nvPr/>
        </p:nvSpPr>
        <p:spPr bwMode="auto">
          <a:xfrm>
            <a:off x="3314700" y="2994615"/>
            <a:ext cx="625475" cy="338138"/>
          </a:xfrm>
          <a:prstGeom prst="rect">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endParaRPr lang="en-US" altLang="en-US" sz="1800">
              <a:solidFill>
                <a:srgbClr val="000000"/>
              </a:solidFill>
              <a:latin typeface="Arial" panose="020B0604020202020204" pitchFamily="34" charset="0"/>
            </a:endParaRPr>
          </a:p>
        </p:txBody>
      </p:sp>
      <p:sp>
        <p:nvSpPr>
          <p:cNvPr id="87069" name="TextBox 36">
            <a:extLst>
              <a:ext uri="{FF2B5EF4-FFF2-40B4-BE49-F238E27FC236}">
                <a16:creationId xmlns:a16="http://schemas.microsoft.com/office/drawing/2014/main" id="{4C36E42E-804C-774A-8047-A11CF1279BA5}"/>
              </a:ext>
            </a:extLst>
          </p:cNvPr>
          <p:cNvSpPr txBox="1">
            <a:spLocks noChangeArrowheads="1"/>
          </p:cNvSpPr>
          <p:nvPr/>
        </p:nvSpPr>
        <p:spPr bwMode="auto">
          <a:xfrm>
            <a:off x="3413125" y="2972390"/>
            <a:ext cx="47625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r>
              <a:rPr lang="en-US" altLang="en-US" sz="2000">
                <a:solidFill>
                  <a:srgbClr val="000000"/>
                </a:solidFill>
                <a:latin typeface="Arial" panose="020B0604020202020204" pitchFamily="34" charset="0"/>
              </a:rPr>
              <a:t>=?</a:t>
            </a:r>
          </a:p>
        </p:txBody>
      </p:sp>
      <p:cxnSp>
        <p:nvCxnSpPr>
          <p:cNvPr id="87070" name="Straight Arrow Connector 37">
            <a:extLst>
              <a:ext uri="{FF2B5EF4-FFF2-40B4-BE49-F238E27FC236}">
                <a16:creationId xmlns:a16="http://schemas.microsoft.com/office/drawing/2014/main" id="{A5EA2D1E-D435-E346-A731-B2EFB9DD9FC7}"/>
              </a:ext>
            </a:extLst>
          </p:cNvPr>
          <p:cNvCxnSpPr>
            <a:cxnSpLocks noChangeShapeType="1"/>
          </p:cNvCxnSpPr>
          <p:nvPr/>
        </p:nvCxnSpPr>
        <p:spPr bwMode="auto">
          <a:xfrm rot="5400000">
            <a:off x="3517106" y="2863647"/>
            <a:ext cx="269875" cy="1588"/>
          </a:xfrm>
          <a:prstGeom prst="straightConnector1">
            <a:avLst/>
          </a:prstGeom>
          <a:noFill/>
          <a:ln w="9525">
            <a:solidFill>
              <a:schemeClr val="tx1"/>
            </a:solidFill>
            <a:round/>
            <a:headEnd/>
            <a:tailEnd type="arrow" w="med" len="med"/>
          </a:ln>
          <a:extLst>
            <a:ext uri="{909E8E84-426E-40DD-AFC4-6F175D3DCCD1}">
              <a14:hiddenFill xmlns:a14="http://schemas.microsoft.com/office/drawing/2010/main">
                <a:noFill/>
              </a14:hiddenFill>
            </a:ext>
          </a:extLst>
        </p:spPr>
      </p:cxnSp>
      <p:sp>
        <p:nvSpPr>
          <p:cNvPr id="87071" name="Rectangle 35">
            <a:extLst>
              <a:ext uri="{FF2B5EF4-FFF2-40B4-BE49-F238E27FC236}">
                <a16:creationId xmlns:a16="http://schemas.microsoft.com/office/drawing/2014/main" id="{C955456C-0A79-1545-8144-FB0372A4A8BE}"/>
              </a:ext>
            </a:extLst>
          </p:cNvPr>
          <p:cNvSpPr>
            <a:spLocks noChangeArrowheads="1"/>
          </p:cNvSpPr>
          <p:nvPr/>
        </p:nvSpPr>
        <p:spPr bwMode="auto">
          <a:xfrm>
            <a:off x="4197350" y="2983503"/>
            <a:ext cx="625475" cy="338137"/>
          </a:xfrm>
          <a:prstGeom prst="rect">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endParaRPr lang="en-US" altLang="en-US" sz="1800">
              <a:solidFill>
                <a:srgbClr val="000000"/>
              </a:solidFill>
              <a:latin typeface="Arial" panose="020B0604020202020204" pitchFamily="34" charset="0"/>
            </a:endParaRPr>
          </a:p>
        </p:txBody>
      </p:sp>
      <p:sp>
        <p:nvSpPr>
          <p:cNvPr id="87072" name="TextBox 36">
            <a:extLst>
              <a:ext uri="{FF2B5EF4-FFF2-40B4-BE49-F238E27FC236}">
                <a16:creationId xmlns:a16="http://schemas.microsoft.com/office/drawing/2014/main" id="{02C762CC-2BAF-DE43-90AB-DB6CE77774C7}"/>
              </a:ext>
            </a:extLst>
          </p:cNvPr>
          <p:cNvSpPr txBox="1">
            <a:spLocks noChangeArrowheads="1"/>
          </p:cNvSpPr>
          <p:nvPr/>
        </p:nvSpPr>
        <p:spPr bwMode="auto">
          <a:xfrm>
            <a:off x="4295775" y="2961278"/>
            <a:ext cx="47625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r>
              <a:rPr lang="en-US" altLang="en-US" sz="2000">
                <a:solidFill>
                  <a:srgbClr val="000000"/>
                </a:solidFill>
                <a:latin typeface="Arial" panose="020B0604020202020204" pitchFamily="34" charset="0"/>
              </a:rPr>
              <a:t>=?</a:t>
            </a:r>
          </a:p>
        </p:txBody>
      </p:sp>
      <p:cxnSp>
        <p:nvCxnSpPr>
          <p:cNvPr id="87073" name="Straight Arrow Connector 37">
            <a:extLst>
              <a:ext uri="{FF2B5EF4-FFF2-40B4-BE49-F238E27FC236}">
                <a16:creationId xmlns:a16="http://schemas.microsoft.com/office/drawing/2014/main" id="{AB2DACA4-3768-414C-9351-4D2C6E80030E}"/>
              </a:ext>
            </a:extLst>
          </p:cNvPr>
          <p:cNvCxnSpPr>
            <a:cxnSpLocks noChangeShapeType="1"/>
          </p:cNvCxnSpPr>
          <p:nvPr/>
        </p:nvCxnSpPr>
        <p:spPr bwMode="auto">
          <a:xfrm rot="5400000">
            <a:off x="4400550" y="2853328"/>
            <a:ext cx="268287" cy="1588"/>
          </a:xfrm>
          <a:prstGeom prst="straightConnector1">
            <a:avLst/>
          </a:prstGeom>
          <a:noFill/>
          <a:ln w="9525">
            <a:solidFill>
              <a:schemeClr val="tx1"/>
            </a:solidFill>
            <a:round/>
            <a:headEnd/>
            <a:tailEnd type="arrow" w="med" len="med"/>
          </a:ln>
          <a:extLst>
            <a:ext uri="{909E8E84-426E-40DD-AFC4-6F175D3DCCD1}">
              <a14:hiddenFill xmlns:a14="http://schemas.microsoft.com/office/drawing/2010/main">
                <a:noFill/>
              </a14:hiddenFill>
            </a:ext>
          </a:extLst>
        </p:spPr>
      </p:cxnSp>
      <p:sp>
        <p:nvSpPr>
          <p:cNvPr id="87074" name="Rectangle 35">
            <a:extLst>
              <a:ext uri="{FF2B5EF4-FFF2-40B4-BE49-F238E27FC236}">
                <a16:creationId xmlns:a16="http://schemas.microsoft.com/office/drawing/2014/main" id="{0653E3C4-33B8-634D-BD47-D77A17D46A3B}"/>
              </a:ext>
            </a:extLst>
          </p:cNvPr>
          <p:cNvSpPr>
            <a:spLocks noChangeArrowheads="1"/>
          </p:cNvSpPr>
          <p:nvPr/>
        </p:nvSpPr>
        <p:spPr bwMode="auto">
          <a:xfrm>
            <a:off x="5110163" y="3016840"/>
            <a:ext cx="625475" cy="338138"/>
          </a:xfrm>
          <a:prstGeom prst="rect">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endParaRPr lang="en-US" altLang="en-US" sz="1800">
              <a:solidFill>
                <a:srgbClr val="000000"/>
              </a:solidFill>
              <a:latin typeface="Arial" panose="020B0604020202020204" pitchFamily="34" charset="0"/>
            </a:endParaRPr>
          </a:p>
        </p:txBody>
      </p:sp>
      <p:sp>
        <p:nvSpPr>
          <p:cNvPr id="87075" name="TextBox 36">
            <a:extLst>
              <a:ext uri="{FF2B5EF4-FFF2-40B4-BE49-F238E27FC236}">
                <a16:creationId xmlns:a16="http://schemas.microsoft.com/office/drawing/2014/main" id="{37A30522-CF47-244D-BAB8-A28BE1DC280D}"/>
              </a:ext>
            </a:extLst>
          </p:cNvPr>
          <p:cNvSpPr txBox="1">
            <a:spLocks noChangeArrowheads="1"/>
          </p:cNvSpPr>
          <p:nvPr/>
        </p:nvSpPr>
        <p:spPr bwMode="auto">
          <a:xfrm>
            <a:off x="5208588" y="2994615"/>
            <a:ext cx="47625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r>
              <a:rPr lang="en-US" altLang="en-US" sz="2000">
                <a:solidFill>
                  <a:srgbClr val="000000"/>
                </a:solidFill>
                <a:latin typeface="Arial" panose="020B0604020202020204" pitchFamily="34" charset="0"/>
              </a:rPr>
              <a:t>=?</a:t>
            </a:r>
          </a:p>
        </p:txBody>
      </p:sp>
      <p:cxnSp>
        <p:nvCxnSpPr>
          <p:cNvPr id="87076" name="Straight Arrow Connector 37">
            <a:extLst>
              <a:ext uri="{FF2B5EF4-FFF2-40B4-BE49-F238E27FC236}">
                <a16:creationId xmlns:a16="http://schemas.microsoft.com/office/drawing/2014/main" id="{6B09E947-E999-244C-82A8-0E6253307DD8}"/>
              </a:ext>
            </a:extLst>
          </p:cNvPr>
          <p:cNvCxnSpPr>
            <a:cxnSpLocks noChangeShapeType="1"/>
          </p:cNvCxnSpPr>
          <p:nvPr/>
        </p:nvCxnSpPr>
        <p:spPr bwMode="auto">
          <a:xfrm rot="5400000">
            <a:off x="5312569" y="2885872"/>
            <a:ext cx="269875" cy="1587"/>
          </a:xfrm>
          <a:prstGeom prst="straightConnector1">
            <a:avLst/>
          </a:prstGeom>
          <a:noFill/>
          <a:ln w="9525">
            <a:solidFill>
              <a:schemeClr val="tx1"/>
            </a:solidFill>
            <a:round/>
            <a:headEnd/>
            <a:tailEnd type="arrow" w="med" len="med"/>
          </a:ln>
          <a:extLst>
            <a:ext uri="{909E8E84-426E-40DD-AFC4-6F175D3DCCD1}">
              <a14:hiddenFill xmlns:a14="http://schemas.microsoft.com/office/drawing/2010/main">
                <a:noFill/>
              </a14:hiddenFill>
            </a:ext>
          </a:extLst>
        </p:spPr>
      </p:cxnSp>
      <p:sp>
        <p:nvSpPr>
          <p:cNvPr id="87077" name="Rectangle 35">
            <a:extLst>
              <a:ext uri="{FF2B5EF4-FFF2-40B4-BE49-F238E27FC236}">
                <a16:creationId xmlns:a16="http://schemas.microsoft.com/office/drawing/2014/main" id="{8B45B8D1-86D0-1D42-A8DC-B632E62B753B}"/>
              </a:ext>
            </a:extLst>
          </p:cNvPr>
          <p:cNvSpPr>
            <a:spLocks noChangeArrowheads="1"/>
          </p:cNvSpPr>
          <p:nvPr/>
        </p:nvSpPr>
        <p:spPr bwMode="auto">
          <a:xfrm>
            <a:off x="6029325" y="3004140"/>
            <a:ext cx="625475" cy="338138"/>
          </a:xfrm>
          <a:prstGeom prst="rect">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endParaRPr lang="en-US" altLang="en-US" sz="1800">
              <a:solidFill>
                <a:srgbClr val="000000"/>
              </a:solidFill>
              <a:latin typeface="Arial" panose="020B0604020202020204" pitchFamily="34" charset="0"/>
            </a:endParaRPr>
          </a:p>
        </p:txBody>
      </p:sp>
      <p:sp>
        <p:nvSpPr>
          <p:cNvPr id="87078" name="TextBox 36">
            <a:extLst>
              <a:ext uri="{FF2B5EF4-FFF2-40B4-BE49-F238E27FC236}">
                <a16:creationId xmlns:a16="http://schemas.microsoft.com/office/drawing/2014/main" id="{ABF9AC7D-5A00-1147-AD12-7B1F3BC22035}"/>
              </a:ext>
            </a:extLst>
          </p:cNvPr>
          <p:cNvSpPr txBox="1">
            <a:spLocks noChangeArrowheads="1"/>
          </p:cNvSpPr>
          <p:nvPr/>
        </p:nvSpPr>
        <p:spPr bwMode="auto">
          <a:xfrm>
            <a:off x="6127750" y="2981915"/>
            <a:ext cx="47625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r>
              <a:rPr lang="en-US" altLang="en-US" sz="2000">
                <a:solidFill>
                  <a:srgbClr val="000000"/>
                </a:solidFill>
                <a:latin typeface="Arial" panose="020B0604020202020204" pitchFamily="34" charset="0"/>
              </a:rPr>
              <a:t>=?</a:t>
            </a:r>
          </a:p>
        </p:txBody>
      </p:sp>
      <p:cxnSp>
        <p:nvCxnSpPr>
          <p:cNvPr id="87079" name="Straight Arrow Connector 37">
            <a:extLst>
              <a:ext uri="{FF2B5EF4-FFF2-40B4-BE49-F238E27FC236}">
                <a16:creationId xmlns:a16="http://schemas.microsoft.com/office/drawing/2014/main" id="{A1202FF0-AC8B-4F45-A3CB-37BD98E8A107}"/>
              </a:ext>
            </a:extLst>
          </p:cNvPr>
          <p:cNvCxnSpPr>
            <a:cxnSpLocks noChangeShapeType="1"/>
          </p:cNvCxnSpPr>
          <p:nvPr/>
        </p:nvCxnSpPr>
        <p:spPr bwMode="auto">
          <a:xfrm rot="5400000">
            <a:off x="6232525" y="2873965"/>
            <a:ext cx="268288" cy="1588"/>
          </a:xfrm>
          <a:prstGeom prst="straightConnector1">
            <a:avLst/>
          </a:prstGeom>
          <a:noFill/>
          <a:ln w="9525">
            <a:solidFill>
              <a:schemeClr val="tx1"/>
            </a:solidFill>
            <a:round/>
            <a:headEnd/>
            <a:tailEnd type="arrow" w="med" len="med"/>
          </a:ln>
          <a:extLst>
            <a:ext uri="{909E8E84-426E-40DD-AFC4-6F175D3DCCD1}">
              <a14:hiddenFill xmlns:a14="http://schemas.microsoft.com/office/drawing/2010/main">
                <a:noFill/>
              </a14:hiddenFill>
            </a:ext>
          </a:extLst>
        </p:spPr>
      </p:cxnSp>
      <p:sp>
        <p:nvSpPr>
          <p:cNvPr id="87080" name="Rectangle 35">
            <a:extLst>
              <a:ext uri="{FF2B5EF4-FFF2-40B4-BE49-F238E27FC236}">
                <a16:creationId xmlns:a16="http://schemas.microsoft.com/office/drawing/2014/main" id="{161D1460-08B4-0344-B2FB-ED203F08F0C2}"/>
              </a:ext>
            </a:extLst>
          </p:cNvPr>
          <p:cNvSpPr>
            <a:spLocks noChangeArrowheads="1"/>
          </p:cNvSpPr>
          <p:nvPr/>
        </p:nvSpPr>
        <p:spPr bwMode="auto">
          <a:xfrm>
            <a:off x="6959600" y="2989853"/>
            <a:ext cx="625475" cy="338137"/>
          </a:xfrm>
          <a:prstGeom prst="rect">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endParaRPr lang="en-US" altLang="en-US" sz="1800">
              <a:solidFill>
                <a:srgbClr val="000000"/>
              </a:solidFill>
              <a:latin typeface="Arial" panose="020B0604020202020204" pitchFamily="34" charset="0"/>
            </a:endParaRPr>
          </a:p>
        </p:txBody>
      </p:sp>
      <p:sp>
        <p:nvSpPr>
          <p:cNvPr id="87081" name="TextBox 36">
            <a:extLst>
              <a:ext uri="{FF2B5EF4-FFF2-40B4-BE49-F238E27FC236}">
                <a16:creationId xmlns:a16="http://schemas.microsoft.com/office/drawing/2014/main" id="{13F72816-30BE-D244-B12A-2C39F18ABFE4}"/>
              </a:ext>
            </a:extLst>
          </p:cNvPr>
          <p:cNvSpPr txBox="1">
            <a:spLocks noChangeArrowheads="1"/>
          </p:cNvSpPr>
          <p:nvPr/>
        </p:nvSpPr>
        <p:spPr bwMode="auto">
          <a:xfrm>
            <a:off x="7058025" y="2967628"/>
            <a:ext cx="47625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r>
              <a:rPr lang="en-US" altLang="en-US" sz="2000">
                <a:solidFill>
                  <a:srgbClr val="000000"/>
                </a:solidFill>
                <a:latin typeface="Arial" panose="020B0604020202020204" pitchFamily="34" charset="0"/>
              </a:rPr>
              <a:t>=?</a:t>
            </a:r>
          </a:p>
        </p:txBody>
      </p:sp>
      <p:cxnSp>
        <p:nvCxnSpPr>
          <p:cNvPr id="87082" name="Straight Arrow Connector 37">
            <a:extLst>
              <a:ext uri="{FF2B5EF4-FFF2-40B4-BE49-F238E27FC236}">
                <a16:creationId xmlns:a16="http://schemas.microsoft.com/office/drawing/2014/main" id="{276AF6F6-08A8-6246-9E66-31CB87D92EB3}"/>
              </a:ext>
            </a:extLst>
          </p:cNvPr>
          <p:cNvCxnSpPr>
            <a:cxnSpLocks noChangeShapeType="1"/>
          </p:cNvCxnSpPr>
          <p:nvPr/>
        </p:nvCxnSpPr>
        <p:spPr bwMode="auto">
          <a:xfrm rot="5400000">
            <a:off x="7162006" y="2858884"/>
            <a:ext cx="269875" cy="1588"/>
          </a:xfrm>
          <a:prstGeom prst="straightConnector1">
            <a:avLst/>
          </a:prstGeom>
          <a:noFill/>
          <a:ln w="9525">
            <a:solidFill>
              <a:schemeClr val="tx1"/>
            </a:solidFill>
            <a:round/>
            <a:headEnd/>
            <a:tailEnd type="arrow" w="med" len="med"/>
          </a:ln>
          <a:extLst>
            <a:ext uri="{909E8E84-426E-40DD-AFC4-6F175D3DCCD1}">
              <a14:hiddenFill xmlns:a14="http://schemas.microsoft.com/office/drawing/2010/main">
                <a:noFill/>
              </a14:hiddenFill>
            </a:ext>
          </a:extLst>
        </p:spPr>
      </p:cxnSp>
      <p:sp>
        <p:nvSpPr>
          <p:cNvPr id="87083" name="Rectangle 35">
            <a:extLst>
              <a:ext uri="{FF2B5EF4-FFF2-40B4-BE49-F238E27FC236}">
                <a16:creationId xmlns:a16="http://schemas.microsoft.com/office/drawing/2014/main" id="{008A391C-E66D-FF42-8368-19D54250DF9D}"/>
              </a:ext>
            </a:extLst>
          </p:cNvPr>
          <p:cNvSpPr>
            <a:spLocks noChangeArrowheads="1"/>
          </p:cNvSpPr>
          <p:nvPr/>
        </p:nvSpPr>
        <p:spPr bwMode="auto">
          <a:xfrm>
            <a:off x="7839075" y="3008903"/>
            <a:ext cx="625475" cy="338137"/>
          </a:xfrm>
          <a:prstGeom prst="rect">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endParaRPr lang="en-US" altLang="en-US" sz="1800">
              <a:solidFill>
                <a:srgbClr val="000000"/>
              </a:solidFill>
              <a:latin typeface="Arial" panose="020B0604020202020204" pitchFamily="34" charset="0"/>
            </a:endParaRPr>
          </a:p>
        </p:txBody>
      </p:sp>
      <p:sp>
        <p:nvSpPr>
          <p:cNvPr id="87084" name="TextBox 36">
            <a:extLst>
              <a:ext uri="{FF2B5EF4-FFF2-40B4-BE49-F238E27FC236}">
                <a16:creationId xmlns:a16="http://schemas.microsoft.com/office/drawing/2014/main" id="{2BCE504C-2DDE-4346-9CE8-F601CBC39756}"/>
              </a:ext>
            </a:extLst>
          </p:cNvPr>
          <p:cNvSpPr txBox="1">
            <a:spLocks noChangeArrowheads="1"/>
          </p:cNvSpPr>
          <p:nvPr/>
        </p:nvSpPr>
        <p:spPr bwMode="auto">
          <a:xfrm>
            <a:off x="7937500" y="2986678"/>
            <a:ext cx="47625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r>
              <a:rPr lang="en-US" altLang="en-US" sz="2000">
                <a:solidFill>
                  <a:srgbClr val="000000"/>
                </a:solidFill>
                <a:latin typeface="Arial" panose="020B0604020202020204" pitchFamily="34" charset="0"/>
              </a:rPr>
              <a:t>=?</a:t>
            </a:r>
          </a:p>
        </p:txBody>
      </p:sp>
      <p:cxnSp>
        <p:nvCxnSpPr>
          <p:cNvPr id="87085" name="Straight Arrow Connector 37">
            <a:extLst>
              <a:ext uri="{FF2B5EF4-FFF2-40B4-BE49-F238E27FC236}">
                <a16:creationId xmlns:a16="http://schemas.microsoft.com/office/drawing/2014/main" id="{5729E85A-6688-6F43-A605-87FAC7276631}"/>
              </a:ext>
            </a:extLst>
          </p:cNvPr>
          <p:cNvCxnSpPr>
            <a:cxnSpLocks noChangeShapeType="1"/>
          </p:cNvCxnSpPr>
          <p:nvPr/>
        </p:nvCxnSpPr>
        <p:spPr bwMode="auto">
          <a:xfrm rot="5400000">
            <a:off x="8041481" y="2877934"/>
            <a:ext cx="269875" cy="1588"/>
          </a:xfrm>
          <a:prstGeom prst="straightConnector1">
            <a:avLst/>
          </a:prstGeom>
          <a:noFill/>
          <a:ln w="9525">
            <a:solidFill>
              <a:schemeClr val="tx1"/>
            </a:solidFill>
            <a:round/>
            <a:headEnd/>
            <a:tailEnd type="arrow" w="med" len="med"/>
          </a:ln>
          <a:extLst>
            <a:ext uri="{909E8E84-426E-40DD-AFC4-6F175D3DCCD1}">
              <a14:hiddenFill xmlns:a14="http://schemas.microsoft.com/office/drawing/2010/main">
                <a:noFill/>
              </a14:hiddenFill>
            </a:ext>
          </a:extLst>
        </p:spPr>
      </p:cxnSp>
      <p:sp>
        <p:nvSpPr>
          <p:cNvPr id="87086" name="Freeform 48">
            <a:extLst>
              <a:ext uri="{FF2B5EF4-FFF2-40B4-BE49-F238E27FC236}">
                <a16:creationId xmlns:a16="http://schemas.microsoft.com/office/drawing/2014/main" id="{32B153C0-85E7-8A4C-91F7-13F8236EF755}"/>
              </a:ext>
            </a:extLst>
          </p:cNvPr>
          <p:cNvSpPr>
            <a:spLocks/>
          </p:cNvSpPr>
          <p:nvPr/>
        </p:nvSpPr>
        <p:spPr bwMode="auto">
          <a:xfrm>
            <a:off x="1311275" y="5307603"/>
            <a:ext cx="7254875" cy="320675"/>
          </a:xfrm>
          <a:custGeom>
            <a:avLst/>
            <a:gdLst>
              <a:gd name="T0" fmla="*/ 2147483646 w 1132"/>
              <a:gd name="T1" fmla="*/ 0 h 202"/>
              <a:gd name="T2" fmla="*/ 2147483646 w 1132"/>
              <a:gd name="T3" fmla="*/ 2147483646 h 202"/>
              <a:gd name="T4" fmla="*/ 2147483646 w 1132"/>
              <a:gd name="T5" fmla="*/ 2147483646 h 202"/>
              <a:gd name="T6" fmla="*/ 0 w 1132"/>
              <a:gd name="T7" fmla="*/ 0 h 202"/>
              <a:gd name="T8" fmla="*/ 2147483646 w 1132"/>
              <a:gd name="T9" fmla="*/ 0 h 202"/>
              <a:gd name="T10" fmla="*/ 0 60000 65536"/>
              <a:gd name="T11" fmla="*/ 0 60000 65536"/>
              <a:gd name="T12" fmla="*/ 0 60000 65536"/>
              <a:gd name="T13" fmla="*/ 0 60000 65536"/>
              <a:gd name="T14" fmla="*/ 0 60000 65536"/>
              <a:gd name="T15" fmla="*/ 0 w 1132"/>
              <a:gd name="T16" fmla="*/ 0 h 202"/>
              <a:gd name="T17" fmla="*/ 1132 w 1132"/>
              <a:gd name="T18" fmla="*/ 202 h 202"/>
            </a:gdLst>
            <a:ahLst/>
            <a:cxnLst>
              <a:cxn ang="T10">
                <a:pos x="T0" y="T1"/>
              </a:cxn>
              <a:cxn ang="T11">
                <a:pos x="T2" y="T3"/>
              </a:cxn>
              <a:cxn ang="T12">
                <a:pos x="T4" y="T5"/>
              </a:cxn>
              <a:cxn ang="T13">
                <a:pos x="T6" y="T7"/>
              </a:cxn>
              <a:cxn ang="T14">
                <a:pos x="T8" y="T9"/>
              </a:cxn>
            </a:cxnLst>
            <a:rect l="T15" t="T16" r="T17" b="T18"/>
            <a:pathLst>
              <a:path w="1132" h="202">
                <a:moveTo>
                  <a:pt x="1132" y="0"/>
                </a:moveTo>
                <a:lnTo>
                  <a:pt x="849" y="202"/>
                </a:lnTo>
                <a:lnTo>
                  <a:pt x="283" y="202"/>
                </a:lnTo>
                <a:lnTo>
                  <a:pt x="0" y="0"/>
                </a:lnTo>
                <a:lnTo>
                  <a:pt x="1132" y="0"/>
                </a:lnTo>
                <a:close/>
              </a:path>
            </a:pathLst>
          </a:custGeom>
          <a:noFill/>
          <a:ln w="1905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87087" name="Text Box 61">
            <a:extLst>
              <a:ext uri="{FF2B5EF4-FFF2-40B4-BE49-F238E27FC236}">
                <a16:creationId xmlns:a16="http://schemas.microsoft.com/office/drawing/2014/main" id="{7967C9B5-7180-B043-80B0-874264369F57}"/>
              </a:ext>
            </a:extLst>
          </p:cNvPr>
          <p:cNvSpPr txBox="1">
            <a:spLocks noChangeArrowheads="1"/>
          </p:cNvSpPr>
          <p:nvPr/>
        </p:nvSpPr>
        <p:spPr bwMode="auto">
          <a:xfrm>
            <a:off x="4559300" y="5259978"/>
            <a:ext cx="809625"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r>
              <a:rPr lang="en-US" altLang="en-US" sz="1800">
                <a:solidFill>
                  <a:srgbClr val="000000"/>
                </a:solidFill>
                <a:latin typeface="Arial" panose="020B0604020202020204" pitchFamily="34" charset="0"/>
              </a:rPr>
              <a:t>MUX</a:t>
            </a:r>
          </a:p>
        </p:txBody>
      </p:sp>
      <p:cxnSp>
        <p:nvCxnSpPr>
          <p:cNvPr id="87088" name="Straight Arrow Connector 66">
            <a:extLst>
              <a:ext uri="{FF2B5EF4-FFF2-40B4-BE49-F238E27FC236}">
                <a16:creationId xmlns:a16="http://schemas.microsoft.com/office/drawing/2014/main" id="{9FB49A65-ED13-794E-B547-41A4247A4F3A}"/>
              </a:ext>
            </a:extLst>
          </p:cNvPr>
          <p:cNvCxnSpPr>
            <a:cxnSpLocks noChangeShapeType="1"/>
          </p:cNvCxnSpPr>
          <p:nvPr/>
        </p:nvCxnSpPr>
        <p:spPr bwMode="auto">
          <a:xfrm rot="16200000" flipH="1">
            <a:off x="4865687" y="5734641"/>
            <a:ext cx="155575" cy="0"/>
          </a:xfrm>
          <a:prstGeom prst="straightConnector1">
            <a:avLst/>
          </a:prstGeom>
          <a:noFill/>
          <a:ln w="9525">
            <a:solidFill>
              <a:schemeClr val="tx1"/>
            </a:solidFill>
            <a:round/>
            <a:headEnd/>
            <a:tailEnd type="arrow" w="med" len="med"/>
          </a:ln>
          <a:extLst>
            <a:ext uri="{909E8E84-426E-40DD-AFC4-6F175D3DCCD1}">
              <a14:hiddenFill xmlns:a14="http://schemas.microsoft.com/office/drawing/2010/main">
                <a:noFill/>
              </a14:hiddenFill>
            </a:ext>
          </a:extLst>
        </p:spPr>
      </p:cxnSp>
      <p:sp>
        <p:nvSpPr>
          <p:cNvPr id="87089" name="Freeform 48">
            <a:extLst>
              <a:ext uri="{FF2B5EF4-FFF2-40B4-BE49-F238E27FC236}">
                <a16:creationId xmlns:a16="http://schemas.microsoft.com/office/drawing/2014/main" id="{8A64ED3E-846E-8447-8791-9F2087431CE8}"/>
              </a:ext>
            </a:extLst>
          </p:cNvPr>
          <p:cNvSpPr>
            <a:spLocks/>
          </p:cNvSpPr>
          <p:nvPr/>
        </p:nvSpPr>
        <p:spPr bwMode="auto">
          <a:xfrm>
            <a:off x="3914775" y="5812428"/>
            <a:ext cx="2046288" cy="320675"/>
          </a:xfrm>
          <a:custGeom>
            <a:avLst/>
            <a:gdLst>
              <a:gd name="T0" fmla="*/ 2147483646 w 1132"/>
              <a:gd name="T1" fmla="*/ 0 h 202"/>
              <a:gd name="T2" fmla="*/ 2147483646 w 1132"/>
              <a:gd name="T3" fmla="*/ 2147483646 h 202"/>
              <a:gd name="T4" fmla="*/ 2147483646 w 1132"/>
              <a:gd name="T5" fmla="*/ 2147483646 h 202"/>
              <a:gd name="T6" fmla="*/ 0 w 1132"/>
              <a:gd name="T7" fmla="*/ 0 h 202"/>
              <a:gd name="T8" fmla="*/ 2147483646 w 1132"/>
              <a:gd name="T9" fmla="*/ 0 h 202"/>
              <a:gd name="T10" fmla="*/ 0 60000 65536"/>
              <a:gd name="T11" fmla="*/ 0 60000 65536"/>
              <a:gd name="T12" fmla="*/ 0 60000 65536"/>
              <a:gd name="T13" fmla="*/ 0 60000 65536"/>
              <a:gd name="T14" fmla="*/ 0 60000 65536"/>
              <a:gd name="T15" fmla="*/ 0 w 1132"/>
              <a:gd name="T16" fmla="*/ 0 h 202"/>
              <a:gd name="T17" fmla="*/ 1132 w 1132"/>
              <a:gd name="T18" fmla="*/ 202 h 202"/>
            </a:gdLst>
            <a:ahLst/>
            <a:cxnLst>
              <a:cxn ang="T10">
                <a:pos x="T0" y="T1"/>
              </a:cxn>
              <a:cxn ang="T11">
                <a:pos x="T2" y="T3"/>
              </a:cxn>
              <a:cxn ang="T12">
                <a:pos x="T4" y="T5"/>
              </a:cxn>
              <a:cxn ang="T13">
                <a:pos x="T6" y="T7"/>
              </a:cxn>
              <a:cxn ang="T14">
                <a:pos x="T8" y="T9"/>
              </a:cxn>
            </a:cxnLst>
            <a:rect l="T15" t="T16" r="T17" b="T18"/>
            <a:pathLst>
              <a:path w="1132" h="202">
                <a:moveTo>
                  <a:pt x="1132" y="0"/>
                </a:moveTo>
                <a:lnTo>
                  <a:pt x="849" y="202"/>
                </a:lnTo>
                <a:lnTo>
                  <a:pt x="283" y="202"/>
                </a:lnTo>
                <a:lnTo>
                  <a:pt x="0" y="0"/>
                </a:lnTo>
                <a:lnTo>
                  <a:pt x="1132" y="0"/>
                </a:lnTo>
                <a:close/>
              </a:path>
            </a:pathLst>
          </a:custGeom>
          <a:noFill/>
          <a:ln w="1905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87090" name="Text Box 61">
            <a:extLst>
              <a:ext uri="{FF2B5EF4-FFF2-40B4-BE49-F238E27FC236}">
                <a16:creationId xmlns:a16="http://schemas.microsoft.com/office/drawing/2014/main" id="{6785C44D-C80F-B94E-BC72-2B943A535C49}"/>
              </a:ext>
            </a:extLst>
          </p:cNvPr>
          <p:cNvSpPr txBox="1">
            <a:spLocks noChangeArrowheads="1"/>
          </p:cNvSpPr>
          <p:nvPr/>
        </p:nvSpPr>
        <p:spPr bwMode="auto">
          <a:xfrm>
            <a:off x="4565650" y="5794965"/>
            <a:ext cx="79375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r>
              <a:rPr lang="en-US" altLang="en-US" sz="1800">
                <a:solidFill>
                  <a:srgbClr val="000000"/>
                </a:solidFill>
                <a:latin typeface="Arial" panose="020B0604020202020204" pitchFamily="34" charset="0"/>
              </a:rPr>
              <a:t>MUX</a:t>
            </a:r>
          </a:p>
        </p:txBody>
      </p:sp>
      <p:sp>
        <p:nvSpPr>
          <p:cNvPr id="87091" name="TextBox 70">
            <a:extLst>
              <a:ext uri="{FF2B5EF4-FFF2-40B4-BE49-F238E27FC236}">
                <a16:creationId xmlns:a16="http://schemas.microsoft.com/office/drawing/2014/main" id="{76A7E91C-BB01-8541-A691-CDD0CBC931D3}"/>
              </a:ext>
            </a:extLst>
          </p:cNvPr>
          <p:cNvSpPr txBox="1">
            <a:spLocks noChangeArrowheads="1"/>
          </p:cNvSpPr>
          <p:nvPr/>
        </p:nvSpPr>
        <p:spPr bwMode="auto">
          <a:xfrm>
            <a:off x="5991225" y="5664790"/>
            <a:ext cx="1343025"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r>
              <a:rPr lang="en-US" altLang="en-US" sz="1400">
                <a:solidFill>
                  <a:srgbClr val="000000"/>
                </a:solidFill>
                <a:latin typeface="Arial" panose="020B0604020202020204" pitchFamily="34" charset="0"/>
              </a:rPr>
              <a:t>byte in block</a:t>
            </a:r>
          </a:p>
        </p:txBody>
      </p:sp>
      <p:cxnSp>
        <p:nvCxnSpPr>
          <p:cNvPr id="87092" name="Straight Arrow Connector 71">
            <a:extLst>
              <a:ext uri="{FF2B5EF4-FFF2-40B4-BE49-F238E27FC236}">
                <a16:creationId xmlns:a16="http://schemas.microsoft.com/office/drawing/2014/main" id="{35D5A58A-BE90-C246-875E-03AC244828B2}"/>
              </a:ext>
            </a:extLst>
          </p:cNvPr>
          <p:cNvCxnSpPr>
            <a:cxnSpLocks noChangeShapeType="1"/>
          </p:cNvCxnSpPr>
          <p:nvPr/>
        </p:nvCxnSpPr>
        <p:spPr bwMode="auto">
          <a:xfrm rot="16200000" flipH="1">
            <a:off x="4809332" y="6257721"/>
            <a:ext cx="252412" cy="3175"/>
          </a:xfrm>
          <a:prstGeom prst="straightConnector1">
            <a:avLst/>
          </a:prstGeom>
          <a:noFill/>
          <a:ln w="9525">
            <a:solidFill>
              <a:schemeClr val="tx1"/>
            </a:solidFill>
            <a:round/>
            <a:headEnd/>
            <a:tailEnd type="arrow" w="med" len="med"/>
          </a:ln>
          <a:extLst>
            <a:ext uri="{909E8E84-426E-40DD-AFC4-6F175D3DCCD1}">
              <a14:hiddenFill xmlns:a14="http://schemas.microsoft.com/office/drawing/2010/main">
                <a:noFill/>
              </a14:hiddenFill>
            </a:ext>
          </a:extLst>
        </p:spPr>
      </p:cxnSp>
      <p:cxnSp>
        <p:nvCxnSpPr>
          <p:cNvPr id="87093" name="Straight Arrow Connector 69">
            <a:extLst>
              <a:ext uri="{FF2B5EF4-FFF2-40B4-BE49-F238E27FC236}">
                <a16:creationId xmlns:a16="http://schemas.microsoft.com/office/drawing/2014/main" id="{0DAAD4F8-DAB9-E04B-B7B7-E0E22AF8CB47}"/>
              </a:ext>
            </a:extLst>
          </p:cNvPr>
          <p:cNvCxnSpPr>
            <a:cxnSpLocks noChangeShapeType="1"/>
          </p:cNvCxnSpPr>
          <p:nvPr/>
        </p:nvCxnSpPr>
        <p:spPr bwMode="auto">
          <a:xfrm rot="10800000">
            <a:off x="5767387" y="5971178"/>
            <a:ext cx="523875" cy="1587"/>
          </a:xfrm>
          <a:prstGeom prst="straightConnector1">
            <a:avLst/>
          </a:prstGeom>
          <a:noFill/>
          <a:ln w="9525">
            <a:solidFill>
              <a:schemeClr val="tx1"/>
            </a:solidFill>
            <a:round/>
            <a:headEnd/>
            <a:tailEnd type="arrow" w="med" len="med"/>
          </a:ln>
          <a:extLst>
            <a:ext uri="{909E8E84-426E-40DD-AFC4-6F175D3DCCD1}">
              <a14:hiddenFill xmlns:a14="http://schemas.microsoft.com/office/drawing/2010/main">
                <a:noFill/>
              </a14:hiddenFill>
            </a:ext>
          </a:extLst>
        </p:spPr>
      </p:cxnSp>
      <p:cxnSp>
        <p:nvCxnSpPr>
          <p:cNvPr id="87094" name="Straight Arrow Connector 37">
            <a:extLst>
              <a:ext uri="{FF2B5EF4-FFF2-40B4-BE49-F238E27FC236}">
                <a16:creationId xmlns:a16="http://schemas.microsoft.com/office/drawing/2014/main" id="{F80FE263-EE66-414D-97E9-099FC8413DF8}"/>
              </a:ext>
            </a:extLst>
          </p:cNvPr>
          <p:cNvCxnSpPr>
            <a:cxnSpLocks noChangeShapeType="1"/>
          </p:cNvCxnSpPr>
          <p:nvPr/>
        </p:nvCxnSpPr>
        <p:spPr bwMode="auto">
          <a:xfrm rot="5400000">
            <a:off x="1691481" y="5155997"/>
            <a:ext cx="269875" cy="1588"/>
          </a:xfrm>
          <a:prstGeom prst="straightConnector1">
            <a:avLst/>
          </a:prstGeom>
          <a:noFill/>
          <a:ln w="9525">
            <a:solidFill>
              <a:schemeClr val="tx1"/>
            </a:solidFill>
            <a:round/>
            <a:headEnd/>
            <a:tailEnd type="arrow" w="med" len="med"/>
          </a:ln>
          <a:extLst>
            <a:ext uri="{909E8E84-426E-40DD-AFC4-6F175D3DCCD1}">
              <a14:hiddenFill xmlns:a14="http://schemas.microsoft.com/office/drawing/2010/main">
                <a:noFill/>
              </a14:hiddenFill>
            </a:ext>
          </a:extLst>
        </p:spPr>
      </p:cxnSp>
      <p:cxnSp>
        <p:nvCxnSpPr>
          <p:cNvPr id="87095" name="Straight Arrow Connector 37">
            <a:extLst>
              <a:ext uri="{FF2B5EF4-FFF2-40B4-BE49-F238E27FC236}">
                <a16:creationId xmlns:a16="http://schemas.microsoft.com/office/drawing/2014/main" id="{D6B0AE7C-5A1D-B94C-8DAE-C00E02DFA98C}"/>
              </a:ext>
            </a:extLst>
          </p:cNvPr>
          <p:cNvCxnSpPr>
            <a:cxnSpLocks noChangeShapeType="1"/>
          </p:cNvCxnSpPr>
          <p:nvPr/>
        </p:nvCxnSpPr>
        <p:spPr bwMode="auto">
          <a:xfrm rot="5400000">
            <a:off x="2566194" y="5165522"/>
            <a:ext cx="269875" cy="1587"/>
          </a:xfrm>
          <a:prstGeom prst="straightConnector1">
            <a:avLst/>
          </a:prstGeom>
          <a:noFill/>
          <a:ln w="9525">
            <a:solidFill>
              <a:schemeClr val="tx1"/>
            </a:solidFill>
            <a:round/>
            <a:headEnd/>
            <a:tailEnd type="arrow" w="med" len="med"/>
          </a:ln>
          <a:extLst>
            <a:ext uri="{909E8E84-426E-40DD-AFC4-6F175D3DCCD1}">
              <a14:hiddenFill xmlns:a14="http://schemas.microsoft.com/office/drawing/2010/main">
                <a:noFill/>
              </a14:hiddenFill>
            </a:ext>
          </a:extLst>
        </p:spPr>
      </p:cxnSp>
      <p:cxnSp>
        <p:nvCxnSpPr>
          <p:cNvPr id="87096" name="Straight Arrow Connector 37">
            <a:extLst>
              <a:ext uri="{FF2B5EF4-FFF2-40B4-BE49-F238E27FC236}">
                <a16:creationId xmlns:a16="http://schemas.microsoft.com/office/drawing/2014/main" id="{A84E2940-5F8E-3E43-8AF7-547BAFE5D70F}"/>
              </a:ext>
            </a:extLst>
          </p:cNvPr>
          <p:cNvCxnSpPr>
            <a:cxnSpLocks noChangeShapeType="1"/>
          </p:cNvCxnSpPr>
          <p:nvPr/>
        </p:nvCxnSpPr>
        <p:spPr bwMode="auto">
          <a:xfrm rot="5400000">
            <a:off x="3515519" y="5170284"/>
            <a:ext cx="269875" cy="1587"/>
          </a:xfrm>
          <a:prstGeom prst="straightConnector1">
            <a:avLst/>
          </a:prstGeom>
          <a:noFill/>
          <a:ln w="9525">
            <a:solidFill>
              <a:schemeClr val="tx1"/>
            </a:solidFill>
            <a:round/>
            <a:headEnd/>
            <a:tailEnd type="arrow" w="med" len="med"/>
          </a:ln>
          <a:extLst>
            <a:ext uri="{909E8E84-426E-40DD-AFC4-6F175D3DCCD1}">
              <a14:hiddenFill xmlns:a14="http://schemas.microsoft.com/office/drawing/2010/main">
                <a:noFill/>
              </a14:hiddenFill>
            </a:ext>
          </a:extLst>
        </p:spPr>
      </p:cxnSp>
      <p:cxnSp>
        <p:nvCxnSpPr>
          <p:cNvPr id="87097" name="Straight Arrow Connector 37">
            <a:extLst>
              <a:ext uri="{FF2B5EF4-FFF2-40B4-BE49-F238E27FC236}">
                <a16:creationId xmlns:a16="http://schemas.microsoft.com/office/drawing/2014/main" id="{88D39E49-ED7F-5E47-B1E6-380A1BB27DA8}"/>
              </a:ext>
            </a:extLst>
          </p:cNvPr>
          <p:cNvCxnSpPr>
            <a:cxnSpLocks noChangeShapeType="1"/>
          </p:cNvCxnSpPr>
          <p:nvPr/>
        </p:nvCxnSpPr>
        <p:spPr bwMode="auto">
          <a:xfrm rot="5400000">
            <a:off x="4398963" y="5159965"/>
            <a:ext cx="268288" cy="1587"/>
          </a:xfrm>
          <a:prstGeom prst="straightConnector1">
            <a:avLst/>
          </a:prstGeom>
          <a:noFill/>
          <a:ln w="9525">
            <a:solidFill>
              <a:schemeClr val="tx1"/>
            </a:solidFill>
            <a:round/>
            <a:headEnd/>
            <a:tailEnd type="arrow" w="med" len="med"/>
          </a:ln>
          <a:extLst>
            <a:ext uri="{909E8E84-426E-40DD-AFC4-6F175D3DCCD1}">
              <a14:hiddenFill xmlns:a14="http://schemas.microsoft.com/office/drawing/2010/main">
                <a:noFill/>
              </a14:hiddenFill>
            </a:ext>
          </a:extLst>
        </p:spPr>
      </p:cxnSp>
      <p:cxnSp>
        <p:nvCxnSpPr>
          <p:cNvPr id="87098" name="Straight Arrow Connector 37">
            <a:extLst>
              <a:ext uri="{FF2B5EF4-FFF2-40B4-BE49-F238E27FC236}">
                <a16:creationId xmlns:a16="http://schemas.microsoft.com/office/drawing/2014/main" id="{0A55B134-54DE-1B43-A693-1A24DE6A7360}"/>
              </a:ext>
            </a:extLst>
          </p:cNvPr>
          <p:cNvCxnSpPr>
            <a:cxnSpLocks noChangeShapeType="1"/>
          </p:cNvCxnSpPr>
          <p:nvPr/>
        </p:nvCxnSpPr>
        <p:spPr bwMode="auto">
          <a:xfrm rot="5400000">
            <a:off x="5310981" y="5192509"/>
            <a:ext cx="269875" cy="1588"/>
          </a:xfrm>
          <a:prstGeom prst="straightConnector1">
            <a:avLst/>
          </a:prstGeom>
          <a:noFill/>
          <a:ln w="9525">
            <a:solidFill>
              <a:schemeClr val="tx1"/>
            </a:solidFill>
            <a:round/>
            <a:headEnd/>
            <a:tailEnd type="arrow" w="med" len="med"/>
          </a:ln>
          <a:extLst>
            <a:ext uri="{909E8E84-426E-40DD-AFC4-6F175D3DCCD1}">
              <a14:hiddenFill xmlns:a14="http://schemas.microsoft.com/office/drawing/2010/main">
                <a:noFill/>
              </a14:hiddenFill>
            </a:ext>
          </a:extLst>
        </p:spPr>
      </p:cxnSp>
      <p:cxnSp>
        <p:nvCxnSpPr>
          <p:cNvPr id="87099" name="Straight Arrow Connector 37">
            <a:extLst>
              <a:ext uri="{FF2B5EF4-FFF2-40B4-BE49-F238E27FC236}">
                <a16:creationId xmlns:a16="http://schemas.microsoft.com/office/drawing/2014/main" id="{91EEE5A5-87E0-A94D-9AC9-274650774370}"/>
              </a:ext>
            </a:extLst>
          </p:cNvPr>
          <p:cNvCxnSpPr>
            <a:cxnSpLocks noChangeShapeType="1"/>
          </p:cNvCxnSpPr>
          <p:nvPr/>
        </p:nvCxnSpPr>
        <p:spPr bwMode="auto">
          <a:xfrm rot="5400000">
            <a:off x="6230938" y="5180603"/>
            <a:ext cx="268287" cy="1587"/>
          </a:xfrm>
          <a:prstGeom prst="straightConnector1">
            <a:avLst/>
          </a:prstGeom>
          <a:noFill/>
          <a:ln w="9525">
            <a:solidFill>
              <a:schemeClr val="tx1"/>
            </a:solidFill>
            <a:round/>
            <a:headEnd/>
            <a:tailEnd type="arrow" w="med" len="med"/>
          </a:ln>
          <a:extLst>
            <a:ext uri="{909E8E84-426E-40DD-AFC4-6F175D3DCCD1}">
              <a14:hiddenFill xmlns:a14="http://schemas.microsoft.com/office/drawing/2010/main">
                <a:noFill/>
              </a14:hiddenFill>
            </a:ext>
          </a:extLst>
        </p:spPr>
      </p:cxnSp>
      <p:cxnSp>
        <p:nvCxnSpPr>
          <p:cNvPr id="87100" name="Straight Arrow Connector 37">
            <a:extLst>
              <a:ext uri="{FF2B5EF4-FFF2-40B4-BE49-F238E27FC236}">
                <a16:creationId xmlns:a16="http://schemas.microsoft.com/office/drawing/2014/main" id="{57113641-41C3-1945-956B-B4959814B316}"/>
              </a:ext>
            </a:extLst>
          </p:cNvPr>
          <p:cNvCxnSpPr>
            <a:cxnSpLocks noChangeShapeType="1"/>
          </p:cNvCxnSpPr>
          <p:nvPr/>
        </p:nvCxnSpPr>
        <p:spPr bwMode="auto">
          <a:xfrm rot="5400000">
            <a:off x="7160419" y="5165522"/>
            <a:ext cx="269875" cy="1587"/>
          </a:xfrm>
          <a:prstGeom prst="straightConnector1">
            <a:avLst/>
          </a:prstGeom>
          <a:noFill/>
          <a:ln w="9525">
            <a:solidFill>
              <a:schemeClr val="tx1"/>
            </a:solidFill>
            <a:round/>
            <a:headEnd/>
            <a:tailEnd type="arrow" w="med" len="med"/>
          </a:ln>
          <a:extLst>
            <a:ext uri="{909E8E84-426E-40DD-AFC4-6F175D3DCCD1}">
              <a14:hiddenFill xmlns:a14="http://schemas.microsoft.com/office/drawing/2010/main">
                <a:noFill/>
              </a14:hiddenFill>
            </a:ext>
          </a:extLst>
        </p:spPr>
      </p:cxnSp>
      <p:cxnSp>
        <p:nvCxnSpPr>
          <p:cNvPr id="87101" name="Straight Arrow Connector 37">
            <a:extLst>
              <a:ext uri="{FF2B5EF4-FFF2-40B4-BE49-F238E27FC236}">
                <a16:creationId xmlns:a16="http://schemas.microsoft.com/office/drawing/2014/main" id="{B2E676A1-9B9B-3F4A-9CF4-92F8395B66E1}"/>
              </a:ext>
            </a:extLst>
          </p:cNvPr>
          <p:cNvCxnSpPr>
            <a:cxnSpLocks noChangeShapeType="1"/>
          </p:cNvCxnSpPr>
          <p:nvPr/>
        </p:nvCxnSpPr>
        <p:spPr bwMode="auto">
          <a:xfrm rot="5400000">
            <a:off x="8040688" y="5185365"/>
            <a:ext cx="268288" cy="1587"/>
          </a:xfrm>
          <a:prstGeom prst="straightConnector1">
            <a:avLst/>
          </a:prstGeom>
          <a:noFill/>
          <a:ln w="9525">
            <a:solidFill>
              <a:schemeClr val="tx1"/>
            </a:solidFill>
            <a:round/>
            <a:headEnd/>
            <a:tailEnd type="arrow" w="med" len="med"/>
          </a:ln>
          <a:extLst>
            <a:ext uri="{909E8E84-426E-40DD-AFC4-6F175D3DCCD1}">
              <a14:hiddenFill xmlns:a14="http://schemas.microsoft.com/office/drawing/2010/main">
                <a:noFill/>
              </a14:hiddenFill>
            </a:ext>
          </a:extLst>
        </p:spPr>
      </p:cxnSp>
      <p:cxnSp>
        <p:nvCxnSpPr>
          <p:cNvPr id="87102" name="Straight Arrow Connector 37">
            <a:extLst>
              <a:ext uri="{FF2B5EF4-FFF2-40B4-BE49-F238E27FC236}">
                <a16:creationId xmlns:a16="http://schemas.microsoft.com/office/drawing/2014/main" id="{96B310A5-65B2-A540-AE23-90D116C1E73B}"/>
              </a:ext>
            </a:extLst>
          </p:cNvPr>
          <p:cNvCxnSpPr>
            <a:cxnSpLocks noChangeShapeType="1"/>
          </p:cNvCxnSpPr>
          <p:nvPr/>
        </p:nvCxnSpPr>
        <p:spPr bwMode="auto">
          <a:xfrm rot="5400000">
            <a:off x="1693069" y="3455784"/>
            <a:ext cx="269875" cy="1587"/>
          </a:xfrm>
          <a:prstGeom prst="straightConnector1">
            <a:avLst/>
          </a:prstGeom>
          <a:noFill/>
          <a:ln w="9525">
            <a:solidFill>
              <a:schemeClr val="tx1"/>
            </a:solidFill>
            <a:round/>
            <a:headEnd/>
            <a:tailEnd type="arrow" w="med" len="med"/>
          </a:ln>
          <a:extLst>
            <a:ext uri="{909E8E84-426E-40DD-AFC4-6F175D3DCCD1}">
              <a14:hiddenFill xmlns:a14="http://schemas.microsoft.com/office/drawing/2010/main">
                <a:noFill/>
              </a14:hiddenFill>
            </a:ext>
          </a:extLst>
        </p:spPr>
      </p:cxnSp>
      <p:cxnSp>
        <p:nvCxnSpPr>
          <p:cNvPr id="87103" name="Straight Arrow Connector 37">
            <a:extLst>
              <a:ext uri="{FF2B5EF4-FFF2-40B4-BE49-F238E27FC236}">
                <a16:creationId xmlns:a16="http://schemas.microsoft.com/office/drawing/2014/main" id="{D775BFCF-504C-7645-AD83-FB685A36350D}"/>
              </a:ext>
            </a:extLst>
          </p:cNvPr>
          <p:cNvCxnSpPr>
            <a:cxnSpLocks noChangeShapeType="1"/>
          </p:cNvCxnSpPr>
          <p:nvPr/>
        </p:nvCxnSpPr>
        <p:spPr bwMode="auto">
          <a:xfrm rot="5400000">
            <a:off x="2567781" y="3466897"/>
            <a:ext cx="269875" cy="1588"/>
          </a:xfrm>
          <a:prstGeom prst="straightConnector1">
            <a:avLst/>
          </a:prstGeom>
          <a:noFill/>
          <a:ln w="9525">
            <a:solidFill>
              <a:schemeClr val="tx1"/>
            </a:solidFill>
            <a:round/>
            <a:headEnd/>
            <a:tailEnd type="arrow" w="med" len="med"/>
          </a:ln>
          <a:extLst>
            <a:ext uri="{909E8E84-426E-40DD-AFC4-6F175D3DCCD1}">
              <a14:hiddenFill xmlns:a14="http://schemas.microsoft.com/office/drawing/2010/main">
                <a:noFill/>
              </a14:hiddenFill>
            </a:ext>
          </a:extLst>
        </p:spPr>
      </p:cxnSp>
      <p:cxnSp>
        <p:nvCxnSpPr>
          <p:cNvPr id="87104" name="Straight Arrow Connector 37">
            <a:extLst>
              <a:ext uri="{FF2B5EF4-FFF2-40B4-BE49-F238E27FC236}">
                <a16:creationId xmlns:a16="http://schemas.microsoft.com/office/drawing/2014/main" id="{F989631D-9DC6-3547-89FD-5F36F22035BB}"/>
              </a:ext>
            </a:extLst>
          </p:cNvPr>
          <p:cNvCxnSpPr>
            <a:cxnSpLocks noChangeShapeType="1"/>
          </p:cNvCxnSpPr>
          <p:nvPr/>
        </p:nvCxnSpPr>
        <p:spPr bwMode="auto">
          <a:xfrm rot="5400000">
            <a:off x="3517106" y="3471659"/>
            <a:ext cx="269875" cy="1588"/>
          </a:xfrm>
          <a:prstGeom prst="straightConnector1">
            <a:avLst/>
          </a:prstGeom>
          <a:noFill/>
          <a:ln w="9525">
            <a:solidFill>
              <a:schemeClr val="tx1"/>
            </a:solidFill>
            <a:round/>
            <a:headEnd/>
            <a:tailEnd type="arrow" w="med" len="med"/>
          </a:ln>
          <a:extLst>
            <a:ext uri="{909E8E84-426E-40DD-AFC4-6F175D3DCCD1}">
              <a14:hiddenFill xmlns:a14="http://schemas.microsoft.com/office/drawing/2010/main">
                <a:noFill/>
              </a14:hiddenFill>
            </a:ext>
          </a:extLst>
        </p:spPr>
      </p:cxnSp>
      <p:cxnSp>
        <p:nvCxnSpPr>
          <p:cNvPr id="87105" name="Straight Arrow Connector 37">
            <a:extLst>
              <a:ext uri="{FF2B5EF4-FFF2-40B4-BE49-F238E27FC236}">
                <a16:creationId xmlns:a16="http://schemas.microsoft.com/office/drawing/2014/main" id="{4BD1B24D-C305-AC4D-82A7-F931213B287E}"/>
              </a:ext>
            </a:extLst>
          </p:cNvPr>
          <p:cNvCxnSpPr>
            <a:cxnSpLocks noChangeShapeType="1"/>
          </p:cNvCxnSpPr>
          <p:nvPr/>
        </p:nvCxnSpPr>
        <p:spPr bwMode="auto">
          <a:xfrm rot="5400000">
            <a:off x="4399756" y="3460547"/>
            <a:ext cx="269875" cy="1588"/>
          </a:xfrm>
          <a:prstGeom prst="straightConnector1">
            <a:avLst/>
          </a:prstGeom>
          <a:noFill/>
          <a:ln w="9525">
            <a:solidFill>
              <a:schemeClr val="tx1"/>
            </a:solidFill>
            <a:round/>
            <a:headEnd/>
            <a:tailEnd type="arrow" w="med" len="med"/>
          </a:ln>
          <a:extLst>
            <a:ext uri="{909E8E84-426E-40DD-AFC4-6F175D3DCCD1}">
              <a14:hiddenFill xmlns:a14="http://schemas.microsoft.com/office/drawing/2010/main">
                <a:noFill/>
              </a14:hiddenFill>
            </a:ext>
          </a:extLst>
        </p:spPr>
      </p:cxnSp>
      <p:cxnSp>
        <p:nvCxnSpPr>
          <p:cNvPr id="87106" name="Straight Arrow Connector 37">
            <a:extLst>
              <a:ext uri="{FF2B5EF4-FFF2-40B4-BE49-F238E27FC236}">
                <a16:creationId xmlns:a16="http://schemas.microsoft.com/office/drawing/2014/main" id="{160DFFCD-13D3-3149-9415-7D67A15749F0}"/>
              </a:ext>
            </a:extLst>
          </p:cNvPr>
          <p:cNvCxnSpPr>
            <a:cxnSpLocks noChangeShapeType="1"/>
          </p:cNvCxnSpPr>
          <p:nvPr/>
        </p:nvCxnSpPr>
        <p:spPr bwMode="auto">
          <a:xfrm rot="5400000">
            <a:off x="5312569" y="3493884"/>
            <a:ext cx="269875" cy="1587"/>
          </a:xfrm>
          <a:prstGeom prst="straightConnector1">
            <a:avLst/>
          </a:prstGeom>
          <a:noFill/>
          <a:ln w="9525">
            <a:solidFill>
              <a:schemeClr val="tx1"/>
            </a:solidFill>
            <a:round/>
            <a:headEnd/>
            <a:tailEnd type="arrow" w="med" len="med"/>
          </a:ln>
          <a:extLst>
            <a:ext uri="{909E8E84-426E-40DD-AFC4-6F175D3DCCD1}">
              <a14:hiddenFill xmlns:a14="http://schemas.microsoft.com/office/drawing/2010/main">
                <a:noFill/>
              </a14:hiddenFill>
            </a:ext>
          </a:extLst>
        </p:spPr>
      </p:cxnSp>
      <p:cxnSp>
        <p:nvCxnSpPr>
          <p:cNvPr id="87107" name="Straight Arrow Connector 37">
            <a:extLst>
              <a:ext uri="{FF2B5EF4-FFF2-40B4-BE49-F238E27FC236}">
                <a16:creationId xmlns:a16="http://schemas.microsoft.com/office/drawing/2014/main" id="{7FCA95AB-68C2-D64F-9E51-A9D70CD266B2}"/>
              </a:ext>
            </a:extLst>
          </p:cNvPr>
          <p:cNvCxnSpPr>
            <a:cxnSpLocks noChangeShapeType="1"/>
          </p:cNvCxnSpPr>
          <p:nvPr/>
        </p:nvCxnSpPr>
        <p:spPr bwMode="auto">
          <a:xfrm rot="5400000">
            <a:off x="6231731" y="3481184"/>
            <a:ext cx="269875" cy="1588"/>
          </a:xfrm>
          <a:prstGeom prst="straightConnector1">
            <a:avLst/>
          </a:prstGeom>
          <a:noFill/>
          <a:ln w="9525">
            <a:solidFill>
              <a:schemeClr val="tx1"/>
            </a:solidFill>
            <a:round/>
            <a:headEnd/>
            <a:tailEnd type="arrow" w="med" len="med"/>
          </a:ln>
          <a:extLst>
            <a:ext uri="{909E8E84-426E-40DD-AFC4-6F175D3DCCD1}">
              <a14:hiddenFill xmlns:a14="http://schemas.microsoft.com/office/drawing/2010/main">
                <a:noFill/>
              </a14:hiddenFill>
            </a:ext>
          </a:extLst>
        </p:spPr>
      </p:cxnSp>
      <p:cxnSp>
        <p:nvCxnSpPr>
          <p:cNvPr id="87108" name="Straight Arrow Connector 37">
            <a:extLst>
              <a:ext uri="{FF2B5EF4-FFF2-40B4-BE49-F238E27FC236}">
                <a16:creationId xmlns:a16="http://schemas.microsoft.com/office/drawing/2014/main" id="{E4B75987-55AB-DD40-A0DD-523C2147756D}"/>
              </a:ext>
            </a:extLst>
          </p:cNvPr>
          <p:cNvCxnSpPr>
            <a:cxnSpLocks noChangeShapeType="1"/>
          </p:cNvCxnSpPr>
          <p:nvPr/>
        </p:nvCxnSpPr>
        <p:spPr bwMode="auto">
          <a:xfrm rot="5400000">
            <a:off x="7162006" y="3466897"/>
            <a:ext cx="269875" cy="1588"/>
          </a:xfrm>
          <a:prstGeom prst="straightConnector1">
            <a:avLst/>
          </a:prstGeom>
          <a:noFill/>
          <a:ln w="9525">
            <a:solidFill>
              <a:schemeClr val="tx1"/>
            </a:solidFill>
            <a:round/>
            <a:headEnd/>
            <a:tailEnd type="arrow" w="med" len="med"/>
          </a:ln>
          <a:extLst>
            <a:ext uri="{909E8E84-426E-40DD-AFC4-6F175D3DCCD1}">
              <a14:hiddenFill xmlns:a14="http://schemas.microsoft.com/office/drawing/2010/main">
                <a:noFill/>
              </a14:hiddenFill>
            </a:ext>
          </a:extLst>
        </p:spPr>
      </p:cxnSp>
      <p:cxnSp>
        <p:nvCxnSpPr>
          <p:cNvPr id="87109" name="Straight Arrow Connector 37">
            <a:extLst>
              <a:ext uri="{FF2B5EF4-FFF2-40B4-BE49-F238E27FC236}">
                <a16:creationId xmlns:a16="http://schemas.microsoft.com/office/drawing/2014/main" id="{7DC0BF5F-CC20-5E4A-A1A4-274A9157B74F}"/>
              </a:ext>
            </a:extLst>
          </p:cNvPr>
          <p:cNvCxnSpPr>
            <a:cxnSpLocks noChangeShapeType="1"/>
          </p:cNvCxnSpPr>
          <p:nvPr/>
        </p:nvCxnSpPr>
        <p:spPr bwMode="auto">
          <a:xfrm rot="5400000">
            <a:off x="8041481" y="3485947"/>
            <a:ext cx="269875" cy="1588"/>
          </a:xfrm>
          <a:prstGeom prst="straightConnector1">
            <a:avLst/>
          </a:prstGeom>
          <a:noFill/>
          <a:ln w="9525">
            <a:solidFill>
              <a:schemeClr val="tx1"/>
            </a:solidFill>
            <a:round/>
            <a:headEnd/>
            <a:tailEnd type="arrow" w="med" len="med"/>
          </a:ln>
          <a:extLst>
            <a:ext uri="{909E8E84-426E-40DD-AFC4-6F175D3DCCD1}">
              <a14:hiddenFill xmlns:a14="http://schemas.microsoft.com/office/drawing/2010/main">
                <a:noFill/>
              </a14:hiddenFill>
            </a:ext>
          </a:extLst>
        </p:spPr>
      </p:cxnSp>
      <p:sp>
        <p:nvSpPr>
          <p:cNvPr id="87110" name="TextBox 51">
            <a:extLst>
              <a:ext uri="{FF2B5EF4-FFF2-40B4-BE49-F238E27FC236}">
                <a16:creationId xmlns:a16="http://schemas.microsoft.com/office/drawing/2014/main" id="{ED1C8B1A-682B-734E-85DD-AD056A931024}"/>
              </a:ext>
            </a:extLst>
          </p:cNvPr>
          <p:cNvSpPr txBox="1">
            <a:spLocks noChangeArrowheads="1"/>
          </p:cNvSpPr>
          <p:nvPr/>
        </p:nvSpPr>
        <p:spPr bwMode="auto">
          <a:xfrm>
            <a:off x="1490663" y="3610565"/>
            <a:ext cx="6923087" cy="338138"/>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algn="ctr" eaLnBrk="1" hangingPunct="1">
              <a:spcBef>
                <a:spcPct val="0"/>
              </a:spcBef>
              <a:buClrTx/>
              <a:buSzTx/>
              <a:buFontTx/>
              <a:buNone/>
            </a:pPr>
            <a:r>
              <a:rPr lang="en-US" altLang="en-US" sz="1600">
                <a:solidFill>
                  <a:srgbClr val="000000"/>
                </a:solidFill>
                <a:latin typeface="Arial" panose="020B0604020202020204" pitchFamily="34" charset="0"/>
              </a:rPr>
              <a:t>Logic</a:t>
            </a:r>
          </a:p>
        </p:txBody>
      </p:sp>
      <p:sp>
        <p:nvSpPr>
          <p:cNvPr id="87111" name="TextBox 79">
            <a:extLst>
              <a:ext uri="{FF2B5EF4-FFF2-40B4-BE49-F238E27FC236}">
                <a16:creationId xmlns:a16="http://schemas.microsoft.com/office/drawing/2014/main" id="{4F4AC0ED-0F54-3649-8E3F-FAC6A3DDFB89}"/>
              </a:ext>
            </a:extLst>
          </p:cNvPr>
          <p:cNvSpPr txBox="1">
            <a:spLocks noChangeArrowheads="1"/>
          </p:cNvSpPr>
          <p:nvPr/>
        </p:nvSpPr>
        <p:spPr bwMode="auto">
          <a:xfrm>
            <a:off x="5060950" y="4032840"/>
            <a:ext cx="595313"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r>
              <a:rPr lang="en-US" altLang="en-US" sz="1800">
                <a:solidFill>
                  <a:srgbClr val="000000"/>
                </a:solidFill>
                <a:latin typeface="Arial" panose="020B0604020202020204" pitchFamily="34" charset="0"/>
              </a:rPr>
              <a:t>Hit?</a:t>
            </a:r>
          </a:p>
        </p:txBody>
      </p:sp>
      <p:cxnSp>
        <p:nvCxnSpPr>
          <p:cNvPr id="87112" name="Straight Arrow Connector 37">
            <a:extLst>
              <a:ext uri="{FF2B5EF4-FFF2-40B4-BE49-F238E27FC236}">
                <a16:creationId xmlns:a16="http://schemas.microsoft.com/office/drawing/2014/main" id="{C777CC41-9FB5-2B48-A8E2-53638E66DCC4}"/>
              </a:ext>
            </a:extLst>
          </p:cNvPr>
          <p:cNvCxnSpPr>
            <a:cxnSpLocks noChangeShapeType="1"/>
          </p:cNvCxnSpPr>
          <p:nvPr/>
        </p:nvCxnSpPr>
        <p:spPr bwMode="auto">
          <a:xfrm rot="5400000">
            <a:off x="4874419" y="4082847"/>
            <a:ext cx="269875" cy="1587"/>
          </a:xfrm>
          <a:prstGeom prst="straightConnector1">
            <a:avLst/>
          </a:prstGeom>
          <a:noFill/>
          <a:ln w="9525">
            <a:solidFill>
              <a:schemeClr val="tx1"/>
            </a:solidFill>
            <a:round/>
            <a:headEnd/>
            <a:tailEnd type="arrow" w="med" len="med"/>
          </a:ln>
          <a:extLst>
            <a:ext uri="{909E8E84-426E-40DD-AFC4-6F175D3DCCD1}">
              <a14:hiddenFill xmlns:a14="http://schemas.microsoft.com/office/drawing/2010/main">
                <a:noFill/>
              </a14:hiddenFill>
            </a:ext>
          </a:extLst>
        </p:spPr>
      </p:cxnSp>
      <p:cxnSp>
        <p:nvCxnSpPr>
          <p:cNvPr id="87113" name="Straight Connector 82">
            <a:extLst>
              <a:ext uri="{FF2B5EF4-FFF2-40B4-BE49-F238E27FC236}">
                <a16:creationId xmlns:a16="http://schemas.microsoft.com/office/drawing/2014/main" id="{22A38E68-2857-A745-AFE1-5C8FF8A314AF}"/>
              </a:ext>
            </a:extLst>
          </p:cNvPr>
          <p:cNvCxnSpPr>
            <a:cxnSpLocks noChangeShapeType="1"/>
            <a:stCxn id="87110" idx="3"/>
          </p:cNvCxnSpPr>
          <p:nvPr/>
        </p:nvCxnSpPr>
        <p:spPr bwMode="auto">
          <a:xfrm>
            <a:off x="8413750" y="3778840"/>
            <a:ext cx="439738" cy="203358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87114" name="Straight Arrow Connector 84">
            <a:extLst>
              <a:ext uri="{FF2B5EF4-FFF2-40B4-BE49-F238E27FC236}">
                <a16:creationId xmlns:a16="http://schemas.microsoft.com/office/drawing/2014/main" id="{F928898F-1FBD-4442-8D92-914B32FFE4E0}"/>
              </a:ext>
            </a:extLst>
          </p:cNvPr>
          <p:cNvCxnSpPr>
            <a:cxnSpLocks noChangeShapeType="1"/>
          </p:cNvCxnSpPr>
          <p:nvPr/>
        </p:nvCxnSpPr>
        <p:spPr bwMode="auto">
          <a:xfrm rot="10800000">
            <a:off x="7585075" y="5472703"/>
            <a:ext cx="1268413" cy="339725"/>
          </a:xfrm>
          <a:prstGeom prst="straightConnector1">
            <a:avLst/>
          </a:prstGeom>
          <a:noFill/>
          <a:ln w="9525">
            <a:solidFill>
              <a:schemeClr val="tx1"/>
            </a:solidFill>
            <a:round/>
            <a:headEnd/>
            <a:tailEnd type="arrow" w="med" len="med"/>
          </a:ln>
          <a:extLst>
            <a:ext uri="{909E8E84-426E-40DD-AFC4-6F175D3DCCD1}">
              <a14:hiddenFill xmlns:a14="http://schemas.microsoft.com/office/drawing/2010/main">
                <a:noFill/>
              </a14:hiddenFill>
            </a:ext>
          </a:extLst>
        </p:spPr>
      </p:cxnSp>
      <p:sp>
        <p:nvSpPr>
          <p:cNvPr id="76" name="Rectangle 40">
            <a:extLst>
              <a:ext uri="{FF2B5EF4-FFF2-40B4-BE49-F238E27FC236}">
                <a16:creationId xmlns:a16="http://schemas.microsoft.com/office/drawing/2014/main" id="{82AB8F6B-9029-A540-ADC8-9DC06E02FA44}"/>
              </a:ext>
            </a:extLst>
          </p:cNvPr>
          <p:cNvSpPr>
            <a:spLocks noChangeArrowheads="1"/>
          </p:cNvSpPr>
          <p:nvPr/>
        </p:nvSpPr>
        <p:spPr bwMode="auto">
          <a:xfrm>
            <a:off x="6740208" y="1610355"/>
            <a:ext cx="1727200" cy="333375"/>
          </a:xfrm>
          <a:prstGeom prst="rect">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endParaRPr lang="en-US" altLang="en-US" sz="1800">
              <a:solidFill>
                <a:srgbClr val="000000"/>
              </a:solidFill>
              <a:latin typeface="Arial" panose="020B0604020202020204" pitchFamily="34" charset="0"/>
            </a:endParaRPr>
          </a:p>
        </p:txBody>
      </p:sp>
      <p:sp>
        <p:nvSpPr>
          <p:cNvPr id="77" name="TextBox 41">
            <a:extLst>
              <a:ext uri="{FF2B5EF4-FFF2-40B4-BE49-F238E27FC236}">
                <a16:creationId xmlns:a16="http://schemas.microsoft.com/office/drawing/2014/main" id="{9ADD87EB-8FB8-234F-BFB8-25D562E88FF8}"/>
              </a:ext>
            </a:extLst>
          </p:cNvPr>
          <p:cNvSpPr txBox="1">
            <a:spLocks noChangeArrowheads="1"/>
          </p:cNvSpPr>
          <p:nvPr/>
        </p:nvSpPr>
        <p:spPr bwMode="auto">
          <a:xfrm>
            <a:off x="7135088" y="1037983"/>
            <a:ext cx="1030288"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r>
              <a:rPr lang="en-US" altLang="en-US" sz="1800" dirty="0">
                <a:solidFill>
                  <a:srgbClr val="000000"/>
                </a:solidFill>
                <a:latin typeface="Arial" panose="020B0604020202020204" pitchFamily="34" charset="0"/>
              </a:rPr>
              <a:t>Address</a:t>
            </a:r>
          </a:p>
        </p:txBody>
      </p:sp>
      <p:cxnSp>
        <p:nvCxnSpPr>
          <p:cNvPr id="78" name="Straight Connector 42">
            <a:extLst>
              <a:ext uri="{FF2B5EF4-FFF2-40B4-BE49-F238E27FC236}">
                <a16:creationId xmlns:a16="http://schemas.microsoft.com/office/drawing/2014/main" id="{6CC27ECE-F31D-5148-B551-E9421AC1FFB5}"/>
              </a:ext>
            </a:extLst>
          </p:cNvPr>
          <p:cNvCxnSpPr>
            <a:cxnSpLocks noChangeShapeType="1"/>
          </p:cNvCxnSpPr>
          <p:nvPr/>
        </p:nvCxnSpPr>
        <p:spPr bwMode="auto">
          <a:xfrm rot="5400000">
            <a:off x="7696713" y="1788001"/>
            <a:ext cx="331788" cy="158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cxnSp>
      <p:sp>
        <p:nvSpPr>
          <p:cNvPr id="80" name="TextBox 44">
            <a:extLst>
              <a:ext uri="{FF2B5EF4-FFF2-40B4-BE49-F238E27FC236}">
                <a16:creationId xmlns:a16="http://schemas.microsoft.com/office/drawing/2014/main" id="{A90DE34D-A2EB-B942-BC64-5433A75B5372}"/>
              </a:ext>
            </a:extLst>
          </p:cNvPr>
          <p:cNvSpPr txBox="1">
            <a:spLocks noChangeArrowheads="1"/>
          </p:cNvSpPr>
          <p:nvPr/>
        </p:nvSpPr>
        <p:spPr bwMode="auto">
          <a:xfrm>
            <a:off x="7042037" y="1279261"/>
            <a:ext cx="433387"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r>
              <a:rPr lang="en-US" altLang="en-US" sz="1400" dirty="0">
                <a:solidFill>
                  <a:srgbClr val="000000"/>
                </a:solidFill>
                <a:latin typeface="Arial" panose="020B0604020202020204" pitchFamily="34" charset="0"/>
              </a:rPr>
              <a:t>tag</a:t>
            </a:r>
          </a:p>
        </p:txBody>
      </p:sp>
      <p:sp>
        <p:nvSpPr>
          <p:cNvPr id="82" name="TextBox 46">
            <a:extLst>
              <a:ext uri="{FF2B5EF4-FFF2-40B4-BE49-F238E27FC236}">
                <a16:creationId xmlns:a16="http://schemas.microsoft.com/office/drawing/2014/main" id="{ACD0D98C-FBAF-6343-8B91-C46C87A510D6}"/>
              </a:ext>
            </a:extLst>
          </p:cNvPr>
          <p:cNvSpPr txBox="1">
            <a:spLocks noChangeArrowheads="1"/>
          </p:cNvSpPr>
          <p:nvPr/>
        </p:nvSpPr>
        <p:spPr bwMode="auto">
          <a:xfrm>
            <a:off x="7886181" y="1279263"/>
            <a:ext cx="1179512"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r>
              <a:rPr lang="en-US" altLang="en-US" sz="1400" dirty="0">
                <a:solidFill>
                  <a:srgbClr val="000000"/>
                </a:solidFill>
                <a:latin typeface="Arial" panose="020B0604020202020204" pitchFamily="34" charset="0"/>
              </a:rPr>
              <a:t>byte in block</a:t>
            </a:r>
          </a:p>
        </p:txBody>
      </p:sp>
      <p:sp>
        <p:nvSpPr>
          <p:cNvPr id="83" name="TextBox 47">
            <a:extLst>
              <a:ext uri="{FF2B5EF4-FFF2-40B4-BE49-F238E27FC236}">
                <a16:creationId xmlns:a16="http://schemas.microsoft.com/office/drawing/2014/main" id="{7D9369E6-9014-A040-A6B0-440BB947C815}"/>
              </a:ext>
            </a:extLst>
          </p:cNvPr>
          <p:cNvSpPr txBox="1">
            <a:spLocks noChangeArrowheads="1"/>
          </p:cNvSpPr>
          <p:nvPr/>
        </p:nvSpPr>
        <p:spPr bwMode="auto">
          <a:xfrm>
            <a:off x="7866428" y="1630101"/>
            <a:ext cx="611187"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r>
              <a:rPr lang="en-US" altLang="en-US" sz="1400" dirty="0">
                <a:solidFill>
                  <a:srgbClr val="000000"/>
                </a:solidFill>
                <a:latin typeface="Arial" panose="020B0604020202020204" pitchFamily="34" charset="0"/>
              </a:rPr>
              <a:t>3 bits</a:t>
            </a:r>
          </a:p>
        </p:txBody>
      </p:sp>
      <p:sp>
        <p:nvSpPr>
          <p:cNvPr id="85" name="TextBox 49">
            <a:extLst>
              <a:ext uri="{FF2B5EF4-FFF2-40B4-BE49-F238E27FC236}">
                <a16:creationId xmlns:a16="http://schemas.microsoft.com/office/drawing/2014/main" id="{9C93A1A9-8AE5-3B42-AF0E-355A1746FD1B}"/>
              </a:ext>
            </a:extLst>
          </p:cNvPr>
          <p:cNvSpPr txBox="1">
            <a:spLocks noChangeArrowheads="1"/>
          </p:cNvSpPr>
          <p:nvPr/>
        </p:nvSpPr>
        <p:spPr bwMode="auto">
          <a:xfrm>
            <a:off x="7087945" y="1616160"/>
            <a:ext cx="71120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r>
              <a:rPr lang="en-US" altLang="en-US" sz="1400" dirty="0">
                <a:solidFill>
                  <a:srgbClr val="000000"/>
                </a:solidFill>
                <a:latin typeface="Arial" panose="020B0604020202020204" pitchFamily="34" charset="0"/>
              </a:rPr>
              <a:t>5 bits</a:t>
            </a:r>
          </a:p>
        </p:txBody>
      </p:sp>
    </p:spTree>
    <p:extLst>
      <p:ext uri="{BB962C8B-B14F-4D97-AF65-F5344CB8AC3E}">
        <p14:creationId xmlns:p14="http://schemas.microsoft.com/office/powerpoint/2010/main" val="496229989"/>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704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7045"/>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87046"/>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87047"/>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87048"/>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87049"/>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87050"/>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87051"/>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87060"/>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87062"/>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87063"/>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87064"/>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87065"/>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87066"/>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87067"/>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87068"/>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87069"/>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87070"/>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87071"/>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87072"/>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87073"/>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87074"/>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87075"/>
                                        </p:tgtEl>
                                        <p:attrNameLst>
                                          <p:attrName>style.visibility</p:attrName>
                                        </p:attrNameLst>
                                      </p:cBhvr>
                                      <p:to>
                                        <p:strVal val="visible"/>
                                      </p:to>
                                    </p:set>
                                  </p:childTnLst>
                                </p:cTn>
                              </p:par>
                              <p:par>
                                <p:cTn id="51" presetID="1" presetClass="entr" presetSubtype="0" fill="hold" nodeType="withEffect">
                                  <p:stCondLst>
                                    <p:cond delay="0"/>
                                  </p:stCondLst>
                                  <p:childTnLst>
                                    <p:set>
                                      <p:cBhvr>
                                        <p:cTn id="52" dur="1" fill="hold">
                                          <p:stCondLst>
                                            <p:cond delay="0"/>
                                          </p:stCondLst>
                                        </p:cTn>
                                        <p:tgtEl>
                                          <p:spTgt spid="87076"/>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87077"/>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87078"/>
                                        </p:tgtEl>
                                        <p:attrNameLst>
                                          <p:attrName>style.visibility</p:attrName>
                                        </p:attrNameLst>
                                      </p:cBhvr>
                                      <p:to>
                                        <p:strVal val="visible"/>
                                      </p:to>
                                    </p:set>
                                  </p:childTnLst>
                                </p:cTn>
                              </p:par>
                              <p:par>
                                <p:cTn id="57" presetID="1" presetClass="entr" presetSubtype="0" fill="hold" nodeType="withEffect">
                                  <p:stCondLst>
                                    <p:cond delay="0"/>
                                  </p:stCondLst>
                                  <p:childTnLst>
                                    <p:set>
                                      <p:cBhvr>
                                        <p:cTn id="58" dur="1" fill="hold">
                                          <p:stCondLst>
                                            <p:cond delay="0"/>
                                          </p:stCondLst>
                                        </p:cTn>
                                        <p:tgtEl>
                                          <p:spTgt spid="87079"/>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87080"/>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87081"/>
                                        </p:tgtEl>
                                        <p:attrNameLst>
                                          <p:attrName>style.visibility</p:attrName>
                                        </p:attrNameLst>
                                      </p:cBhvr>
                                      <p:to>
                                        <p:strVal val="visible"/>
                                      </p:to>
                                    </p:set>
                                  </p:childTnLst>
                                </p:cTn>
                              </p:par>
                              <p:par>
                                <p:cTn id="63" presetID="1" presetClass="entr" presetSubtype="0" fill="hold" nodeType="withEffect">
                                  <p:stCondLst>
                                    <p:cond delay="0"/>
                                  </p:stCondLst>
                                  <p:childTnLst>
                                    <p:set>
                                      <p:cBhvr>
                                        <p:cTn id="64" dur="1" fill="hold">
                                          <p:stCondLst>
                                            <p:cond delay="0"/>
                                          </p:stCondLst>
                                        </p:cTn>
                                        <p:tgtEl>
                                          <p:spTgt spid="87082"/>
                                        </p:tgtEl>
                                        <p:attrNameLst>
                                          <p:attrName>style.visibility</p:attrName>
                                        </p:attrNameLst>
                                      </p:cBhvr>
                                      <p:to>
                                        <p:strVal val="visible"/>
                                      </p:to>
                                    </p:set>
                                  </p:childTnLst>
                                </p:cTn>
                              </p:par>
                              <p:par>
                                <p:cTn id="65" presetID="1" presetClass="entr" presetSubtype="0" fill="hold" grpId="0" nodeType="withEffect">
                                  <p:stCondLst>
                                    <p:cond delay="0"/>
                                  </p:stCondLst>
                                  <p:childTnLst>
                                    <p:set>
                                      <p:cBhvr>
                                        <p:cTn id="66" dur="1" fill="hold">
                                          <p:stCondLst>
                                            <p:cond delay="0"/>
                                          </p:stCondLst>
                                        </p:cTn>
                                        <p:tgtEl>
                                          <p:spTgt spid="87083"/>
                                        </p:tgtEl>
                                        <p:attrNameLst>
                                          <p:attrName>style.visibility</p:attrName>
                                        </p:attrNameLst>
                                      </p:cBhvr>
                                      <p:to>
                                        <p:strVal val="visible"/>
                                      </p:to>
                                    </p:set>
                                  </p:childTnLst>
                                </p:cTn>
                              </p:par>
                              <p:par>
                                <p:cTn id="67" presetID="1" presetClass="entr" presetSubtype="0" fill="hold" grpId="0" nodeType="withEffect">
                                  <p:stCondLst>
                                    <p:cond delay="0"/>
                                  </p:stCondLst>
                                  <p:childTnLst>
                                    <p:set>
                                      <p:cBhvr>
                                        <p:cTn id="68" dur="1" fill="hold">
                                          <p:stCondLst>
                                            <p:cond delay="0"/>
                                          </p:stCondLst>
                                        </p:cTn>
                                        <p:tgtEl>
                                          <p:spTgt spid="87084"/>
                                        </p:tgtEl>
                                        <p:attrNameLst>
                                          <p:attrName>style.visibility</p:attrName>
                                        </p:attrNameLst>
                                      </p:cBhvr>
                                      <p:to>
                                        <p:strVal val="visible"/>
                                      </p:to>
                                    </p:set>
                                  </p:childTnLst>
                                </p:cTn>
                              </p:par>
                              <p:par>
                                <p:cTn id="69" presetID="1" presetClass="entr" presetSubtype="0" fill="hold" nodeType="withEffect">
                                  <p:stCondLst>
                                    <p:cond delay="0"/>
                                  </p:stCondLst>
                                  <p:childTnLst>
                                    <p:set>
                                      <p:cBhvr>
                                        <p:cTn id="70" dur="1" fill="hold">
                                          <p:stCondLst>
                                            <p:cond delay="0"/>
                                          </p:stCondLst>
                                        </p:cTn>
                                        <p:tgtEl>
                                          <p:spTgt spid="87085"/>
                                        </p:tgtEl>
                                        <p:attrNameLst>
                                          <p:attrName>style.visibility</p:attrName>
                                        </p:attrNameLst>
                                      </p:cBhvr>
                                      <p:to>
                                        <p:strVal val="visible"/>
                                      </p:to>
                                    </p:set>
                                  </p:childTnLst>
                                </p:cTn>
                              </p:par>
                              <p:par>
                                <p:cTn id="71" presetID="1" presetClass="entr" presetSubtype="0" fill="hold" nodeType="withEffect">
                                  <p:stCondLst>
                                    <p:cond delay="0"/>
                                  </p:stCondLst>
                                  <p:childTnLst>
                                    <p:set>
                                      <p:cBhvr>
                                        <p:cTn id="72" dur="1" fill="hold">
                                          <p:stCondLst>
                                            <p:cond delay="0"/>
                                          </p:stCondLst>
                                        </p:cTn>
                                        <p:tgtEl>
                                          <p:spTgt spid="87102"/>
                                        </p:tgtEl>
                                        <p:attrNameLst>
                                          <p:attrName>style.visibility</p:attrName>
                                        </p:attrNameLst>
                                      </p:cBhvr>
                                      <p:to>
                                        <p:strVal val="visible"/>
                                      </p:to>
                                    </p:set>
                                  </p:childTnLst>
                                </p:cTn>
                              </p:par>
                              <p:par>
                                <p:cTn id="73" presetID="1" presetClass="entr" presetSubtype="0" fill="hold" nodeType="withEffect">
                                  <p:stCondLst>
                                    <p:cond delay="0"/>
                                  </p:stCondLst>
                                  <p:childTnLst>
                                    <p:set>
                                      <p:cBhvr>
                                        <p:cTn id="74" dur="1" fill="hold">
                                          <p:stCondLst>
                                            <p:cond delay="0"/>
                                          </p:stCondLst>
                                        </p:cTn>
                                        <p:tgtEl>
                                          <p:spTgt spid="87103"/>
                                        </p:tgtEl>
                                        <p:attrNameLst>
                                          <p:attrName>style.visibility</p:attrName>
                                        </p:attrNameLst>
                                      </p:cBhvr>
                                      <p:to>
                                        <p:strVal val="visible"/>
                                      </p:to>
                                    </p:set>
                                  </p:childTnLst>
                                </p:cTn>
                              </p:par>
                              <p:par>
                                <p:cTn id="75" presetID="1" presetClass="entr" presetSubtype="0" fill="hold" nodeType="withEffect">
                                  <p:stCondLst>
                                    <p:cond delay="0"/>
                                  </p:stCondLst>
                                  <p:childTnLst>
                                    <p:set>
                                      <p:cBhvr>
                                        <p:cTn id="76" dur="1" fill="hold">
                                          <p:stCondLst>
                                            <p:cond delay="0"/>
                                          </p:stCondLst>
                                        </p:cTn>
                                        <p:tgtEl>
                                          <p:spTgt spid="87104"/>
                                        </p:tgtEl>
                                        <p:attrNameLst>
                                          <p:attrName>style.visibility</p:attrName>
                                        </p:attrNameLst>
                                      </p:cBhvr>
                                      <p:to>
                                        <p:strVal val="visible"/>
                                      </p:to>
                                    </p:set>
                                  </p:childTnLst>
                                </p:cTn>
                              </p:par>
                              <p:par>
                                <p:cTn id="77" presetID="1" presetClass="entr" presetSubtype="0" fill="hold" nodeType="withEffect">
                                  <p:stCondLst>
                                    <p:cond delay="0"/>
                                  </p:stCondLst>
                                  <p:childTnLst>
                                    <p:set>
                                      <p:cBhvr>
                                        <p:cTn id="78" dur="1" fill="hold">
                                          <p:stCondLst>
                                            <p:cond delay="0"/>
                                          </p:stCondLst>
                                        </p:cTn>
                                        <p:tgtEl>
                                          <p:spTgt spid="87105"/>
                                        </p:tgtEl>
                                        <p:attrNameLst>
                                          <p:attrName>style.visibility</p:attrName>
                                        </p:attrNameLst>
                                      </p:cBhvr>
                                      <p:to>
                                        <p:strVal val="visible"/>
                                      </p:to>
                                    </p:set>
                                  </p:childTnLst>
                                </p:cTn>
                              </p:par>
                              <p:par>
                                <p:cTn id="79" presetID="1" presetClass="entr" presetSubtype="0" fill="hold" nodeType="withEffect">
                                  <p:stCondLst>
                                    <p:cond delay="0"/>
                                  </p:stCondLst>
                                  <p:childTnLst>
                                    <p:set>
                                      <p:cBhvr>
                                        <p:cTn id="80" dur="1" fill="hold">
                                          <p:stCondLst>
                                            <p:cond delay="0"/>
                                          </p:stCondLst>
                                        </p:cTn>
                                        <p:tgtEl>
                                          <p:spTgt spid="87106"/>
                                        </p:tgtEl>
                                        <p:attrNameLst>
                                          <p:attrName>style.visibility</p:attrName>
                                        </p:attrNameLst>
                                      </p:cBhvr>
                                      <p:to>
                                        <p:strVal val="visible"/>
                                      </p:to>
                                    </p:set>
                                  </p:childTnLst>
                                </p:cTn>
                              </p:par>
                              <p:par>
                                <p:cTn id="81" presetID="1" presetClass="entr" presetSubtype="0" fill="hold" nodeType="withEffect">
                                  <p:stCondLst>
                                    <p:cond delay="0"/>
                                  </p:stCondLst>
                                  <p:childTnLst>
                                    <p:set>
                                      <p:cBhvr>
                                        <p:cTn id="82" dur="1" fill="hold">
                                          <p:stCondLst>
                                            <p:cond delay="0"/>
                                          </p:stCondLst>
                                        </p:cTn>
                                        <p:tgtEl>
                                          <p:spTgt spid="87107"/>
                                        </p:tgtEl>
                                        <p:attrNameLst>
                                          <p:attrName>style.visibility</p:attrName>
                                        </p:attrNameLst>
                                      </p:cBhvr>
                                      <p:to>
                                        <p:strVal val="visible"/>
                                      </p:to>
                                    </p:set>
                                  </p:childTnLst>
                                </p:cTn>
                              </p:par>
                              <p:par>
                                <p:cTn id="83" presetID="1" presetClass="entr" presetSubtype="0" fill="hold" nodeType="withEffect">
                                  <p:stCondLst>
                                    <p:cond delay="0"/>
                                  </p:stCondLst>
                                  <p:childTnLst>
                                    <p:set>
                                      <p:cBhvr>
                                        <p:cTn id="84" dur="1" fill="hold">
                                          <p:stCondLst>
                                            <p:cond delay="0"/>
                                          </p:stCondLst>
                                        </p:cTn>
                                        <p:tgtEl>
                                          <p:spTgt spid="87108"/>
                                        </p:tgtEl>
                                        <p:attrNameLst>
                                          <p:attrName>style.visibility</p:attrName>
                                        </p:attrNameLst>
                                      </p:cBhvr>
                                      <p:to>
                                        <p:strVal val="visible"/>
                                      </p:to>
                                    </p:set>
                                  </p:childTnLst>
                                </p:cTn>
                              </p:par>
                              <p:par>
                                <p:cTn id="85" presetID="1" presetClass="entr" presetSubtype="0" fill="hold" nodeType="withEffect">
                                  <p:stCondLst>
                                    <p:cond delay="0"/>
                                  </p:stCondLst>
                                  <p:childTnLst>
                                    <p:set>
                                      <p:cBhvr>
                                        <p:cTn id="86" dur="1" fill="hold">
                                          <p:stCondLst>
                                            <p:cond delay="0"/>
                                          </p:stCondLst>
                                        </p:cTn>
                                        <p:tgtEl>
                                          <p:spTgt spid="87109"/>
                                        </p:tgtEl>
                                        <p:attrNameLst>
                                          <p:attrName>style.visibility</p:attrName>
                                        </p:attrNameLst>
                                      </p:cBhvr>
                                      <p:to>
                                        <p:strVal val="visible"/>
                                      </p:to>
                                    </p:set>
                                  </p:childTnLst>
                                </p:cTn>
                              </p:par>
                              <p:par>
                                <p:cTn id="87" presetID="1" presetClass="entr" presetSubtype="0" fill="hold" grpId="0" nodeType="withEffect">
                                  <p:stCondLst>
                                    <p:cond delay="0"/>
                                  </p:stCondLst>
                                  <p:childTnLst>
                                    <p:set>
                                      <p:cBhvr>
                                        <p:cTn id="88" dur="1" fill="hold">
                                          <p:stCondLst>
                                            <p:cond delay="0"/>
                                          </p:stCondLst>
                                        </p:cTn>
                                        <p:tgtEl>
                                          <p:spTgt spid="87110"/>
                                        </p:tgtEl>
                                        <p:attrNameLst>
                                          <p:attrName>style.visibility</p:attrName>
                                        </p:attrNameLst>
                                      </p:cBhvr>
                                      <p:to>
                                        <p:strVal val="visible"/>
                                      </p:to>
                                    </p:set>
                                  </p:childTnLst>
                                </p:cTn>
                              </p:par>
                              <p:par>
                                <p:cTn id="89" presetID="1" presetClass="entr" presetSubtype="0" fill="hold" grpId="0" nodeType="withEffect">
                                  <p:stCondLst>
                                    <p:cond delay="0"/>
                                  </p:stCondLst>
                                  <p:childTnLst>
                                    <p:set>
                                      <p:cBhvr>
                                        <p:cTn id="90" dur="1" fill="hold">
                                          <p:stCondLst>
                                            <p:cond delay="0"/>
                                          </p:stCondLst>
                                        </p:cTn>
                                        <p:tgtEl>
                                          <p:spTgt spid="87111"/>
                                        </p:tgtEl>
                                        <p:attrNameLst>
                                          <p:attrName>style.visibility</p:attrName>
                                        </p:attrNameLst>
                                      </p:cBhvr>
                                      <p:to>
                                        <p:strVal val="visible"/>
                                      </p:to>
                                    </p:set>
                                  </p:childTnLst>
                                </p:cTn>
                              </p:par>
                              <p:par>
                                <p:cTn id="91" presetID="1" presetClass="entr" presetSubtype="0" fill="hold" nodeType="withEffect">
                                  <p:stCondLst>
                                    <p:cond delay="0"/>
                                  </p:stCondLst>
                                  <p:childTnLst>
                                    <p:set>
                                      <p:cBhvr>
                                        <p:cTn id="92" dur="1" fill="hold">
                                          <p:stCondLst>
                                            <p:cond delay="0"/>
                                          </p:stCondLst>
                                        </p:cTn>
                                        <p:tgtEl>
                                          <p:spTgt spid="87112"/>
                                        </p:tgtEl>
                                        <p:attrNameLst>
                                          <p:attrName>style.visibility</p:attrName>
                                        </p:attrNameLst>
                                      </p:cBhvr>
                                      <p:to>
                                        <p:strVal val="visible"/>
                                      </p:to>
                                    </p:set>
                                  </p:childTnLst>
                                </p:cTn>
                              </p:par>
                            </p:childTnLst>
                          </p:cTn>
                        </p:par>
                      </p:childTnLst>
                    </p:cTn>
                  </p:par>
                  <p:par>
                    <p:cTn id="93" fill="hold" nodeType="clickPar">
                      <p:stCondLst>
                        <p:cond delay="indefinite"/>
                      </p:stCondLst>
                      <p:childTnLst>
                        <p:par>
                          <p:cTn id="94" fill="hold" nodeType="withGroup">
                            <p:stCondLst>
                              <p:cond delay="0"/>
                            </p:stCondLst>
                            <p:childTnLst>
                              <p:par>
                                <p:cTn id="95" presetID="1" presetClass="entr" presetSubtype="0" fill="hold" grpId="0" nodeType="clickEffect">
                                  <p:stCondLst>
                                    <p:cond delay="0"/>
                                  </p:stCondLst>
                                  <p:childTnLst>
                                    <p:set>
                                      <p:cBhvr>
                                        <p:cTn id="96" dur="1" fill="hold">
                                          <p:stCondLst>
                                            <p:cond delay="0"/>
                                          </p:stCondLst>
                                        </p:cTn>
                                        <p:tgtEl>
                                          <p:spTgt spid="87052"/>
                                        </p:tgtEl>
                                        <p:attrNameLst>
                                          <p:attrName>style.visibility</p:attrName>
                                        </p:attrNameLst>
                                      </p:cBhvr>
                                      <p:to>
                                        <p:strVal val="visible"/>
                                      </p:to>
                                    </p:set>
                                  </p:childTnLst>
                                </p:cTn>
                              </p:par>
                              <p:par>
                                <p:cTn id="97" presetID="1" presetClass="entr" presetSubtype="0" fill="hold" grpId="0" nodeType="withEffect">
                                  <p:stCondLst>
                                    <p:cond delay="0"/>
                                  </p:stCondLst>
                                  <p:childTnLst>
                                    <p:set>
                                      <p:cBhvr>
                                        <p:cTn id="98" dur="1" fill="hold">
                                          <p:stCondLst>
                                            <p:cond delay="0"/>
                                          </p:stCondLst>
                                        </p:cTn>
                                        <p:tgtEl>
                                          <p:spTgt spid="87053"/>
                                        </p:tgtEl>
                                        <p:attrNameLst>
                                          <p:attrName>style.visibility</p:attrName>
                                        </p:attrNameLst>
                                      </p:cBhvr>
                                      <p:to>
                                        <p:strVal val="visible"/>
                                      </p:to>
                                    </p:set>
                                  </p:childTnLst>
                                </p:cTn>
                              </p:par>
                              <p:par>
                                <p:cTn id="99" presetID="1" presetClass="entr" presetSubtype="0" fill="hold" grpId="0" nodeType="withEffect">
                                  <p:stCondLst>
                                    <p:cond delay="0"/>
                                  </p:stCondLst>
                                  <p:childTnLst>
                                    <p:set>
                                      <p:cBhvr>
                                        <p:cTn id="100" dur="1" fill="hold">
                                          <p:stCondLst>
                                            <p:cond delay="0"/>
                                          </p:stCondLst>
                                        </p:cTn>
                                        <p:tgtEl>
                                          <p:spTgt spid="87054"/>
                                        </p:tgtEl>
                                        <p:attrNameLst>
                                          <p:attrName>style.visibility</p:attrName>
                                        </p:attrNameLst>
                                      </p:cBhvr>
                                      <p:to>
                                        <p:strVal val="visible"/>
                                      </p:to>
                                    </p:set>
                                  </p:childTnLst>
                                </p:cTn>
                              </p:par>
                              <p:par>
                                <p:cTn id="101" presetID="1" presetClass="entr" presetSubtype="0" fill="hold" grpId="0" nodeType="withEffect">
                                  <p:stCondLst>
                                    <p:cond delay="0"/>
                                  </p:stCondLst>
                                  <p:childTnLst>
                                    <p:set>
                                      <p:cBhvr>
                                        <p:cTn id="102" dur="1" fill="hold">
                                          <p:stCondLst>
                                            <p:cond delay="0"/>
                                          </p:stCondLst>
                                        </p:cTn>
                                        <p:tgtEl>
                                          <p:spTgt spid="87055"/>
                                        </p:tgtEl>
                                        <p:attrNameLst>
                                          <p:attrName>style.visibility</p:attrName>
                                        </p:attrNameLst>
                                      </p:cBhvr>
                                      <p:to>
                                        <p:strVal val="visible"/>
                                      </p:to>
                                    </p:set>
                                  </p:childTnLst>
                                </p:cTn>
                              </p:par>
                              <p:par>
                                <p:cTn id="103" presetID="1" presetClass="entr" presetSubtype="0" fill="hold" grpId="0" nodeType="withEffect">
                                  <p:stCondLst>
                                    <p:cond delay="0"/>
                                  </p:stCondLst>
                                  <p:childTnLst>
                                    <p:set>
                                      <p:cBhvr>
                                        <p:cTn id="104" dur="1" fill="hold">
                                          <p:stCondLst>
                                            <p:cond delay="0"/>
                                          </p:stCondLst>
                                        </p:cTn>
                                        <p:tgtEl>
                                          <p:spTgt spid="87056"/>
                                        </p:tgtEl>
                                        <p:attrNameLst>
                                          <p:attrName>style.visibility</p:attrName>
                                        </p:attrNameLst>
                                      </p:cBhvr>
                                      <p:to>
                                        <p:strVal val="visible"/>
                                      </p:to>
                                    </p:set>
                                  </p:childTnLst>
                                </p:cTn>
                              </p:par>
                              <p:par>
                                <p:cTn id="105" presetID="1" presetClass="entr" presetSubtype="0" fill="hold" grpId="0" nodeType="withEffect">
                                  <p:stCondLst>
                                    <p:cond delay="0"/>
                                  </p:stCondLst>
                                  <p:childTnLst>
                                    <p:set>
                                      <p:cBhvr>
                                        <p:cTn id="106" dur="1" fill="hold">
                                          <p:stCondLst>
                                            <p:cond delay="0"/>
                                          </p:stCondLst>
                                        </p:cTn>
                                        <p:tgtEl>
                                          <p:spTgt spid="87057"/>
                                        </p:tgtEl>
                                        <p:attrNameLst>
                                          <p:attrName>style.visibility</p:attrName>
                                        </p:attrNameLst>
                                      </p:cBhvr>
                                      <p:to>
                                        <p:strVal val="visible"/>
                                      </p:to>
                                    </p:set>
                                  </p:childTnLst>
                                </p:cTn>
                              </p:par>
                              <p:par>
                                <p:cTn id="107" presetID="1" presetClass="entr" presetSubtype="0" fill="hold" grpId="0" nodeType="withEffect">
                                  <p:stCondLst>
                                    <p:cond delay="0"/>
                                  </p:stCondLst>
                                  <p:childTnLst>
                                    <p:set>
                                      <p:cBhvr>
                                        <p:cTn id="108" dur="1" fill="hold">
                                          <p:stCondLst>
                                            <p:cond delay="0"/>
                                          </p:stCondLst>
                                        </p:cTn>
                                        <p:tgtEl>
                                          <p:spTgt spid="87058"/>
                                        </p:tgtEl>
                                        <p:attrNameLst>
                                          <p:attrName>style.visibility</p:attrName>
                                        </p:attrNameLst>
                                      </p:cBhvr>
                                      <p:to>
                                        <p:strVal val="visible"/>
                                      </p:to>
                                    </p:set>
                                  </p:childTnLst>
                                </p:cTn>
                              </p:par>
                              <p:par>
                                <p:cTn id="109" presetID="1" presetClass="entr" presetSubtype="0" fill="hold" grpId="0" nodeType="withEffect">
                                  <p:stCondLst>
                                    <p:cond delay="0"/>
                                  </p:stCondLst>
                                  <p:childTnLst>
                                    <p:set>
                                      <p:cBhvr>
                                        <p:cTn id="110" dur="1" fill="hold">
                                          <p:stCondLst>
                                            <p:cond delay="0"/>
                                          </p:stCondLst>
                                        </p:cTn>
                                        <p:tgtEl>
                                          <p:spTgt spid="87059"/>
                                        </p:tgtEl>
                                        <p:attrNameLst>
                                          <p:attrName>style.visibility</p:attrName>
                                        </p:attrNameLst>
                                      </p:cBhvr>
                                      <p:to>
                                        <p:strVal val="visible"/>
                                      </p:to>
                                    </p:set>
                                  </p:childTnLst>
                                </p:cTn>
                              </p:par>
                              <p:par>
                                <p:cTn id="111" presetID="1" presetClass="entr" presetSubtype="0" fill="hold" grpId="0" nodeType="withEffect">
                                  <p:stCondLst>
                                    <p:cond delay="0"/>
                                  </p:stCondLst>
                                  <p:childTnLst>
                                    <p:set>
                                      <p:cBhvr>
                                        <p:cTn id="112" dur="1" fill="hold">
                                          <p:stCondLst>
                                            <p:cond delay="0"/>
                                          </p:stCondLst>
                                        </p:cTn>
                                        <p:tgtEl>
                                          <p:spTgt spid="87061"/>
                                        </p:tgtEl>
                                        <p:attrNameLst>
                                          <p:attrName>style.visibility</p:attrName>
                                        </p:attrNameLst>
                                      </p:cBhvr>
                                      <p:to>
                                        <p:strVal val="visible"/>
                                      </p:to>
                                    </p:set>
                                  </p:childTnLst>
                                </p:cTn>
                              </p:par>
                              <p:par>
                                <p:cTn id="113" presetID="1" presetClass="entr" presetSubtype="0" fill="hold" nodeType="withEffect">
                                  <p:stCondLst>
                                    <p:cond delay="0"/>
                                  </p:stCondLst>
                                  <p:childTnLst>
                                    <p:set>
                                      <p:cBhvr>
                                        <p:cTn id="114" dur="1" fill="hold">
                                          <p:stCondLst>
                                            <p:cond delay="0"/>
                                          </p:stCondLst>
                                        </p:cTn>
                                        <p:tgtEl>
                                          <p:spTgt spid="87086"/>
                                        </p:tgtEl>
                                        <p:attrNameLst>
                                          <p:attrName>style.visibility</p:attrName>
                                        </p:attrNameLst>
                                      </p:cBhvr>
                                      <p:to>
                                        <p:strVal val="visible"/>
                                      </p:to>
                                    </p:set>
                                  </p:childTnLst>
                                </p:cTn>
                              </p:par>
                              <p:par>
                                <p:cTn id="115" presetID="1" presetClass="entr" presetSubtype="0" fill="hold" grpId="0" nodeType="withEffect">
                                  <p:stCondLst>
                                    <p:cond delay="0"/>
                                  </p:stCondLst>
                                  <p:childTnLst>
                                    <p:set>
                                      <p:cBhvr>
                                        <p:cTn id="116" dur="1" fill="hold">
                                          <p:stCondLst>
                                            <p:cond delay="0"/>
                                          </p:stCondLst>
                                        </p:cTn>
                                        <p:tgtEl>
                                          <p:spTgt spid="87087"/>
                                        </p:tgtEl>
                                        <p:attrNameLst>
                                          <p:attrName>style.visibility</p:attrName>
                                        </p:attrNameLst>
                                      </p:cBhvr>
                                      <p:to>
                                        <p:strVal val="visible"/>
                                      </p:to>
                                    </p:set>
                                  </p:childTnLst>
                                </p:cTn>
                              </p:par>
                              <p:par>
                                <p:cTn id="117" presetID="1" presetClass="entr" presetSubtype="0" fill="hold" nodeType="withEffect">
                                  <p:stCondLst>
                                    <p:cond delay="0"/>
                                  </p:stCondLst>
                                  <p:childTnLst>
                                    <p:set>
                                      <p:cBhvr>
                                        <p:cTn id="118" dur="1" fill="hold">
                                          <p:stCondLst>
                                            <p:cond delay="0"/>
                                          </p:stCondLst>
                                        </p:cTn>
                                        <p:tgtEl>
                                          <p:spTgt spid="87088"/>
                                        </p:tgtEl>
                                        <p:attrNameLst>
                                          <p:attrName>style.visibility</p:attrName>
                                        </p:attrNameLst>
                                      </p:cBhvr>
                                      <p:to>
                                        <p:strVal val="visible"/>
                                      </p:to>
                                    </p:set>
                                  </p:childTnLst>
                                </p:cTn>
                              </p:par>
                              <p:par>
                                <p:cTn id="119" presetID="1" presetClass="entr" presetSubtype="0" fill="hold" nodeType="withEffect">
                                  <p:stCondLst>
                                    <p:cond delay="0"/>
                                  </p:stCondLst>
                                  <p:childTnLst>
                                    <p:set>
                                      <p:cBhvr>
                                        <p:cTn id="120" dur="1" fill="hold">
                                          <p:stCondLst>
                                            <p:cond delay="0"/>
                                          </p:stCondLst>
                                        </p:cTn>
                                        <p:tgtEl>
                                          <p:spTgt spid="87089"/>
                                        </p:tgtEl>
                                        <p:attrNameLst>
                                          <p:attrName>style.visibility</p:attrName>
                                        </p:attrNameLst>
                                      </p:cBhvr>
                                      <p:to>
                                        <p:strVal val="visible"/>
                                      </p:to>
                                    </p:set>
                                  </p:childTnLst>
                                </p:cTn>
                              </p:par>
                              <p:par>
                                <p:cTn id="121" presetID="1" presetClass="entr" presetSubtype="0" fill="hold" grpId="0" nodeType="withEffect">
                                  <p:stCondLst>
                                    <p:cond delay="0"/>
                                  </p:stCondLst>
                                  <p:childTnLst>
                                    <p:set>
                                      <p:cBhvr>
                                        <p:cTn id="122" dur="1" fill="hold">
                                          <p:stCondLst>
                                            <p:cond delay="0"/>
                                          </p:stCondLst>
                                        </p:cTn>
                                        <p:tgtEl>
                                          <p:spTgt spid="87090"/>
                                        </p:tgtEl>
                                        <p:attrNameLst>
                                          <p:attrName>style.visibility</p:attrName>
                                        </p:attrNameLst>
                                      </p:cBhvr>
                                      <p:to>
                                        <p:strVal val="visible"/>
                                      </p:to>
                                    </p:set>
                                  </p:childTnLst>
                                </p:cTn>
                              </p:par>
                              <p:par>
                                <p:cTn id="123" presetID="1" presetClass="entr" presetSubtype="0" fill="hold" grpId="0" nodeType="withEffect">
                                  <p:stCondLst>
                                    <p:cond delay="0"/>
                                  </p:stCondLst>
                                  <p:childTnLst>
                                    <p:set>
                                      <p:cBhvr>
                                        <p:cTn id="124" dur="1" fill="hold">
                                          <p:stCondLst>
                                            <p:cond delay="0"/>
                                          </p:stCondLst>
                                        </p:cTn>
                                        <p:tgtEl>
                                          <p:spTgt spid="87091"/>
                                        </p:tgtEl>
                                        <p:attrNameLst>
                                          <p:attrName>style.visibility</p:attrName>
                                        </p:attrNameLst>
                                      </p:cBhvr>
                                      <p:to>
                                        <p:strVal val="visible"/>
                                      </p:to>
                                    </p:set>
                                  </p:childTnLst>
                                </p:cTn>
                              </p:par>
                              <p:par>
                                <p:cTn id="125" presetID="1" presetClass="entr" presetSubtype="0" fill="hold" nodeType="withEffect">
                                  <p:stCondLst>
                                    <p:cond delay="0"/>
                                  </p:stCondLst>
                                  <p:childTnLst>
                                    <p:set>
                                      <p:cBhvr>
                                        <p:cTn id="126" dur="1" fill="hold">
                                          <p:stCondLst>
                                            <p:cond delay="0"/>
                                          </p:stCondLst>
                                        </p:cTn>
                                        <p:tgtEl>
                                          <p:spTgt spid="87092"/>
                                        </p:tgtEl>
                                        <p:attrNameLst>
                                          <p:attrName>style.visibility</p:attrName>
                                        </p:attrNameLst>
                                      </p:cBhvr>
                                      <p:to>
                                        <p:strVal val="visible"/>
                                      </p:to>
                                    </p:set>
                                  </p:childTnLst>
                                </p:cTn>
                              </p:par>
                              <p:par>
                                <p:cTn id="127" presetID="1" presetClass="entr" presetSubtype="0" fill="hold" nodeType="withEffect">
                                  <p:stCondLst>
                                    <p:cond delay="0"/>
                                  </p:stCondLst>
                                  <p:childTnLst>
                                    <p:set>
                                      <p:cBhvr>
                                        <p:cTn id="128" dur="1" fill="hold">
                                          <p:stCondLst>
                                            <p:cond delay="0"/>
                                          </p:stCondLst>
                                        </p:cTn>
                                        <p:tgtEl>
                                          <p:spTgt spid="87093"/>
                                        </p:tgtEl>
                                        <p:attrNameLst>
                                          <p:attrName>style.visibility</p:attrName>
                                        </p:attrNameLst>
                                      </p:cBhvr>
                                      <p:to>
                                        <p:strVal val="visible"/>
                                      </p:to>
                                    </p:set>
                                  </p:childTnLst>
                                </p:cTn>
                              </p:par>
                              <p:par>
                                <p:cTn id="129" presetID="1" presetClass="entr" presetSubtype="0" fill="hold" nodeType="withEffect">
                                  <p:stCondLst>
                                    <p:cond delay="0"/>
                                  </p:stCondLst>
                                  <p:childTnLst>
                                    <p:set>
                                      <p:cBhvr>
                                        <p:cTn id="130" dur="1" fill="hold">
                                          <p:stCondLst>
                                            <p:cond delay="0"/>
                                          </p:stCondLst>
                                        </p:cTn>
                                        <p:tgtEl>
                                          <p:spTgt spid="87094"/>
                                        </p:tgtEl>
                                        <p:attrNameLst>
                                          <p:attrName>style.visibility</p:attrName>
                                        </p:attrNameLst>
                                      </p:cBhvr>
                                      <p:to>
                                        <p:strVal val="visible"/>
                                      </p:to>
                                    </p:set>
                                  </p:childTnLst>
                                </p:cTn>
                              </p:par>
                              <p:par>
                                <p:cTn id="131" presetID="1" presetClass="entr" presetSubtype="0" fill="hold" nodeType="withEffect">
                                  <p:stCondLst>
                                    <p:cond delay="0"/>
                                  </p:stCondLst>
                                  <p:childTnLst>
                                    <p:set>
                                      <p:cBhvr>
                                        <p:cTn id="132" dur="1" fill="hold">
                                          <p:stCondLst>
                                            <p:cond delay="0"/>
                                          </p:stCondLst>
                                        </p:cTn>
                                        <p:tgtEl>
                                          <p:spTgt spid="87095"/>
                                        </p:tgtEl>
                                        <p:attrNameLst>
                                          <p:attrName>style.visibility</p:attrName>
                                        </p:attrNameLst>
                                      </p:cBhvr>
                                      <p:to>
                                        <p:strVal val="visible"/>
                                      </p:to>
                                    </p:set>
                                  </p:childTnLst>
                                </p:cTn>
                              </p:par>
                              <p:par>
                                <p:cTn id="133" presetID="1" presetClass="entr" presetSubtype="0" fill="hold" nodeType="withEffect">
                                  <p:stCondLst>
                                    <p:cond delay="0"/>
                                  </p:stCondLst>
                                  <p:childTnLst>
                                    <p:set>
                                      <p:cBhvr>
                                        <p:cTn id="134" dur="1" fill="hold">
                                          <p:stCondLst>
                                            <p:cond delay="0"/>
                                          </p:stCondLst>
                                        </p:cTn>
                                        <p:tgtEl>
                                          <p:spTgt spid="87096"/>
                                        </p:tgtEl>
                                        <p:attrNameLst>
                                          <p:attrName>style.visibility</p:attrName>
                                        </p:attrNameLst>
                                      </p:cBhvr>
                                      <p:to>
                                        <p:strVal val="visible"/>
                                      </p:to>
                                    </p:set>
                                  </p:childTnLst>
                                </p:cTn>
                              </p:par>
                              <p:par>
                                <p:cTn id="135" presetID="1" presetClass="entr" presetSubtype="0" fill="hold" nodeType="withEffect">
                                  <p:stCondLst>
                                    <p:cond delay="0"/>
                                  </p:stCondLst>
                                  <p:childTnLst>
                                    <p:set>
                                      <p:cBhvr>
                                        <p:cTn id="136" dur="1" fill="hold">
                                          <p:stCondLst>
                                            <p:cond delay="0"/>
                                          </p:stCondLst>
                                        </p:cTn>
                                        <p:tgtEl>
                                          <p:spTgt spid="87097"/>
                                        </p:tgtEl>
                                        <p:attrNameLst>
                                          <p:attrName>style.visibility</p:attrName>
                                        </p:attrNameLst>
                                      </p:cBhvr>
                                      <p:to>
                                        <p:strVal val="visible"/>
                                      </p:to>
                                    </p:set>
                                  </p:childTnLst>
                                </p:cTn>
                              </p:par>
                              <p:par>
                                <p:cTn id="137" presetID="1" presetClass="entr" presetSubtype="0" fill="hold" nodeType="withEffect">
                                  <p:stCondLst>
                                    <p:cond delay="0"/>
                                  </p:stCondLst>
                                  <p:childTnLst>
                                    <p:set>
                                      <p:cBhvr>
                                        <p:cTn id="138" dur="1" fill="hold">
                                          <p:stCondLst>
                                            <p:cond delay="0"/>
                                          </p:stCondLst>
                                        </p:cTn>
                                        <p:tgtEl>
                                          <p:spTgt spid="87098"/>
                                        </p:tgtEl>
                                        <p:attrNameLst>
                                          <p:attrName>style.visibility</p:attrName>
                                        </p:attrNameLst>
                                      </p:cBhvr>
                                      <p:to>
                                        <p:strVal val="visible"/>
                                      </p:to>
                                    </p:set>
                                  </p:childTnLst>
                                </p:cTn>
                              </p:par>
                              <p:par>
                                <p:cTn id="139" presetID="1" presetClass="entr" presetSubtype="0" fill="hold" nodeType="withEffect">
                                  <p:stCondLst>
                                    <p:cond delay="0"/>
                                  </p:stCondLst>
                                  <p:childTnLst>
                                    <p:set>
                                      <p:cBhvr>
                                        <p:cTn id="140" dur="1" fill="hold">
                                          <p:stCondLst>
                                            <p:cond delay="0"/>
                                          </p:stCondLst>
                                        </p:cTn>
                                        <p:tgtEl>
                                          <p:spTgt spid="87099"/>
                                        </p:tgtEl>
                                        <p:attrNameLst>
                                          <p:attrName>style.visibility</p:attrName>
                                        </p:attrNameLst>
                                      </p:cBhvr>
                                      <p:to>
                                        <p:strVal val="visible"/>
                                      </p:to>
                                    </p:set>
                                  </p:childTnLst>
                                </p:cTn>
                              </p:par>
                              <p:par>
                                <p:cTn id="141" presetID="1" presetClass="entr" presetSubtype="0" fill="hold" nodeType="withEffect">
                                  <p:stCondLst>
                                    <p:cond delay="0"/>
                                  </p:stCondLst>
                                  <p:childTnLst>
                                    <p:set>
                                      <p:cBhvr>
                                        <p:cTn id="142" dur="1" fill="hold">
                                          <p:stCondLst>
                                            <p:cond delay="0"/>
                                          </p:stCondLst>
                                        </p:cTn>
                                        <p:tgtEl>
                                          <p:spTgt spid="87100"/>
                                        </p:tgtEl>
                                        <p:attrNameLst>
                                          <p:attrName>style.visibility</p:attrName>
                                        </p:attrNameLst>
                                      </p:cBhvr>
                                      <p:to>
                                        <p:strVal val="visible"/>
                                      </p:to>
                                    </p:set>
                                  </p:childTnLst>
                                </p:cTn>
                              </p:par>
                              <p:par>
                                <p:cTn id="143" presetID="1" presetClass="entr" presetSubtype="0" fill="hold" nodeType="withEffect">
                                  <p:stCondLst>
                                    <p:cond delay="0"/>
                                  </p:stCondLst>
                                  <p:childTnLst>
                                    <p:set>
                                      <p:cBhvr>
                                        <p:cTn id="144" dur="1" fill="hold">
                                          <p:stCondLst>
                                            <p:cond delay="0"/>
                                          </p:stCondLst>
                                        </p:cTn>
                                        <p:tgtEl>
                                          <p:spTgt spid="87101"/>
                                        </p:tgtEl>
                                        <p:attrNameLst>
                                          <p:attrName>style.visibility</p:attrName>
                                        </p:attrNameLst>
                                      </p:cBhvr>
                                      <p:to>
                                        <p:strVal val="visible"/>
                                      </p:to>
                                    </p:set>
                                  </p:childTnLst>
                                </p:cTn>
                              </p:par>
                              <p:par>
                                <p:cTn id="145" presetID="1" presetClass="entr" presetSubtype="0" fill="hold" nodeType="withEffect">
                                  <p:stCondLst>
                                    <p:cond delay="0"/>
                                  </p:stCondLst>
                                  <p:childTnLst>
                                    <p:set>
                                      <p:cBhvr>
                                        <p:cTn id="146" dur="1" fill="hold">
                                          <p:stCondLst>
                                            <p:cond delay="0"/>
                                          </p:stCondLst>
                                        </p:cTn>
                                        <p:tgtEl>
                                          <p:spTgt spid="87114"/>
                                        </p:tgtEl>
                                        <p:attrNameLst>
                                          <p:attrName>style.visibility</p:attrName>
                                        </p:attrNameLst>
                                      </p:cBhvr>
                                      <p:to>
                                        <p:strVal val="visible"/>
                                      </p:to>
                                    </p:set>
                                  </p:childTnLst>
                                </p:cTn>
                              </p:par>
                              <p:par>
                                <p:cTn id="147" presetID="1" presetClass="entr" presetSubtype="0" fill="hold" nodeType="withEffect">
                                  <p:stCondLst>
                                    <p:cond delay="0"/>
                                  </p:stCondLst>
                                  <p:childTnLst>
                                    <p:set>
                                      <p:cBhvr>
                                        <p:cTn id="148" dur="1" fill="hold">
                                          <p:stCondLst>
                                            <p:cond delay="0"/>
                                          </p:stCondLst>
                                        </p:cTn>
                                        <p:tgtEl>
                                          <p:spTgt spid="87114"/>
                                        </p:tgtEl>
                                        <p:attrNameLst>
                                          <p:attrName>style.visibility</p:attrName>
                                        </p:attrNameLst>
                                      </p:cBhvr>
                                      <p:to>
                                        <p:strVal val="visible"/>
                                      </p:to>
                                    </p:set>
                                  </p:childTnLst>
                                </p:cTn>
                              </p:par>
                              <p:par>
                                <p:cTn id="149" presetID="1" presetClass="entr" presetSubtype="0" fill="hold" nodeType="withEffect">
                                  <p:stCondLst>
                                    <p:cond delay="0"/>
                                  </p:stCondLst>
                                  <p:childTnLst>
                                    <p:set>
                                      <p:cBhvr>
                                        <p:cTn id="150" dur="1" fill="hold">
                                          <p:stCondLst>
                                            <p:cond delay="0"/>
                                          </p:stCondLst>
                                        </p:cTn>
                                        <p:tgtEl>
                                          <p:spTgt spid="87113"/>
                                        </p:tgtEl>
                                        <p:attrNameLst>
                                          <p:attrName>style.visibility</p:attrName>
                                        </p:attrNameLst>
                                      </p:cBhvr>
                                      <p:to>
                                        <p:strVal val="visible"/>
                                      </p:to>
                                    </p:set>
                                  </p:childTnLst>
                                </p:cTn>
                              </p:par>
                            </p:childTnLst>
                          </p:cTn>
                        </p:par>
                      </p:childTnLst>
                    </p:cTn>
                  </p:par>
                  <p:par>
                    <p:cTn id="151" fill="hold">
                      <p:stCondLst>
                        <p:cond delay="indefinite"/>
                      </p:stCondLst>
                      <p:childTnLst>
                        <p:par>
                          <p:cTn id="152" fill="hold">
                            <p:stCondLst>
                              <p:cond delay="0"/>
                            </p:stCondLst>
                            <p:childTnLst>
                              <p:par>
                                <p:cTn id="153" presetID="1" presetClass="entr" presetSubtype="0" fill="hold" grpId="0" nodeType="clickEffect">
                                  <p:stCondLst>
                                    <p:cond delay="0"/>
                                  </p:stCondLst>
                                  <p:childTnLst>
                                    <p:set>
                                      <p:cBhvr>
                                        <p:cTn id="154" dur="1" fill="hold">
                                          <p:stCondLst>
                                            <p:cond delay="0"/>
                                          </p:stCondLst>
                                        </p:cTn>
                                        <p:tgtEl>
                                          <p:spTgt spid="76"/>
                                        </p:tgtEl>
                                        <p:attrNameLst>
                                          <p:attrName>style.visibility</p:attrName>
                                        </p:attrNameLst>
                                      </p:cBhvr>
                                      <p:to>
                                        <p:strVal val="visible"/>
                                      </p:to>
                                    </p:set>
                                  </p:childTnLst>
                                </p:cTn>
                              </p:par>
                              <p:par>
                                <p:cTn id="155" presetID="1" presetClass="entr" presetSubtype="0" fill="hold" grpId="0" nodeType="withEffect">
                                  <p:stCondLst>
                                    <p:cond delay="0"/>
                                  </p:stCondLst>
                                  <p:childTnLst>
                                    <p:set>
                                      <p:cBhvr>
                                        <p:cTn id="156" dur="1" fill="hold">
                                          <p:stCondLst>
                                            <p:cond delay="0"/>
                                          </p:stCondLst>
                                        </p:cTn>
                                        <p:tgtEl>
                                          <p:spTgt spid="77"/>
                                        </p:tgtEl>
                                        <p:attrNameLst>
                                          <p:attrName>style.visibility</p:attrName>
                                        </p:attrNameLst>
                                      </p:cBhvr>
                                      <p:to>
                                        <p:strVal val="visible"/>
                                      </p:to>
                                    </p:set>
                                  </p:childTnLst>
                                </p:cTn>
                              </p:par>
                              <p:par>
                                <p:cTn id="157" presetID="1" presetClass="entr" presetSubtype="0" fill="hold" nodeType="withEffect">
                                  <p:stCondLst>
                                    <p:cond delay="0"/>
                                  </p:stCondLst>
                                  <p:childTnLst>
                                    <p:set>
                                      <p:cBhvr>
                                        <p:cTn id="158" dur="1" fill="hold">
                                          <p:stCondLst>
                                            <p:cond delay="0"/>
                                          </p:stCondLst>
                                        </p:cTn>
                                        <p:tgtEl>
                                          <p:spTgt spid="78"/>
                                        </p:tgtEl>
                                        <p:attrNameLst>
                                          <p:attrName>style.visibility</p:attrName>
                                        </p:attrNameLst>
                                      </p:cBhvr>
                                      <p:to>
                                        <p:strVal val="visible"/>
                                      </p:to>
                                    </p:set>
                                  </p:childTnLst>
                                </p:cTn>
                              </p:par>
                              <p:par>
                                <p:cTn id="159" presetID="1" presetClass="entr" presetSubtype="0" fill="hold" grpId="0" nodeType="withEffect">
                                  <p:stCondLst>
                                    <p:cond delay="0"/>
                                  </p:stCondLst>
                                  <p:childTnLst>
                                    <p:set>
                                      <p:cBhvr>
                                        <p:cTn id="160" dur="1" fill="hold">
                                          <p:stCondLst>
                                            <p:cond delay="0"/>
                                          </p:stCondLst>
                                        </p:cTn>
                                        <p:tgtEl>
                                          <p:spTgt spid="80"/>
                                        </p:tgtEl>
                                        <p:attrNameLst>
                                          <p:attrName>style.visibility</p:attrName>
                                        </p:attrNameLst>
                                      </p:cBhvr>
                                      <p:to>
                                        <p:strVal val="visible"/>
                                      </p:to>
                                    </p:set>
                                  </p:childTnLst>
                                </p:cTn>
                              </p:par>
                              <p:par>
                                <p:cTn id="161" presetID="1" presetClass="entr" presetSubtype="0" fill="hold" grpId="0" nodeType="withEffect">
                                  <p:stCondLst>
                                    <p:cond delay="0"/>
                                  </p:stCondLst>
                                  <p:childTnLst>
                                    <p:set>
                                      <p:cBhvr>
                                        <p:cTn id="162" dur="1" fill="hold">
                                          <p:stCondLst>
                                            <p:cond delay="0"/>
                                          </p:stCondLst>
                                        </p:cTn>
                                        <p:tgtEl>
                                          <p:spTgt spid="82"/>
                                        </p:tgtEl>
                                        <p:attrNameLst>
                                          <p:attrName>style.visibility</p:attrName>
                                        </p:attrNameLst>
                                      </p:cBhvr>
                                      <p:to>
                                        <p:strVal val="visible"/>
                                      </p:to>
                                    </p:set>
                                  </p:childTnLst>
                                </p:cTn>
                              </p:par>
                              <p:par>
                                <p:cTn id="163" presetID="1" presetClass="entr" presetSubtype="0" fill="hold" grpId="0" nodeType="withEffect">
                                  <p:stCondLst>
                                    <p:cond delay="0"/>
                                  </p:stCondLst>
                                  <p:childTnLst>
                                    <p:set>
                                      <p:cBhvr>
                                        <p:cTn id="164" dur="1" fill="hold">
                                          <p:stCondLst>
                                            <p:cond delay="0"/>
                                          </p:stCondLst>
                                        </p:cTn>
                                        <p:tgtEl>
                                          <p:spTgt spid="83"/>
                                        </p:tgtEl>
                                        <p:attrNameLst>
                                          <p:attrName>style.visibility</p:attrName>
                                        </p:attrNameLst>
                                      </p:cBhvr>
                                      <p:to>
                                        <p:strVal val="visible"/>
                                      </p:to>
                                    </p:set>
                                  </p:childTnLst>
                                </p:cTn>
                              </p:par>
                              <p:par>
                                <p:cTn id="165" presetID="1" presetClass="entr" presetSubtype="0" fill="hold" grpId="0" nodeType="withEffect">
                                  <p:stCondLst>
                                    <p:cond delay="0"/>
                                  </p:stCondLst>
                                  <p:childTnLst>
                                    <p:set>
                                      <p:cBhvr>
                                        <p:cTn id="166" dur="1" fill="hold">
                                          <p:stCondLst>
                                            <p:cond delay="0"/>
                                          </p:stCondLst>
                                        </p:cTn>
                                        <p:tgtEl>
                                          <p:spTgt spid="8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7044" grpId="0" animBg="1"/>
      <p:bldP spid="87045" grpId="0" animBg="1"/>
      <p:bldP spid="87046" grpId="0" animBg="1"/>
      <p:bldP spid="87047" grpId="0" animBg="1"/>
      <p:bldP spid="87048" grpId="0" animBg="1"/>
      <p:bldP spid="87049" grpId="0" animBg="1"/>
      <p:bldP spid="87050" grpId="0" animBg="1"/>
      <p:bldP spid="87051" grpId="0" animBg="1"/>
      <p:bldP spid="87052" grpId="0" animBg="1"/>
      <p:bldP spid="87053" grpId="0" animBg="1"/>
      <p:bldP spid="87054" grpId="0" animBg="1"/>
      <p:bldP spid="87055" grpId="0" animBg="1"/>
      <p:bldP spid="87056" grpId="0" animBg="1"/>
      <p:bldP spid="87057" grpId="0" animBg="1"/>
      <p:bldP spid="87058" grpId="0" animBg="1"/>
      <p:bldP spid="87059" grpId="0" animBg="1"/>
      <p:bldP spid="87060" grpId="0"/>
      <p:bldP spid="87061" grpId="0"/>
      <p:bldP spid="87062" grpId="0" animBg="1"/>
      <p:bldP spid="87063" grpId="0"/>
      <p:bldP spid="87065" grpId="0" animBg="1"/>
      <p:bldP spid="87066" grpId="0"/>
      <p:bldP spid="87068" grpId="0" animBg="1"/>
      <p:bldP spid="87069" grpId="0"/>
      <p:bldP spid="87071" grpId="0" animBg="1"/>
      <p:bldP spid="87072" grpId="0"/>
      <p:bldP spid="87074" grpId="0" animBg="1"/>
      <p:bldP spid="87075" grpId="0"/>
      <p:bldP spid="87077" grpId="0" animBg="1"/>
      <p:bldP spid="87078" grpId="0"/>
      <p:bldP spid="87080" grpId="0" animBg="1"/>
      <p:bldP spid="87081" grpId="0"/>
      <p:bldP spid="87083" grpId="0" animBg="1"/>
      <p:bldP spid="87084" grpId="0"/>
      <p:bldP spid="87087" grpId="0"/>
      <p:bldP spid="87090" grpId="0"/>
      <p:bldP spid="87091" grpId="0"/>
      <p:bldP spid="87110" grpId="0" animBg="1"/>
      <p:bldP spid="87111" grpId="0"/>
      <p:bldP spid="76" grpId="0" animBg="1"/>
      <p:bldP spid="77" grpId="0"/>
      <p:bldP spid="80" grpId="0"/>
      <p:bldP spid="82" grpId="0"/>
      <p:bldP spid="83" grpId="0"/>
      <p:bldP spid="85"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Content Placeholder 2">
            <a:extLst>
              <a:ext uri="{FF2B5EF4-FFF2-40B4-BE49-F238E27FC236}">
                <a16:creationId xmlns:a16="http://schemas.microsoft.com/office/drawing/2014/main" id="{14D4EE27-B8D2-B344-9306-834BC416EA8D}"/>
              </a:ext>
            </a:extLst>
          </p:cNvPr>
          <p:cNvSpPr>
            <a:spLocks noGrp="1" noChangeArrowheads="1"/>
          </p:cNvSpPr>
          <p:nvPr>
            <p:ph idx="1"/>
          </p:nvPr>
        </p:nvSpPr>
        <p:spPr>
          <a:xfrm>
            <a:off x="93662" y="962184"/>
            <a:ext cx="9050338" cy="1614171"/>
          </a:xfrm>
        </p:spPr>
        <p:txBody>
          <a:bodyPr/>
          <a:lstStyle/>
          <a:p>
            <a:r>
              <a:rPr lang="en-US" altLang="en-US" sz="2000" b="1" dirty="0">
                <a:ea typeface="ＭＳ Ｐゴシック" panose="020B0600070205080204" pitchFamily="34" charset="-128"/>
              </a:rPr>
              <a:t>Set-Associative Cache</a:t>
            </a:r>
          </a:p>
          <a:p>
            <a:pPr lvl="1"/>
            <a:r>
              <a:rPr lang="en-US" altLang="en-US" sz="2000" dirty="0">
                <a:ea typeface="ＭＳ Ｐゴシック" panose="020B0600070205080204" pitchFamily="34" charset="-128"/>
              </a:rPr>
              <a:t>A block can be placed in any of </a:t>
            </a:r>
            <a:r>
              <a:rPr lang="en-US" altLang="en-US" sz="2000" dirty="0">
                <a:solidFill>
                  <a:srgbClr val="0432FF"/>
                </a:solidFill>
                <a:ea typeface="ＭＳ Ｐゴシック" panose="020B0600070205080204" pitchFamily="34" charset="-128"/>
              </a:rPr>
              <a:t>N</a:t>
            </a:r>
            <a:r>
              <a:rPr lang="en-US" altLang="en-US" sz="2000" dirty="0">
                <a:ea typeface="ＭＳ Ｐゴシック" panose="020B0600070205080204" pitchFamily="34" charset="-128"/>
              </a:rPr>
              <a:t> blocks of </a:t>
            </a:r>
            <a:r>
              <a:rPr lang="en-US" altLang="en-US" sz="2000" dirty="0">
                <a:solidFill>
                  <a:srgbClr val="0432FF"/>
                </a:solidFill>
                <a:ea typeface="ＭＳ Ｐゴシック" panose="020B0600070205080204" pitchFamily="34" charset="-128"/>
              </a:rPr>
              <a:t>N</a:t>
            </a:r>
            <a:r>
              <a:rPr lang="en-US" altLang="en-US" sz="2000" dirty="0">
                <a:ea typeface="ＭＳ Ｐゴシック" panose="020B0600070205080204" pitchFamily="34" charset="-128"/>
              </a:rPr>
              <a:t>-way set-associative cache</a:t>
            </a:r>
          </a:p>
          <a:p>
            <a:pPr lvl="1"/>
            <a:r>
              <a:rPr lang="en-US" altLang="en-US" sz="2000" dirty="0">
                <a:ea typeface="ＭＳ Ｐゴシック" panose="020B0600070205080204" pitchFamily="34" charset="-128"/>
              </a:rPr>
              <a:t>Example of 2-way cache: </a:t>
            </a:r>
          </a:p>
          <a:p>
            <a:pPr lvl="2"/>
            <a:r>
              <a:rPr lang="en-US" altLang="en-US" sz="1800" dirty="0">
                <a:ea typeface="ＭＳ Ｐゴシック" panose="020B0600070205080204" pitchFamily="34" charset="-128"/>
              </a:rPr>
              <a:t>Instead of having one column of 8, have 2 columns of 4 blocks</a:t>
            </a:r>
            <a:endParaRPr lang="en-US" altLang="en-US" sz="2200" dirty="0">
              <a:ea typeface="ＭＳ Ｐゴシック" panose="020B0600070205080204" pitchFamily="34" charset="-128"/>
            </a:endParaRPr>
          </a:p>
        </p:txBody>
      </p:sp>
      <p:sp>
        <p:nvSpPr>
          <p:cNvPr id="126978" name="Title 1">
            <a:extLst>
              <a:ext uri="{FF2B5EF4-FFF2-40B4-BE49-F238E27FC236}">
                <a16:creationId xmlns:a16="http://schemas.microsoft.com/office/drawing/2014/main" id="{219AEB2E-813E-8246-854B-1164DCE8EF21}"/>
              </a:ext>
            </a:extLst>
          </p:cNvPr>
          <p:cNvSpPr>
            <a:spLocks noGrp="1" noChangeArrowheads="1"/>
          </p:cNvSpPr>
          <p:nvPr>
            <p:ph type="title"/>
          </p:nvPr>
        </p:nvSpPr>
        <p:spPr/>
        <p:txBody>
          <a:bodyPr/>
          <a:lstStyle/>
          <a:p>
            <a:r>
              <a:rPr lang="en-US" altLang="en-US" dirty="0">
                <a:ea typeface="ＭＳ Ｐゴシック" panose="020B0600070205080204" pitchFamily="34" charset="-128"/>
              </a:rPr>
              <a:t>2-way Set-Associative Cache: Structure</a:t>
            </a:r>
          </a:p>
        </p:txBody>
      </p:sp>
      <p:sp>
        <p:nvSpPr>
          <p:cNvPr id="126979" name="Slide Number Placeholder 3">
            <a:extLst>
              <a:ext uri="{FF2B5EF4-FFF2-40B4-BE49-F238E27FC236}">
                <a16:creationId xmlns:a16="http://schemas.microsoft.com/office/drawing/2014/main" id="{4DEA535A-D5BA-884C-A283-87C0C900E15F}"/>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fld id="{88D00693-415E-EA49-8436-79EC48361603}" type="slidenum">
              <a:rPr lang="en-US" altLang="en-US" sz="1600" smtClean="0">
                <a:solidFill>
                  <a:srgbClr val="000000"/>
                </a:solidFill>
                <a:latin typeface="Garamond" panose="02020404030301010803" pitchFamily="18" charset="0"/>
              </a:rPr>
              <a:pPr eaLnBrk="1" hangingPunct="1">
                <a:spcBef>
                  <a:spcPct val="0"/>
                </a:spcBef>
                <a:buClrTx/>
                <a:buSzTx/>
                <a:buFontTx/>
                <a:buNone/>
              </a:pPr>
              <a:t>10</a:t>
            </a:fld>
            <a:endParaRPr lang="en-US" altLang="en-US" sz="1600">
              <a:solidFill>
                <a:srgbClr val="000000"/>
              </a:solidFill>
              <a:latin typeface="Garamond" panose="02020404030301010803" pitchFamily="18" charset="0"/>
            </a:endParaRPr>
          </a:p>
        </p:txBody>
      </p:sp>
      <p:sp>
        <p:nvSpPr>
          <p:cNvPr id="84996" name="Rectangle 5">
            <a:extLst>
              <a:ext uri="{FF2B5EF4-FFF2-40B4-BE49-F238E27FC236}">
                <a16:creationId xmlns:a16="http://schemas.microsoft.com/office/drawing/2014/main" id="{5D6FF381-9886-FE45-BC91-D90476171820}"/>
              </a:ext>
            </a:extLst>
          </p:cNvPr>
          <p:cNvSpPr>
            <a:spLocks noChangeArrowheads="1"/>
          </p:cNvSpPr>
          <p:nvPr/>
        </p:nvSpPr>
        <p:spPr bwMode="auto">
          <a:xfrm>
            <a:off x="1890713" y="3935412"/>
            <a:ext cx="1477962" cy="166688"/>
          </a:xfrm>
          <a:prstGeom prst="rect">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endParaRPr lang="en-US" altLang="en-US" sz="1800">
              <a:solidFill>
                <a:srgbClr val="000000"/>
              </a:solidFill>
              <a:latin typeface="Arial" panose="020B0604020202020204" pitchFamily="34" charset="0"/>
            </a:endParaRPr>
          </a:p>
        </p:txBody>
      </p:sp>
      <p:sp>
        <p:nvSpPr>
          <p:cNvPr id="84997" name="Rectangle 6">
            <a:extLst>
              <a:ext uri="{FF2B5EF4-FFF2-40B4-BE49-F238E27FC236}">
                <a16:creationId xmlns:a16="http://schemas.microsoft.com/office/drawing/2014/main" id="{29A5B9EA-4946-F94F-B55D-0C5D912EAD1B}"/>
              </a:ext>
            </a:extLst>
          </p:cNvPr>
          <p:cNvSpPr>
            <a:spLocks noChangeArrowheads="1"/>
          </p:cNvSpPr>
          <p:nvPr/>
        </p:nvSpPr>
        <p:spPr bwMode="auto">
          <a:xfrm>
            <a:off x="1890713" y="4106862"/>
            <a:ext cx="1477962" cy="166688"/>
          </a:xfrm>
          <a:prstGeom prst="rect">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endParaRPr lang="en-US" altLang="en-US" sz="1800">
              <a:solidFill>
                <a:srgbClr val="000000"/>
              </a:solidFill>
              <a:latin typeface="Arial" panose="020B0604020202020204" pitchFamily="34" charset="0"/>
            </a:endParaRPr>
          </a:p>
        </p:txBody>
      </p:sp>
      <p:sp>
        <p:nvSpPr>
          <p:cNvPr id="84998" name="Rectangle 7">
            <a:extLst>
              <a:ext uri="{FF2B5EF4-FFF2-40B4-BE49-F238E27FC236}">
                <a16:creationId xmlns:a16="http://schemas.microsoft.com/office/drawing/2014/main" id="{E22A95A7-7AB7-7546-90E1-D63DB5BA7F2E}"/>
              </a:ext>
            </a:extLst>
          </p:cNvPr>
          <p:cNvSpPr>
            <a:spLocks noChangeArrowheads="1"/>
          </p:cNvSpPr>
          <p:nvPr/>
        </p:nvSpPr>
        <p:spPr bwMode="auto">
          <a:xfrm>
            <a:off x="1890713" y="4273550"/>
            <a:ext cx="1477962" cy="165100"/>
          </a:xfrm>
          <a:prstGeom prst="rect">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endParaRPr lang="en-US" altLang="en-US" sz="1800">
              <a:solidFill>
                <a:srgbClr val="000000"/>
              </a:solidFill>
              <a:latin typeface="Arial" panose="020B0604020202020204" pitchFamily="34" charset="0"/>
            </a:endParaRPr>
          </a:p>
        </p:txBody>
      </p:sp>
      <p:sp>
        <p:nvSpPr>
          <p:cNvPr id="84999" name="Rectangle 8">
            <a:extLst>
              <a:ext uri="{FF2B5EF4-FFF2-40B4-BE49-F238E27FC236}">
                <a16:creationId xmlns:a16="http://schemas.microsoft.com/office/drawing/2014/main" id="{1BE2B26D-D588-0140-9EA7-189A83BBE3BF}"/>
              </a:ext>
            </a:extLst>
          </p:cNvPr>
          <p:cNvSpPr>
            <a:spLocks noChangeArrowheads="1"/>
          </p:cNvSpPr>
          <p:nvPr/>
        </p:nvSpPr>
        <p:spPr bwMode="auto">
          <a:xfrm>
            <a:off x="1890713" y="4438650"/>
            <a:ext cx="1477962" cy="166687"/>
          </a:xfrm>
          <a:prstGeom prst="rect">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endParaRPr lang="en-US" altLang="en-US" sz="1800">
              <a:solidFill>
                <a:srgbClr val="000000"/>
              </a:solidFill>
              <a:latin typeface="Arial" panose="020B0604020202020204" pitchFamily="34" charset="0"/>
            </a:endParaRPr>
          </a:p>
        </p:txBody>
      </p:sp>
      <p:sp>
        <p:nvSpPr>
          <p:cNvPr id="85000" name="Rectangle 9">
            <a:extLst>
              <a:ext uri="{FF2B5EF4-FFF2-40B4-BE49-F238E27FC236}">
                <a16:creationId xmlns:a16="http://schemas.microsoft.com/office/drawing/2014/main" id="{271EE07F-B8D2-1142-904F-988E8A9B9648}"/>
              </a:ext>
            </a:extLst>
          </p:cNvPr>
          <p:cNvSpPr>
            <a:spLocks noChangeArrowheads="1"/>
          </p:cNvSpPr>
          <p:nvPr/>
        </p:nvSpPr>
        <p:spPr bwMode="auto">
          <a:xfrm>
            <a:off x="3516313" y="3940175"/>
            <a:ext cx="1477962" cy="166687"/>
          </a:xfrm>
          <a:prstGeom prst="rect">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endParaRPr lang="en-US" altLang="en-US" sz="1800">
              <a:solidFill>
                <a:srgbClr val="000000"/>
              </a:solidFill>
              <a:latin typeface="Arial" panose="020B0604020202020204" pitchFamily="34" charset="0"/>
            </a:endParaRPr>
          </a:p>
        </p:txBody>
      </p:sp>
      <p:sp>
        <p:nvSpPr>
          <p:cNvPr id="85001" name="Rectangle 10">
            <a:extLst>
              <a:ext uri="{FF2B5EF4-FFF2-40B4-BE49-F238E27FC236}">
                <a16:creationId xmlns:a16="http://schemas.microsoft.com/office/drawing/2014/main" id="{6D7A58F1-C30B-CF49-8CF0-BCD679F31AD0}"/>
              </a:ext>
            </a:extLst>
          </p:cNvPr>
          <p:cNvSpPr>
            <a:spLocks noChangeArrowheads="1"/>
          </p:cNvSpPr>
          <p:nvPr/>
        </p:nvSpPr>
        <p:spPr bwMode="auto">
          <a:xfrm>
            <a:off x="3516313" y="4106862"/>
            <a:ext cx="1477962" cy="166688"/>
          </a:xfrm>
          <a:prstGeom prst="rect">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endParaRPr lang="en-US" altLang="en-US" sz="1800">
              <a:solidFill>
                <a:srgbClr val="000000"/>
              </a:solidFill>
              <a:latin typeface="Arial" panose="020B0604020202020204" pitchFamily="34" charset="0"/>
            </a:endParaRPr>
          </a:p>
        </p:txBody>
      </p:sp>
      <p:sp>
        <p:nvSpPr>
          <p:cNvPr id="85002" name="Rectangle 11">
            <a:extLst>
              <a:ext uri="{FF2B5EF4-FFF2-40B4-BE49-F238E27FC236}">
                <a16:creationId xmlns:a16="http://schemas.microsoft.com/office/drawing/2014/main" id="{1F8A444B-1BDF-6D47-858C-1B3D69C3BA4E}"/>
              </a:ext>
            </a:extLst>
          </p:cNvPr>
          <p:cNvSpPr>
            <a:spLocks noChangeArrowheads="1"/>
          </p:cNvSpPr>
          <p:nvPr/>
        </p:nvSpPr>
        <p:spPr bwMode="auto">
          <a:xfrm>
            <a:off x="3516313" y="4273550"/>
            <a:ext cx="1477962" cy="165100"/>
          </a:xfrm>
          <a:prstGeom prst="rect">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endParaRPr lang="en-US" altLang="en-US" sz="1800">
              <a:solidFill>
                <a:srgbClr val="000000"/>
              </a:solidFill>
              <a:latin typeface="Arial" panose="020B0604020202020204" pitchFamily="34" charset="0"/>
            </a:endParaRPr>
          </a:p>
        </p:txBody>
      </p:sp>
      <p:sp>
        <p:nvSpPr>
          <p:cNvPr id="85003" name="Rectangle 12">
            <a:extLst>
              <a:ext uri="{FF2B5EF4-FFF2-40B4-BE49-F238E27FC236}">
                <a16:creationId xmlns:a16="http://schemas.microsoft.com/office/drawing/2014/main" id="{8CFCB562-7CB0-1E45-A1F0-2D37C67357C8}"/>
              </a:ext>
            </a:extLst>
          </p:cNvPr>
          <p:cNvSpPr>
            <a:spLocks noChangeArrowheads="1"/>
          </p:cNvSpPr>
          <p:nvPr/>
        </p:nvSpPr>
        <p:spPr bwMode="auto">
          <a:xfrm>
            <a:off x="3516313" y="4438650"/>
            <a:ext cx="1477962" cy="166687"/>
          </a:xfrm>
          <a:prstGeom prst="rect">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endParaRPr lang="en-US" altLang="en-US" sz="1800">
              <a:solidFill>
                <a:srgbClr val="000000"/>
              </a:solidFill>
              <a:latin typeface="Arial" panose="020B0604020202020204" pitchFamily="34" charset="0"/>
            </a:endParaRPr>
          </a:p>
        </p:txBody>
      </p:sp>
      <p:sp>
        <p:nvSpPr>
          <p:cNvPr id="85004" name="TextBox 13">
            <a:extLst>
              <a:ext uri="{FF2B5EF4-FFF2-40B4-BE49-F238E27FC236}">
                <a16:creationId xmlns:a16="http://schemas.microsoft.com/office/drawing/2014/main" id="{27510A09-5CC9-3245-9301-2EECB6913168}"/>
              </a:ext>
            </a:extLst>
          </p:cNvPr>
          <p:cNvSpPr txBox="1">
            <a:spLocks noChangeArrowheads="1"/>
          </p:cNvSpPr>
          <p:nvPr/>
        </p:nvSpPr>
        <p:spPr bwMode="auto">
          <a:xfrm>
            <a:off x="2828925" y="3402012"/>
            <a:ext cx="1206292"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r>
              <a:rPr lang="en-US" altLang="en-US" sz="1800" b="1" dirty="0">
                <a:solidFill>
                  <a:srgbClr val="000000"/>
                </a:solidFill>
                <a:latin typeface="Arial" panose="020B0604020202020204" pitchFamily="34" charset="0"/>
              </a:rPr>
              <a:t>Tag store</a:t>
            </a:r>
          </a:p>
        </p:txBody>
      </p:sp>
      <p:sp>
        <p:nvSpPr>
          <p:cNvPr id="85005" name="Rectangle 15">
            <a:extLst>
              <a:ext uri="{FF2B5EF4-FFF2-40B4-BE49-F238E27FC236}">
                <a16:creationId xmlns:a16="http://schemas.microsoft.com/office/drawing/2014/main" id="{79EA98C8-E377-AB4F-828C-7F811DB1BFE4}"/>
              </a:ext>
            </a:extLst>
          </p:cNvPr>
          <p:cNvSpPr>
            <a:spLocks noChangeArrowheads="1"/>
          </p:cNvSpPr>
          <p:nvPr/>
        </p:nvSpPr>
        <p:spPr bwMode="auto">
          <a:xfrm>
            <a:off x="5691107" y="3929062"/>
            <a:ext cx="1477963" cy="166688"/>
          </a:xfrm>
          <a:prstGeom prst="rect">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endParaRPr lang="en-US" altLang="en-US" sz="1800">
              <a:solidFill>
                <a:srgbClr val="000000"/>
              </a:solidFill>
              <a:latin typeface="Arial" panose="020B0604020202020204" pitchFamily="34" charset="0"/>
            </a:endParaRPr>
          </a:p>
        </p:txBody>
      </p:sp>
      <p:sp>
        <p:nvSpPr>
          <p:cNvPr id="85006" name="Rectangle 16">
            <a:extLst>
              <a:ext uri="{FF2B5EF4-FFF2-40B4-BE49-F238E27FC236}">
                <a16:creationId xmlns:a16="http://schemas.microsoft.com/office/drawing/2014/main" id="{8EF1A4C4-E4BE-C244-B81F-CAA9CECDDBD2}"/>
              </a:ext>
            </a:extLst>
          </p:cNvPr>
          <p:cNvSpPr>
            <a:spLocks noChangeArrowheads="1"/>
          </p:cNvSpPr>
          <p:nvPr/>
        </p:nvSpPr>
        <p:spPr bwMode="auto">
          <a:xfrm>
            <a:off x="5691107" y="4098925"/>
            <a:ext cx="1477963" cy="166687"/>
          </a:xfrm>
          <a:prstGeom prst="rect">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endParaRPr lang="en-US" altLang="en-US" sz="1800">
              <a:solidFill>
                <a:srgbClr val="000000"/>
              </a:solidFill>
              <a:latin typeface="Arial" panose="020B0604020202020204" pitchFamily="34" charset="0"/>
            </a:endParaRPr>
          </a:p>
        </p:txBody>
      </p:sp>
      <p:sp>
        <p:nvSpPr>
          <p:cNvPr id="85007" name="Rectangle 17">
            <a:extLst>
              <a:ext uri="{FF2B5EF4-FFF2-40B4-BE49-F238E27FC236}">
                <a16:creationId xmlns:a16="http://schemas.microsoft.com/office/drawing/2014/main" id="{AD432375-8FF4-754B-AC3D-FC3D283AD6EC}"/>
              </a:ext>
            </a:extLst>
          </p:cNvPr>
          <p:cNvSpPr>
            <a:spLocks noChangeArrowheads="1"/>
          </p:cNvSpPr>
          <p:nvPr/>
        </p:nvSpPr>
        <p:spPr bwMode="auto">
          <a:xfrm>
            <a:off x="5691107" y="4265612"/>
            <a:ext cx="1477963" cy="166688"/>
          </a:xfrm>
          <a:prstGeom prst="rect">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endParaRPr lang="en-US" altLang="en-US" sz="1800">
              <a:solidFill>
                <a:srgbClr val="000000"/>
              </a:solidFill>
              <a:latin typeface="Arial" panose="020B0604020202020204" pitchFamily="34" charset="0"/>
            </a:endParaRPr>
          </a:p>
        </p:txBody>
      </p:sp>
      <p:sp>
        <p:nvSpPr>
          <p:cNvPr id="85008" name="Rectangle 18">
            <a:extLst>
              <a:ext uri="{FF2B5EF4-FFF2-40B4-BE49-F238E27FC236}">
                <a16:creationId xmlns:a16="http://schemas.microsoft.com/office/drawing/2014/main" id="{A13DA05C-D41B-4944-9E91-A904089A004B}"/>
              </a:ext>
            </a:extLst>
          </p:cNvPr>
          <p:cNvSpPr>
            <a:spLocks noChangeArrowheads="1"/>
          </p:cNvSpPr>
          <p:nvPr/>
        </p:nvSpPr>
        <p:spPr bwMode="auto">
          <a:xfrm>
            <a:off x="5691107" y="4432300"/>
            <a:ext cx="1477963" cy="166687"/>
          </a:xfrm>
          <a:prstGeom prst="rect">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endParaRPr lang="en-US" altLang="en-US" sz="1800">
              <a:solidFill>
                <a:srgbClr val="000000"/>
              </a:solidFill>
              <a:latin typeface="Arial" panose="020B0604020202020204" pitchFamily="34" charset="0"/>
            </a:endParaRPr>
          </a:p>
        </p:txBody>
      </p:sp>
      <p:sp>
        <p:nvSpPr>
          <p:cNvPr id="85009" name="Rectangle 19">
            <a:extLst>
              <a:ext uri="{FF2B5EF4-FFF2-40B4-BE49-F238E27FC236}">
                <a16:creationId xmlns:a16="http://schemas.microsoft.com/office/drawing/2014/main" id="{09DCC0D1-BA8A-C54E-9AB3-A836FD713018}"/>
              </a:ext>
            </a:extLst>
          </p:cNvPr>
          <p:cNvSpPr>
            <a:spLocks noChangeArrowheads="1"/>
          </p:cNvSpPr>
          <p:nvPr/>
        </p:nvSpPr>
        <p:spPr bwMode="auto">
          <a:xfrm>
            <a:off x="7397670" y="3940175"/>
            <a:ext cx="1477962" cy="166687"/>
          </a:xfrm>
          <a:prstGeom prst="rect">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endParaRPr lang="en-US" altLang="en-US" sz="1800">
              <a:solidFill>
                <a:srgbClr val="000000"/>
              </a:solidFill>
              <a:latin typeface="Arial" panose="020B0604020202020204" pitchFamily="34" charset="0"/>
            </a:endParaRPr>
          </a:p>
        </p:txBody>
      </p:sp>
      <p:sp>
        <p:nvSpPr>
          <p:cNvPr id="85010" name="Rectangle 20">
            <a:extLst>
              <a:ext uri="{FF2B5EF4-FFF2-40B4-BE49-F238E27FC236}">
                <a16:creationId xmlns:a16="http://schemas.microsoft.com/office/drawing/2014/main" id="{997F3818-FEAF-8C4B-9EF4-03AC340EB0AD}"/>
              </a:ext>
            </a:extLst>
          </p:cNvPr>
          <p:cNvSpPr>
            <a:spLocks noChangeArrowheads="1"/>
          </p:cNvSpPr>
          <p:nvPr/>
        </p:nvSpPr>
        <p:spPr bwMode="auto">
          <a:xfrm>
            <a:off x="7397670" y="4106862"/>
            <a:ext cx="1477962" cy="166688"/>
          </a:xfrm>
          <a:prstGeom prst="rect">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endParaRPr lang="en-US" altLang="en-US" sz="1800">
              <a:solidFill>
                <a:srgbClr val="000000"/>
              </a:solidFill>
              <a:latin typeface="Arial" panose="020B0604020202020204" pitchFamily="34" charset="0"/>
            </a:endParaRPr>
          </a:p>
        </p:txBody>
      </p:sp>
      <p:sp>
        <p:nvSpPr>
          <p:cNvPr id="85011" name="Rectangle 21">
            <a:extLst>
              <a:ext uri="{FF2B5EF4-FFF2-40B4-BE49-F238E27FC236}">
                <a16:creationId xmlns:a16="http://schemas.microsoft.com/office/drawing/2014/main" id="{AE060A96-06A1-B94A-A482-F5F91C44A2EF}"/>
              </a:ext>
            </a:extLst>
          </p:cNvPr>
          <p:cNvSpPr>
            <a:spLocks noChangeArrowheads="1"/>
          </p:cNvSpPr>
          <p:nvPr/>
        </p:nvSpPr>
        <p:spPr bwMode="auto">
          <a:xfrm>
            <a:off x="7397670" y="4273550"/>
            <a:ext cx="1477962" cy="165100"/>
          </a:xfrm>
          <a:prstGeom prst="rect">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endParaRPr lang="en-US" altLang="en-US" sz="1800">
              <a:solidFill>
                <a:srgbClr val="000000"/>
              </a:solidFill>
              <a:latin typeface="Arial" panose="020B0604020202020204" pitchFamily="34" charset="0"/>
            </a:endParaRPr>
          </a:p>
        </p:txBody>
      </p:sp>
      <p:sp>
        <p:nvSpPr>
          <p:cNvPr id="85012" name="Rectangle 22">
            <a:extLst>
              <a:ext uri="{FF2B5EF4-FFF2-40B4-BE49-F238E27FC236}">
                <a16:creationId xmlns:a16="http://schemas.microsoft.com/office/drawing/2014/main" id="{59138812-C99E-1845-B263-41E73B01FF2E}"/>
              </a:ext>
            </a:extLst>
          </p:cNvPr>
          <p:cNvSpPr>
            <a:spLocks noChangeArrowheads="1"/>
          </p:cNvSpPr>
          <p:nvPr/>
        </p:nvSpPr>
        <p:spPr bwMode="auto">
          <a:xfrm>
            <a:off x="7397670" y="4438650"/>
            <a:ext cx="1477962" cy="166687"/>
          </a:xfrm>
          <a:prstGeom prst="rect">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endParaRPr lang="en-US" altLang="en-US" sz="1800">
              <a:solidFill>
                <a:srgbClr val="000000"/>
              </a:solidFill>
              <a:latin typeface="Arial" panose="020B0604020202020204" pitchFamily="34" charset="0"/>
            </a:endParaRPr>
          </a:p>
        </p:txBody>
      </p:sp>
      <p:sp>
        <p:nvSpPr>
          <p:cNvPr id="85013" name="TextBox 23">
            <a:extLst>
              <a:ext uri="{FF2B5EF4-FFF2-40B4-BE49-F238E27FC236}">
                <a16:creationId xmlns:a16="http://schemas.microsoft.com/office/drawing/2014/main" id="{A77CF628-0004-6343-90A6-CD0D2CB484E3}"/>
              </a:ext>
            </a:extLst>
          </p:cNvPr>
          <p:cNvSpPr txBox="1">
            <a:spLocks noChangeArrowheads="1"/>
          </p:cNvSpPr>
          <p:nvPr/>
        </p:nvSpPr>
        <p:spPr bwMode="auto">
          <a:xfrm>
            <a:off x="6545182" y="3402012"/>
            <a:ext cx="131318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r>
              <a:rPr lang="en-US" altLang="en-US" sz="1800" b="1">
                <a:solidFill>
                  <a:srgbClr val="000000"/>
                </a:solidFill>
                <a:latin typeface="Arial" panose="020B0604020202020204" pitchFamily="34" charset="0"/>
              </a:rPr>
              <a:t>Data store</a:t>
            </a:r>
          </a:p>
        </p:txBody>
      </p:sp>
      <p:sp>
        <p:nvSpPr>
          <p:cNvPr id="85014" name="TextBox 24">
            <a:extLst>
              <a:ext uri="{FF2B5EF4-FFF2-40B4-BE49-F238E27FC236}">
                <a16:creationId xmlns:a16="http://schemas.microsoft.com/office/drawing/2014/main" id="{2479C164-286A-D24F-B3D4-FDC33B084285}"/>
              </a:ext>
            </a:extLst>
          </p:cNvPr>
          <p:cNvSpPr txBox="1">
            <a:spLocks noChangeArrowheads="1"/>
          </p:cNvSpPr>
          <p:nvPr/>
        </p:nvSpPr>
        <p:spPr bwMode="auto">
          <a:xfrm>
            <a:off x="3576638" y="4397375"/>
            <a:ext cx="287337" cy="277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r>
              <a:rPr lang="en-US" altLang="en-US" sz="1200">
                <a:solidFill>
                  <a:srgbClr val="000000"/>
                </a:solidFill>
                <a:latin typeface="Arial" panose="020B0604020202020204" pitchFamily="34" charset="0"/>
              </a:rPr>
              <a:t>V</a:t>
            </a:r>
          </a:p>
        </p:txBody>
      </p:sp>
      <p:sp>
        <p:nvSpPr>
          <p:cNvPr id="85015" name="TextBox 25">
            <a:extLst>
              <a:ext uri="{FF2B5EF4-FFF2-40B4-BE49-F238E27FC236}">
                <a16:creationId xmlns:a16="http://schemas.microsoft.com/office/drawing/2014/main" id="{A8422727-0C33-4046-8099-80407CF389BA}"/>
              </a:ext>
            </a:extLst>
          </p:cNvPr>
          <p:cNvSpPr txBox="1">
            <a:spLocks noChangeArrowheads="1"/>
          </p:cNvSpPr>
          <p:nvPr/>
        </p:nvSpPr>
        <p:spPr bwMode="auto">
          <a:xfrm>
            <a:off x="4189413" y="4387850"/>
            <a:ext cx="398462" cy="277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r>
              <a:rPr lang="en-US" altLang="en-US" sz="1200" dirty="0">
                <a:solidFill>
                  <a:srgbClr val="00B0F0"/>
                </a:solidFill>
                <a:latin typeface="Arial" panose="020B0604020202020204" pitchFamily="34" charset="0"/>
              </a:rPr>
              <a:t>tag</a:t>
            </a:r>
          </a:p>
        </p:txBody>
      </p:sp>
      <p:sp>
        <p:nvSpPr>
          <p:cNvPr id="85016" name="Rectangle 26">
            <a:extLst>
              <a:ext uri="{FF2B5EF4-FFF2-40B4-BE49-F238E27FC236}">
                <a16:creationId xmlns:a16="http://schemas.microsoft.com/office/drawing/2014/main" id="{604B6517-FEB9-974B-89CE-2C0FE5ABDBF5}"/>
              </a:ext>
            </a:extLst>
          </p:cNvPr>
          <p:cNvSpPr>
            <a:spLocks noChangeArrowheads="1"/>
          </p:cNvSpPr>
          <p:nvPr/>
        </p:nvSpPr>
        <p:spPr bwMode="auto">
          <a:xfrm>
            <a:off x="3962400" y="5021262"/>
            <a:ext cx="625475" cy="336550"/>
          </a:xfrm>
          <a:prstGeom prst="rect">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endParaRPr lang="en-US" altLang="en-US" sz="1800">
              <a:solidFill>
                <a:srgbClr val="000000"/>
              </a:solidFill>
              <a:latin typeface="Arial" panose="020B0604020202020204" pitchFamily="34" charset="0"/>
            </a:endParaRPr>
          </a:p>
        </p:txBody>
      </p:sp>
      <p:sp>
        <p:nvSpPr>
          <p:cNvPr id="85017" name="TextBox 27">
            <a:extLst>
              <a:ext uri="{FF2B5EF4-FFF2-40B4-BE49-F238E27FC236}">
                <a16:creationId xmlns:a16="http://schemas.microsoft.com/office/drawing/2014/main" id="{18F5C11D-0B32-304D-8276-C7D8ED958F01}"/>
              </a:ext>
            </a:extLst>
          </p:cNvPr>
          <p:cNvSpPr txBox="1">
            <a:spLocks noChangeArrowheads="1"/>
          </p:cNvSpPr>
          <p:nvPr/>
        </p:nvSpPr>
        <p:spPr bwMode="auto">
          <a:xfrm>
            <a:off x="4060825" y="4997450"/>
            <a:ext cx="47625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r>
              <a:rPr lang="en-US" altLang="en-US" sz="2000">
                <a:solidFill>
                  <a:srgbClr val="000000"/>
                </a:solidFill>
                <a:latin typeface="Arial" panose="020B0604020202020204" pitchFamily="34" charset="0"/>
              </a:rPr>
              <a:t>=?</a:t>
            </a:r>
          </a:p>
        </p:txBody>
      </p:sp>
      <p:cxnSp>
        <p:nvCxnSpPr>
          <p:cNvPr id="85018" name="Straight Arrow Connector 28">
            <a:extLst>
              <a:ext uri="{FF2B5EF4-FFF2-40B4-BE49-F238E27FC236}">
                <a16:creationId xmlns:a16="http://schemas.microsoft.com/office/drawing/2014/main" id="{278AD076-6C3B-9644-BF94-55BF2334589B}"/>
              </a:ext>
            </a:extLst>
          </p:cNvPr>
          <p:cNvCxnSpPr>
            <a:cxnSpLocks noChangeShapeType="1"/>
          </p:cNvCxnSpPr>
          <p:nvPr/>
        </p:nvCxnSpPr>
        <p:spPr bwMode="auto">
          <a:xfrm rot="5400000">
            <a:off x="4090987" y="4816475"/>
            <a:ext cx="417513" cy="1588"/>
          </a:xfrm>
          <a:prstGeom prst="straightConnector1">
            <a:avLst/>
          </a:prstGeom>
          <a:noFill/>
          <a:ln w="9525">
            <a:solidFill>
              <a:schemeClr val="tx1"/>
            </a:solidFill>
            <a:round/>
            <a:headEnd/>
            <a:tailEnd type="arrow" w="med" len="med"/>
          </a:ln>
          <a:extLst>
            <a:ext uri="{909E8E84-426E-40DD-AFC4-6F175D3DCCD1}">
              <a14:hiddenFill xmlns:a14="http://schemas.microsoft.com/office/drawing/2010/main">
                <a:noFill/>
              </a14:hiddenFill>
            </a:ext>
          </a:extLst>
        </p:spPr>
      </p:cxnSp>
      <p:cxnSp>
        <p:nvCxnSpPr>
          <p:cNvPr id="85019" name="Straight Arrow Connector 29">
            <a:extLst>
              <a:ext uri="{FF2B5EF4-FFF2-40B4-BE49-F238E27FC236}">
                <a16:creationId xmlns:a16="http://schemas.microsoft.com/office/drawing/2014/main" id="{7E0E6231-C6EF-0E40-9CC6-5151BD1E5996}"/>
              </a:ext>
            </a:extLst>
          </p:cNvPr>
          <p:cNvCxnSpPr>
            <a:cxnSpLocks noChangeShapeType="1"/>
          </p:cNvCxnSpPr>
          <p:nvPr/>
        </p:nvCxnSpPr>
        <p:spPr bwMode="auto">
          <a:xfrm>
            <a:off x="3719513" y="4600575"/>
            <a:ext cx="469900" cy="425450"/>
          </a:xfrm>
          <a:prstGeom prst="straightConnector1">
            <a:avLst/>
          </a:prstGeom>
          <a:noFill/>
          <a:ln w="9525">
            <a:solidFill>
              <a:schemeClr val="tx1"/>
            </a:solidFill>
            <a:round/>
            <a:headEnd/>
            <a:tailEnd type="arrow" w="med" len="med"/>
          </a:ln>
          <a:extLst>
            <a:ext uri="{909E8E84-426E-40DD-AFC4-6F175D3DCCD1}">
              <a14:hiddenFill xmlns:a14="http://schemas.microsoft.com/office/drawing/2010/main">
                <a:noFill/>
              </a14:hiddenFill>
            </a:ext>
          </a:extLst>
        </p:spPr>
      </p:cxnSp>
      <p:cxnSp>
        <p:nvCxnSpPr>
          <p:cNvPr id="85020" name="Straight Arrow Connector 30">
            <a:extLst>
              <a:ext uri="{FF2B5EF4-FFF2-40B4-BE49-F238E27FC236}">
                <a16:creationId xmlns:a16="http://schemas.microsoft.com/office/drawing/2014/main" id="{18B16E5D-F64B-484C-835D-A6D71092374D}"/>
              </a:ext>
            </a:extLst>
          </p:cNvPr>
          <p:cNvCxnSpPr>
            <a:cxnSpLocks noChangeShapeType="1"/>
          </p:cNvCxnSpPr>
          <p:nvPr/>
        </p:nvCxnSpPr>
        <p:spPr bwMode="auto">
          <a:xfrm rot="5400000">
            <a:off x="7908051" y="4820443"/>
            <a:ext cx="419100" cy="1588"/>
          </a:xfrm>
          <a:prstGeom prst="straightConnector1">
            <a:avLst/>
          </a:prstGeom>
          <a:noFill/>
          <a:ln w="9525">
            <a:solidFill>
              <a:schemeClr val="tx1"/>
            </a:solidFill>
            <a:round/>
            <a:headEnd/>
            <a:tailEnd type="arrow" w="med" len="med"/>
          </a:ln>
          <a:extLst>
            <a:ext uri="{909E8E84-426E-40DD-AFC4-6F175D3DCCD1}">
              <a14:hiddenFill xmlns:a14="http://schemas.microsoft.com/office/drawing/2010/main">
                <a:noFill/>
              </a14:hiddenFill>
            </a:ext>
          </a:extLst>
        </p:spPr>
      </p:cxnSp>
      <p:cxnSp>
        <p:nvCxnSpPr>
          <p:cNvPr id="85021" name="Straight Connector 31">
            <a:extLst>
              <a:ext uri="{FF2B5EF4-FFF2-40B4-BE49-F238E27FC236}">
                <a16:creationId xmlns:a16="http://schemas.microsoft.com/office/drawing/2014/main" id="{066D852C-EDF5-6546-BABD-DA7F0530F167}"/>
              </a:ext>
            </a:extLst>
          </p:cNvPr>
          <p:cNvCxnSpPr>
            <a:cxnSpLocks noChangeShapeType="1"/>
          </p:cNvCxnSpPr>
          <p:nvPr/>
        </p:nvCxnSpPr>
        <p:spPr bwMode="auto">
          <a:xfrm rot="5400000">
            <a:off x="3623469" y="4269581"/>
            <a:ext cx="676275" cy="158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cxnSp>
      <p:sp>
        <p:nvSpPr>
          <p:cNvPr id="85022" name="TextBox 33">
            <a:extLst>
              <a:ext uri="{FF2B5EF4-FFF2-40B4-BE49-F238E27FC236}">
                <a16:creationId xmlns:a16="http://schemas.microsoft.com/office/drawing/2014/main" id="{B6C608DC-E1C9-BA44-9653-312E48197EDF}"/>
              </a:ext>
            </a:extLst>
          </p:cNvPr>
          <p:cNvSpPr txBox="1">
            <a:spLocks noChangeArrowheads="1"/>
          </p:cNvSpPr>
          <p:nvPr/>
        </p:nvSpPr>
        <p:spPr bwMode="auto">
          <a:xfrm>
            <a:off x="2012950" y="4395787"/>
            <a:ext cx="287338"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r>
              <a:rPr lang="en-US" altLang="en-US" sz="1200" dirty="0">
                <a:solidFill>
                  <a:srgbClr val="000000"/>
                </a:solidFill>
                <a:latin typeface="Arial" panose="020B0604020202020204" pitchFamily="34" charset="0"/>
              </a:rPr>
              <a:t>V</a:t>
            </a:r>
          </a:p>
        </p:txBody>
      </p:sp>
      <p:sp>
        <p:nvSpPr>
          <p:cNvPr id="85023" name="TextBox 34">
            <a:extLst>
              <a:ext uri="{FF2B5EF4-FFF2-40B4-BE49-F238E27FC236}">
                <a16:creationId xmlns:a16="http://schemas.microsoft.com/office/drawing/2014/main" id="{1165EA1D-F4CF-A34F-915D-FCB003B28F46}"/>
              </a:ext>
            </a:extLst>
          </p:cNvPr>
          <p:cNvSpPr txBox="1">
            <a:spLocks noChangeArrowheads="1"/>
          </p:cNvSpPr>
          <p:nvPr/>
        </p:nvSpPr>
        <p:spPr bwMode="auto">
          <a:xfrm>
            <a:off x="2625725" y="4386262"/>
            <a:ext cx="398463"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r>
              <a:rPr lang="en-US" altLang="en-US" sz="1200" dirty="0">
                <a:solidFill>
                  <a:srgbClr val="00B0F0"/>
                </a:solidFill>
                <a:latin typeface="Arial" panose="020B0604020202020204" pitchFamily="34" charset="0"/>
              </a:rPr>
              <a:t>tag</a:t>
            </a:r>
          </a:p>
        </p:txBody>
      </p:sp>
      <p:sp>
        <p:nvSpPr>
          <p:cNvPr id="85024" name="Rectangle 35">
            <a:extLst>
              <a:ext uri="{FF2B5EF4-FFF2-40B4-BE49-F238E27FC236}">
                <a16:creationId xmlns:a16="http://schemas.microsoft.com/office/drawing/2014/main" id="{CE81705B-712E-6049-BA8A-382EA2253311}"/>
              </a:ext>
            </a:extLst>
          </p:cNvPr>
          <p:cNvSpPr>
            <a:spLocks noChangeArrowheads="1"/>
          </p:cNvSpPr>
          <p:nvPr/>
        </p:nvSpPr>
        <p:spPr bwMode="auto">
          <a:xfrm>
            <a:off x="2398713" y="5018087"/>
            <a:ext cx="625475" cy="338138"/>
          </a:xfrm>
          <a:prstGeom prst="rect">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endParaRPr lang="en-US" altLang="en-US" sz="1800">
              <a:solidFill>
                <a:srgbClr val="000000"/>
              </a:solidFill>
              <a:latin typeface="Arial" panose="020B0604020202020204" pitchFamily="34" charset="0"/>
            </a:endParaRPr>
          </a:p>
        </p:txBody>
      </p:sp>
      <p:sp>
        <p:nvSpPr>
          <p:cNvPr id="85025" name="TextBox 36">
            <a:extLst>
              <a:ext uri="{FF2B5EF4-FFF2-40B4-BE49-F238E27FC236}">
                <a16:creationId xmlns:a16="http://schemas.microsoft.com/office/drawing/2014/main" id="{B60A7A8E-0CB6-AA4B-B681-5AF18A910E15}"/>
              </a:ext>
            </a:extLst>
          </p:cNvPr>
          <p:cNvSpPr txBox="1">
            <a:spLocks noChangeArrowheads="1"/>
          </p:cNvSpPr>
          <p:nvPr/>
        </p:nvSpPr>
        <p:spPr bwMode="auto">
          <a:xfrm>
            <a:off x="2497138" y="4995862"/>
            <a:ext cx="47625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r>
              <a:rPr lang="en-US" altLang="en-US" sz="2000">
                <a:solidFill>
                  <a:srgbClr val="000000"/>
                </a:solidFill>
                <a:latin typeface="Arial" panose="020B0604020202020204" pitchFamily="34" charset="0"/>
              </a:rPr>
              <a:t>=?</a:t>
            </a:r>
          </a:p>
        </p:txBody>
      </p:sp>
      <p:cxnSp>
        <p:nvCxnSpPr>
          <p:cNvPr id="85026" name="Straight Arrow Connector 37">
            <a:extLst>
              <a:ext uri="{FF2B5EF4-FFF2-40B4-BE49-F238E27FC236}">
                <a16:creationId xmlns:a16="http://schemas.microsoft.com/office/drawing/2014/main" id="{7B211662-292B-7441-8524-5A7ED899363E}"/>
              </a:ext>
            </a:extLst>
          </p:cNvPr>
          <p:cNvCxnSpPr>
            <a:cxnSpLocks noChangeShapeType="1"/>
          </p:cNvCxnSpPr>
          <p:nvPr/>
        </p:nvCxnSpPr>
        <p:spPr bwMode="auto">
          <a:xfrm rot="5400000">
            <a:off x="2526507" y="4814093"/>
            <a:ext cx="419100" cy="1587"/>
          </a:xfrm>
          <a:prstGeom prst="straightConnector1">
            <a:avLst/>
          </a:prstGeom>
          <a:noFill/>
          <a:ln w="9525">
            <a:solidFill>
              <a:schemeClr val="tx1"/>
            </a:solidFill>
            <a:round/>
            <a:headEnd/>
            <a:tailEnd type="arrow" w="med" len="med"/>
          </a:ln>
          <a:extLst>
            <a:ext uri="{909E8E84-426E-40DD-AFC4-6F175D3DCCD1}">
              <a14:hiddenFill xmlns:a14="http://schemas.microsoft.com/office/drawing/2010/main">
                <a:noFill/>
              </a14:hiddenFill>
            </a:ext>
          </a:extLst>
        </p:spPr>
      </p:cxnSp>
      <p:cxnSp>
        <p:nvCxnSpPr>
          <p:cNvPr id="85027" name="Straight Arrow Connector 38">
            <a:extLst>
              <a:ext uri="{FF2B5EF4-FFF2-40B4-BE49-F238E27FC236}">
                <a16:creationId xmlns:a16="http://schemas.microsoft.com/office/drawing/2014/main" id="{3135B825-1B06-844A-881B-EEF1A7B4989E}"/>
              </a:ext>
            </a:extLst>
          </p:cNvPr>
          <p:cNvCxnSpPr>
            <a:cxnSpLocks noChangeShapeType="1"/>
          </p:cNvCxnSpPr>
          <p:nvPr/>
        </p:nvCxnSpPr>
        <p:spPr bwMode="auto">
          <a:xfrm>
            <a:off x="2155825" y="4598987"/>
            <a:ext cx="469900" cy="423863"/>
          </a:xfrm>
          <a:prstGeom prst="straightConnector1">
            <a:avLst/>
          </a:prstGeom>
          <a:noFill/>
          <a:ln w="9525">
            <a:solidFill>
              <a:schemeClr val="tx1"/>
            </a:solidFill>
            <a:round/>
            <a:headEnd/>
            <a:tailEnd type="arrow" w="med" len="med"/>
          </a:ln>
          <a:extLst>
            <a:ext uri="{909E8E84-426E-40DD-AFC4-6F175D3DCCD1}">
              <a14:hiddenFill xmlns:a14="http://schemas.microsoft.com/office/drawing/2010/main">
                <a:noFill/>
              </a14:hiddenFill>
            </a:ext>
          </a:extLst>
        </p:spPr>
      </p:cxnSp>
      <p:cxnSp>
        <p:nvCxnSpPr>
          <p:cNvPr id="85028" name="Straight Connector 39">
            <a:extLst>
              <a:ext uri="{FF2B5EF4-FFF2-40B4-BE49-F238E27FC236}">
                <a16:creationId xmlns:a16="http://schemas.microsoft.com/office/drawing/2014/main" id="{4A2632B6-2D27-9D4A-8674-081BD98A70F3}"/>
              </a:ext>
            </a:extLst>
          </p:cNvPr>
          <p:cNvCxnSpPr>
            <a:cxnSpLocks noChangeShapeType="1"/>
          </p:cNvCxnSpPr>
          <p:nvPr/>
        </p:nvCxnSpPr>
        <p:spPr bwMode="auto">
          <a:xfrm rot="5400000">
            <a:off x="2058987" y="4267200"/>
            <a:ext cx="677863" cy="158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cxnSp>
      <p:sp>
        <p:nvSpPr>
          <p:cNvPr id="85029" name="Rectangle 40">
            <a:extLst>
              <a:ext uri="{FF2B5EF4-FFF2-40B4-BE49-F238E27FC236}">
                <a16:creationId xmlns:a16="http://schemas.microsoft.com/office/drawing/2014/main" id="{D2E90F5C-8214-CE49-8B99-E543BD6C2446}"/>
              </a:ext>
            </a:extLst>
          </p:cNvPr>
          <p:cNvSpPr>
            <a:spLocks noChangeArrowheads="1"/>
          </p:cNvSpPr>
          <p:nvPr/>
        </p:nvSpPr>
        <p:spPr bwMode="auto">
          <a:xfrm>
            <a:off x="103677" y="3476625"/>
            <a:ext cx="1582737" cy="333375"/>
          </a:xfrm>
          <a:prstGeom prst="rect">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endParaRPr lang="en-US" altLang="en-US" sz="1800">
              <a:solidFill>
                <a:srgbClr val="000000"/>
              </a:solidFill>
              <a:latin typeface="Arial" panose="020B0604020202020204" pitchFamily="34" charset="0"/>
            </a:endParaRPr>
          </a:p>
        </p:txBody>
      </p:sp>
      <p:sp>
        <p:nvSpPr>
          <p:cNvPr id="85030" name="TextBox 41">
            <a:extLst>
              <a:ext uri="{FF2B5EF4-FFF2-40B4-BE49-F238E27FC236}">
                <a16:creationId xmlns:a16="http://schemas.microsoft.com/office/drawing/2014/main" id="{307BDD33-5C91-0240-8A3F-A852823F41FC}"/>
              </a:ext>
            </a:extLst>
          </p:cNvPr>
          <p:cNvSpPr txBox="1">
            <a:spLocks noChangeArrowheads="1"/>
          </p:cNvSpPr>
          <p:nvPr/>
        </p:nvSpPr>
        <p:spPr bwMode="auto">
          <a:xfrm>
            <a:off x="76474" y="2776815"/>
            <a:ext cx="1095172"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r>
              <a:rPr lang="en-US" altLang="en-US" sz="1800" dirty="0">
                <a:solidFill>
                  <a:srgbClr val="000000"/>
                </a:solidFill>
                <a:latin typeface="Arial" panose="020B0604020202020204" pitchFamily="34" charset="0"/>
              </a:rPr>
              <a:t>Address:</a:t>
            </a:r>
          </a:p>
        </p:txBody>
      </p:sp>
      <p:cxnSp>
        <p:nvCxnSpPr>
          <p:cNvPr id="85031" name="Straight Connector 42">
            <a:extLst>
              <a:ext uri="{FF2B5EF4-FFF2-40B4-BE49-F238E27FC236}">
                <a16:creationId xmlns:a16="http://schemas.microsoft.com/office/drawing/2014/main" id="{8130CD50-EEE8-2847-B00A-556669A1EA4D}"/>
              </a:ext>
            </a:extLst>
          </p:cNvPr>
          <p:cNvCxnSpPr>
            <a:cxnSpLocks noChangeShapeType="1"/>
          </p:cNvCxnSpPr>
          <p:nvPr/>
        </p:nvCxnSpPr>
        <p:spPr bwMode="auto">
          <a:xfrm rot="5400000">
            <a:off x="979977" y="3643312"/>
            <a:ext cx="331788" cy="158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85032" name="Straight Connector 43">
            <a:extLst>
              <a:ext uri="{FF2B5EF4-FFF2-40B4-BE49-F238E27FC236}">
                <a16:creationId xmlns:a16="http://schemas.microsoft.com/office/drawing/2014/main" id="{F87F1AA2-1D7B-E042-B34D-81E657324A97}"/>
              </a:ext>
            </a:extLst>
          </p:cNvPr>
          <p:cNvCxnSpPr>
            <a:cxnSpLocks noChangeShapeType="1"/>
          </p:cNvCxnSpPr>
          <p:nvPr/>
        </p:nvCxnSpPr>
        <p:spPr bwMode="auto">
          <a:xfrm rot="5400000">
            <a:off x="442608" y="3642519"/>
            <a:ext cx="333375" cy="158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cxnSp>
      <p:sp>
        <p:nvSpPr>
          <p:cNvPr id="85033" name="TextBox 44">
            <a:extLst>
              <a:ext uri="{FF2B5EF4-FFF2-40B4-BE49-F238E27FC236}">
                <a16:creationId xmlns:a16="http://schemas.microsoft.com/office/drawing/2014/main" id="{12882D36-E795-414A-84F6-7D03D00DC343}"/>
              </a:ext>
            </a:extLst>
          </p:cNvPr>
          <p:cNvSpPr txBox="1">
            <a:spLocks noChangeArrowheads="1"/>
          </p:cNvSpPr>
          <p:nvPr/>
        </p:nvSpPr>
        <p:spPr bwMode="auto">
          <a:xfrm>
            <a:off x="130665" y="3140074"/>
            <a:ext cx="433387"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r>
              <a:rPr lang="en-US" altLang="en-US" sz="1400" dirty="0">
                <a:solidFill>
                  <a:srgbClr val="00B0F0"/>
                </a:solidFill>
                <a:latin typeface="Arial" panose="020B0604020202020204" pitchFamily="34" charset="0"/>
              </a:rPr>
              <a:t>tag</a:t>
            </a:r>
          </a:p>
        </p:txBody>
      </p:sp>
      <p:sp>
        <p:nvSpPr>
          <p:cNvPr id="85034" name="TextBox 45">
            <a:extLst>
              <a:ext uri="{FF2B5EF4-FFF2-40B4-BE49-F238E27FC236}">
                <a16:creationId xmlns:a16="http://schemas.microsoft.com/office/drawing/2014/main" id="{C8A8AF1F-6EA8-1342-B844-E21D05BB3F63}"/>
              </a:ext>
            </a:extLst>
          </p:cNvPr>
          <p:cNvSpPr txBox="1">
            <a:spLocks noChangeArrowheads="1"/>
          </p:cNvSpPr>
          <p:nvPr/>
        </p:nvSpPr>
        <p:spPr bwMode="auto">
          <a:xfrm>
            <a:off x="673144" y="3140172"/>
            <a:ext cx="423514"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r>
              <a:rPr lang="en-US" altLang="en-US" sz="1400" dirty="0">
                <a:solidFill>
                  <a:srgbClr val="FF0000"/>
                </a:solidFill>
                <a:latin typeface="Arial" panose="020B0604020202020204" pitchFamily="34" charset="0"/>
              </a:rPr>
              <a:t>set</a:t>
            </a:r>
          </a:p>
        </p:txBody>
      </p:sp>
      <p:sp>
        <p:nvSpPr>
          <p:cNvPr id="85035" name="TextBox 46">
            <a:extLst>
              <a:ext uri="{FF2B5EF4-FFF2-40B4-BE49-F238E27FC236}">
                <a16:creationId xmlns:a16="http://schemas.microsoft.com/office/drawing/2014/main" id="{0D178425-2942-1047-B4B9-C201C44EE4AE}"/>
              </a:ext>
            </a:extLst>
          </p:cNvPr>
          <p:cNvSpPr txBox="1">
            <a:spLocks noChangeArrowheads="1"/>
          </p:cNvSpPr>
          <p:nvPr/>
        </p:nvSpPr>
        <p:spPr bwMode="auto">
          <a:xfrm>
            <a:off x="1096658" y="3152219"/>
            <a:ext cx="1179512"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r>
              <a:rPr lang="en-US" altLang="en-US" sz="1400" dirty="0">
                <a:solidFill>
                  <a:srgbClr val="000000"/>
                </a:solidFill>
                <a:latin typeface="Arial" panose="020B0604020202020204" pitchFamily="34" charset="0"/>
              </a:rPr>
              <a:t>byte in block</a:t>
            </a:r>
          </a:p>
        </p:txBody>
      </p:sp>
      <p:sp>
        <p:nvSpPr>
          <p:cNvPr id="85036" name="TextBox 47">
            <a:extLst>
              <a:ext uri="{FF2B5EF4-FFF2-40B4-BE49-F238E27FC236}">
                <a16:creationId xmlns:a16="http://schemas.microsoft.com/office/drawing/2014/main" id="{9F25F9FE-1613-B540-8486-77F5A68E90EE}"/>
              </a:ext>
            </a:extLst>
          </p:cNvPr>
          <p:cNvSpPr txBox="1">
            <a:spLocks noChangeArrowheads="1"/>
          </p:cNvSpPr>
          <p:nvPr/>
        </p:nvSpPr>
        <p:spPr bwMode="auto">
          <a:xfrm>
            <a:off x="1145077" y="3476625"/>
            <a:ext cx="611187"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r>
              <a:rPr lang="en-US" altLang="en-US" sz="1400" dirty="0">
                <a:solidFill>
                  <a:srgbClr val="000000"/>
                </a:solidFill>
                <a:latin typeface="Arial" panose="020B0604020202020204" pitchFamily="34" charset="0"/>
              </a:rPr>
              <a:t>3 bits</a:t>
            </a:r>
          </a:p>
        </p:txBody>
      </p:sp>
      <p:sp>
        <p:nvSpPr>
          <p:cNvPr id="85037" name="TextBox 48">
            <a:extLst>
              <a:ext uri="{FF2B5EF4-FFF2-40B4-BE49-F238E27FC236}">
                <a16:creationId xmlns:a16="http://schemas.microsoft.com/office/drawing/2014/main" id="{009D43BA-666C-B24A-B444-E995E0A96CE3}"/>
              </a:ext>
            </a:extLst>
          </p:cNvPr>
          <p:cNvSpPr txBox="1">
            <a:spLocks noChangeArrowheads="1"/>
          </p:cNvSpPr>
          <p:nvPr/>
        </p:nvSpPr>
        <p:spPr bwMode="auto">
          <a:xfrm>
            <a:off x="610089" y="3475037"/>
            <a:ext cx="612775"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r>
              <a:rPr lang="en-US" altLang="en-US" sz="1400" dirty="0">
                <a:solidFill>
                  <a:srgbClr val="FF0000"/>
                </a:solidFill>
                <a:latin typeface="Arial" panose="020B0604020202020204" pitchFamily="34" charset="0"/>
              </a:rPr>
              <a:t>2 bits</a:t>
            </a:r>
          </a:p>
        </p:txBody>
      </p:sp>
      <p:sp>
        <p:nvSpPr>
          <p:cNvPr id="85038" name="TextBox 49">
            <a:extLst>
              <a:ext uri="{FF2B5EF4-FFF2-40B4-BE49-F238E27FC236}">
                <a16:creationId xmlns:a16="http://schemas.microsoft.com/office/drawing/2014/main" id="{18522DB8-F339-9E47-9DE7-429F6D9E37D9}"/>
              </a:ext>
            </a:extLst>
          </p:cNvPr>
          <p:cNvSpPr txBox="1">
            <a:spLocks noChangeArrowheads="1"/>
          </p:cNvSpPr>
          <p:nvPr/>
        </p:nvSpPr>
        <p:spPr bwMode="auto">
          <a:xfrm>
            <a:off x="33827" y="3490078"/>
            <a:ext cx="612668"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r>
              <a:rPr lang="en-US" altLang="en-US" sz="1400" dirty="0">
                <a:solidFill>
                  <a:srgbClr val="00B0F0"/>
                </a:solidFill>
                <a:latin typeface="Arial" panose="020B0604020202020204" pitchFamily="34" charset="0"/>
              </a:rPr>
              <a:t>3 bits</a:t>
            </a:r>
          </a:p>
        </p:txBody>
      </p:sp>
      <p:sp>
        <p:nvSpPr>
          <p:cNvPr id="85039" name="Rectangle 50">
            <a:extLst>
              <a:ext uri="{FF2B5EF4-FFF2-40B4-BE49-F238E27FC236}">
                <a16:creationId xmlns:a16="http://schemas.microsoft.com/office/drawing/2014/main" id="{039C8259-A1EA-664E-819B-38804C7AB338}"/>
              </a:ext>
            </a:extLst>
          </p:cNvPr>
          <p:cNvSpPr>
            <a:spLocks noChangeArrowheads="1"/>
          </p:cNvSpPr>
          <p:nvPr/>
        </p:nvSpPr>
        <p:spPr bwMode="auto">
          <a:xfrm>
            <a:off x="3748088" y="5710237"/>
            <a:ext cx="625475" cy="338138"/>
          </a:xfrm>
          <a:prstGeom prst="rect">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endParaRPr lang="en-US" altLang="en-US" sz="1800">
              <a:solidFill>
                <a:srgbClr val="000000"/>
              </a:solidFill>
              <a:latin typeface="Arial" panose="020B0604020202020204" pitchFamily="34" charset="0"/>
            </a:endParaRPr>
          </a:p>
        </p:txBody>
      </p:sp>
      <p:sp>
        <p:nvSpPr>
          <p:cNvPr id="85040" name="TextBox 51">
            <a:extLst>
              <a:ext uri="{FF2B5EF4-FFF2-40B4-BE49-F238E27FC236}">
                <a16:creationId xmlns:a16="http://schemas.microsoft.com/office/drawing/2014/main" id="{E740C579-04C4-EF43-93E3-BB68ADC2781D}"/>
              </a:ext>
            </a:extLst>
          </p:cNvPr>
          <p:cNvSpPr txBox="1">
            <a:spLocks noChangeArrowheads="1"/>
          </p:cNvSpPr>
          <p:nvPr/>
        </p:nvSpPr>
        <p:spPr bwMode="auto">
          <a:xfrm>
            <a:off x="3759200" y="5710237"/>
            <a:ext cx="673100"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r>
              <a:rPr lang="en-US" altLang="en-US" sz="1600">
                <a:solidFill>
                  <a:srgbClr val="000000"/>
                </a:solidFill>
                <a:latin typeface="Arial" panose="020B0604020202020204" pitchFamily="34" charset="0"/>
              </a:rPr>
              <a:t>Logic</a:t>
            </a:r>
          </a:p>
        </p:txBody>
      </p:sp>
      <p:cxnSp>
        <p:nvCxnSpPr>
          <p:cNvPr id="85041" name="Straight Arrow Connector 53">
            <a:extLst>
              <a:ext uri="{FF2B5EF4-FFF2-40B4-BE49-F238E27FC236}">
                <a16:creationId xmlns:a16="http://schemas.microsoft.com/office/drawing/2014/main" id="{9B1CF68C-C999-D84F-A398-AA829A9BB8F4}"/>
              </a:ext>
            </a:extLst>
          </p:cNvPr>
          <p:cNvCxnSpPr>
            <a:cxnSpLocks noChangeShapeType="1"/>
            <a:endCxn id="85040" idx="1"/>
          </p:cNvCxnSpPr>
          <p:nvPr/>
        </p:nvCxnSpPr>
        <p:spPr bwMode="auto">
          <a:xfrm>
            <a:off x="3024188" y="5356225"/>
            <a:ext cx="735012" cy="523875"/>
          </a:xfrm>
          <a:prstGeom prst="straightConnector1">
            <a:avLst/>
          </a:prstGeom>
          <a:noFill/>
          <a:ln w="9525">
            <a:solidFill>
              <a:schemeClr val="tx1"/>
            </a:solidFill>
            <a:round/>
            <a:headEnd/>
            <a:tailEnd type="arrow" w="med" len="med"/>
          </a:ln>
          <a:extLst>
            <a:ext uri="{909E8E84-426E-40DD-AFC4-6F175D3DCCD1}">
              <a14:hiddenFill xmlns:a14="http://schemas.microsoft.com/office/drawing/2010/main">
                <a:noFill/>
              </a14:hiddenFill>
            </a:ext>
          </a:extLst>
        </p:spPr>
      </p:cxnSp>
      <p:cxnSp>
        <p:nvCxnSpPr>
          <p:cNvPr id="85042" name="Straight Arrow Connector 55">
            <a:extLst>
              <a:ext uri="{FF2B5EF4-FFF2-40B4-BE49-F238E27FC236}">
                <a16:creationId xmlns:a16="http://schemas.microsoft.com/office/drawing/2014/main" id="{1D390405-7984-3E45-9106-343E0E6D7451}"/>
              </a:ext>
            </a:extLst>
          </p:cNvPr>
          <p:cNvCxnSpPr>
            <a:cxnSpLocks noChangeShapeType="1"/>
            <a:endCxn id="85040" idx="0"/>
          </p:cNvCxnSpPr>
          <p:nvPr/>
        </p:nvCxnSpPr>
        <p:spPr bwMode="auto">
          <a:xfrm rot="10800000" flipV="1">
            <a:off x="4095750" y="5356225"/>
            <a:ext cx="441325" cy="354012"/>
          </a:xfrm>
          <a:prstGeom prst="straightConnector1">
            <a:avLst/>
          </a:prstGeom>
          <a:noFill/>
          <a:ln w="9525">
            <a:solidFill>
              <a:schemeClr val="tx1"/>
            </a:solidFill>
            <a:round/>
            <a:headEnd/>
            <a:tailEnd type="arrow" w="med" len="med"/>
          </a:ln>
          <a:extLst>
            <a:ext uri="{909E8E84-426E-40DD-AFC4-6F175D3DCCD1}">
              <a14:hiddenFill xmlns:a14="http://schemas.microsoft.com/office/drawing/2010/main">
                <a:noFill/>
              </a14:hiddenFill>
            </a:ext>
          </a:extLst>
        </p:spPr>
      </p:cxnSp>
      <p:cxnSp>
        <p:nvCxnSpPr>
          <p:cNvPr id="85043" name="Straight Arrow Connector 59">
            <a:extLst>
              <a:ext uri="{FF2B5EF4-FFF2-40B4-BE49-F238E27FC236}">
                <a16:creationId xmlns:a16="http://schemas.microsoft.com/office/drawing/2014/main" id="{8708A10A-422E-8D47-A251-30E7F2119E97}"/>
              </a:ext>
            </a:extLst>
          </p:cNvPr>
          <p:cNvCxnSpPr>
            <a:cxnSpLocks noChangeShapeType="1"/>
          </p:cNvCxnSpPr>
          <p:nvPr/>
        </p:nvCxnSpPr>
        <p:spPr bwMode="auto">
          <a:xfrm rot="5400000">
            <a:off x="6334839" y="4810918"/>
            <a:ext cx="419100" cy="1587"/>
          </a:xfrm>
          <a:prstGeom prst="straightConnector1">
            <a:avLst/>
          </a:prstGeom>
          <a:noFill/>
          <a:ln w="9525">
            <a:solidFill>
              <a:schemeClr val="tx1"/>
            </a:solidFill>
            <a:round/>
            <a:headEnd/>
            <a:tailEnd type="arrow" w="med" len="med"/>
          </a:ln>
          <a:extLst>
            <a:ext uri="{909E8E84-426E-40DD-AFC4-6F175D3DCCD1}">
              <a14:hiddenFill xmlns:a14="http://schemas.microsoft.com/office/drawing/2010/main">
                <a:noFill/>
              </a14:hiddenFill>
            </a:ext>
          </a:extLst>
        </p:spPr>
      </p:cxnSp>
      <p:sp>
        <p:nvSpPr>
          <p:cNvPr id="85044" name="Freeform 48">
            <a:extLst>
              <a:ext uri="{FF2B5EF4-FFF2-40B4-BE49-F238E27FC236}">
                <a16:creationId xmlns:a16="http://schemas.microsoft.com/office/drawing/2014/main" id="{46E0AF9E-60FD-784D-9DAE-EEB4A6380DB5}"/>
              </a:ext>
            </a:extLst>
          </p:cNvPr>
          <p:cNvSpPr>
            <a:spLocks/>
          </p:cNvSpPr>
          <p:nvPr/>
        </p:nvSpPr>
        <p:spPr bwMode="auto">
          <a:xfrm>
            <a:off x="6270545" y="5030787"/>
            <a:ext cx="2127250" cy="320675"/>
          </a:xfrm>
          <a:custGeom>
            <a:avLst/>
            <a:gdLst>
              <a:gd name="T0" fmla="*/ 2147483646 w 1132"/>
              <a:gd name="T1" fmla="*/ 0 h 202"/>
              <a:gd name="T2" fmla="*/ 2147483646 w 1132"/>
              <a:gd name="T3" fmla="*/ 2147483646 h 202"/>
              <a:gd name="T4" fmla="*/ 2147483646 w 1132"/>
              <a:gd name="T5" fmla="*/ 2147483646 h 202"/>
              <a:gd name="T6" fmla="*/ 0 w 1132"/>
              <a:gd name="T7" fmla="*/ 0 h 202"/>
              <a:gd name="T8" fmla="*/ 2147483646 w 1132"/>
              <a:gd name="T9" fmla="*/ 0 h 202"/>
              <a:gd name="T10" fmla="*/ 0 60000 65536"/>
              <a:gd name="T11" fmla="*/ 0 60000 65536"/>
              <a:gd name="T12" fmla="*/ 0 60000 65536"/>
              <a:gd name="T13" fmla="*/ 0 60000 65536"/>
              <a:gd name="T14" fmla="*/ 0 60000 65536"/>
              <a:gd name="T15" fmla="*/ 0 w 1132"/>
              <a:gd name="T16" fmla="*/ 0 h 202"/>
              <a:gd name="T17" fmla="*/ 1132 w 1132"/>
              <a:gd name="T18" fmla="*/ 202 h 202"/>
            </a:gdLst>
            <a:ahLst/>
            <a:cxnLst>
              <a:cxn ang="T10">
                <a:pos x="T0" y="T1"/>
              </a:cxn>
              <a:cxn ang="T11">
                <a:pos x="T2" y="T3"/>
              </a:cxn>
              <a:cxn ang="T12">
                <a:pos x="T4" y="T5"/>
              </a:cxn>
              <a:cxn ang="T13">
                <a:pos x="T6" y="T7"/>
              </a:cxn>
              <a:cxn ang="T14">
                <a:pos x="T8" y="T9"/>
              </a:cxn>
            </a:cxnLst>
            <a:rect l="T15" t="T16" r="T17" b="T18"/>
            <a:pathLst>
              <a:path w="1132" h="202">
                <a:moveTo>
                  <a:pt x="1132" y="0"/>
                </a:moveTo>
                <a:lnTo>
                  <a:pt x="849" y="202"/>
                </a:lnTo>
                <a:lnTo>
                  <a:pt x="283" y="202"/>
                </a:lnTo>
                <a:lnTo>
                  <a:pt x="0" y="0"/>
                </a:lnTo>
                <a:lnTo>
                  <a:pt x="1132" y="0"/>
                </a:lnTo>
                <a:close/>
              </a:path>
            </a:pathLst>
          </a:custGeom>
          <a:noFill/>
          <a:ln w="1905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85045" name="Text Box 61">
            <a:extLst>
              <a:ext uri="{FF2B5EF4-FFF2-40B4-BE49-F238E27FC236}">
                <a16:creationId xmlns:a16="http://schemas.microsoft.com/office/drawing/2014/main" id="{CABC6F26-6BE0-884C-AE52-F9F2D513E1C4}"/>
              </a:ext>
            </a:extLst>
          </p:cNvPr>
          <p:cNvSpPr txBox="1">
            <a:spLocks noChangeArrowheads="1"/>
          </p:cNvSpPr>
          <p:nvPr/>
        </p:nvSpPr>
        <p:spPr bwMode="auto">
          <a:xfrm>
            <a:off x="7048420" y="5029200"/>
            <a:ext cx="69850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r>
              <a:rPr lang="en-US" altLang="en-US" sz="1800">
                <a:solidFill>
                  <a:srgbClr val="000000"/>
                </a:solidFill>
                <a:latin typeface="Arial" panose="020B0604020202020204" pitchFamily="34" charset="0"/>
              </a:rPr>
              <a:t>MUX</a:t>
            </a:r>
          </a:p>
        </p:txBody>
      </p:sp>
      <p:cxnSp>
        <p:nvCxnSpPr>
          <p:cNvPr id="85046" name="Straight Arrow Connector 63">
            <a:extLst>
              <a:ext uri="{FF2B5EF4-FFF2-40B4-BE49-F238E27FC236}">
                <a16:creationId xmlns:a16="http://schemas.microsoft.com/office/drawing/2014/main" id="{25608095-94F8-2D49-B29D-DBEF0D15CF0F}"/>
              </a:ext>
            </a:extLst>
          </p:cNvPr>
          <p:cNvCxnSpPr>
            <a:cxnSpLocks noChangeShapeType="1"/>
            <a:stCxn id="85040" idx="3"/>
          </p:cNvCxnSpPr>
          <p:nvPr/>
        </p:nvCxnSpPr>
        <p:spPr bwMode="auto">
          <a:xfrm flipV="1">
            <a:off x="4432300" y="5239544"/>
            <a:ext cx="2190577" cy="639762"/>
          </a:xfrm>
          <a:prstGeom prst="straightConnector1">
            <a:avLst/>
          </a:prstGeom>
          <a:noFill/>
          <a:ln w="9525">
            <a:solidFill>
              <a:schemeClr val="tx1"/>
            </a:solidFill>
            <a:round/>
            <a:headEnd/>
            <a:tailEnd type="arrow" w="med" len="med"/>
          </a:ln>
          <a:extLst>
            <a:ext uri="{909E8E84-426E-40DD-AFC4-6F175D3DCCD1}">
              <a14:hiddenFill xmlns:a14="http://schemas.microsoft.com/office/drawing/2010/main">
                <a:noFill/>
              </a14:hiddenFill>
            </a:ext>
          </a:extLst>
        </p:spPr>
      </p:cxnSp>
      <p:cxnSp>
        <p:nvCxnSpPr>
          <p:cNvPr id="85047" name="Straight Arrow Connector 66">
            <a:extLst>
              <a:ext uri="{FF2B5EF4-FFF2-40B4-BE49-F238E27FC236}">
                <a16:creationId xmlns:a16="http://schemas.microsoft.com/office/drawing/2014/main" id="{EA7568F4-4367-3D4E-B56B-BBE3C6291E64}"/>
              </a:ext>
            </a:extLst>
          </p:cNvPr>
          <p:cNvCxnSpPr>
            <a:cxnSpLocks noChangeShapeType="1"/>
          </p:cNvCxnSpPr>
          <p:nvPr/>
        </p:nvCxnSpPr>
        <p:spPr bwMode="auto">
          <a:xfrm rot="5400000">
            <a:off x="7180976" y="5566568"/>
            <a:ext cx="419100" cy="1588"/>
          </a:xfrm>
          <a:prstGeom prst="straightConnector1">
            <a:avLst/>
          </a:prstGeom>
          <a:noFill/>
          <a:ln w="9525">
            <a:solidFill>
              <a:schemeClr val="tx1"/>
            </a:solidFill>
            <a:round/>
            <a:headEnd/>
            <a:tailEnd type="arrow" w="med" len="med"/>
          </a:ln>
          <a:extLst>
            <a:ext uri="{909E8E84-426E-40DD-AFC4-6F175D3DCCD1}">
              <a14:hiddenFill xmlns:a14="http://schemas.microsoft.com/office/drawing/2010/main">
                <a:noFill/>
              </a14:hiddenFill>
            </a:ext>
          </a:extLst>
        </p:spPr>
      </p:cxnSp>
      <p:sp>
        <p:nvSpPr>
          <p:cNvPr id="85048" name="Freeform 48">
            <a:extLst>
              <a:ext uri="{FF2B5EF4-FFF2-40B4-BE49-F238E27FC236}">
                <a16:creationId xmlns:a16="http://schemas.microsoft.com/office/drawing/2014/main" id="{1BB83BA3-7AA2-A845-9FD8-FBEC2C6F1282}"/>
              </a:ext>
            </a:extLst>
          </p:cNvPr>
          <p:cNvSpPr>
            <a:spLocks/>
          </p:cNvSpPr>
          <p:nvPr/>
        </p:nvSpPr>
        <p:spPr bwMode="auto">
          <a:xfrm>
            <a:off x="6499145" y="5810250"/>
            <a:ext cx="1797050" cy="320675"/>
          </a:xfrm>
          <a:custGeom>
            <a:avLst/>
            <a:gdLst>
              <a:gd name="T0" fmla="*/ 2147483646 w 1132"/>
              <a:gd name="T1" fmla="*/ 0 h 202"/>
              <a:gd name="T2" fmla="*/ 2147483646 w 1132"/>
              <a:gd name="T3" fmla="*/ 2147483646 h 202"/>
              <a:gd name="T4" fmla="*/ 2147483646 w 1132"/>
              <a:gd name="T5" fmla="*/ 2147483646 h 202"/>
              <a:gd name="T6" fmla="*/ 0 w 1132"/>
              <a:gd name="T7" fmla="*/ 0 h 202"/>
              <a:gd name="T8" fmla="*/ 2147483646 w 1132"/>
              <a:gd name="T9" fmla="*/ 0 h 202"/>
              <a:gd name="T10" fmla="*/ 0 60000 65536"/>
              <a:gd name="T11" fmla="*/ 0 60000 65536"/>
              <a:gd name="T12" fmla="*/ 0 60000 65536"/>
              <a:gd name="T13" fmla="*/ 0 60000 65536"/>
              <a:gd name="T14" fmla="*/ 0 60000 65536"/>
              <a:gd name="T15" fmla="*/ 0 w 1132"/>
              <a:gd name="T16" fmla="*/ 0 h 202"/>
              <a:gd name="T17" fmla="*/ 1132 w 1132"/>
              <a:gd name="T18" fmla="*/ 202 h 202"/>
            </a:gdLst>
            <a:ahLst/>
            <a:cxnLst>
              <a:cxn ang="T10">
                <a:pos x="T0" y="T1"/>
              </a:cxn>
              <a:cxn ang="T11">
                <a:pos x="T2" y="T3"/>
              </a:cxn>
              <a:cxn ang="T12">
                <a:pos x="T4" y="T5"/>
              </a:cxn>
              <a:cxn ang="T13">
                <a:pos x="T6" y="T7"/>
              </a:cxn>
              <a:cxn ang="T14">
                <a:pos x="T8" y="T9"/>
              </a:cxn>
            </a:cxnLst>
            <a:rect l="T15" t="T16" r="T17" b="T18"/>
            <a:pathLst>
              <a:path w="1132" h="202">
                <a:moveTo>
                  <a:pt x="1132" y="0"/>
                </a:moveTo>
                <a:lnTo>
                  <a:pt x="849" y="202"/>
                </a:lnTo>
                <a:lnTo>
                  <a:pt x="283" y="202"/>
                </a:lnTo>
                <a:lnTo>
                  <a:pt x="0" y="0"/>
                </a:lnTo>
                <a:lnTo>
                  <a:pt x="1132" y="0"/>
                </a:lnTo>
                <a:close/>
              </a:path>
            </a:pathLst>
          </a:custGeom>
          <a:noFill/>
          <a:ln w="1905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85049" name="Text Box 61">
            <a:extLst>
              <a:ext uri="{FF2B5EF4-FFF2-40B4-BE49-F238E27FC236}">
                <a16:creationId xmlns:a16="http://schemas.microsoft.com/office/drawing/2014/main" id="{B6FC53CD-7A2E-584C-BE2B-FBE7FD8A7031}"/>
              </a:ext>
            </a:extLst>
          </p:cNvPr>
          <p:cNvSpPr txBox="1">
            <a:spLocks noChangeArrowheads="1"/>
          </p:cNvSpPr>
          <p:nvPr/>
        </p:nvSpPr>
        <p:spPr bwMode="auto">
          <a:xfrm>
            <a:off x="7046832" y="5784850"/>
            <a:ext cx="696913"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r>
              <a:rPr lang="en-US" altLang="en-US" sz="1800">
                <a:solidFill>
                  <a:srgbClr val="000000"/>
                </a:solidFill>
                <a:latin typeface="Arial" panose="020B0604020202020204" pitchFamily="34" charset="0"/>
              </a:rPr>
              <a:t>MUX</a:t>
            </a:r>
          </a:p>
        </p:txBody>
      </p:sp>
      <p:cxnSp>
        <p:nvCxnSpPr>
          <p:cNvPr id="85050" name="Straight Arrow Connector 69">
            <a:extLst>
              <a:ext uri="{FF2B5EF4-FFF2-40B4-BE49-F238E27FC236}">
                <a16:creationId xmlns:a16="http://schemas.microsoft.com/office/drawing/2014/main" id="{66DE0E4D-5603-9E4A-8633-0EB75716D197}"/>
              </a:ext>
            </a:extLst>
          </p:cNvPr>
          <p:cNvCxnSpPr>
            <a:cxnSpLocks noChangeShapeType="1"/>
          </p:cNvCxnSpPr>
          <p:nvPr/>
        </p:nvCxnSpPr>
        <p:spPr bwMode="auto">
          <a:xfrm rot="10800000">
            <a:off x="8048544" y="6004136"/>
            <a:ext cx="523875" cy="1588"/>
          </a:xfrm>
          <a:prstGeom prst="straightConnector1">
            <a:avLst/>
          </a:prstGeom>
          <a:noFill/>
          <a:ln w="9525">
            <a:solidFill>
              <a:schemeClr val="tx1"/>
            </a:solidFill>
            <a:round/>
            <a:headEnd/>
            <a:tailEnd type="arrow" w="med" len="med"/>
          </a:ln>
          <a:extLst>
            <a:ext uri="{909E8E84-426E-40DD-AFC4-6F175D3DCCD1}">
              <a14:hiddenFill xmlns:a14="http://schemas.microsoft.com/office/drawing/2010/main">
                <a:noFill/>
              </a14:hiddenFill>
            </a:ext>
          </a:extLst>
        </p:spPr>
      </p:cxnSp>
      <p:sp>
        <p:nvSpPr>
          <p:cNvPr id="85051" name="TextBox 70">
            <a:extLst>
              <a:ext uri="{FF2B5EF4-FFF2-40B4-BE49-F238E27FC236}">
                <a16:creationId xmlns:a16="http://schemas.microsoft.com/office/drawing/2014/main" id="{D44A445D-EF21-184D-8C4D-6F931E56ECEC}"/>
              </a:ext>
            </a:extLst>
          </p:cNvPr>
          <p:cNvSpPr txBox="1">
            <a:spLocks noChangeArrowheads="1"/>
          </p:cNvSpPr>
          <p:nvPr/>
        </p:nvSpPr>
        <p:spPr bwMode="auto">
          <a:xfrm>
            <a:off x="7937499" y="6036469"/>
            <a:ext cx="1179513"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r>
              <a:rPr lang="en-US" altLang="en-US" sz="1400" dirty="0">
                <a:solidFill>
                  <a:srgbClr val="000000"/>
                </a:solidFill>
                <a:latin typeface="Arial" panose="020B0604020202020204" pitchFamily="34" charset="0"/>
              </a:rPr>
              <a:t>byte in block</a:t>
            </a:r>
          </a:p>
        </p:txBody>
      </p:sp>
      <p:cxnSp>
        <p:nvCxnSpPr>
          <p:cNvPr id="85052" name="Straight Arrow Connector 71">
            <a:extLst>
              <a:ext uri="{FF2B5EF4-FFF2-40B4-BE49-F238E27FC236}">
                <a16:creationId xmlns:a16="http://schemas.microsoft.com/office/drawing/2014/main" id="{771D147E-ED51-C44E-A728-6DA9756A3192}"/>
              </a:ext>
            </a:extLst>
          </p:cNvPr>
          <p:cNvCxnSpPr>
            <a:cxnSpLocks noChangeShapeType="1"/>
          </p:cNvCxnSpPr>
          <p:nvPr/>
        </p:nvCxnSpPr>
        <p:spPr bwMode="auto">
          <a:xfrm rot="5400000">
            <a:off x="7180183" y="6338887"/>
            <a:ext cx="417512" cy="1587"/>
          </a:xfrm>
          <a:prstGeom prst="straightConnector1">
            <a:avLst/>
          </a:prstGeom>
          <a:noFill/>
          <a:ln w="9525">
            <a:solidFill>
              <a:schemeClr val="tx1"/>
            </a:solidFill>
            <a:round/>
            <a:headEnd/>
            <a:tailEnd type="arrow" w="med" len="med"/>
          </a:ln>
          <a:extLst>
            <a:ext uri="{909E8E84-426E-40DD-AFC4-6F175D3DCCD1}">
              <a14:hiddenFill xmlns:a14="http://schemas.microsoft.com/office/drawing/2010/main">
                <a:noFill/>
              </a14:hiddenFill>
            </a:ext>
          </a:extLst>
        </p:spPr>
      </p:cxnSp>
      <p:sp>
        <p:nvSpPr>
          <p:cNvPr id="74" name="Rounded Rectangle 73">
            <a:extLst>
              <a:ext uri="{FF2B5EF4-FFF2-40B4-BE49-F238E27FC236}">
                <a16:creationId xmlns:a16="http://schemas.microsoft.com/office/drawing/2014/main" id="{D150D42C-C2F0-104D-800F-584B70F5135C}"/>
              </a:ext>
            </a:extLst>
          </p:cNvPr>
          <p:cNvSpPr>
            <a:spLocks noChangeArrowheads="1"/>
          </p:cNvSpPr>
          <p:nvPr/>
        </p:nvSpPr>
        <p:spPr bwMode="auto">
          <a:xfrm>
            <a:off x="1754188" y="3929062"/>
            <a:ext cx="3351212" cy="177800"/>
          </a:xfrm>
          <a:prstGeom prst="roundRect">
            <a:avLst>
              <a:gd name="adj" fmla="val 16667"/>
            </a:avLst>
          </a:prstGeom>
          <a:noFill/>
          <a:ln w="28575">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endParaRPr lang="en-US" altLang="en-US" sz="1800">
              <a:solidFill>
                <a:srgbClr val="000000"/>
              </a:solidFill>
              <a:latin typeface="Arial" panose="020B0604020202020204" pitchFamily="34" charset="0"/>
            </a:endParaRPr>
          </a:p>
        </p:txBody>
      </p:sp>
      <p:sp>
        <p:nvSpPr>
          <p:cNvPr id="75" name="TextBox 74">
            <a:extLst>
              <a:ext uri="{FF2B5EF4-FFF2-40B4-BE49-F238E27FC236}">
                <a16:creationId xmlns:a16="http://schemas.microsoft.com/office/drawing/2014/main" id="{B4A6951E-8B08-8A4A-B476-A671264A843B}"/>
              </a:ext>
            </a:extLst>
          </p:cNvPr>
          <p:cNvSpPr txBox="1">
            <a:spLocks noChangeArrowheads="1"/>
          </p:cNvSpPr>
          <p:nvPr/>
        </p:nvSpPr>
        <p:spPr bwMode="auto">
          <a:xfrm>
            <a:off x="4551097" y="3503096"/>
            <a:ext cx="131318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r>
              <a:rPr lang="en-US" altLang="en-US" sz="1800" dirty="0">
                <a:solidFill>
                  <a:srgbClr val="FF0000"/>
                </a:solidFill>
                <a:latin typeface="Arial" panose="020B0604020202020204" pitchFamily="34" charset="0"/>
              </a:rPr>
              <a:t>2-way SET</a:t>
            </a:r>
          </a:p>
        </p:txBody>
      </p:sp>
      <p:sp>
        <p:nvSpPr>
          <p:cNvPr id="76" name="Rounded Rectangle 75">
            <a:extLst>
              <a:ext uri="{FF2B5EF4-FFF2-40B4-BE49-F238E27FC236}">
                <a16:creationId xmlns:a16="http://schemas.microsoft.com/office/drawing/2014/main" id="{987C9F78-D138-4A4F-A035-C8B5DDCFA0B4}"/>
              </a:ext>
            </a:extLst>
          </p:cNvPr>
          <p:cNvSpPr>
            <a:spLocks noChangeArrowheads="1"/>
          </p:cNvSpPr>
          <p:nvPr/>
        </p:nvSpPr>
        <p:spPr bwMode="auto">
          <a:xfrm>
            <a:off x="5606970" y="3929062"/>
            <a:ext cx="3351212" cy="177800"/>
          </a:xfrm>
          <a:prstGeom prst="roundRect">
            <a:avLst>
              <a:gd name="adj" fmla="val 16667"/>
            </a:avLst>
          </a:prstGeom>
          <a:noFill/>
          <a:ln w="28575">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endParaRPr lang="en-US" altLang="en-US" sz="1800">
              <a:solidFill>
                <a:srgbClr val="000000"/>
              </a:solidFill>
              <a:latin typeface="Arial" panose="020B0604020202020204" pitchFamily="34" charset="0"/>
            </a:endParaRPr>
          </a:p>
        </p:txBody>
      </p:sp>
      <p:cxnSp>
        <p:nvCxnSpPr>
          <p:cNvPr id="85057" name="Straight Arrow Connector 68">
            <a:extLst>
              <a:ext uri="{FF2B5EF4-FFF2-40B4-BE49-F238E27FC236}">
                <a16:creationId xmlns:a16="http://schemas.microsoft.com/office/drawing/2014/main" id="{82913830-95FF-A34B-AAD7-99433396EA77}"/>
              </a:ext>
            </a:extLst>
          </p:cNvPr>
          <p:cNvCxnSpPr>
            <a:cxnSpLocks noChangeShapeType="1"/>
          </p:cNvCxnSpPr>
          <p:nvPr/>
        </p:nvCxnSpPr>
        <p:spPr bwMode="auto">
          <a:xfrm rot="16200000" flipH="1">
            <a:off x="3929063" y="6180137"/>
            <a:ext cx="265112" cy="1588"/>
          </a:xfrm>
          <a:prstGeom prst="straightConnector1">
            <a:avLst/>
          </a:prstGeom>
          <a:noFill/>
          <a:ln w="9525">
            <a:solidFill>
              <a:schemeClr val="tx1"/>
            </a:solidFill>
            <a:round/>
            <a:headEnd/>
            <a:tailEnd type="arrow" w="med" len="med"/>
          </a:ln>
          <a:extLst>
            <a:ext uri="{909E8E84-426E-40DD-AFC4-6F175D3DCCD1}">
              <a14:hiddenFill xmlns:a14="http://schemas.microsoft.com/office/drawing/2010/main">
                <a:noFill/>
              </a14:hiddenFill>
            </a:ext>
          </a:extLst>
        </p:spPr>
      </p:cxnSp>
      <p:sp>
        <p:nvSpPr>
          <p:cNvPr id="85058" name="TextBox 69">
            <a:extLst>
              <a:ext uri="{FF2B5EF4-FFF2-40B4-BE49-F238E27FC236}">
                <a16:creationId xmlns:a16="http://schemas.microsoft.com/office/drawing/2014/main" id="{4B035E75-C530-734D-98FA-234833394A0F}"/>
              </a:ext>
            </a:extLst>
          </p:cNvPr>
          <p:cNvSpPr txBox="1">
            <a:spLocks noChangeArrowheads="1"/>
          </p:cNvSpPr>
          <p:nvPr/>
        </p:nvSpPr>
        <p:spPr bwMode="auto">
          <a:xfrm>
            <a:off x="4179888" y="6183312"/>
            <a:ext cx="59372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r>
              <a:rPr lang="en-US" altLang="en-US" sz="1800">
                <a:solidFill>
                  <a:srgbClr val="000000"/>
                </a:solidFill>
                <a:latin typeface="Arial" panose="020B0604020202020204" pitchFamily="34" charset="0"/>
              </a:rPr>
              <a:t>Hit?</a:t>
            </a:r>
          </a:p>
        </p:txBody>
      </p:sp>
      <p:cxnSp>
        <p:nvCxnSpPr>
          <p:cNvPr id="69" name="Straight Connector 86">
            <a:extLst>
              <a:ext uri="{FF2B5EF4-FFF2-40B4-BE49-F238E27FC236}">
                <a16:creationId xmlns:a16="http://schemas.microsoft.com/office/drawing/2014/main" id="{66408C17-449F-4A8F-BD69-435DD8F52007}"/>
              </a:ext>
            </a:extLst>
          </p:cNvPr>
          <p:cNvCxnSpPr>
            <a:cxnSpLocks noChangeShapeType="1"/>
            <a:stCxn id="85029" idx="2"/>
          </p:cNvCxnSpPr>
          <p:nvPr/>
        </p:nvCxnSpPr>
        <p:spPr bwMode="auto">
          <a:xfrm>
            <a:off x="895046" y="3810000"/>
            <a:ext cx="0" cy="21566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70" name="Straight Arrow Connector 88">
            <a:extLst>
              <a:ext uri="{FF2B5EF4-FFF2-40B4-BE49-F238E27FC236}">
                <a16:creationId xmlns:a16="http://schemas.microsoft.com/office/drawing/2014/main" id="{2912B3B3-4748-458A-94E5-48AE7A3168C1}"/>
              </a:ext>
            </a:extLst>
          </p:cNvPr>
          <p:cNvCxnSpPr>
            <a:cxnSpLocks noChangeShapeType="1"/>
          </p:cNvCxnSpPr>
          <p:nvPr/>
        </p:nvCxnSpPr>
        <p:spPr bwMode="auto">
          <a:xfrm>
            <a:off x="895045" y="4021137"/>
            <a:ext cx="992494" cy="9052"/>
          </a:xfrm>
          <a:prstGeom prst="straightConnector1">
            <a:avLst/>
          </a:prstGeom>
          <a:noFill/>
          <a:ln w="9525">
            <a:solidFill>
              <a:schemeClr val="tx1"/>
            </a:solidFill>
            <a:round/>
            <a:headEnd/>
            <a:tailEnd type="arrow" w="med" len="med"/>
          </a:ln>
          <a:extLst>
            <a:ext uri="{909E8E84-426E-40DD-AFC4-6F175D3DCCD1}">
              <a14:hiddenFill xmlns:a14="http://schemas.microsoft.com/office/drawing/2010/main">
                <a:noFill/>
              </a14:hiddenFill>
            </a:ext>
          </a:extLst>
        </p:spPr>
      </p:cxnSp>
      <p:cxnSp>
        <p:nvCxnSpPr>
          <p:cNvPr id="72" name="Straight Connector 86">
            <a:extLst>
              <a:ext uri="{FF2B5EF4-FFF2-40B4-BE49-F238E27FC236}">
                <a16:creationId xmlns:a16="http://schemas.microsoft.com/office/drawing/2014/main" id="{32D7E74C-DB81-40AD-8662-089FEAD0199E}"/>
              </a:ext>
            </a:extLst>
          </p:cNvPr>
          <p:cNvCxnSpPr>
            <a:cxnSpLocks noChangeShapeType="1"/>
          </p:cNvCxnSpPr>
          <p:nvPr/>
        </p:nvCxnSpPr>
        <p:spPr bwMode="auto">
          <a:xfrm>
            <a:off x="341010" y="3838575"/>
            <a:ext cx="5861" cy="135255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73" name="Straight Arrow Connector 88">
            <a:extLst>
              <a:ext uri="{FF2B5EF4-FFF2-40B4-BE49-F238E27FC236}">
                <a16:creationId xmlns:a16="http://schemas.microsoft.com/office/drawing/2014/main" id="{951B7077-F597-4703-A4DD-78A598ADA268}"/>
              </a:ext>
            </a:extLst>
          </p:cNvPr>
          <p:cNvCxnSpPr>
            <a:cxnSpLocks noChangeShapeType="1"/>
          </p:cNvCxnSpPr>
          <p:nvPr/>
        </p:nvCxnSpPr>
        <p:spPr bwMode="auto">
          <a:xfrm>
            <a:off x="340161" y="5195887"/>
            <a:ext cx="2059425" cy="11114"/>
          </a:xfrm>
          <a:prstGeom prst="straightConnector1">
            <a:avLst/>
          </a:prstGeom>
          <a:noFill/>
          <a:ln w="9525">
            <a:solidFill>
              <a:schemeClr val="tx1"/>
            </a:solidFill>
            <a:round/>
            <a:headEnd/>
            <a:tailEnd type="arrow" w="med" len="med"/>
          </a:ln>
          <a:extLst>
            <a:ext uri="{909E8E84-426E-40DD-AFC4-6F175D3DCCD1}">
              <a14:hiddenFill xmlns:a14="http://schemas.microsoft.com/office/drawing/2010/main">
                <a:noFill/>
              </a14:hiddenFill>
            </a:ext>
          </a:extLst>
        </p:spPr>
      </p:cxn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84994">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4994">
                                            <p:txEl>
                                              <p:pRg st="3" end="3"/>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5004"/>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85013"/>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85029"/>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85030"/>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85031"/>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85032"/>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85033"/>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85034"/>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85035"/>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85036"/>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85037"/>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85038"/>
                                        </p:tgtEl>
                                        <p:attrNameLst>
                                          <p:attrName>style.visibility</p:attrName>
                                        </p:attrNameLst>
                                      </p:cBhvr>
                                      <p:to>
                                        <p:strVal val="visible"/>
                                      </p:to>
                                    </p:set>
                                  </p:childTnLst>
                                </p:cTn>
                              </p:par>
                            </p:childTnLst>
                          </p:cTn>
                        </p:par>
                      </p:childTnLst>
                    </p:cTn>
                  </p:par>
                  <p:par>
                    <p:cTn id="37" fill="hold" nodeType="clickPar">
                      <p:stCondLst>
                        <p:cond delay="indefinite"/>
                      </p:stCondLst>
                      <p:childTnLst>
                        <p:par>
                          <p:cTn id="38" fill="hold" nodeType="withGroup">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84996"/>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84997"/>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84998"/>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84999"/>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85000"/>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85001"/>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85002"/>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85003"/>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85014"/>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85015"/>
                                        </p:tgtEl>
                                        <p:attrNameLst>
                                          <p:attrName>style.visibility</p:attrName>
                                        </p:attrNameLst>
                                      </p:cBhvr>
                                      <p:to>
                                        <p:strVal val="visible"/>
                                      </p:to>
                                    </p:set>
                                  </p:childTnLst>
                                </p:cTn>
                              </p:par>
                              <p:par>
                                <p:cTn id="59" presetID="1" presetClass="entr" presetSubtype="0" fill="hold" nodeType="withEffect">
                                  <p:stCondLst>
                                    <p:cond delay="0"/>
                                  </p:stCondLst>
                                  <p:childTnLst>
                                    <p:set>
                                      <p:cBhvr>
                                        <p:cTn id="60" dur="1" fill="hold">
                                          <p:stCondLst>
                                            <p:cond delay="0"/>
                                          </p:stCondLst>
                                        </p:cTn>
                                        <p:tgtEl>
                                          <p:spTgt spid="85021"/>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85022"/>
                                        </p:tgtEl>
                                        <p:attrNameLst>
                                          <p:attrName>style.visibility</p:attrName>
                                        </p:attrNameLst>
                                      </p:cBhvr>
                                      <p:to>
                                        <p:strVal val="visible"/>
                                      </p:to>
                                    </p:set>
                                  </p:childTnLst>
                                </p:cTn>
                              </p:par>
                              <p:par>
                                <p:cTn id="63" presetID="1" presetClass="entr" presetSubtype="0" fill="hold" grpId="0" nodeType="withEffect">
                                  <p:stCondLst>
                                    <p:cond delay="0"/>
                                  </p:stCondLst>
                                  <p:childTnLst>
                                    <p:set>
                                      <p:cBhvr>
                                        <p:cTn id="64" dur="1" fill="hold">
                                          <p:stCondLst>
                                            <p:cond delay="0"/>
                                          </p:stCondLst>
                                        </p:cTn>
                                        <p:tgtEl>
                                          <p:spTgt spid="85023"/>
                                        </p:tgtEl>
                                        <p:attrNameLst>
                                          <p:attrName>style.visibility</p:attrName>
                                        </p:attrNameLst>
                                      </p:cBhvr>
                                      <p:to>
                                        <p:strVal val="visible"/>
                                      </p:to>
                                    </p:set>
                                  </p:childTnLst>
                                </p:cTn>
                              </p:par>
                              <p:par>
                                <p:cTn id="65" presetID="1" presetClass="entr" presetSubtype="0" fill="hold" nodeType="withEffect">
                                  <p:stCondLst>
                                    <p:cond delay="0"/>
                                  </p:stCondLst>
                                  <p:childTnLst>
                                    <p:set>
                                      <p:cBhvr>
                                        <p:cTn id="66" dur="1" fill="hold">
                                          <p:stCondLst>
                                            <p:cond delay="0"/>
                                          </p:stCondLst>
                                        </p:cTn>
                                        <p:tgtEl>
                                          <p:spTgt spid="85028"/>
                                        </p:tgtEl>
                                        <p:attrNameLst>
                                          <p:attrName>style.visibility</p:attrName>
                                        </p:attrNameLst>
                                      </p:cBhvr>
                                      <p:to>
                                        <p:strVal val="visible"/>
                                      </p:to>
                                    </p:set>
                                  </p:childTnLst>
                                </p:cTn>
                              </p:par>
                              <p:par>
                                <p:cTn id="67" presetID="1" presetClass="entr" presetSubtype="0" fill="hold" grpId="0" nodeType="withEffect">
                                  <p:stCondLst>
                                    <p:cond delay="0"/>
                                  </p:stCondLst>
                                  <p:childTnLst>
                                    <p:set>
                                      <p:cBhvr>
                                        <p:cTn id="68" dur="1" fill="hold">
                                          <p:stCondLst>
                                            <p:cond delay="0"/>
                                          </p:stCondLst>
                                        </p:cTn>
                                        <p:tgtEl>
                                          <p:spTgt spid="74"/>
                                        </p:tgtEl>
                                        <p:attrNameLst>
                                          <p:attrName>style.visibility</p:attrName>
                                        </p:attrNameLst>
                                      </p:cBhvr>
                                      <p:to>
                                        <p:strVal val="visible"/>
                                      </p:to>
                                    </p:set>
                                  </p:childTnLst>
                                </p:cTn>
                              </p:par>
                              <p:par>
                                <p:cTn id="69" presetID="1" presetClass="entr" presetSubtype="0" fill="hold" grpId="0" nodeType="withEffect">
                                  <p:stCondLst>
                                    <p:cond delay="0"/>
                                  </p:stCondLst>
                                  <p:childTnLst>
                                    <p:set>
                                      <p:cBhvr>
                                        <p:cTn id="70" dur="1" fill="hold">
                                          <p:stCondLst>
                                            <p:cond delay="0"/>
                                          </p:stCondLst>
                                        </p:cTn>
                                        <p:tgtEl>
                                          <p:spTgt spid="75"/>
                                        </p:tgtEl>
                                        <p:attrNameLst>
                                          <p:attrName>style.visibility</p:attrName>
                                        </p:attrNameLst>
                                      </p:cBhvr>
                                      <p:to>
                                        <p:strVal val="visible"/>
                                      </p:to>
                                    </p:set>
                                  </p:childTnLst>
                                </p:cTn>
                              </p:par>
                            </p:childTnLst>
                          </p:cTn>
                        </p:par>
                      </p:childTnLst>
                    </p:cTn>
                  </p:par>
                  <p:par>
                    <p:cTn id="71" fill="hold" nodeType="clickPar">
                      <p:stCondLst>
                        <p:cond delay="indefinite"/>
                      </p:stCondLst>
                      <p:childTnLst>
                        <p:par>
                          <p:cTn id="72" fill="hold" nodeType="withGroup">
                            <p:stCondLst>
                              <p:cond delay="0"/>
                            </p:stCondLst>
                            <p:childTnLst>
                              <p:par>
                                <p:cTn id="73" presetID="1" presetClass="entr" presetSubtype="0" fill="hold" grpId="0" nodeType="clickEffect">
                                  <p:stCondLst>
                                    <p:cond delay="0"/>
                                  </p:stCondLst>
                                  <p:childTnLst>
                                    <p:set>
                                      <p:cBhvr>
                                        <p:cTn id="74" dur="1" fill="hold">
                                          <p:stCondLst>
                                            <p:cond delay="0"/>
                                          </p:stCondLst>
                                        </p:cTn>
                                        <p:tgtEl>
                                          <p:spTgt spid="85005"/>
                                        </p:tgtEl>
                                        <p:attrNameLst>
                                          <p:attrName>style.visibility</p:attrName>
                                        </p:attrNameLst>
                                      </p:cBhvr>
                                      <p:to>
                                        <p:strVal val="visible"/>
                                      </p:to>
                                    </p:set>
                                  </p:childTnLst>
                                </p:cTn>
                              </p:par>
                              <p:par>
                                <p:cTn id="75" presetID="1" presetClass="entr" presetSubtype="0" fill="hold" grpId="0" nodeType="withEffect">
                                  <p:stCondLst>
                                    <p:cond delay="0"/>
                                  </p:stCondLst>
                                  <p:childTnLst>
                                    <p:set>
                                      <p:cBhvr>
                                        <p:cTn id="76" dur="1" fill="hold">
                                          <p:stCondLst>
                                            <p:cond delay="0"/>
                                          </p:stCondLst>
                                        </p:cTn>
                                        <p:tgtEl>
                                          <p:spTgt spid="85006"/>
                                        </p:tgtEl>
                                        <p:attrNameLst>
                                          <p:attrName>style.visibility</p:attrName>
                                        </p:attrNameLst>
                                      </p:cBhvr>
                                      <p:to>
                                        <p:strVal val="visible"/>
                                      </p:to>
                                    </p:set>
                                  </p:childTnLst>
                                </p:cTn>
                              </p:par>
                              <p:par>
                                <p:cTn id="77" presetID="1" presetClass="entr" presetSubtype="0" fill="hold" grpId="0" nodeType="withEffect">
                                  <p:stCondLst>
                                    <p:cond delay="0"/>
                                  </p:stCondLst>
                                  <p:childTnLst>
                                    <p:set>
                                      <p:cBhvr>
                                        <p:cTn id="78" dur="1" fill="hold">
                                          <p:stCondLst>
                                            <p:cond delay="0"/>
                                          </p:stCondLst>
                                        </p:cTn>
                                        <p:tgtEl>
                                          <p:spTgt spid="85007"/>
                                        </p:tgtEl>
                                        <p:attrNameLst>
                                          <p:attrName>style.visibility</p:attrName>
                                        </p:attrNameLst>
                                      </p:cBhvr>
                                      <p:to>
                                        <p:strVal val="visible"/>
                                      </p:to>
                                    </p:set>
                                  </p:childTnLst>
                                </p:cTn>
                              </p:par>
                              <p:par>
                                <p:cTn id="79" presetID="1" presetClass="entr" presetSubtype="0" fill="hold" grpId="0" nodeType="withEffect">
                                  <p:stCondLst>
                                    <p:cond delay="0"/>
                                  </p:stCondLst>
                                  <p:childTnLst>
                                    <p:set>
                                      <p:cBhvr>
                                        <p:cTn id="80" dur="1" fill="hold">
                                          <p:stCondLst>
                                            <p:cond delay="0"/>
                                          </p:stCondLst>
                                        </p:cTn>
                                        <p:tgtEl>
                                          <p:spTgt spid="85008"/>
                                        </p:tgtEl>
                                        <p:attrNameLst>
                                          <p:attrName>style.visibility</p:attrName>
                                        </p:attrNameLst>
                                      </p:cBhvr>
                                      <p:to>
                                        <p:strVal val="visible"/>
                                      </p:to>
                                    </p:set>
                                  </p:childTnLst>
                                </p:cTn>
                              </p:par>
                              <p:par>
                                <p:cTn id="81" presetID="1" presetClass="entr" presetSubtype="0" fill="hold" grpId="0" nodeType="withEffect">
                                  <p:stCondLst>
                                    <p:cond delay="0"/>
                                  </p:stCondLst>
                                  <p:childTnLst>
                                    <p:set>
                                      <p:cBhvr>
                                        <p:cTn id="82" dur="1" fill="hold">
                                          <p:stCondLst>
                                            <p:cond delay="0"/>
                                          </p:stCondLst>
                                        </p:cTn>
                                        <p:tgtEl>
                                          <p:spTgt spid="85009"/>
                                        </p:tgtEl>
                                        <p:attrNameLst>
                                          <p:attrName>style.visibility</p:attrName>
                                        </p:attrNameLst>
                                      </p:cBhvr>
                                      <p:to>
                                        <p:strVal val="visible"/>
                                      </p:to>
                                    </p:set>
                                  </p:childTnLst>
                                </p:cTn>
                              </p:par>
                              <p:par>
                                <p:cTn id="83" presetID="1" presetClass="entr" presetSubtype="0" fill="hold" grpId="0" nodeType="withEffect">
                                  <p:stCondLst>
                                    <p:cond delay="0"/>
                                  </p:stCondLst>
                                  <p:childTnLst>
                                    <p:set>
                                      <p:cBhvr>
                                        <p:cTn id="84" dur="1" fill="hold">
                                          <p:stCondLst>
                                            <p:cond delay="0"/>
                                          </p:stCondLst>
                                        </p:cTn>
                                        <p:tgtEl>
                                          <p:spTgt spid="85010"/>
                                        </p:tgtEl>
                                        <p:attrNameLst>
                                          <p:attrName>style.visibility</p:attrName>
                                        </p:attrNameLst>
                                      </p:cBhvr>
                                      <p:to>
                                        <p:strVal val="visible"/>
                                      </p:to>
                                    </p:set>
                                  </p:childTnLst>
                                </p:cTn>
                              </p:par>
                              <p:par>
                                <p:cTn id="85" presetID="1" presetClass="entr" presetSubtype="0" fill="hold" grpId="0" nodeType="withEffect">
                                  <p:stCondLst>
                                    <p:cond delay="0"/>
                                  </p:stCondLst>
                                  <p:childTnLst>
                                    <p:set>
                                      <p:cBhvr>
                                        <p:cTn id="86" dur="1" fill="hold">
                                          <p:stCondLst>
                                            <p:cond delay="0"/>
                                          </p:stCondLst>
                                        </p:cTn>
                                        <p:tgtEl>
                                          <p:spTgt spid="85011"/>
                                        </p:tgtEl>
                                        <p:attrNameLst>
                                          <p:attrName>style.visibility</p:attrName>
                                        </p:attrNameLst>
                                      </p:cBhvr>
                                      <p:to>
                                        <p:strVal val="visible"/>
                                      </p:to>
                                    </p:set>
                                  </p:childTnLst>
                                </p:cTn>
                              </p:par>
                              <p:par>
                                <p:cTn id="87" presetID="1" presetClass="entr" presetSubtype="0" fill="hold" grpId="0" nodeType="withEffect">
                                  <p:stCondLst>
                                    <p:cond delay="0"/>
                                  </p:stCondLst>
                                  <p:childTnLst>
                                    <p:set>
                                      <p:cBhvr>
                                        <p:cTn id="88" dur="1" fill="hold">
                                          <p:stCondLst>
                                            <p:cond delay="0"/>
                                          </p:stCondLst>
                                        </p:cTn>
                                        <p:tgtEl>
                                          <p:spTgt spid="85012"/>
                                        </p:tgtEl>
                                        <p:attrNameLst>
                                          <p:attrName>style.visibility</p:attrName>
                                        </p:attrNameLst>
                                      </p:cBhvr>
                                      <p:to>
                                        <p:strVal val="visible"/>
                                      </p:to>
                                    </p:set>
                                  </p:childTnLst>
                                </p:cTn>
                              </p:par>
                              <p:par>
                                <p:cTn id="89" presetID="1" presetClass="entr" presetSubtype="0" fill="hold" grpId="0" nodeType="withEffect">
                                  <p:stCondLst>
                                    <p:cond delay="0"/>
                                  </p:stCondLst>
                                  <p:childTnLst>
                                    <p:set>
                                      <p:cBhvr>
                                        <p:cTn id="90" dur="1" fill="hold">
                                          <p:stCondLst>
                                            <p:cond delay="0"/>
                                          </p:stCondLst>
                                        </p:cTn>
                                        <p:tgtEl>
                                          <p:spTgt spid="76"/>
                                        </p:tgtEl>
                                        <p:attrNameLst>
                                          <p:attrName>style.visibility</p:attrName>
                                        </p:attrNameLst>
                                      </p:cBhvr>
                                      <p:to>
                                        <p:strVal val="visible"/>
                                      </p:to>
                                    </p:set>
                                  </p:childTnLst>
                                </p:cTn>
                              </p:par>
                            </p:childTnLst>
                          </p:cTn>
                        </p:par>
                      </p:childTnLst>
                    </p:cTn>
                  </p:par>
                  <p:par>
                    <p:cTn id="91" fill="hold" nodeType="clickPar">
                      <p:stCondLst>
                        <p:cond delay="indefinite"/>
                      </p:stCondLst>
                      <p:childTnLst>
                        <p:par>
                          <p:cTn id="92" fill="hold" nodeType="withGroup">
                            <p:stCondLst>
                              <p:cond delay="0"/>
                            </p:stCondLst>
                            <p:childTnLst>
                              <p:par>
                                <p:cTn id="93" presetID="1" presetClass="entr" presetSubtype="0" fill="hold" grpId="0" nodeType="clickEffect">
                                  <p:stCondLst>
                                    <p:cond delay="0"/>
                                  </p:stCondLst>
                                  <p:childTnLst>
                                    <p:set>
                                      <p:cBhvr>
                                        <p:cTn id="94" dur="1" fill="hold">
                                          <p:stCondLst>
                                            <p:cond delay="0"/>
                                          </p:stCondLst>
                                        </p:cTn>
                                        <p:tgtEl>
                                          <p:spTgt spid="85016"/>
                                        </p:tgtEl>
                                        <p:attrNameLst>
                                          <p:attrName>style.visibility</p:attrName>
                                        </p:attrNameLst>
                                      </p:cBhvr>
                                      <p:to>
                                        <p:strVal val="visible"/>
                                      </p:to>
                                    </p:set>
                                  </p:childTnLst>
                                </p:cTn>
                              </p:par>
                              <p:par>
                                <p:cTn id="95" presetID="1" presetClass="entr" presetSubtype="0" fill="hold" grpId="0" nodeType="withEffect">
                                  <p:stCondLst>
                                    <p:cond delay="0"/>
                                  </p:stCondLst>
                                  <p:childTnLst>
                                    <p:set>
                                      <p:cBhvr>
                                        <p:cTn id="96" dur="1" fill="hold">
                                          <p:stCondLst>
                                            <p:cond delay="0"/>
                                          </p:stCondLst>
                                        </p:cTn>
                                        <p:tgtEl>
                                          <p:spTgt spid="85017"/>
                                        </p:tgtEl>
                                        <p:attrNameLst>
                                          <p:attrName>style.visibility</p:attrName>
                                        </p:attrNameLst>
                                      </p:cBhvr>
                                      <p:to>
                                        <p:strVal val="visible"/>
                                      </p:to>
                                    </p:set>
                                  </p:childTnLst>
                                </p:cTn>
                              </p:par>
                              <p:par>
                                <p:cTn id="97" presetID="1" presetClass="entr" presetSubtype="0" fill="hold" nodeType="withEffect">
                                  <p:stCondLst>
                                    <p:cond delay="0"/>
                                  </p:stCondLst>
                                  <p:childTnLst>
                                    <p:set>
                                      <p:cBhvr>
                                        <p:cTn id="98" dur="1" fill="hold">
                                          <p:stCondLst>
                                            <p:cond delay="0"/>
                                          </p:stCondLst>
                                        </p:cTn>
                                        <p:tgtEl>
                                          <p:spTgt spid="85018"/>
                                        </p:tgtEl>
                                        <p:attrNameLst>
                                          <p:attrName>style.visibility</p:attrName>
                                        </p:attrNameLst>
                                      </p:cBhvr>
                                      <p:to>
                                        <p:strVal val="visible"/>
                                      </p:to>
                                    </p:set>
                                  </p:childTnLst>
                                </p:cTn>
                              </p:par>
                              <p:par>
                                <p:cTn id="99" presetID="1" presetClass="entr" presetSubtype="0" fill="hold" nodeType="withEffect">
                                  <p:stCondLst>
                                    <p:cond delay="0"/>
                                  </p:stCondLst>
                                  <p:childTnLst>
                                    <p:set>
                                      <p:cBhvr>
                                        <p:cTn id="100" dur="1" fill="hold">
                                          <p:stCondLst>
                                            <p:cond delay="0"/>
                                          </p:stCondLst>
                                        </p:cTn>
                                        <p:tgtEl>
                                          <p:spTgt spid="85019"/>
                                        </p:tgtEl>
                                        <p:attrNameLst>
                                          <p:attrName>style.visibility</p:attrName>
                                        </p:attrNameLst>
                                      </p:cBhvr>
                                      <p:to>
                                        <p:strVal val="visible"/>
                                      </p:to>
                                    </p:set>
                                  </p:childTnLst>
                                </p:cTn>
                              </p:par>
                              <p:par>
                                <p:cTn id="101" presetID="1" presetClass="entr" presetSubtype="0" fill="hold" grpId="0" nodeType="withEffect">
                                  <p:stCondLst>
                                    <p:cond delay="0"/>
                                  </p:stCondLst>
                                  <p:childTnLst>
                                    <p:set>
                                      <p:cBhvr>
                                        <p:cTn id="102" dur="1" fill="hold">
                                          <p:stCondLst>
                                            <p:cond delay="0"/>
                                          </p:stCondLst>
                                        </p:cTn>
                                        <p:tgtEl>
                                          <p:spTgt spid="85024"/>
                                        </p:tgtEl>
                                        <p:attrNameLst>
                                          <p:attrName>style.visibility</p:attrName>
                                        </p:attrNameLst>
                                      </p:cBhvr>
                                      <p:to>
                                        <p:strVal val="visible"/>
                                      </p:to>
                                    </p:set>
                                  </p:childTnLst>
                                </p:cTn>
                              </p:par>
                              <p:par>
                                <p:cTn id="103" presetID="1" presetClass="entr" presetSubtype="0" fill="hold" grpId="0" nodeType="withEffect">
                                  <p:stCondLst>
                                    <p:cond delay="0"/>
                                  </p:stCondLst>
                                  <p:childTnLst>
                                    <p:set>
                                      <p:cBhvr>
                                        <p:cTn id="104" dur="1" fill="hold">
                                          <p:stCondLst>
                                            <p:cond delay="0"/>
                                          </p:stCondLst>
                                        </p:cTn>
                                        <p:tgtEl>
                                          <p:spTgt spid="85025"/>
                                        </p:tgtEl>
                                        <p:attrNameLst>
                                          <p:attrName>style.visibility</p:attrName>
                                        </p:attrNameLst>
                                      </p:cBhvr>
                                      <p:to>
                                        <p:strVal val="visible"/>
                                      </p:to>
                                    </p:set>
                                  </p:childTnLst>
                                </p:cTn>
                              </p:par>
                              <p:par>
                                <p:cTn id="105" presetID="1" presetClass="entr" presetSubtype="0" fill="hold" nodeType="withEffect">
                                  <p:stCondLst>
                                    <p:cond delay="0"/>
                                  </p:stCondLst>
                                  <p:childTnLst>
                                    <p:set>
                                      <p:cBhvr>
                                        <p:cTn id="106" dur="1" fill="hold">
                                          <p:stCondLst>
                                            <p:cond delay="0"/>
                                          </p:stCondLst>
                                        </p:cTn>
                                        <p:tgtEl>
                                          <p:spTgt spid="85026"/>
                                        </p:tgtEl>
                                        <p:attrNameLst>
                                          <p:attrName>style.visibility</p:attrName>
                                        </p:attrNameLst>
                                      </p:cBhvr>
                                      <p:to>
                                        <p:strVal val="visible"/>
                                      </p:to>
                                    </p:set>
                                  </p:childTnLst>
                                </p:cTn>
                              </p:par>
                              <p:par>
                                <p:cTn id="107" presetID="1" presetClass="entr" presetSubtype="0" fill="hold" nodeType="withEffect">
                                  <p:stCondLst>
                                    <p:cond delay="0"/>
                                  </p:stCondLst>
                                  <p:childTnLst>
                                    <p:set>
                                      <p:cBhvr>
                                        <p:cTn id="108" dur="1" fill="hold">
                                          <p:stCondLst>
                                            <p:cond delay="0"/>
                                          </p:stCondLst>
                                        </p:cTn>
                                        <p:tgtEl>
                                          <p:spTgt spid="85027"/>
                                        </p:tgtEl>
                                        <p:attrNameLst>
                                          <p:attrName>style.visibility</p:attrName>
                                        </p:attrNameLst>
                                      </p:cBhvr>
                                      <p:to>
                                        <p:strVal val="visible"/>
                                      </p:to>
                                    </p:set>
                                  </p:childTnLst>
                                </p:cTn>
                              </p:par>
                            </p:childTnLst>
                          </p:cTn>
                        </p:par>
                      </p:childTnLst>
                    </p:cTn>
                  </p:par>
                  <p:par>
                    <p:cTn id="109" fill="hold" nodeType="clickPar">
                      <p:stCondLst>
                        <p:cond delay="indefinite"/>
                      </p:stCondLst>
                      <p:childTnLst>
                        <p:par>
                          <p:cTn id="110" fill="hold" nodeType="withGroup">
                            <p:stCondLst>
                              <p:cond delay="0"/>
                            </p:stCondLst>
                            <p:childTnLst>
                              <p:par>
                                <p:cTn id="111" presetID="1" presetClass="entr" presetSubtype="0" fill="hold" grpId="0" nodeType="clickEffect">
                                  <p:stCondLst>
                                    <p:cond delay="0"/>
                                  </p:stCondLst>
                                  <p:childTnLst>
                                    <p:set>
                                      <p:cBhvr>
                                        <p:cTn id="112" dur="1" fill="hold">
                                          <p:stCondLst>
                                            <p:cond delay="0"/>
                                          </p:stCondLst>
                                        </p:cTn>
                                        <p:tgtEl>
                                          <p:spTgt spid="85039"/>
                                        </p:tgtEl>
                                        <p:attrNameLst>
                                          <p:attrName>style.visibility</p:attrName>
                                        </p:attrNameLst>
                                      </p:cBhvr>
                                      <p:to>
                                        <p:strVal val="visible"/>
                                      </p:to>
                                    </p:set>
                                  </p:childTnLst>
                                </p:cTn>
                              </p:par>
                              <p:par>
                                <p:cTn id="113" presetID="1" presetClass="entr" presetSubtype="0" fill="hold" grpId="0" nodeType="withEffect">
                                  <p:stCondLst>
                                    <p:cond delay="0"/>
                                  </p:stCondLst>
                                  <p:childTnLst>
                                    <p:set>
                                      <p:cBhvr>
                                        <p:cTn id="114" dur="1" fill="hold">
                                          <p:stCondLst>
                                            <p:cond delay="0"/>
                                          </p:stCondLst>
                                        </p:cTn>
                                        <p:tgtEl>
                                          <p:spTgt spid="85040"/>
                                        </p:tgtEl>
                                        <p:attrNameLst>
                                          <p:attrName>style.visibility</p:attrName>
                                        </p:attrNameLst>
                                      </p:cBhvr>
                                      <p:to>
                                        <p:strVal val="visible"/>
                                      </p:to>
                                    </p:set>
                                  </p:childTnLst>
                                </p:cTn>
                              </p:par>
                              <p:par>
                                <p:cTn id="115" presetID="1" presetClass="entr" presetSubtype="0" fill="hold" nodeType="withEffect">
                                  <p:stCondLst>
                                    <p:cond delay="0"/>
                                  </p:stCondLst>
                                  <p:childTnLst>
                                    <p:set>
                                      <p:cBhvr>
                                        <p:cTn id="116" dur="1" fill="hold">
                                          <p:stCondLst>
                                            <p:cond delay="0"/>
                                          </p:stCondLst>
                                        </p:cTn>
                                        <p:tgtEl>
                                          <p:spTgt spid="85041"/>
                                        </p:tgtEl>
                                        <p:attrNameLst>
                                          <p:attrName>style.visibility</p:attrName>
                                        </p:attrNameLst>
                                      </p:cBhvr>
                                      <p:to>
                                        <p:strVal val="visible"/>
                                      </p:to>
                                    </p:set>
                                  </p:childTnLst>
                                </p:cTn>
                              </p:par>
                              <p:par>
                                <p:cTn id="117" presetID="1" presetClass="entr" presetSubtype="0" fill="hold" nodeType="withEffect">
                                  <p:stCondLst>
                                    <p:cond delay="0"/>
                                  </p:stCondLst>
                                  <p:childTnLst>
                                    <p:set>
                                      <p:cBhvr>
                                        <p:cTn id="118" dur="1" fill="hold">
                                          <p:stCondLst>
                                            <p:cond delay="0"/>
                                          </p:stCondLst>
                                        </p:cTn>
                                        <p:tgtEl>
                                          <p:spTgt spid="85042"/>
                                        </p:tgtEl>
                                        <p:attrNameLst>
                                          <p:attrName>style.visibility</p:attrName>
                                        </p:attrNameLst>
                                      </p:cBhvr>
                                      <p:to>
                                        <p:strVal val="visible"/>
                                      </p:to>
                                    </p:set>
                                  </p:childTnLst>
                                </p:cTn>
                              </p:par>
                              <p:par>
                                <p:cTn id="119" presetID="1" presetClass="entr" presetSubtype="0" fill="hold" nodeType="withEffect">
                                  <p:stCondLst>
                                    <p:cond delay="0"/>
                                  </p:stCondLst>
                                  <p:childTnLst>
                                    <p:set>
                                      <p:cBhvr>
                                        <p:cTn id="120" dur="1" fill="hold">
                                          <p:stCondLst>
                                            <p:cond delay="0"/>
                                          </p:stCondLst>
                                        </p:cTn>
                                        <p:tgtEl>
                                          <p:spTgt spid="85057"/>
                                        </p:tgtEl>
                                        <p:attrNameLst>
                                          <p:attrName>style.visibility</p:attrName>
                                        </p:attrNameLst>
                                      </p:cBhvr>
                                      <p:to>
                                        <p:strVal val="visible"/>
                                      </p:to>
                                    </p:set>
                                  </p:childTnLst>
                                </p:cTn>
                              </p:par>
                              <p:par>
                                <p:cTn id="121" presetID="1" presetClass="entr" presetSubtype="0" fill="hold" grpId="0" nodeType="withEffect">
                                  <p:stCondLst>
                                    <p:cond delay="0"/>
                                  </p:stCondLst>
                                  <p:childTnLst>
                                    <p:set>
                                      <p:cBhvr>
                                        <p:cTn id="122" dur="1" fill="hold">
                                          <p:stCondLst>
                                            <p:cond delay="0"/>
                                          </p:stCondLst>
                                        </p:cTn>
                                        <p:tgtEl>
                                          <p:spTgt spid="85058"/>
                                        </p:tgtEl>
                                        <p:attrNameLst>
                                          <p:attrName>style.visibility</p:attrName>
                                        </p:attrNameLst>
                                      </p:cBhvr>
                                      <p:to>
                                        <p:strVal val="visible"/>
                                      </p:to>
                                    </p:set>
                                  </p:childTnLst>
                                </p:cTn>
                              </p:par>
                            </p:childTnLst>
                          </p:cTn>
                        </p:par>
                      </p:childTnLst>
                    </p:cTn>
                  </p:par>
                  <p:par>
                    <p:cTn id="123" fill="hold" nodeType="clickPar">
                      <p:stCondLst>
                        <p:cond delay="indefinite"/>
                      </p:stCondLst>
                      <p:childTnLst>
                        <p:par>
                          <p:cTn id="124" fill="hold" nodeType="withGroup">
                            <p:stCondLst>
                              <p:cond delay="0"/>
                            </p:stCondLst>
                            <p:childTnLst>
                              <p:par>
                                <p:cTn id="125" presetID="1" presetClass="entr" presetSubtype="0" fill="hold" nodeType="clickEffect">
                                  <p:stCondLst>
                                    <p:cond delay="0"/>
                                  </p:stCondLst>
                                  <p:childTnLst>
                                    <p:set>
                                      <p:cBhvr>
                                        <p:cTn id="126" dur="1" fill="hold">
                                          <p:stCondLst>
                                            <p:cond delay="0"/>
                                          </p:stCondLst>
                                        </p:cTn>
                                        <p:tgtEl>
                                          <p:spTgt spid="85046"/>
                                        </p:tgtEl>
                                        <p:attrNameLst>
                                          <p:attrName>style.visibility</p:attrName>
                                        </p:attrNameLst>
                                      </p:cBhvr>
                                      <p:to>
                                        <p:strVal val="visible"/>
                                      </p:to>
                                    </p:set>
                                  </p:childTnLst>
                                </p:cTn>
                              </p:par>
                            </p:childTnLst>
                          </p:cTn>
                        </p:par>
                      </p:childTnLst>
                    </p:cTn>
                  </p:par>
                  <p:par>
                    <p:cTn id="127" fill="hold" nodeType="clickPar">
                      <p:stCondLst>
                        <p:cond delay="indefinite"/>
                      </p:stCondLst>
                      <p:childTnLst>
                        <p:par>
                          <p:cTn id="128" fill="hold" nodeType="withGroup">
                            <p:stCondLst>
                              <p:cond delay="0"/>
                            </p:stCondLst>
                            <p:childTnLst>
                              <p:par>
                                <p:cTn id="129" presetID="1" presetClass="entr" presetSubtype="0" fill="hold" nodeType="clickEffect">
                                  <p:stCondLst>
                                    <p:cond delay="0"/>
                                  </p:stCondLst>
                                  <p:childTnLst>
                                    <p:set>
                                      <p:cBhvr>
                                        <p:cTn id="130" dur="1" fill="hold">
                                          <p:stCondLst>
                                            <p:cond delay="0"/>
                                          </p:stCondLst>
                                        </p:cTn>
                                        <p:tgtEl>
                                          <p:spTgt spid="85020"/>
                                        </p:tgtEl>
                                        <p:attrNameLst>
                                          <p:attrName>style.visibility</p:attrName>
                                        </p:attrNameLst>
                                      </p:cBhvr>
                                      <p:to>
                                        <p:strVal val="visible"/>
                                      </p:to>
                                    </p:set>
                                  </p:childTnLst>
                                </p:cTn>
                              </p:par>
                              <p:par>
                                <p:cTn id="131" presetID="1" presetClass="entr" presetSubtype="0" fill="hold" nodeType="withEffect">
                                  <p:stCondLst>
                                    <p:cond delay="0"/>
                                  </p:stCondLst>
                                  <p:childTnLst>
                                    <p:set>
                                      <p:cBhvr>
                                        <p:cTn id="132" dur="1" fill="hold">
                                          <p:stCondLst>
                                            <p:cond delay="0"/>
                                          </p:stCondLst>
                                        </p:cTn>
                                        <p:tgtEl>
                                          <p:spTgt spid="85043"/>
                                        </p:tgtEl>
                                        <p:attrNameLst>
                                          <p:attrName>style.visibility</p:attrName>
                                        </p:attrNameLst>
                                      </p:cBhvr>
                                      <p:to>
                                        <p:strVal val="visible"/>
                                      </p:to>
                                    </p:set>
                                  </p:childTnLst>
                                </p:cTn>
                              </p:par>
                              <p:par>
                                <p:cTn id="133" presetID="1" presetClass="entr" presetSubtype="0" fill="hold" nodeType="withEffect">
                                  <p:stCondLst>
                                    <p:cond delay="0"/>
                                  </p:stCondLst>
                                  <p:childTnLst>
                                    <p:set>
                                      <p:cBhvr>
                                        <p:cTn id="134" dur="1" fill="hold">
                                          <p:stCondLst>
                                            <p:cond delay="0"/>
                                          </p:stCondLst>
                                        </p:cTn>
                                        <p:tgtEl>
                                          <p:spTgt spid="85044"/>
                                        </p:tgtEl>
                                        <p:attrNameLst>
                                          <p:attrName>style.visibility</p:attrName>
                                        </p:attrNameLst>
                                      </p:cBhvr>
                                      <p:to>
                                        <p:strVal val="visible"/>
                                      </p:to>
                                    </p:set>
                                  </p:childTnLst>
                                </p:cTn>
                              </p:par>
                              <p:par>
                                <p:cTn id="135" presetID="1" presetClass="entr" presetSubtype="0" fill="hold" grpId="0" nodeType="withEffect">
                                  <p:stCondLst>
                                    <p:cond delay="0"/>
                                  </p:stCondLst>
                                  <p:childTnLst>
                                    <p:set>
                                      <p:cBhvr>
                                        <p:cTn id="136" dur="1" fill="hold">
                                          <p:stCondLst>
                                            <p:cond delay="0"/>
                                          </p:stCondLst>
                                        </p:cTn>
                                        <p:tgtEl>
                                          <p:spTgt spid="85045"/>
                                        </p:tgtEl>
                                        <p:attrNameLst>
                                          <p:attrName>style.visibility</p:attrName>
                                        </p:attrNameLst>
                                      </p:cBhvr>
                                      <p:to>
                                        <p:strVal val="visible"/>
                                      </p:to>
                                    </p:set>
                                  </p:childTnLst>
                                </p:cTn>
                              </p:par>
                            </p:childTnLst>
                          </p:cTn>
                        </p:par>
                      </p:childTnLst>
                    </p:cTn>
                  </p:par>
                  <p:par>
                    <p:cTn id="137" fill="hold" nodeType="clickPar">
                      <p:stCondLst>
                        <p:cond delay="indefinite"/>
                      </p:stCondLst>
                      <p:childTnLst>
                        <p:par>
                          <p:cTn id="138" fill="hold" nodeType="withGroup">
                            <p:stCondLst>
                              <p:cond delay="0"/>
                            </p:stCondLst>
                            <p:childTnLst>
                              <p:par>
                                <p:cTn id="139" presetID="1" presetClass="entr" presetSubtype="0" fill="hold" nodeType="clickEffect">
                                  <p:stCondLst>
                                    <p:cond delay="0"/>
                                  </p:stCondLst>
                                  <p:childTnLst>
                                    <p:set>
                                      <p:cBhvr>
                                        <p:cTn id="140" dur="1" fill="hold">
                                          <p:stCondLst>
                                            <p:cond delay="0"/>
                                          </p:stCondLst>
                                        </p:cTn>
                                        <p:tgtEl>
                                          <p:spTgt spid="85047"/>
                                        </p:tgtEl>
                                        <p:attrNameLst>
                                          <p:attrName>style.visibility</p:attrName>
                                        </p:attrNameLst>
                                      </p:cBhvr>
                                      <p:to>
                                        <p:strVal val="visible"/>
                                      </p:to>
                                    </p:set>
                                  </p:childTnLst>
                                </p:cTn>
                              </p:par>
                              <p:par>
                                <p:cTn id="141" presetID="1" presetClass="entr" presetSubtype="0" fill="hold" nodeType="withEffect">
                                  <p:stCondLst>
                                    <p:cond delay="0"/>
                                  </p:stCondLst>
                                  <p:childTnLst>
                                    <p:set>
                                      <p:cBhvr>
                                        <p:cTn id="142" dur="1" fill="hold">
                                          <p:stCondLst>
                                            <p:cond delay="0"/>
                                          </p:stCondLst>
                                        </p:cTn>
                                        <p:tgtEl>
                                          <p:spTgt spid="85048"/>
                                        </p:tgtEl>
                                        <p:attrNameLst>
                                          <p:attrName>style.visibility</p:attrName>
                                        </p:attrNameLst>
                                      </p:cBhvr>
                                      <p:to>
                                        <p:strVal val="visible"/>
                                      </p:to>
                                    </p:set>
                                  </p:childTnLst>
                                </p:cTn>
                              </p:par>
                              <p:par>
                                <p:cTn id="143" presetID="1" presetClass="entr" presetSubtype="0" fill="hold" grpId="0" nodeType="withEffect">
                                  <p:stCondLst>
                                    <p:cond delay="0"/>
                                  </p:stCondLst>
                                  <p:childTnLst>
                                    <p:set>
                                      <p:cBhvr>
                                        <p:cTn id="144" dur="1" fill="hold">
                                          <p:stCondLst>
                                            <p:cond delay="0"/>
                                          </p:stCondLst>
                                        </p:cTn>
                                        <p:tgtEl>
                                          <p:spTgt spid="85049"/>
                                        </p:tgtEl>
                                        <p:attrNameLst>
                                          <p:attrName>style.visibility</p:attrName>
                                        </p:attrNameLst>
                                      </p:cBhvr>
                                      <p:to>
                                        <p:strVal val="visible"/>
                                      </p:to>
                                    </p:set>
                                  </p:childTnLst>
                                </p:cTn>
                              </p:par>
                              <p:par>
                                <p:cTn id="145" presetID="1" presetClass="entr" presetSubtype="0" fill="hold" nodeType="withEffect">
                                  <p:stCondLst>
                                    <p:cond delay="0"/>
                                  </p:stCondLst>
                                  <p:childTnLst>
                                    <p:set>
                                      <p:cBhvr>
                                        <p:cTn id="146" dur="1" fill="hold">
                                          <p:stCondLst>
                                            <p:cond delay="0"/>
                                          </p:stCondLst>
                                        </p:cTn>
                                        <p:tgtEl>
                                          <p:spTgt spid="85050"/>
                                        </p:tgtEl>
                                        <p:attrNameLst>
                                          <p:attrName>style.visibility</p:attrName>
                                        </p:attrNameLst>
                                      </p:cBhvr>
                                      <p:to>
                                        <p:strVal val="visible"/>
                                      </p:to>
                                    </p:set>
                                  </p:childTnLst>
                                </p:cTn>
                              </p:par>
                              <p:par>
                                <p:cTn id="147" presetID="1" presetClass="entr" presetSubtype="0" fill="hold" grpId="0" nodeType="withEffect">
                                  <p:stCondLst>
                                    <p:cond delay="0"/>
                                  </p:stCondLst>
                                  <p:childTnLst>
                                    <p:set>
                                      <p:cBhvr>
                                        <p:cTn id="148" dur="1" fill="hold">
                                          <p:stCondLst>
                                            <p:cond delay="0"/>
                                          </p:stCondLst>
                                        </p:cTn>
                                        <p:tgtEl>
                                          <p:spTgt spid="85051"/>
                                        </p:tgtEl>
                                        <p:attrNameLst>
                                          <p:attrName>style.visibility</p:attrName>
                                        </p:attrNameLst>
                                      </p:cBhvr>
                                      <p:to>
                                        <p:strVal val="visible"/>
                                      </p:to>
                                    </p:set>
                                  </p:childTnLst>
                                </p:cTn>
                              </p:par>
                              <p:par>
                                <p:cTn id="149" presetID="1" presetClass="entr" presetSubtype="0" fill="hold" nodeType="withEffect">
                                  <p:stCondLst>
                                    <p:cond delay="0"/>
                                  </p:stCondLst>
                                  <p:childTnLst>
                                    <p:set>
                                      <p:cBhvr>
                                        <p:cTn id="150" dur="1" fill="hold">
                                          <p:stCondLst>
                                            <p:cond delay="0"/>
                                          </p:stCondLst>
                                        </p:cTn>
                                        <p:tgtEl>
                                          <p:spTgt spid="85052"/>
                                        </p:tgtEl>
                                        <p:attrNameLst>
                                          <p:attrName>style.visibility</p:attrName>
                                        </p:attrNameLst>
                                      </p:cBhvr>
                                      <p:to>
                                        <p:strVal val="visible"/>
                                      </p:to>
                                    </p:set>
                                  </p:childTnLst>
                                </p:cTn>
                              </p:par>
                            </p:childTnLst>
                          </p:cTn>
                        </p:par>
                      </p:childTnLst>
                    </p:cTn>
                  </p:par>
                  <p:par>
                    <p:cTn id="151" fill="hold">
                      <p:stCondLst>
                        <p:cond delay="indefinite"/>
                      </p:stCondLst>
                      <p:childTnLst>
                        <p:par>
                          <p:cTn id="152" fill="hold">
                            <p:stCondLst>
                              <p:cond delay="0"/>
                            </p:stCondLst>
                            <p:childTnLst>
                              <p:par>
                                <p:cTn id="153" presetID="1" presetClass="entr" presetSubtype="0" fill="hold" nodeType="clickEffect">
                                  <p:stCondLst>
                                    <p:cond delay="0"/>
                                  </p:stCondLst>
                                  <p:childTnLst>
                                    <p:set>
                                      <p:cBhvr>
                                        <p:cTn id="154" dur="1" fill="hold">
                                          <p:stCondLst>
                                            <p:cond delay="0"/>
                                          </p:stCondLst>
                                        </p:cTn>
                                        <p:tgtEl>
                                          <p:spTgt spid="69"/>
                                        </p:tgtEl>
                                        <p:attrNameLst>
                                          <p:attrName>style.visibility</p:attrName>
                                        </p:attrNameLst>
                                      </p:cBhvr>
                                      <p:to>
                                        <p:strVal val="visible"/>
                                      </p:to>
                                    </p:set>
                                  </p:childTnLst>
                                </p:cTn>
                              </p:par>
                              <p:par>
                                <p:cTn id="155" presetID="1" presetClass="entr" presetSubtype="0" fill="hold" nodeType="withEffect">
                                  <p:stCondLst>
                                    <p:cond delay="0"/>
                                  </p:stCondLst>
                                  <p:childTnLst>
                                    <p:set>
                                      <p:cBhvr>
                                        <p:cTn id="156" dur="1" fill="hold">
                                          <p:stCondLst>
                                            <p:cond delay="0"/>
                                          </p:stCondLst>
                                        </p:cTn>
                                        <p:tgtEl>
                                          <p:spTgt spid="70"/>
                                        </p:tgtEl>
                                        <p:attrNameLst>
                                          <p:attrName>style.visibility</p:attrName>
                                        </p:attrNameLst>
                                      </p:cBhvr>
                                      <p:to>
                                        <p:strVal val="visible"/>
                                      </p:to>
                                    </p:set>
                                  </p:childTnLst>
                                </p:cTn>
                              </p:par>
                            </p:childTnLst>
                          </p:cTn>
                        </p:par>
                      </p:childTnLst>
                    </p:cTn>
                  </p:par>
                  <p:par>
                    <p:cTn id="157" fill="hold">
                      <p:stCondLst>
                        <p:cond delay="indefinite"/>
                      </p:stCondLst>
                      <p:childTnLst>
                        <p:par>
                          <p:cTn id="158" fill="hold">
                            <p:stCondLst>
                              <p:cond delay="0"/>
                            </p:stCondLst>
                            <p:childTnLst>
                              <p:par>
                                <p:cTn id="159" presetID="1" presetClass="entr" presetSubtype="0" fill="hold" nodeType="clickEffect">
                                  <p:stCondLst>
                                    <p:cond delay="0"/>
                                  </p:stCondLst>
                                  <p:childTnLst>
                                    <p:set>
                                      <p:cBhvr>
                                        <p:cTn id="160" dur="1" fill="hold">
                                          <p:stCondLst>
                                            <p:cond delay="0"/>
                                          </p:stCondLst>
                                        </p:cTn>
                                        <p:tgtEl>
                                          <p:spTgt spid="72"/>
                                        </p:tgtEl>
                                        <p:attrNameLst>
                                          <p:attrName>style.visibility</p:attrName>
                                        </p:attrNameLst>
                                      </p:cBhvr>
                                      <p:to>
                                        <p:strVal val="visible"/>
                                      </p:to>
                                    </p:set>
                                  </p:childTnLst>
                                </p:cTn>
                              </p:par>
                              <p:par>
                                <p:cTn id="161" presetID="1" presetClass="entr" presetSubtype="0" fill="hold" nodeType="withEffect">
                                  <p:stCondLst>
                                    <p:cond delay="0"/>
                                  </p:stCondLst>
                                  <p:childTnLst>
                                    <p:set>
                                      <p:cBhvr>
                                        <p:cTn id="162" dur="1" fill="hold">
                                          <p:stCondLst>
                                            <p:cond delay="0"/>
                                          </p:stCondLst>
                                        </p:cTn>
                                        <p:tgtEl>
                                          <p:spTgt spid="7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4996" grpId="0" animBg="1"/>
      <p:bldP spid="84997" grpId="0" animBg="1"/>
      <p:bldP spid="84998" grpId="0" animBg="1"/>
      <p:bldP spid="84999" grpId="0" animBg="1"/>
      <p:bldP spid="85000" grpId="0" animBg="1"/>
      <p:bldP spid="85001" grpId="0" animBg="1"/>
      <p:bldP spid="85002" grpId="0" animBg="1"/>
      <p:bldP spid="85003" grpId="0" animBg="1"/>
      <p:bldP spid="85004" grpId="0"/>
      <p:bldP spid="85005" grpId="0" animBg="1"/>
      <p:bldP spid="85006" grpId="0" animBg="1"/>
      <p:bldP spid="85007" grpId="0" animBg="1"/>
      <p:bldP spid="85008" grpId="0" animBg="1"/>
      <p:bldP spid="85009" grpId="0" animBg="1"/>
      <p:bldP spid="85010" grpId="0" animBg="1"/>
      <p:bldP spid="85011" grpId="0" animBg="1"/>
      <p:bldP spid="85012" grpId="0" animBg="1"/>
      <p:bldP spid="85013" grpId="0"/>
      <p:bldP spid="85014" grpId="0"/>
      <p:bldP spid="85015" grpId="0"/>
      <p:bldP spid="85016" grpId="0" animBg="1"/>
      <p:bldP spid="85017" grpId="0"/>
      <p:bldP spid="85022" grpId="0"/>
      <p:bldP spid="85023" grpId="0"/>
      <p:bldP spid="85024" grpId="0" animBg="1"/>
      <p:bldP spid="85025" grpId="0"/>
      <p:bldP spid="85029" grpId="0" animBg="1"/>
      <p:bldP spid="85030" grpId="0"/>
      <p:bldP spid="85033" grpId="0"/>
      <p:bldP spid="85034" grpId="0"/>
      <p:bldP spid="85035" grpId="0"/>
      <p:bldP spid="85036" grpId="0"/>
      <p:bldP spid="85037" grpId="0"/>
      <p:bldP spid="85038" grpId="0"/>
      <p:bldP spid="85039" grpId="0" animBg="1"/>
      <p:bldP spid="85040" grpId="0"/>
      <p:bldP spid="85045" grpId="0"/>
      <p:bldP spid="85049" grpId="0"/>
      <p:bldP spid="85051" grpId="0"/>
      <p:bldP spid="74" grpId="0" animBg="1"/>
      <p:bldP spid="75" grpId="0"/>
      <p:bldP spid="76" grpId="0" animBg="1"/>
      <p:bldP spid="85058"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0" name="Title 1"/>
          <p:cNvSpPr>
            <a:spLocks noGrp="1"/>
          </p:cNvSpPr>
          <p:nvPr>
            <p:ph type="title"/>
          </p:nvPr>
        </p:nvSpPr>
        <p:spPr>
          <a:xfrm>
            <a:off x="266700" y="160338"/>
            <a:ext cx="8610600" cy="1066800"/>
          </a:xfrm>
        </p:spPr>
        <p:txBody>
          <a:bodyPr/>
          <a:lstStyle/>
          <a:p>
            <a:r>
              <a:rPr lang="en-US" altLang="en-US" b="1" dirty="0">
                <a:ea typeface="ＭＳ Ｐゴシック" panose="020B0600070205080204" pitchFamily="34" charset="-128"/>
              </a:rPr>
              <a:t>Where Are We?</a:t>
            </a:r>
            <a:endParaRPr lang="en-US" dirty="0">
              <a:latin typeface="Calibri" charset="0"/>
            </a:endParaRPr>
          </a:p>
        </p:txBody>
      </p:sp>
      <p:pic>
        <p:nvPicPr>
          <p:cNvPr id="23" name="Picture 2">
            <a:extLst>
              <a:ext uri="{FF2B5EF4-FFF2-40B4-BE49-F238E27FC236}">
                <a16:creationId xmlns:a16="http://schemas.microsoft.com/office/drawing/2014/main" id="{FF42E411-6DC1-4520-BC3B-C793DC6EA40B}"/>
              </a:ext>
            </a:extLst>
          </p:cNvPr>
          <p:cNvPicPr>
            <a:picLocks noChangeAspect="1"/>
          </p:cNvPicPr>
          <p:nvPr/>
        </p:nvPicPr>
        <p:blipFill>
          <a:blip r:embed="rId2"/>
          <a:stretch>
            <a:fillRect/>
          </a:stretch>
        </p:blipFill>
        <p:spPr>
          <a:xfrm>
            <a:off x="15240" y="978225"/>
            <a:ext cx="9144000" cy="5237544"/>
          </a:xfrm>
          <a:prstGeom prst="rect">
            <a:avLst/>
          </a:prstGeom>
        </p:spPr>
      </p:pic>
      <p:sp>
        <p:nvSpPr>
          <p:cNvPr id="25" name="Rectangle 36">
            <a:extLst>
              <a:ext uri="{FF2B5EF4-FFF2-40B4-BE49-F238E27FC236}">
                <a16:creationId xmlns:a16="http://schemas.microsoft.com/office/drawing/2014/main" id="{D52CF9DD-1D75-45C2-B78B-BAA6C1EA56E9}"/>
              </a:ext>
            </a:extLst>
          </p:cNvPr>
          <p:cNvSpPr/>
          <p:nvPr/>
        </p:nvSpPr>
        <p:spPr>
          <a:xfrm flipV="1">
            <a:off x="1143000" y="2743200"/>
            <a:ext cx="1219200" cy="1143000"/>
          </a:xfrm>
          <a:prstGeom prst="rect">
            <a:avLst/>
          </a:prstGeom>
          <a:noFill/>
          <a:ln w="762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193027799"/>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3" name="Title 1">
            <a:extLst>
              <a:ext uri="{FF2B5EF4-FFF2-40B4-BE49-F238E27FC236}">
                <a16:creationId xmlns:a16="http://schemas.microsoft.com/office/drawing/2014/main" id="{7A910356-E702-7141-84CA-35688C4EC64F}"/>
              </a:ext>
            </a:extLst>
          </p:cNvPr>
          <p:cNvSpPr>
            <a:spLocks noGrp="1" noChangeArrowheads="1"/>
          </p:cNvSpPr>
          <p:nvPr>
            <p:ph type="title"/>
          </p:nvPr>
        </p:nvSpPr>
        <p:spPr/>
        <p:txBody>
          <a:bodyPr/>
          <a:lstStyle/>
          <a:p>
            <a:r>
              <a:rPr lang="en-US" altLang="en-US" dirty="0">
                <a:ea typeface="ＭＳ Ｐゴシック" panose="020B0600070205080204" pitchFamily="34" charset="-128"/>
              </a:rPr>
              <a:t>Caching Basics</a:t>
            </a:r>
          </a:p>
        </p:txBody>
      </p:sp>
      <p:sp>
        <p:nvSpPr>
          <p:cNvPr id="59394" name="Content Placeholder 2">
            <a:extLst>
              <a:ext uri="{FF2B5EF4-FFF2-40B4-BE49-F238E27FC236}">
                <a16:creationId xmlns:a16="http://schemas.microsoft.com/office/drawing/2014/main" id="{D8906BF3-D470-C44E-94AE-16409CD4FEFF}"/>
              </a:ext>
            </a:extLst>
          </p:cNvPr>
          <p:cNvSpPr>
            <a:spLocks noGrp="1"/>
          </p:cNvSpPr>
          <p:nvPr>
            <p:ph idx="1"/>
          </p:nvPr>
        </p:nvSpPr>
        <p:spPr>
          <a:xfrm>
            <a:off x="228600" y="914400"/>
            <a:ext cx="8794750" cy="5194300"/>
          </a:xfrm>
        </p:spPr>
        <p:txBody>
          <a:bodyPr/>
          <a:lstStyle/>
          <a:p>
            <a:pPr>
              <a:buFont typeface="Wingdings" charset="0"/>
              <a:buChar char="n"/>
              <a:defRPr/>
            </a:pPr>
            <a:r>
              <a:rPr lang="en-US" dirty="0">
                <a:solidFill>
                  <a:srgbClr val="0000FF"/>
                </a:solidFill>
              </a:rPr>
              <a:t>Cache Block (line): </a:t>
            </a:r>
            <a:r>
              <a:rPr lang="en-US" dirty="0"/>
              <a:t>Unit of storage in the cache</a:t>
            </a:r>
          </a:p>
          <a:p>
            <a:pPr lvl="1">
              <a:buFont typeface="Wingdings" charset="0"/>
              <a:buChar char="q"/>
              <a:defRPr/>
            </a:pPr>
            <a:r>
              <a:rPr lang="en-US" dirty="0"/>
              <a:t>Memory is logically divided into blocks that map to potential locations in the cache. </a:t>
            </a:r>
          </a:p>
          <a:p>
            <a:pPr>
              <a:buFont typeface="Wingdings" charset="0"/>
              <a:buChar char="n"/>
              <a:defRPr/>
            </a:pPr>
            <a:endParaRPr lang="en-US" sz="1000" dirty="0"/>
          </a:p>
          <a:p>
            <a:pPr>
              <a:buFont typeface="Wingdings" charset="0"/>
              <a:buChar char="n"/>
              <a:defRPr/>
            </a:pPr>
            <a:r>
              <a:rPr lang="en-US" dirty="0"/>
              <a:t>On a reference:</a:t>
            </a:r>
          </a:p>
          <a:p>
            <a:pPr lvl="1">
              <a:buFont typeface="Wingdings" charset="0"/>
              <a:buChar char="q"/>
              <a:defRPr/>
            </a:pPr>
            <a:r>
              <a:rPr lang="en-US" dirty="0">
                <a:solidFill>
                  <a:srgbClr val="0000FF"/>
                </a:solidFill>
                <a:ea typeface="ＭＳ Ｐゴシック" charset="0"/>
              </a:rPr>
              <a:t>HIT</a:t>
            </a:r>
            <a:r>
              <a:rPr lang="en-US" dirty="0">
                <a:ea typeface="ＭＳ Ｐゴシック" charset="0"/>
              </a:rPr>
              <a:t>: If in cache, use cached data instead of accessing memory</a:t>
            </a:r>
          </a:p>
          <a:p>
            <a:pPr lvl="1">
              <a:buFont typeface="Wingdings" charset="0"/>
              <a:buChar char="q"/>
              <a:defRPr/>
            </a:pPr>
            <a:r>
              <a:rPr lang="en-US" dirty="0">
                <a:solidFill>
                  <a:srgbClr val="0000FF"/>
                </a:solidFill>
                <a:ea typeface="ＭＳ Ｐゴシック" charset="0"/>
              </a:rPr>
              <a:t>MISS</a:t>
            </a:r>
            <a:r>
              <a:rPr lang="en-US" dirty="0">
                <a:ea typeface="ＭＳ Ｐゴシック" charset="0"/>
              </a:rPr>
              <a:t>: If not in cache, bring block into cache</a:t>
            </a:r>
          </a:p>
          <a:p>
            <a:pPr lvl="2">
              <a:buFont typeface="Wingdings" charset="0"/>
              <a:buChar char="n"/>
              <a:defRPr/>
            </a:pPr>
            <a:r>
              <a:rPr lang="en-US" dirty="0">
                <a:ea typeface="ＭＳ Ｐゴシック" charset="0"/>
              </a:rPr>
              <a:t>May have to evict some other block</a:t>
            </a:r>
          </a:p>
          <a:p>
            <a:pPr marL="671512" lvl="2" indent="0">
              <a:buFont typeface="Wingdings" charset="0"/>
              <a:buNone/>
              <a:defRPr/>
            </a:pPr>
            <a:endParaRPr lang="en-US" sz="1000" dirty="0">
              <a:ea typeface="ＭＳ Ｐゴシック" charset="0"/>
            </a:endParaRPr>
          </a:p>
          <a:p>
            <a:pPr>
              <a:buFont typeface="Wingdings" charset="0"/>
              <a:buChar char="n"/>
              <a:defRPr/>
            </a:pPr>
            <a:r>
              <a:rPr lang="en-US" dirty="0"/>
              <a:t>For high cache hit rate, important cache design decisions:</a:t>
            </a:r>
          </a:p>
          <a:p>
            <a:pPr lvl="1">
              <a:buFont typeface="Wingdings" charset="0"/>
              <a:buChar char="q"/>
              <a:defRPr/>
            </a:pPr>
            <a:r>
              <a:rPr lang="en-US" dirty="0">
                <a:solidFill>
                  <a:srgbClr val="0000FF"/>
                </a:solidFill>
                <a:ea typeface="ＭＳ Ｐゴシック" charset="0"/>
              </a:rPr>
              <a:t>Placement</a:t>
            </a:r>
            <a:r>
              <a:rPr lang="en-US" dirty="0">
                <a:ea typeface="ＭＳ Ｐゴシック" charset="0"/>
              </a:rPr>
              <a:t>: where and how to place/find a block in cache?</a:t>
            </a:r>
          </a:p>
          <a:p>
            <a:pPr lvl="1">
              <a:buFont typeface="Wingdings" charset="0"/>
              <a:buChar char="q"/>
              <a:defRPr/>
            </a:pPr>
            <a:r>
              <a:rPr lang="en-US" dirty="0">
                <a:solidFill>
                  <a:srgbClr val="0000FF"/>
                </a:solidFill>
                <a:ea typeface="ＭＳ Ｐゴシック" charset="0"/>
              </a:rPr>
              <a:t>Replacement</a:t>
            </a:r>
            <a:r>
              <a:rPr lang="en-US" dirty="0">
                <a:ea typeface="ＭＳ Ｐゴシック" charset="0"/>
              </a:rPr>
              <a:t>: what data to remove to make room in cache?</a:t>
            </a:r>
          </a:p>
          <a:p>
            <a:pPr lvl="1">
              <a:buFont typeface="Wingdings" charset="0"/>
              <a:buChar char="q"/>
              <a:defRPr/>
            </a:pPr>
            <a:r>
              <a:rPr lang="en-US" dirty="0">
                <a:solidFill>
                  <a:srgbClr val="0000FF"/>
                </a:solidFill>
                <a:ea typeface="ＭＳ Ｐゴシック" charset="0"/>
              </a:rPr>
              <a:t>Granularity of management</a:t>
            </a:r>
            <a:r>
              <a:rPr lang="en-US" dirty="0">
                <a:ea typeface="ＭＳ Ｐゴシック" charset="0"/>
              </a:rPr>
              <a:t>: large or small blocks? </a:t>
            </a:r>
            <a:r>
              <a:rPr lang="en-US" dirty="0" err="1">
                <a:ea typeface="ＭＳ Ｐゴシック" charset="0"/>
              </a:rPr>
              <a:t>Subblocks</a:t>
            </a:r>
            <a:r>
              <a:rPr lang="en-US" dirty="0">
                <a:ea typeface="ＭＳ Ｐゴシック" charset="0"/>
              </a:rPr>
              <a:t>?</a:t>
            </a:r>
          </a:p>
          <a:p>
            <a:pPr lvl="1">
              <a:buFont typeface="Wingdings" charset="0"/>
              <a:buChar char="q"/>
              <a:defRPr/>
            </a:pPr>
            <a:r>
              <a:rPr lang="en-US" dirty="0">
                <a:solidFill>
                  <a:srgbClr val="0000FF"/>
                </a:solidFill>
                <a:ea typeface="ＭＳ Ｐゴシック" charset="0"/>
              </a:rPr>
              <a:t>Write policy</a:t>
            </a:r>
            <a:r>
              <a:rPr lang="en-US" dirty="0">
                <a:ea typeface="ＭＳ Ｐゴシック" charset="0"/>
              </a:rPr>
              <a:t>: what do we do about writes?</a:t>
            </a:r>
          </a:p>
          <a:p>
            <a:pPr lvl="1">
              <a:buFont typeface="Wingdings" charset="0"/>
              <a:buChar char="q"/>
              <a:defRPr/>
            </a:pPr>
            <a:r>
              <a:rPr lang="en-US" dirty="0">
                <a:solidFill>
                  <a:srgbClr val="0000FF"/>
                </a:solidFill>
                <a:ea typeface="ＭＳ Ｐゴシック" charset="0"/>
              </a:rPr>
              <a:t>Instructions/data</a:t>
            </a:r>
            <a:r>
              <a:rPr lang="en-US" dirty="0">
                <a:ea typeface="ＭＳ Ｐゴシック" charset="0"/>
              </a:rPr>
              <a:t>: do we treat them separately?</a:t>
            </a:r>
          </a:p>
          <a:p>
            <a:pPr lvl="1">
              <a:buFont typeface="Wingdings" charset="0"/>
              <a:buChar char="q"/>
              <a:defRPr/>
            </a:pPr>
            <a:endParaRPr lang="en-US" dirty="0">
              <a:ea typeface="ＭＳ Ｐゴシック" charset="0"/>
            </a:endParaRPr>
          </a:p>
          <a:p>
            <a:pPr lvl="1">
              <a:buFont typeface="Wingdings" charset="0"/>
              <a:buChar char="q"/>
              <a:defRPr/>
            </a:pPr>
            <a:endParaRPr lang="en-US" dirty="0">
              <a:ea typeface="ＭＳ Ｐゴシック" charset="0"/>
            </a:endParaRPr>
          </a:p>
          <a:p>
            <a:pPr>
              <a:buFont typeface="Wingdings" charset="0"/>
              <a:buChar char="n"/>
              <a:defRPr/>
            </a:pPr>
            <a:endParaRPr lang="en-US" dirty="0"/>
          </a:p>
        </p:txBody>
      </p:sp>
      <p:sp>
        <p:nvSpPr>
          <p:cNvPr id="120835" name="Slide Number Placeholder 3">
            <a:extLst>
              <a:ext uri="{FF2B5EF4-FFF2-40B4-BE49-F238E27FC236}">
                <a16:creationId xmlns:a16="http://schemas.microsoft.com/office/drawing/2014/main" id="{2F95E12C-D42B-B843-930C-EC1F0A2428DF}"/>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fld id="{6622B480-D4B6-2447-8777-76681E2BA131}" type="slidenum">
              <a:rPr lang="en-US" altLang="en-US" sz="1600" smtClean="0">
                <a:solidFill>
                  <a:srgbClr val="000000"/>
                </a:solidFill>
                <a:latin typeface="Garamond" panose="02020404030301010803" pitchFamily="18" charset="0"/>
              </a:rPr>
              <a:pPr eaLnBrk="1" hangingPunct="1">
                <a:spcBef>
                  <a:spcPct val="0"/>
                </a:spcBef>
                <a:buClrTx/>
                <a:buSzTx/>
                <a:buFontTx/>
                <a:buNone/>
              </a:pPr>
              <a:t>12</a:t>
            </a:fld>
            <a:endParaRPr lang="en-US" altLang="en-US" sz="1600">
              <a:solidFill>
                <a:srgbClr val="000000"/>
              </a:solidFill>
              <a:latin typeface="Garamond" panose="02020404030301010803" pitchFamily="18" charset="0"/>
            </a:endParaRPr>
          </a:p>
        </p:txBody>
      </p:sp>
      <p:sp>
        <p:nvSpPr>
          <p:cNvPr id="5" name="Rectangle 5">
            <a:extLst>
              <a:ext uri="{FF2B5EF4-FFF2-40B4-BE49-F238E27FC236}">
                <a16:creationId xmlns:a16="http://schemas.microsoft.com/office/drawing/2014/main" id="{07CFDF5D-AD6A-4151-B3E6-D0BBE98BE281}"/>
              </a:ext>
            </a:extLst>
          </p:cNvPr>
          <p:cNvSpPr/>
          <p:nvPr/>
        </p:nvSpPr>
        <p:spPr>
          <a:xfrm>
            <a:off x="609600" y="4876800"/>
            <a:ext cx="7848600" cy="533401"/>
          </a:xfrm>
          <a:prstGeom prst="rect">
            <a:avLst/>
          </a:prstGeom>
          <a:noFill/>
          <a:ln w="508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C00000"/>
              </a:solidFill>
            </a:endParaRPr>
          </a:p>
        </p:txBody>
      </p:sp>
    </p:spTree>
    <p:extLst>
      <p:ext uri="{BB962C8B-B14F-4D97-AF65-F5344CB8AC3E}">
        <p14:creationId xmlns:p14="http://schemas.microsoft.com/office/powerpoint/2010/main" val="2351553480"/>
      </p:ext>
    </p:extLst>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4017" name="Title 1">
            <a:extLst>
              <a:ext uri="{FF2B5EF4-FFF2-40B4-BE49-F238E27FC236}">
                <a16:creationId xmlns:a16="http://schemas.microsoft.com/office/drawing/2014/main" id="{60A54A10-BFB8-7945-A06E-DA756CE2E843}"/>
              </a:ext>
            </a:extLst>
          </p:cNvPr>
          <p:cNvSpPr>
            <a:spLocks noGrp="1" noChangeArrowheads="1"/>
          </p:cNvSpPr>
          <p:nvPr>
            <p:ph type="title"/>
          </p:nvPr>
        </p:nvSpPr>
        <p:spPr/>
        <p:txBody>
          <a:bodyPr/>
          <a:lstStyle/>
          <a:p>
            <a:r>
              <a:rPr lang="en-US" altLang="en-US" dirty="0">
                <a:ea typeface="ＭＳ Ｐゴシック" panose="020B0600070205080204" pitchFamily="34" charset="-128"/>
              </a:rPr>
              <a:t>Replacement in Set-Associative Caches</a:t>
            </a:r>
          </a:p>
        </p:txBody>
      </p:sp>
      <p:sp>
        <p:nvSpPr>
          <p:cNvPr id="3" name="Content Placeholder 2">
            <a:extLst>
              <a:ext uri="{FF2B5EF4-FFF2-40B4-BE49-F238E27FC236}">
                <a16:creationId xmlns:a16="http://schemas.microsoft.com/office/drawing/2014/main" id="{9204BF70-B84E-8D4D-9F27-B5FA985C4C0F}"/>
              </a:ext>
            </a:extLst>
          </p:cNvPr>
          <p:cNvSpPr>
            <a:spLocks noGrp="1" noChangeArrowheads="1"/>
          </p:cNvSpPr>
          <p:nvPr>
            <p:ph idx="1"/>
          </p:nvPr>
        </p:nvSpPr>
        <p:spPr>
          <a:xfrm>
            <a:off x="23578" y="4954468"/>
            <a:ext cx="9806222" cy="1371600"/>
          </a:xfrm>
        </p:spPr>
        <p:txBody>
          <a:bodyPr/>
          <a:lstStyle/>
          <a:p>
            <a:pPr lvl="1"/>
            <a:endParaRPr lang="en-US" altLang="en-US" dirty="0">
              <a:ea typeface="ＭＳ Ｐゴシック" panose="020B0600070205080204" pitchFamily="34" charset="-128"/>
            </a:endParaRPr>
          </a:p>
          <a:p>
            <a:r>
              <a:rPr lang="en-US" altLang="en-US" b="1" dirty="0">
                <a:ea typeface="ＭＳ Ｐゴシック" panose="020B0600070205080204" pitchFamily="34" charset="-128"/>
              </a:rPr>
              <a:t>Key </a:t>
            </a:r>
            <a:r>
              <a:rPr lang="en-US" altLang="zh-CN" b="1" dirty="0">
                <a:ea typeface="ＭＳ Ｐゴシック" panose="020B0600070205080204" pitchFamily="34" charset="-128"/>
              </a:rPr>
              <a:t>Challenge</a:t>
            </a:r>
            <a:r>
              <a:rPr lang="en-US" altLang="en-US" dirty="0">
                <a:ea typeface="ＭＳ Ｐゴシック" panose="020B0600070205080204" pitchFamily="34" charset="-128"/>
              </a:rPr>
              <a:t>: </a:t>
            </a:r>
          </a:p>
          <a:p>
            <a:pPr lvl="1"/>
            <a:r>
              <a:rPr lang="en-US" altLang="zh-CN" dirty="0">
                <a:ea typeface="ＭＳ Ｐゴシック" panose="020B0600070205080204" pitchFamily="34" charset="-128"/>
              </a:rPr>
              <a:t>Which cache</a:t>
            </a:r>
            <a:r>
              <a:rPr lang="en-US" altLang="en-US" dirty="0">
                <a:ea typeface="ＭＳ Ｐゴシック" panose="020B0600070205080204" pitchFamily="34" charset="-128"/>
              </a:rPr>
              <a:t> block in a set be replaced once new block comes?</a:t>
            </a:r>
          </a:p>
          <a:p>
            <a:endParaRPr lang="en-US" altLang="en-US" dirty="0">
              <a:ea typeface="ＭＳ Ｐゴシック" panose="020B0600070205080204" pitchFamily="34" charset="-128"/>
            </a:endParaRPr>
          </a:p>
          <a:p>
            <a:endParaRPr lang="en-US" altLang="en-US" dirty="0">
              <a:ea typeface="ＭＳ Ｐゴシック" panose="020B0600070205080204" pitchFamily="34" charset="-128"/>
            </a:endParaRPr>
          </a:p>
          <a:p>
            <a:pPr lvl="2"/>
            <a:endParaRPr lang="en-US" altLang="en-US" dirty="0">
              <a:ea typeface="ＭＳ Ｐゴシック" panose="020B0600070205080204" pitchFamily="34" charset="-128"/>
            </a:endParaRPr>
          </a:p>
        </p:txBody>
      </p:sp>
      <p:sp>
        <p:nvSpPr>
          <p:cNvPr id="214019" name="Slide Number Placeholder 3">
            <a:extLst>
              <a:ext uri="{FF2B5EF4-FFF2-40B4-BE49-F238E27FC236}">
                <a16:creationId xmlns:a16="http://schemas.microsoft.com/office/drawing/2014/main" id="{AB7DF0BD-6D27-2D41-9E63-FFEED419D225}"/>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fld id="{A6400099-9C34-004A-BB9F-A581F0A3CA53}" type="slidenum">
              <a:rPr lang="en-US" altLang="en-US" sz="1600" smtClean="0">
                <a:solidFill>
                  <a:srgbClr val="000000"/>
                </a:solidFill>
                <a:latin typeface="Garamond" panose="02020404030301010803" pitchFamily="18" charset="0"/>
              </a:rPr>
              <a:pPr eaLnBrk="1" hangingPunct="1">
                <a:spcBef>
                  <a:spcPct val="0"/>
                </a:spcBef>
                <a:buClrTx/>
                <a:buSzTx/>
                <a:buFontTx/>
                <a:buNone/>
              </a:pPr>
              <a:t>13</a:t>
            </a:fld>
            <a:endParaRPr lang="en-US" altLang="en-US" sz="1600">
              <a:solidFill>
                <a:srgbClr val="000000"/>
              </a:solidFill>
              <a:latin typeface="Garamond" panose="02020404030301010803" pitchFamily="18" charset="0"/>
            </a:endParaRPr>
          </a:p>
        </p:txBody>
      </p:sp>
      <p:graphicFrame>
        <p:nvGraphicFramePr>
          <p:cNvPr id="5" name="Object 2">
            <a:extLst>
              <a:ext uri="{FF2B5EF4-FFF2-40B4-BE49-F238E27FC236}">
                <a16:creationId xmlns:a16="http://schemas.microsoft.com/office/drawing/2014/main" id="{2B2FC3A6-ABF2-45DE-A109-F4BFFF6584FD}"/>
              </a:ext>
            </a:extLst>
          </p:cNvPr>
          <p:cNvGraphicFramePr>
            <a:graphicFrameLocks noChangeAspect="1"/>
          </p:cNvGraphicFramePr>
          <p:nvPr>
            <p:custDataLst>
              <p:tags r:id="rId2"/>
            </p:custDataLst>
            <p:extLst>
              <p:ext uri="{D42A27DB-BD31-4B8C-83A1-F6EECF244321}">
                <p14:modId xmlns:p14="http://schemas.microsoft.com/office/powerpoint/2010/main" val="1110415980"/>
              </p:ext>
            </p:extLst>
          </p:nvPr>
        </p:nvGraphicFramePr>
        <p:xfrm>
          <a:off x="1181100" y="939049"/>
          <a:ext cx="6781800" cy="4547351"/>
        </p:xfrm>
        <a:graphic>
          <a:graphicData uri="http://schemas.openxmlformats.org/presentationml/2006/ole">
            <mc:AlternateContent xmlns:mc="http://schemas.openxmlformats.org/markup-compatibility/2006">
              <mc:Choice xmlns:v="urn:schemas-microsoft-com:vml" Requires="v">
                <p:oleObj spid="_x0000_s1214" name="VISIO" r:id="rId4" imgW="3704844" imgH="2484120" progId="Visio.Drawing.6">
                  <p:embed/>
                </p:oleObj>
              </mc:Choice>
              <mc:Fallback>
                <p:oleObj name="VISIO" r:id="rId4" imgW="3704844" imgH="2484120" progId="Visio.Drawing.6">
                  <p:embed/>
                  <p:pic>
                    <p:nvPicPr>
                      <p:cNvPr id="74754" name="Object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181100" y="939049"/>
                        <a:ext cx="6781800" cy="4547351"/>
                      </a:xfrm>
                      <a:prstGeom prst="rect">
                        <a:avLst/>
                      </a:prstGeom>
                      <a:noFill/>
                      <a:ln>
                        <a:noFill/>
                      </a:ln>
                    </p:spPr>
                  </p:pic>
                </p:oleObj>
              </mc:Fallback>
            </mc:AlternateContent>
          </a:graphicData>
        </a:graphic>
      </p:graphicFrame>
      <p:sp>
        <p:nvSpPr>
          <p:cNvPr id="6" name="Rectangle 5">
            <a:extLst>
              <a:ext uri="{FF2B5EF4-FFF2-40B4-BE49-F238E27FC236}">
                <a16:creationId xmlns:a16="http://schemas.microsoft.com/office/drawing/2014/main" id="{B886C4F4-FF3C-4436-8E54-11D3B9CA87D0}"/>
              </a:ext>
            </a:extLst>
          </p:cNvPr>
          <p:cNvSpPr/>
          <p:nvPr/>
        </p:nvSpPr>
        <p:spPr>
          <a:xfrm>
            <a:off x="3333750" y="2260098"/>
            <a:ext cx="1981200" cy="228600"/>
          </a:xfrm>
          <a:prstGeom prst="rect">
            <a:avLst/>
          </a:prstGeom>
          <a:noFill/>
          <a:ln w="508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C00000"/>
              </a:solidFill>
            </a:endParaRPr>
          </a:p>
        </p:txBody>
      </p:sp>
      <p:sp>
        <p:nvSpPr>
          <p:cNvPr id="7" name="Rectangle 5">
            <a:extLst>
              <a:ext uri="{FF2B5EF4-FFF2-40B4-BE49-F238E27FC236}">
                <a16:creationId xmlns:a16="http://schemas.microsoft.com/office/drawing/2014/main" id="{D062A35F-865C-4118-AB69-F0813232FD44}"/>
              </a:ext>
            </a:extLst>
          </p:cNvPr>
          <p:cNvSpPr/>
          <p:nvPr/>
        </p:nvSpPr>
        <p:spPr>
          <a:xfrm>
            <a:off x="5314950" y="2260098"/>
            <a:ext cx="2000250" cy="228600"/>
          </a:xfrm>
          <a:prstGeom prst="rect">
            <a:avLst/>
          </a:prstGeom>
          <a:noFill/>
          <a:ln w="508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C00000"/>
              </a:solidFill>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hidden"/>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41" name="Title 1">
            <a:extLst>
              <a:ext uri="{FF2B5EF4-FFF2-40B4-BE49-F238E27FC236}">
                <a16:creationId xmlns:a16="http://schemas.microsoft.com/office/drawing/2014/main" id="{A9407FE4-EEFE-134D-8AEC-AF282EBD3560}"/>
              </a:ext>
            </a:extLst>
          </p:cNvPr>
          <p:cNvSpPr>
            <a:spLocks noGrp="1" noChangeArrowheads="1"/>
          </p:cNvSpPr>
          <p:nvPr>
            <p:ph type="title"/>
          </p:nvPr>
        </p:nvSpPr>
        <p:spPr/>
        <p:txBody>
          <a:bodyPr/>
          <a:lstStyle/>
          <a:p>
            <a:r>
              <a:rPr lang="en-US" altLang="en-US" dirty="0">
                <a:ea typeface="ＭＳ Ｐゴシック" panose="020B0600070205080204" pitchFamily="34" charset="-128"/>
              </a:rPr>
              <a:t>Cache Block Replacement Policy</a:t>
            </a:r>
          </a:p>
        </p:txBody>
      </p:sp>
      <p:sp>
        <p:nvSpPr>
          <p:cNvPr id="3" name="Content Placeholder 2">
            <a:extLst>
              <a:ext uri="{FF2B5EF4-FFF2-40B4-BE49-F238E27FC236}">
                <a16:creationId xmlns:a16="http://schemas.microsoft.com/office/drawing/2014/main" id="{7FC2FD21-086B-3F4E-A46A-288FB4C3A97C}"/>
              </a:ext>
            </a:extLst>
          </p:cNvPr>
          <p:cNvSpPr>
            <a:spLocks noGrp="1" noChangeArrowheads="1"/>
          </p:cNvSpPr>
          <p:nvPr>
            <p:ph idx="1"/>
          </p:nvPr>
        </p:nvSpPr>
        <p:spPr>
          <a:xfrm>
            <a:off x="228600" y="996950"/>
            <a:ext cx="8610600" cy="5194300"/>
          </a:xfrm>
        </p:spPr>
        <p:txBody>
          <a:bodyPr/>
          <a:lstStyle/>
          <a:p>
            <a:r>
              <a:rPr lang="en-US" altLang="en-US" dirty="0">
                <a:solidFill>
                  <a:srgbClr val="FF0000"/>
                </a:solidFill>
                <a:ea typeface="ＭＳ Ｐゴシック" panose="020B0600070205080204" pitchFamily="34" charset="-128"/>
              </a:rPr>
              <a:t>Which block </a:t>
            </a:r>
            <a:r>
              <a:rPr lang="en-US" altLang="en-US" dirty="0">
                <a:ea typeface="ＭＳ Ｐゴシック" panose="020B0600070205080204" pitchFamily="34" charset="-128"/>
              </a:rPr>
              <a:t>in the set </a:t>
            </a:r>
            <a:r>
              <a:rPr lang="en-US" altLang="en-US" b="1" dirty="0">
                <a:ea typeface="ＭＳ Ｐゴシック" panose="020B0600070205080204" pitchFamily="34" charset="-128"/>
              </a:rPr>
              <a:t>to replace </a:t>
            </a:r>
            <a:r>
              <a:rPr lang="en-US" altLang="en-US" dirty="0">
                <a:ea typeface="ＭＳ Ｐゴシック" panose="020B0600070205080204" pitchFamily="34" charset="-128"/>
              </a:rPr>
              <a:t>on a cache miss?</a:t>
            </a:r>
          </a:p>
          <a:p>
            <a:pPr lvl="1"/>
            <a:r>
              <a:rPr lang="en-US" altLang="en-US" dirty="0">
                <a:ea typeface="ＭＳ Ｐゴシック" panose="020B0600070205080204" pitchFamily="34" charset="-128"/>
              </a:rPr>
              <a:t>1, Any invalid block first</a:t>
            </a:r>
          </a:p>
          <a:p>
            <a:pPr lvl="1"/>
            <a:r>
              <a:rPr lang="en-US" altLang="en-US" dirty="0">
                <a:ea typeface="ＭＳ Ｐゴシック" panose="020B0600070205080204" pitchFamily="34" charset="-128"/>
              </a:rPr>
              <a:t>2, If all are valid, consult the </a:t>
            </a:r>
            <a:r>
              <a:rPr lang="en-US" altLang="en-US" b="1" dirty="0">
                <a:ea typeface="ＭＳ Ｐゴシック" panose="020B0600070205080204" pitchFamily="34" charset="-128"/>
              </a:rPr>
              <a:t>replacement policy:</a:t>
            </a:r>
          </a:p>
          <a:p>
            <a:pPr lvl="2"/>
            <a:r>
              <a:rPr lang="en-US" altLang="en-US" dirty="0">
                <a:ea typeface="ＭＳ Ｐゴシック" panose="020B0600070205080204" pitchFamily="34" charset="-128"/>
              </a:rPr>
              <a:t>Random</a:t>
            </a:r>
          </a:p>
          <a:p>
            <a:pPr lvl="2"/>
            <a:r>
              <a:rPr lang="en-US" altLang="en-US" dirty="0">
                <a:ea typeface="ＭＳ Ｐゴシック" panose="020B0600070205080204" pitchFamily="34" charset="-128"/>
              </a:rPr>
              <a:t>FIFO</a:t>
            </a:r>
          </a:p>
          <a:p>
            <a:pPr lvl="2"/>
            <a:r>
              <a:rPr lang="en-US" altLang="en-US" dirty="0">
                <a:ea typeface="ＭＳ Ｐゴシック" panose="020B0600070205080204" pitchFamily="34" charset="-128"/>
              </a:rPr>
              <a:t>Least recently used (how to implement?)</a:t>
            </a:r>
          </a:p>
          <a:p>
            <a:pPr lvl="2"/>
            <a:r>
              <a:rPr lang="en-US" altLang="en-US" dirty="0">
                <a:ea typeface="ＭＳ Ｐゴシック" panose="020B0600070205080204" pitchFamily="34" charset="-128"/>
              </a:rPr>
              <a:t>Hybrid replacement policies</a:t>
            </a:r>
          </a:p>
          <a:p>
            <a:pPr lvl="2"/>
            <a:r>
              <a:rPr lang="en-US" altLang="en-US" dirty="0">
                <a:ea typeface="ＭＳ Ｐゴシック" panose="020B0600070205080204" pitchFamily="34" charset="-128"/>
              </a:rPr>
              <a:t>Optimal replacement policy? </a:t>
            </a:r>
          </a:p>
          <a:p>
            <a:pPr lvl="2"/>
            <a:endParaRPr lang="en-US" altLang="en-US" dirty="0">
              <a:ea typeface="ＭＳ Ｐゴシック" panose="020B0600070205080204" pitchFamily="34" charset="-128"/>
            </a:endParaRPr>
          </a:p>
          <a:p>
            <a:endParaRPr lang="en-US" altLang="en-US" dirty="0">
              <a:ea typeface="ＭＳ Ｐゴシック" panose="020B0600070205080204" pitchFamily="34" charset="-128"/>
            </a:endParaRPr>
          </a:p>
          <a:p>
            <a:pPr lvl="2"/>
            <a:endParaRPr lang="en-US" altLang="en-US" dirty="0">
              <a:ea typeface="ＭＳ Ｐゴシック" panose="020B0600070205080204" pitchFamily="34" charset="-128"/>
            </a:endParaRPr>
          </a:p>
        </p:txBody>
      </p:sp>
      <p:sp>
        <p:nvSpPr>
          <p:cNvPr id="215043" name="Slide Number Placeholder 3">
            <a:extLst>
              <a:ext uri="{FF2B5EF4-FFF2-40B4-BE49-F238E27FC236}">
                <a16:creationId xmlns:a16="http://schemas.microsoft.com/office/drawing/2014/main" id="{BA96A4F6-CBC6-114E-A1FB-AB595299398E}"/>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fld id="{860C6DA3-9AEE-F24F-9EBC-786AE0F434BF}" type="slidenum">
              <a:rPr lang="en-US" altLang="en-US" sz="1600" smtClean="0">
                <a:solidFill>
                  <a:srgbClr val="000000"/>
                </a:solidFill>
                <a:latin typeface="Garamond" panose="02020404030301010803" pitchFamily="18" charset="0"/>
              </a:rPr>
              <a:pPr eaLnBrk="1" hangingPunct="1">
                <a:spcBef>
                  <a:spcPct val="0"/>
                </a:spcBef>
                <a:buClrTx/>
                <a:buSzTx/>
                <a:buFontTx/>
                <a:buNone/>
              </a:pPr>
              <a:t>14</a:t>
            </a:fld>
            <a:endParaRPr lang="en-US" altLang="en-US" sz="1600">
              <a:solidFill>
                <a:srgbClr val="000000"/>
              </a:solidFill>
              <a:latin typeface="Garamond" panose="02020404030301010803" pitchFamily="18"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1" fill="hold" nodeType="clickPar">
                      <p:stCondLst>
                        <p:cond delay="indefinite"/>
                      </p:stCondLst>
                      <p:childTnLst>
                        <p:par>
                          <p:cTn id="22" fill="hold" nodeType="withGroup">
                            <p:stCondLst>
                              <p:cond delay="0"/>
                            </p:stCondLst>
                            <p:childTnLst>
                              <p:par>
                                <p:cTn id="23" presetID="1" presetClass="entr" presetSubtype="0" fill="hold" nodeType="clickEffect">
                                  <p:stCondLst>
                                    <p:cond delay="0"/>
                                  </p:stCondLst>
                                  <p:childTnLst>
                                    <p:set>
                                      <p:cBhvr>
                                        <p:cTn id="24"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5" fill="hold" nodeType="clickPar">
                      <p:stCondLst>
                        <p:cond delay="indefinite"/>
                      </p:stCondLst>
                      <p:childTnLst>
                        <p:par>
                          <p:cTn id="26" fill="hold" nodeType="withGroup">
                            <p:stCondLst>
                              <p:cond delay="0"/>
                            </p:stCondLst>
                            <p:childTnLst>
                              <p:par>
                                <p:cTn id="27" presetID="1" presetClass="entr" presetSubtype="0" fill="hold" nodeType="clickEffect">
                                  <p:stCondLst>
                                    <p:cond delay="0"/>
                                  </p:stCondLst>
                                  <p:childTnLst>
                                    <p:set>
                                      <p:cBhvr>
                                        <p:cTn id="28"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6065" name="Title 1">
            <a:extLst>
              <a:ext uri="{FF2B5EF4-FFF2-40B4-BE49-F238E27FC236}">
                <a16:creationId xmlns:a16="http://schemas.microsoft.com/office/drawing/2014/main" id="{83537598-738E-9147-B9FB-4412EA47EC17}"/>
              </a:ext>
            </a:extLst>
          </p:cNvPr>
          <p:cNvSpPr>
            <a:spLocks noGrp="1" noChangeArrowheads="1"/>
          </p:cNvSpPr>
          <p:nvPr>
            <p:ph type="title"/>
          </p:nvPr>
        </p:nvSpPr>
        <p:spPr/>
        <p:txBody>
          <a:bodyPr/>
          <a:lstStyle/>
          <a:p>
            <a:r>
              <a:rPr lang="en-US" altLang="en-US">
                <a:ea typeface="ＭＳ Ｐゴシック" panose="020B0600070205080204" pitchFamily="34" charset="-128"/>
              </a:rPr>
              <a:t>Implementing LRU</a:t>
            </a:r>
          </a:p>
        </p:txBody>
      </p:sp>
      <p:sp>
        <p:nvSpPr>
          <p:cNvPr id="3" name="Content Placeholder 2">
            <a:extLst>
              <a:ext uri="{FF2B5EF4-FFF2-40B4-BE49-F238E27FC236}">
                <a16:creationId xmlns:a16="http://schemas.microsoft.com/office/drawing/2014/main" id="{98FC11C9-94A2-1542-9077-1319C8EC4915}"/>
              </a:ext>
            </a:extLst>
          </p:cNvPr>
          <p:cNvSpPr>
            <a:spLocks noGrp="1" noChangeArrowheads="1"/>
          </p:cNvSpPr>
          <p:nvPr>
            <p:ph idx="1"/>
          </p:nvPr>
        </p:nvSpPr>
        <p:spPr>
          <a:xfrm>
            <a:off x="228600" y="996950"/>
            <a:ext cx="8610600" cy="3498850"/>
          </a:xfrm>
        </p:spPr>
        <p:txBody>
          <a:bodyPr/>
          <a:lstStyle/>
          <a:p>
            <a:r>
              <a:rPr lang="en-US" altLang="en-US" b="1" dirty="0">
                <a:ea typeface="ＭＳ Ｐゴシック" panose="020B0600070205080204" pitchFamily="34" charset="-128"/>
              </a:rPr>
              <a:t>Idea</a:t>
            </a:r>
            <a:r>
              <a:rPr lang="en-US" altLang="en-US" dirty="0">
                <a:ea typeface="ＭＳ Ｐゴシック" panose="020B0600070205080204" pitchFamily="34" charset="-128"/>
              </a:rPr>
              <a:t>: Evict the least recently accessed block</a:t>
            </a:r>
          </a:p>
          <a:p>
            <a:r>
              <a:rPr lang="en-US" altLang="en-US" dirty="0">
                <a:solidFill>
                  <a:srgbClr val="FF0000"/>
                </a:solidFill>
                <a:ea typeface="ＭＳ Ｐゴシック" panose="020B0600070205080204" pitchFamily="34" charset="-128"/>
              </a:rPr>
              <a:t>Problem: Need to keep track of access ordering of blocks</a:t>
            </a:r>
          </a:p>
          <a:p>
            <a:endParaRPr lang="en-US" altLang="en-US" dirty="0">
              <a:ea typeface="ＭＳ Ｐゴシック" panose="020B0600070205080204" pitchFamily="34" charset="-128"/>
            </a:endParaRPr>
          </a:p>
          <a:p>
            <a:r>
              <a:rPr lang="en-US" altLang="en-US" dirty="0">
                <a:ea typeface="ＭＳ Ｐゴシック" panose="020B0600070205080204" pitchFamily="34" charset="-128"/>
              </a:rPr>
              <a:t>Question: 2-way set associative cache:</a:t>
            </a:r>
          </a:p>
          <a:p>
            <a:pPr lvl="1"/>
            <a:r>
              <a:rPr lang="en-US" altLang="en-US" dirty="0">
                <a:ea typeface="ＭＳ Ｐゴシック" panose="020B0600070205080204" pitchFamily="34" charset="-128"/>
              </a:rPr>
              <a:t>What do you need to implement LRU perfectly?</a:t>
            </a:r>
          </a:p>
          <a:p>
            <a:pPr lvl="1"/>
            <a:endParaRPr lang="en-US" altLang="en-US" dirty="0">
              <a:ea typeface="ＭＳ Ｐゴシック" panose="020B0600070205080204" pitchFamily="34" charset="-128"/>
            </a:endParaRPr>
          </a:p>
          <a:p>
            <a:r>
              <a:rPr lang="en-US" altLang="en-US" dirty="0">
                <a:ea typeface="ＭＳ Ｐゴシック" panose="020B0600070205080204" pitchFamily="34" charset="-128"/>
              </a:rPr>
              <a:t>Question: 4-way (or 16-way) set associative cache: </a:t>
            </a:r>
          </a:p>
          <a:p>
            <a:pPr lvl="1"/>
            <a:r>
              <a:rPr lang="en-US" altLang="en-US" dirty="0">
                <a:ea typeface="ＭＳ Ｐゴシック" panose="020B0600070205080204" pitchFamily="34" charset="-128"/>
              </a:rPr>
              <a:t>What do you need to implement LRU perfectly?</a:t>
            </a:r>
          </a:p>
          <a:p>
            <a:pPr lvl="1"/>
            <a:endParaRPr lang="en-US" altLang="en-US" dirty="0">
              <a:ea typeface="ＭＳ Ｐゴシック" panose="020B0600070205080204" pitchFamily="34" charset="-128"/>
            </a:endParaRPr>
          </a:p>
        </p:txBody>
      </p:sp>
      <p:sp>
        <p:nvSpPr>
          <p:cNvPr id="216067" name="Slide Number Placeholder 3">
            <a:extLst>
              <a:ext uri="{FF2B5EF4-FFF2-40B4-BE49-F238E27FC236}">
                <a16:creationId xmlns:a16="http://schemas.microsoft.com/office/drawing/2014/main" id="{0738EE71-C774-8347-9903-EAFE113C7C28}"/>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fld id="{ED8A47EF-5B8F-A445-AB8A-954E75B73DA3}" type="slidenum">
              <a:rPr lang="en-US" altLang="en-US" sz="1600" smtClean="0">
                <a:solidFill>
                  <a:srgbClr val="000000"/>
                </a:solidFill>
                <a:latin typeface="Garamond" panose="02020404030301010803" pitchFamily="18" charset="0"/>
              </a:rPr>
              <a:pPr eaLnBrk="1" hangingPunct="1">
                <a:spcBef>
                  <a:spcPct val="0"/>
                </a:spcBef>
                <a:buClrTx/>
                <a:buSzTx/>
                <a:buFontTx/>
                <a:buNone/>
              </a:pPr>
              <a:t>15</a:t>
            </a:fld>
            <a:endParaRPr lang="en-US" altLang="en-US" sz="1600">
              <a:solidFill>
                <a:srgbClr val="000000"/>
              </a:solidFill>
              <a:latin typeface="Garamond" panose="02020404030301010803" pitchFamily="18" charset="0"/>
            </a:endParaRPr>
          </a:p>
        </p:txBody>
      </p:sp>
      <p:sp>
        <p:nvSpPr>
          <p:cNvPr id="2" name="矩形 1">
            <a:extLst>
              <a:ext uri="{FF2B5EF4-FFF2-40B4-BE49-F238E27FC236}">
                <a16:creationId xmlns:a16="http://schemas.microsoft.com/office/drawing/2014/main" id="{19A0A985-3722-4E08-9A5C-95E5A587778E}"/>
              </a:ext>
            </a:extLst>
          </p:cNvPr>
          <p:cNvSpPr/>
          <p:nvPr/>
        </p:nvSpPr>
        <p:spPr>
          <a:xfrm>
            <a:off x="1447800" y="4971018"/>
            <a:ext cx="7239000" cy="369332"/>
          </a:xfrm>
          <a:prstGeom prst="rect">
            <a:avLst/>
          </a:prstGeom>
        </p:spPr>
        <p:txBody>
          <a:bodyPr wrap="square">
            <a:spAutoFit/>
          </a:bodyPr>
          <a:lstStyle/>
          <a:p>
            <a:r>
              <a:rPr lang="en-US" altLang="zh-CN" b="1" dirty="0">
                <a:solidFill>
                  <a:srgbClr val="FF0000"/>
                </a:solidFill>
              </a:rPr>
              <a:t>Extremely challenging to implement LRU in hardware.</a:t>
            </a:r>
            <a:endParaRPr lang="zh-CN" altLang="en-US" b="1" dirty="0"/>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3" fill="hold" nodeType="clickPar">
                      <p:stCondLst>
                        <p:cond delay="indefinite"/>
                      </p:stCondLst>
                      <p:childTnLst>
                        <p:par>
                          <p:cTn id="14" fill="hold" nodeType="withGroup">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7" fill="hold" nodeType="clickPar">
                      <p:stCondLst>
                        <p:cond delay="indefinite"/>
                      </p:stCondLst>
                      <p:childTnLst>
                        <p:par>
                          <p:cTn id="18" fill="hold" nodeType="withGroup">
                            <p:stCondLst>
                              <p:cond delay="0"/>
                            </p:stCondLst>
                            <p:childTnLst>
                              <p:par>
                                <p:cTn id="19" presetID="1" presetClass="entr" presetSubtype="0" fill="hold" nodeType="clickEffect">
                                  <p:stCondLst>
                                    <p:cond delay="0"/>
                                  </p:stCondLst>
                                  <p:childTnLst>
                                    <p:set>
                                      <p:cBhvr>
                                        <p:cTn id="20"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7089" name="Title 1">
            <a:extLst>
              <a:ext uri="{FF2B5EF4-FFF2-40B4-BE49-F238E27FC236}">
                <a16:creationId xmlns:a16="http://schemas.microsoft.com/office/drawing/2014/main" id="{FCB0A7AC-B562-0749-ABB0-F445B14F6593}"/>
              </a:ext>
            </a:extLst>
          </p:cNvPr>
          <p:cNvSpPr>
            <a:spLocks noGrp="1" noChangeArrowheads="1"/>
          </p:cNvSpPr>
          <p:nvPr>
            <p:ph type="title"/>
          </p:nvPr>
        </p:nvSpPr>
        <p:spPr/>
        <p:txBody>
          <a:bodyPr/>
          <a:lstStyle/>
          <a:p>
            <a:r>
              <a:rPr lang="en-US" altLang="en-US">
                <a:ea typeface="ＭＳ Ｐゴシック" panose="020B0600070205080204" pitchFamily="34" charset="-128"/>
              </a:rPr>
              <a:t>Approximations of LRU</a:t>
            </a:r>
          </a:p>
        </p:txBody>
      </p:sp>
      <p:sp>
        <p:nvSpPr>
          <p:cNvPr id="3" name="Content Placeholder 2">
            <a:extLst>
              <a:ext uri="{FF2B5EF4-FFF2-40B4-BE49-F238E27FC236}">
                <a16:creationId xmlns:a16="http://schemas.microsoft.com/office/drawing/2014/main" id="{C8E85A3E-9550-954A-84FA-D2F88DC7589F}"/>
              </a:ext>
            </a:extLst>
          </p:cNvPr>
          <p:cNvSpPr>
            <a:spLocks noGrp="1" noChangeArrowheads="1"/>
          </p:cNvSpPr>
          <p:nvPr>
            <p:ph idx="1"/>
          </p:nvPr>
        </p:nvSpPr>
        <p:spPr>
          <a:xfrm>
            <a:off x="228600" y="914400"/>
            <a:ext cx="8610600" cy="5480050"/>
          </a:xfrm>
        </p:spPr>
        <p:txBody>
          <a:bodyPr/>
          <a:lstStyle/>
          <a:p>
            <a:r>
              <a:rPr lang="en-US" altLang="en-US" dirty="0">
                <a:ea typeface="ＭＳ Ｐゴシック" panose="020B0600070205080204" pitchFamily="34" charset="-128"/>
              </a:rPr>
              <a:t>Most modern processors do not implement “true LRU” (also called “perfect LRU”) in highly-associative caches</a:t>
            </a:r>
          </a:p>
          <a:p>
            <a:endParaRPr lang="en-US" altLang="en-US" dirty="0">
              <a:ea typeface="ＭＳ Ｐゴシック" panose="020B0600070205080204" pitchFamily="34" charset="-128"/>
            </a:endParaRPr>
          </a:p>
          <a:p>
            <a:r>
              <a:rPr lang="en-US" altLang="en-US" dirty="0">
                <a:ea typeface="ＭＳ Ｐゴシック" panose="020B0600070205080204" pitchFamily="34" charset="-128"/>
              </a:rPr>
              <a:t>Instead, approximate LRU is chosen. Why?</a:t>
            </a:r>
          </a:p>
          <a:p>
            <a:pPr lvl="1"/>
            <a:r>
              <a:rPr lang="en-US" altLang="en-US" dirty="0">
                <a:ea typeface="ＭＳ Ｐゴシック" panose="020B0600070205080204" pitchFamily="34" charset="-128"/>
              </a:rPr>
              <a:t>True LRU is complex</a:t>
            </a:r>
          </a:p>
          <a:p>
            <a:pPr lvl="1"/>
            <a:r>
              <a:rPr lang="en-US" altLang="en-US" dirty="0">
                <a:ea typeface="ＭＳ Ｐゴシック" panose="020B0600070205080204" pitchFamily="34" charset="-128"/>
              </a:rPr>
              <a:t>LRU is an approximation to predict locality anyway (i.e., not the best possible cache management policy)</a:t>
            </a:r>
          </a:p>
        </p:txBody>
      </p:sp>
      <p:sp>
        <p:nvSpPr>
          <p:cNvPr id="217091" name="Slide Number Placeholder 3">
            <a:extLst>
              <a:ext uri="{FF2B5EF4-FFF2-40B4-BE49-F238E27FC236}">
                <a16:creationId xmlns:a16="http://schemas.microsoft.com/office/drawing/2014/main" id="{80FCD70D-4907-2740-97B5-D16BB0D66015}"/>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fld id="{A30909A7-1C06-F64A-82EA-5FF46ED5255C}" type="slidenum">
              <a:rPr lang="en-US" altLang="en-US" sz="1600" smtClean="0">
                <a:solidFill>
                  <a:srgbClr val="000000"/>
                </a:solidFill>
                <a:latin typeface="Garamond" panose="02020404030301010803" pitchFamily="18" charset="0"/>
              </a:rPr>
              <a:pPr eaLnBrk="1" hangingPunct="1">
                <a:spcBef>
                  <a:spcPct val="0"/>
                </a:spcBef>
                <a:buClrTx/>
                <a:buSzTx/>
                <a:buFontTx/>
                <a:buNone/>
              </a:pPr>
              <a:t>16</a:t>
            </a:fld>
            <a:endParaRPr lang="en-US" altLang="en-US" sz="1600">
              <a:solidFill>
                <a:srgbClr val="000000"/>
              </a:solidFill>
              <a:latin typeface="Garamond" panose="02020404030301010803" pitchFamily="18"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7089" name="Title 1">
            <a:extLst>
              <a:ext uri="{FF2B5EF4-FFF2-40B4-BE49-F238E27FC236}">
                <a16:creationId xmlns:a16="http://schemas.microsoft.com/office/drawing/2014/main" id="{FCB0A7AC-B562-0749-ABB0-F445B14F6593}"/>
              </a:ext>
            </a:extLst>
          </p:cNvPr>
          <p:cNvSpPr>
            <a:spLocks noGrp="1" noChangeArrowheads="1"/>
          </p:cNvSpPr>
          <p:nvPr>
            <p:ph type="title"/>
          </p:nvPr>
        </p:nvSpPr>
        <p:spPr/>
        <p:txBody>
          <a:bodyPr/>
          <a:lstStyle/>
          <a:p>
            <a:r>
              <a:rPr lang="en-US" altLang="en-US" dirty="0">
                <a:ea typeface="ＭＳ Ｐゴシック" panose="020B0600070205080204" pitchFamily="34" charset="-128"/>
              </a:rPr>
              <a:t>One Implementation of LRU</a:t>
            </a:r>
          </a:p>
        </p:txBody>
      </p:sp>
      <p:sp>
        <p:nvSpPr>
          <p:cNvPr id="3" name="Content Placeholder 2">
            <a:extLst>
              <a:ext uri="{FF2B5EF4-FFF2-40B4-BE49-F238E27FC236}">
                <a16:creationId xmlns:a16="http://schemas.microsoft.com/office/drawing/2014/main" id="{C8E85A3E-9550-954A-84FA-D2F88DC7589F}"/>
              </a:ext>
            </a:extLst>
          </p:cNvPr>
          <p:cNvSpPr>
            <a:spLocks noGrp="1" noChangeArrowheads="1"/>
          </p:cNvSpPr>
          <p:nvPr>
            <p:ph idx="1"/>
          </p:nvPr>
        </p:nvSpPr>
        <p:spPr>
          <a:xfrm>
            <a:off x="228600" y="996950"/>
            <a:ext cx="8610600" cy="2432050"/>
          </a:xfrm>
        </p:spPr>
        <p:txBody>
          <a:bodyPr/>
          <a:lstStyle/>
          <a:p>
            <a:r>
              <a:rPr lang="en-US" altLang="en-US" b="1" dirty="0">
                <a:ea typeface="ＭＳ Ｐゴシック" panose="020B0600070205080204" pitchFamily="34" charset="-128"/>
              </a:rPr>
              <a:t>Pseudo LRU for 8-way set-associated cache</a:t>
            </a:r>
            <a:r>
              <a:rPr lang="en-US" altLang="en-US" dirty="0">
                <a:ea typeface="ＭＳ Ｐゴシック" panose="020B0600070205080204" pitchFamily="34" charset="-128"/>
              </a:rPr>
              <a:t>:</a:t>
            </a:r>
          </a:p>
          <a:p>
            <a:pPr lvl="1"/>
            <a:r>
              <a:rPr lang="en-US" altLang="en-US" dirty="0">
                <a:ea typeface="ＭＳ Ｐゴシック" panose="020B0600070205080204" pitchFamily="34" charset="-128"/>
              </a:rPr>
              <a:t>Assume 8 blocks (L0~L7) for a set, 7 rule bits (B0~B6). </a:t>
            </a:r>
          </a:p>
          <a:p>
            <a:pPr lvl="1"/>
            <a:r>
              <a:rPr lang="en-US" altLang="en-US" b="1" dirty="0">
                <a:ea typeface="ＭＳ Ｐゴシック" panose="020B0600070205080204" pitchFamily="34" charset="-128"/>
              </a:rPr>
              <a:t>PLRU Replacement Way Selection</a:t>
            </a:r>
            <a:r>
              <a:rPr lang="en-US" altLang="en-US" dirty="0">
                <a:ea typeface="ＭＳ Ｐゴシック" panose="020B0600070205080204" pitchFamily="34" charset="-128"/>
              </a:rPr>
              <a:t>: choosing the suitable way (L0~L7) based on the PLRU bits.</a:t>
            </a:r>
          </a:p>
          <a:p>
            <a:pPr lvl="1"/>
            <a:r>
              <a:rPr lang="en-US" altLang="en-US" b="1" dirty="0">
                <a:ea typeface="ＭＳ Ｐゴシック" panose="020B0600070205080204" pitchFamily="34" charset="-128"/>
              </a:rPr>
              <a:t>PLRU Bits Updating Rule</a:t>
            </a:r>
            <a:r>
              <a:rPr lang="en-US" altLang="en-US" dirty="0">
                <a:ea typeface="ＭＳ Ｐゴシック" panose="020B0600070205080204" pitchFamily="34" charset="-128"/>
              </a:rPr>
              <a:t>: updating PLRU bits after replacing the way (L0~L7).</a:t>
            </a:r>
          </a:p>
          <a:p>
            <a:pPr lvl="1"/>
            <a:endParaRPr lang="en-US" altLang="en-US" dirty="0">
              <a:ea typeface="ＭＳ Ｐゴシック" panose="020B0600070205080204" pitchFamily="34" charset="-128"/>
            </a:endParaRPr>
          </a:p>
        </p:txBody>
      </p:sp>
      <p:sp>
        <p:nvSpPr>
          <p:cNvPr id="217091" name="Slide Number Placeholder 3">
            <a:extLst>
              <a:ext uri="{FF2B5EF4-FFF2-40B4-BE49-F238E27FC236}">
                <a16:creationId xmlns:a16="http://schemas.microsoft.com/office/drawing/2014/main" id="{80FCD70D-4907-2740-97B5-D16BB0D66015}"/>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fld id="{A30909A7-1C06-F64A-82EA-5FF46ED5255C}" type="slidenum">
              <a:rPr lang="en-US" altLang="en-US" sz="1600" smtClean="0">
                <a:solidFill>
                  <a:srgbClr val="000000"/>
                </a:solidFill>
                <a:latin typeface="Garamond" panose="02020404030301010803" pitchFamily="18" charset="0"/>
              </a:rPr>
              <a:pPr eaLnBrk="1" hangingPunct="1">
                <a:spcBef>
                  <a:spcPct val="0"/>
                </a:spcBef>
                <a:buClrTx/>
                <a:buSzTx/>
                <a:buFontTx/>
                <a:buNone/>
              </a:pPr>
              <a:t>17</a:t>
            </a:fld>
            <a:endParaRPr lang="en-US" altLang="en-US" sz="1600">
              <a:solidFill>
                <a:srgbClr val="000000"/>
              </a:solidFill>
              <a:latin typeface="Garamond" panose="02020404030301010803" pitchFamily="18" charset="0"/>
            </a:endParaRPr>
          </a:p>
        </p:txBody>
      </p:sp>
      <p:pic>
        <p:nvPicPr>
          <p:cNvPr id="2" name="图片 1">
            <a:extLst>
              <a:ext uri="{FF2B5EF4-FFF2-40B4-BE49-F238E27FC236}">
                <a16:creationId xmlns:a16="http://schemas.microsoft.com/office/drawing/2014/main" id="{106782E3-29C5-47E7-84A2-CD480E4D0BCD}"/>
              </a:ext>
            </a:extLst>
          </p:cNvPr>
          <p:cNvPicPr>
            <a:picLocks noChangeAspect="1"/>
          </p:cNvPicPr>
          <p:nvPr/>
        </p:nvPicPr>
        <p:blipFill>
          <a:blip r:embed="rId2"/>
          <a:stretch>
            <a:fillRect/>
          </a:stretch>
        </p:blipFill>
        <p:spPr>
          <a:xfrm>
            <a:off x="4858248" y="3911805"/>
            <a:ext cx="4186238" cy="2305834"/>
          </a:xfrm>
          <a:prstGeom prst="rect">
            <a:avLst/>
          </a:prstGeom>
        </p:spPr>
      </p:pic>
      <p:pic>
        <p:nvPicPr>
          <p:cNvPr id="4" name="图片 3">
            <a:extLst>
              <a:ext uri="{FF2B5EF4-FFF2-40B4-BE49-F238E27FC236}">
                <a16:creationId xmlns:a16="http://schemas.microsoft.com/office/drawing/2014/main" id="{4528268B-BA3A-41AB-AFC8-359F4E78838B}"/>
              </a:ext>
            </a:extLst>
          </p:cNvPr>
          <p:cNvPicPr>
            <a:picLocks noChangeAspect="1"/>
          </p:cNvPicPr>
          <p:nvPr/>
        </p:nvPicPr>
        <p:blipFill>
          <a:blip r:embed="rId3"/>
          <a:stretch>
            <a:fillRect/>
          </a:stretch>
        </p:blipFill>
        <p:spPr>
          <a:xfrm>
            <a:off x="152400" y="3886200"/>
            <a:ext cx="4705848" cy="2222705"/>
          </a:xfrm>
          <a:prstGeom prst="rect">
            <a:avLst/>
          </a:prstGeom>
        </p:spPr>
      </p:pic>
      <p:sp>
        <p:nvSpPr>
          <p:cNvPr id="5" name="矩形 4">
            <a:extLst>
              <a:ext uri="{FF2B5EF4-FFF2-40B4-BE49-F238E27FC236}">
                <a16:creationId xmlns:a16="http://schemas.microsoft.com/office/drawing/2014/main" id="{6EDC55E6-71F3-4162-9F85-BD6ED1B70ED9}"/>
              </a:ext>
            </a:extLst>
          </p:cNvPr>
          <p:cNvSpPr/>
          <p:nvPr/>
        </p:nvSpPr>
        <p:spPr>
          <a:xfrm>
            <a:off x="533400" y="3592800"/>
            <a:ext cx="3818096" cy="369332"/>
          </a:xfrm>
          <a:prstGeom prst="rect">
            <a:avLst/>
          </a:prstGeom>
        </p:spPr>
        <p:txBody>
          <a:bodyPr wrap="none">
            <a:spAutoFit/>
          </a:bodyPr>
          <a:lstStyle/>
          <a:p>
            <a:r>
              <a:rPr lang="en-US" altLang="en-US" dirty="0">
                <a:solidFill>
                  <a:srgbClr val="0432FF"/>
                </a:solidFill>
              </a:rPr>
              <a:t>PLRU Replacement Way Selection:</a:t>
            </a:r>
            <a:endParaRPr lang="zh-CN" altLang="en-US" dirty="0">
              <a:solidFill>
                <a:srgbClr val="0432FF"/>
              </a:solidFill>
            </a:endParaRPr>
          </a:p>
        </p:txBody>
      </p:sp>
      <p:sp>
        <p:nvSpPr>
          <p:cNvPr id="8" name="矩形 7">
            <a:extLst>
              <a:ext uri="{FF2B5EF4-FFF2-40B4-BE49-F238E27FC236}">
                <a16:creationId xmlns:a16="http://schemas.microsoft.com/office/drawing/2014/main" id="{3FD5BBB4-E5E5-461D-895C-E52A7DE3EB31}"/>
              </a:ext>
            </a:extLst>
          </p:cNvPr>
          <p:cNvSpPr/>
          <p:nvPr/>
        </p:nvSpPr>
        <p:spPr>
          <a:xfrm>
            <a:off x="5508413" y="3592800"/>
            <a:ext cx="2839239" cy="369332"/>
          </a:xfrm>
          <a:prstGeom prst="rect">
            <a:avLst/>
          </a:prstGeom>
        </p:spPr>
        <p:txBody>
          <a:bodyPr wrap="none">
            <a:spAutoFit/>
          </a:bodyPr>
          <a:lstStyle/>
          <a:p>
            <a:r>
              <a:rPr lang="en-US" altLang="en-US" dirty="0">
                <a:solidFill>
                  <a:srgbClr val="0432FF"/>
                </a:solidFill>
              </a:rPr>
              <a:t>PLRU Bits Updating Rule:</a:t>
            </a:r>
            <a:endParaRPr lang="zh-CN" altLang="en-US" dirty="0">
              <a:solidFill>
                <a:srgbClr val="0432FF"/>
              </a:solidFill>
            </a:endParaRPr>
          </a:p>
        </p:txBody>
      </p:sp>
    </p:spTree>
    <p:extLst>
      <p:ext uri="{BB962C8B-B14F-4D97-AF65-F5344CB8AC3E}">
        <p14:creationId xmlns:p14="http://schemas.microsoft.com/office/powerpoint/2010/main" val="1798955569"/>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8"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3233" name="Title 1">
            <a:extLst>
              <a:ext uri="{FF2B5EF4-FFF2-40B4-BE49-F238E27FC236}">
                <a16:creationId xmlns:a16="http://schemas.microsoft.com/office/drawing/2014/main" id="{D186EE75-64BC-1B44-9807-E1A3522627DD}"/>
              </a:ext>
            </a:extLst>
          </p:cNvPr>
          <p:cNvSpPr>
            <a:spLocks noGrp="1" noChangeArrowheads="1"/>
          </p:cNvSpPr>
          <p:nvPr>
            <p:ph type="title"/>
          </p:nvPr>
        </p:nvSpPr>
        <p:spPr>
          <a:xfrm>
            <a:off x="228600" y="152400"/>
            <a:ext cx="8915400" cy="1066800"/>
          </a:xfrm>
        </p:spPr>
        <p:txBody>
          <a:bodyPr/>
          <a:lstStyle/>
          <a:p>
            <a:r>
              <a:rPr lang="en-US" altLang="en-US" sz="3800" dirty="0">
                <a:ea typeface="ＭＳ Ｐゴシック" panose="020B0600070205080204" pitchFamily="34" charset="-128"/>
              </a:rPr>
              <a:t>Cache Replacement Policy: LRU or Random</a:t>
            </a:r>
          </a:p>
        </p:txBody>
      </p:sp>
      <p:sp>
        <p:nvSpPr>
          <p:cNvPr id="3" name="Content Placeholder 2">
            <a:extLst>
              <a:ext uri="{FF2B5EF4-FFF2-40B4-BE49-F238E27FC236}">
                <a16:creationId xmlns:a16="http://schemas.microsoft.com/office/drawing/2014/main" id="{96C2E412-8BF0-C04A-8344-C03B72F49E4D}"/>
              </a:ext>
            </a:extLst>
          </p:cNvPr>
          <p:cNvSpPr>
            <a:spLocks noGrp="1" noChangeArrowheads="1"/>
          </p:cNvSpPr>
          <p:nvPr>
            <p:ph idx="1"/>
          </p:nvPr>
        </p:nvSpPr>
        <p:spPr>
          <a:xfrm>
            <a:off x="228600" y="996950"/>
            <a:ext cx="8610600" cy="5194300"/>
          </a:xfrm>
        </p:spPr>
        <p:txBody>
          <a:bodyPr/>
          <a:lstStyle/>
          <a:p>
            <a:r>
              <a:rPr lang="en-US" altLang="en-US" dirty="0">
                <a:ea typeface="ＭＳ Ｐゴシック" panose="020B0600070205080204" pitchFamily="34" charset="-128"/>
              </a:rPr>
              <a:t>LRU vs. Random: </a:t>
            </a:r>
            <a:r>
              <a:rPr lang="en-US" altLang="zh-CN" dirty="0">
                <a:ea typeface="ＭＳ Ｐゴシック" panose="020B0600070205080204" pitchFamily="34" charset="-128"/>
              </a:rPr>
              <a:t>LRU is not always better. </a:t>
            </a:r>
            <a:endParaRPr lang="en-US" altLang="en-US" dirty="0">
              <a:ea typeface="ＭＳ Ｐゴシック" panose="020B0600070205080204" pitchFamily="34" charset="-128"/>
            </a:endParaRPr>
          </a:p>
          <a:p>
            <a:pPr lvl="1"/>
            <a:r>
              <a:rPr lang="en-US" altLang="en-US" dirty="0">
                <a:ea typeface="ＭＳ Ｐゴシック" panose="020B0600070205080204" pitchFamily="34" charset="-128"/>
              </a:rPr>
              <a:t>Example: 4-way cache, cyclic references to A, B, C, D, E </a:t>
            </a:r>
            <a:endParaRPr lang="en-US" altLang="en-US" dirty="0">
              <a:ea typeface="ＭＳ Ｐゴシック" panose="020B0600070205080204" pitchFamily="34" charset="-128"/>
              <a:sym typeface="Wingdings" pitchFamily="2" charset="2"/>
            </a:endParaRPr>
          </a:p>
          <a:p>
            <a:pPr lvl="2"/>
            <a:r>
              <a:rPr lang="en-US" altLang="en-US" dirty="0">
                <a:ea typeface="ＭＳ Ｐゴシック" panose="020B0600070205080204" pitchFamily="34" charset="-128"/>
                <a:sym typeface="Wingdings" pitchFamily="2" charset="2"/>
              </a:rPr>
              <a:t>0% hit rate with LRU policy</a:t>
            </a:r>
            <a:endParaRPr lang="en-US" altLang="en-US" dirty="0">
              <a:ea typeface="ＭＳ Ｐゴシック" panose="020B0600070205080204" pitchFamily="34" charset="-128"/>
            </a:endParaRPr>
          </a:p>
          <a:p>
            <a:r>
              <a:rPr lang="en-US" altLang="en-US" dirty="0">
                <a:solidFill>
                  <a:srgbClr val="0000FF"/>
                </a:solidFill>
                <a:ea typeface="ＭＳ Ｐゴシック" panose="020B0600070205080204" pitchFamily="34" charset="-128"/>
              </a:rPr>
              <a:t>Set thrashing: </a:t>
            </a:r>
            <a:r>
              <a:rPr lang="en-US" altLang="en-US" dirty="0">
                <a:ea typeface="ＭＳ Ｐゴシック" panose="020B0600070205080204" pitchFamily="34" charset="-128"/>
              </a:rPr>
              <a:t>When the </a:t>
            </a:r>
            <a:r>
              <a:rPr lang="ja-JP" altLang="en-US" dirty="0">
                <a:ea typeface="ＭＳ Ｐゴシック" panose="020B0600070205080204" pitchFamily="34" charset="-128"/>
              </a:rPr>
              <a:t>“</a:t>
            </a:r>
            <a:r>
              <a:rPr lang="en-US" altLang="ja-JP" dirty="0">
                <a:ea typeface="ＭＳ Ｐゴシック" panose="020B0600070205080204" pitchFamily="34" charset="-128"/>
              </a:rPr>
              <a:t>program working set</a:t>
            </a:r>
            <a:r>
              <a:rPr lang="ja-JP" altLang="en-US" dirty="0">
                <a:ea typeface="ＭＳ Ｐゴシック" panose="020B0600070205080204" pitchFamily="34" charset="-128"/>
              </a:rPr>
              <a:t>”</a:t>
            </a:r>
            <a:r>
              <a:rPr lang="en-US" altLang="ja-JP" dirty="0">
                <a:ea typeface="ＭＳ Ｐゴシック" panose="020B0600070205080204" pitchFamily="34" charset="-128"/>
              </a:rPr>
              <a:t> in a set is larger than set associativity</a:t>
            </a:r>
          </a:p>
          <a:p>
            <a:pPr lvl="1"/>
            <a:r>
              <a:rPr lang="en-US" altLang="en-US" dirty="0">
                <a:ea typeface="ＭＳ Ｐゴシック" panose="020B0600070205080204" pitchFamily="34" charset="-128"/>
                <a:sym typeface="Wingdings" pitchFamily="2" charset="2"/>
              </a:rPr>
              <a:t>Random replacement policy is better when thrashing occurs</a:t>
            </a:r>
          </a:p>
          <a:p>
            <a:r>
              <a:rPr lang="en-US" altLang="en-US" dirty="0">
                <a:ea typeface="ＭＳ Ｐゴシック" panose="020B0600070205080204" pitchFamily="34" charset="-128"/>
                <a:sym typeface="Wingdings" pitchFamily="2" charset="2"/>
              </a:rPr>
              <a:t>Which one is better in practice?</a:t>
            </a:r>
          </a:p>
          <a:p>
            <a:pPr lvl="1"/>
            <a:r>
              <a:rPr lang="en-US" altLang="en-US" dirty="0">
                <a:ea typeface="ＭＳ Ｐゴシック" panose="020B0600070205080204" pitchFamily="34" charset="-128"/>
                <a:sym typeface="Wingdings" pitchFamily="2" charset="2"/>
              </a:rPr>
              <a:t>Depends on workload</a:t>
            </a:r>
          </a:p>
          <a:p>
            <a:pPr lvl="1"/>
            <a:r>
              <a:rPr lang="en-US" altLang="en-US" dirty="0">
                <a:ea typeface="ＭＳ Ｐゴシック" panose="020B0600070205080204" pitchFamily="34" charset="-128"/>
                <a:sym typeface="Wingdings" pitchFamily="2" charset="2"/>
              </a:rPr>
              <a:t>Average hit rate of LRU and Random are similar</a:t>
            </a:r>
          </a:p>
          <a:p>
            <a:pPr lvl="1"/>
            <a:endParaRPr lang="en-US" altLang="en-US" sz="1400" dirty="0">
              <a:ea typeface="ＭＳ Ｐゴシック" panose="020B0600070205080204" pitchFamily="34" charset="-128"/>
              <a:sym typeface="Wingdings" pitchFamily="2" charset="2"/>
            </a:endParaRPr>
          </a:p>
          <a:p>
            <a:r>
              <a:rPr lang="en-US" altLang="en-US" dirty="0">
                <a:ea typeface="ＭＳ Ｐゴシック" panose="020B0600070205080204" pitchFamily="34" charset="-128"/>
                <a:sym typeface="Wingdings" pitchFamily="2" charset="2"/>
              </a:rPr>
              <a:t>Best of both Worlds: Hybrid of LRU and Random</a:t>
            </a:r>
          </a:p>
          <a:p>
            <a:pPr lvl="1"/>
            <a:r>
              <a:rPr lang="en-US" altLang="en-US" dirty="0">
                <a:ea typeface="ＭＳ Ｐゴシック" panose="020B0600070205080204" pitchFamily="34" charset="-128"/>
                <a:sym typeface="Wingdings" pitchFamily="2" charset="2"/>
              </a:rPr>
              <a:t>How to choose between the two? </a:t>
            </a:r>
            <a:endParaRPr lang="en-US" altLang="en-US" dirty="0">
              <a:solidFill>
                <a:srgbClr val="0000FF"/>
              </a:solidFill>
              <a:ea typeface="ＭＳ Ｐゴシック" panose="020B0600070205080204" pitchFamily="34" charset="-128"/>
              <a:sym typeface="Wingdings" pitchFamily="2" charset="2"/>
            </a:endParaRPr>
          </a:p>
          <a:p>
            <a:pPr lvl="2"/>
            <a:r>
              <a:rPr lang="en-US" altLang="ja-JP" dirty="0">
                <a:ea typeface="ＭＳ Ｐゴシック" panose="020B0600070205080204" pitchFamily="34" charset="-128"/>
                <a:sym typeface="Wingdings" pitchFamily="2" charset="2"/>
              </a:rPr>
              <a:t>Intel CPU uses the hybrid approach. </a:t>
            </a:r>
            <a:endParaRPr lang="en-US" altLang="ja-JP" dirty="0">
              <a:ea typeface="ＭＳ Ｐゴシック" panose="020B0600070205080204" pitchFamily="34" charset="-128"/>
            </a:endParaRPr>
          </a:p>
          <a:p>
            <a:pPr lvl="2"/>
            <a:endParaRPr lang="en-US" altLang="en-US" dirty="0">
              <a:solidFill>
                <a:srgbClr val="0000FF"/>
              </a:solidFill>
              <a:ea typeface="ＭＳ Ｐゴシック" panose="020B0600070205080204" pitchFamily="34" charset="-128"/>
              <a:sym typeface="Wingdings" pitchFamily="2" charset="2"/>
            </a:endParaRPr>
          </a:p>
        </p:txBody>
      </p:sp>
      <p:sp>
        <p:nvSpPr>
          <p:cNvPr id="223235" name="Slide Number Placeholder 3">
            <a:extLst>
              <a:ext uri="{FF2B5EF4-FFF2-40B4-BE49-F238E27FC236}">
                <a16:creationId xmlns:a16="http://schemas.microsoft.com/office/drawing/2014/main" id="{C22F57BC-F167-CF47-9B52-211F48E5A4E8}"/>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fld id="{DABBE689-A193-9048-8AFA-FF4CF7578DCA}" type="slidenum">
              <a:rPr lang="en-US" altLang="en-US" sz="1600" smtClean="0">
                <a:solidFill>
                  <a:srgbClr val="000000"/>
                </a:solidFill>
                <a:latin typeface="Garamond" panose="02020404030301010803" pitchFamily="18" charset="0"/>
              </a:rPr>
              <a:pPr eaLnBrk="1" hangingPunct="1">
                <a:spcBef>
                  <a:spcPct val="0"/>
                </a:spcBef>
                <a:buClrTx/>
                <a:buSzTx/>
                <a:buFontTx/>
                <a:buNone/>
              </a:pPr>
              <a:t>18</a:t>
            </a:fld>
            <a:endParaRPr lang="en-US" altLang="en-US" sz="1600">
              <a:solidFill>
                <a:srgbClr val="000000"/>
              </a:solidFill>
              <a:latin typeface="Garamond" panose="02020404030301010803" pitchFamily="18"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9" fill="hold" nodeType="clickPar">
                      <p:stCondLst>
                        <p:cond delay="indefinite"/>
                      </p:stCondLst>
                      <p:childTnLst>
                        <p:par>
                          <p:cTn id="30" fill="hold" nodeType="withGroup">
                            <p:stCondLst>
                              <p:cond delay="0"/>
                            </p:stCondLst>
                            <p:childTnLst>
                              <p:par>
                                <p:cTn id="31" presetID="1" presetClass="entr" presetSubtype="0" fill="hold" nodeType="clickEffect">
                                  <p:stCondLst>
                                    <p:cond delay="0"/>
                                  </p:stCondLst>
                                  <p:childTnLst>
                                    <p:set>
                                      <p:cBhvr>
                                        <p:cTn id="32" dur="1" fill="hold">
                                          <p:stCondLst>
                                            <p:cond delay="0"/>
                                          </p:stCondLst>
                                        </p:cTn>
                                        <p:tgtEl>
                                          <p:spTgt spid="3">
                                            <p:txEl>
                                              <p:pRg st="9" end="9"/>
                                            </p:txEl>
                                          </p:spTgt>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3">
                                            <p:txEl>
                                              <p:pRg st="10" end="10"/>
                                            </p:txEl>
                                          </p:spTgt>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4257" name="Title 1">
            <a:extLst>
              <a:ext uri="{FF2B5EF4-FFF2-40B4-BE49-F238E27FC236}">
                <a16:creationId xmlns:a16="http://schemas.microsoft.com/office/drawing/2014/main" id="{708E8D43-EC88-EF48-9DA4-9052E2586837}"/>
              </a:ext>
            </a:extLst>
          </p:cNvPr>
          <p:cNvSpPr>
            <a:spLocks noGrp="1" noChangeArrowheads="1"/>
          </p:cNvSpPr>
          <p:nvPr>
            <p:ph type="title"/>
          </p:nvPr>
        </p:nvSpPr>
        <p:spPr/>
        <p:txBody>
          <a:bodyPr/>
          <a:lstStyle/>
          <a:p>
            <a:r>
              <a:rPr lang="en-US" altLang="en-US" dirty="0">
                <a:ea typeface="ＭＳ Ｐゴシック" panose="020B0600070205080204" pitchFamily="34" charset="-128"/>
              </a:rPr>
              <a:t>What Is the Optimal Replacement Policy?</a:t>
            </a:r>
          </a:p>
        </p:txBody>
      </p:sp>
      <p:sp>
        <p:nvSpPr>
          <p:cNvPr id="3" name="Content Placeholder 2">
            <a:extLst>
              <a:ext uri="{FF2B5EF4-FFF2-40B4-BE49-F238E27FC236}">
                <a16:creationId xmlns:a16="http://schemas.microsoft.com/office/drawing/2014/main" id="{9EED1918-36ED-684E-8230-8D9A0DAFFBBC}"/>
              </a:ext>
            </a:extLst>
          </p:cNvPr>
          <p:cNvSpPr>
            <a:spLocks noGrp="1" noChangeArrowheads="1"/>
          </p:cNvSpPr>
          <p:nvPr>
            <p:ph idx="1"/>
          </p:nvPr>
        </p:nvSpPr>
        <p:spPr>
          <a:xfrm>
            <a:off x="228600" y="996950"/>
            <a:ext cx="8610600" cy="5194300"/>
          </a:xfrm>
        </p:spPr>
        <p:txBody>
          <a:bodyPr/>
          <a:lstStyle/>
          <a:p>
            <a:r>
              <a:rPr lang="en-US" altLang="en-US" b="1" dirty="0" err="1">
                <a:ea typeface="ＭＳ Ｐゴシック" panose="020B0600070205080204" pitchFamily="34" charset="-128"/>
              </a:rPr>
              <a:t>Belady’</a:t>
            </a:r>
            <a:r>
              <a:rPr lang="en-US" altLang="ja-JP" b="1" dirty="0" err="1">
                <a:ea typeface="ＭＳ Ｐゴシック" panose="020B0600070205080204" pitchFamily="34" charset="-128"/>
              </a:rPr>
              <a:t>s</a:t>
            </a:r>
            <a:r>
              <a:rPr lang="en-US" altLang="ja-JP" b="1" dirty="0">
                <a:ea typeface="ＭＳ Ｐゴシック" panose="020B0600070205080204" pitchFamily="34" charset="-128"/>
              </a:rPr>
              <a:t> OPT (Optimal Replacement)</a:t>
            </a:r>
          </a:p>
          <a:p>
            <a:pPr lvl="1"/>
            <a:r>
              <a:rPr lang="en-US" altLang="en-US" dirty="0">
                <a:solidFill>
                  <a:srgbClr val="0000FF"/>
                </a:solidFill>
                <a:ea typeface="ＭＳ Ｐゴシック" panose="020B0600070205080204" pitchFamily="34" charset="-128"/>
              </a:rPr>
              <a:t>Replace the block that is going to be referenced furthest in the future by the program</a:t>
            </a:r>
          </a:p>
          <a:p>
            <a:pPr lvl="1"/>
            <a:r>
              <a:rPr lang="en-US" altLang="en-US" dirty="0" err="1">
                <a:ea typeface="ＭＳ Ｐゴシック" panose="020B0600070205080204" pitchFamily="34" charset="-128"/>
              </a:rPr>
              <a:t>Belady</a:t>
            </a:r>
            <a:r>
              <a:rPr lang="en-US" altLang="en-US" dirty="0">
                <a:ea typeface="ＭＳ Ｐゴシック" panose="020B0600070205080204" pitchFamily="34" charset="-128"/>
              </a:rPr>
              <a:t>, </a:t>
            </a:r>
            <a:r>
              <a:rPr lang="ja-JP" altLang="en-US" dirty="0">
                <a:ea typeface="ＭＳ Ｐゴシック" panose="020B0600070205080204" pitchFamily="34" charset="-128"/>
              </a:rPr>
              <a:t>“</a:t>
            </a:r>
            <a:r>
              <a:rPr lang="en-US" altLang="ja-JP" dirty="0">
                <a:ea typeface="ＭＳ Ｐゴシック" panose="020B0600070205080204" pitchFamily="34" charset="-128"/>
              </a:rPr>
              <a:t>A study of replacement algorithms for a virtual-storage computer,</a:t>
            </a:r>
            <a:r>
              <a:rPr lang="ja-JP" altLang="en-US" dirty="0">
                <a:ea typeface="ＭＳ Ｐゴシック" panose="020B0600070205080204" pitchFamily="34" charset="-128"/>
              </a:rPr>
              <a:t>”</a:t>
            </a:r>
            <a:r>
              <a:rPr lang="en-US" altLang="ja-JP" dirty="0">
                <a:ea typeface="ＭＳ Ｐゴシック" panose="020B0600070205080204" pitchFamily="34" charset="-128"/>
              </a:rPr>
              <a:t> IBM Systems Journal, 1966.</a:t>
            </a:r>
          </a:p>
          <a:p>
            <a:pPr lvl="1"/>
            <a:r>
              <a:rPr lang="en-US" altLang="en-US" dirty="0">
                <a:ea typeface="ＭＳ Ｐゴシック" panose="020B0600070205080204" pitchFamily="34" charset="-128"/>
              </a:rPr>
              <a:t>How do we implement this? Simulate?</a:t>
            </a:r>
          </a:p>
          <a:p>
            <a:pPr lvl="2"/>
            <a:r>
              <a:rPr lang="en-US" altLang="en-US" dirty="0">
                <a:ea typeface="ＭＳ Ｐゴシック" panose="020B0600070205080204" pitchFamily="34" charset="-128"/>
              </a:rPr>
              <a:t>No possibility to implement in theory. </a:t>
            </a:r>
          </a:p>
          <a:p>
            <a:pPr lvl="2"/>
            <a:r>
              <a:rPr lang="en-US" altLang="en-US" dirty="0">
                <a:ea typeface="ＭＳ Ｐゴシック" panose="020B0600070205080204" pitchFamily="34" charset="-128"/>
              </a:rPr>
              <a:t>Lots of potential in practice</a:t>
            </a:r>
          </a:p>
          <a:p>
            <a:pPr lvl="1"/>
            <a:endParaRPr lang="en-US" altLang="en-US" dirty="0">
              <a:ea typeface="ＭＳ Ｐゴシック" panose="020B0600070205080204" pitchFamily="34" charset="-128"/>
            </a:endParaRPr>
          </a:p>
          <a:p>
            <a:endParaRPr lang="en-US" altLang="en-US" dirty="0">
              <a:ea typeface="ＭＳ Ｐゴシック" panose="020B0600070205080204" pitchFamily="34" charset="-128"/>
            </a:endParaRPr>
          </a:p>
          <a:p>
            <a:pPr lvl="1"/>
            <a:endParaRPr lang="en-US" altLang="en-US" dirty="0">
              <a:ea typeface="ＭＳ Ｐゴシック" panose="020B0600070205080204" pitchFamily="34" charset="-128"/>
            </a:endParaRPr>
          </a:p>
        </p:txBody>
      </p:sp>
      <p:sp>
        <p:nvSpPr>
          <p:cNvPr id="224259" name="Slide Number Placeholder 3">
            <a:extLst>
              <a:ext uri="{FF2B5EF4-FFF2-40B4-BE49-F238E27FC236}">
                <a16:creationId xmlns:a16="http://schemas.microsoft.com/office/drawing/2014/main" id="{627EB763-4F93-1347-B74A-1DA3BBB7A1B5}"/>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fld id="{C8F574E5-9234-E345-A429-A43EC916A485}" type="slidenum">
              <a:rPr lang="en-US" altLang="en-US" sz="1600" smtClean="0">
                <a:solidFill>
                  <a:srgbClr val="000000"/>
                </a:solidFill>
                <a:latin typeface="Garamond" panose="02020404030301010803" pitchFamily="18" charset="0"/>
              </a:rPr>
              <a:pPr eaLnBrk="1" hangingPunct="1">
                <a:spcBef>
                  <a:spcPct val="0"/>
                </a:spcBef>
                <a:buClrTx/>
                <a:buSzTx/>
                <a:buFontTx/>
                <a:buNone/>
              </a:pPr>
              <a:t>19</a:t>
            </a:fld>
            <a:endParaRPr lang="en-US" altLang="en-US" sz="1600">
              <a:solidFill>
                <a:srgbClr val="000000"/>
              </a:solidFill>
              <a:latin typeface="Garamond" panose="02020404030301010803" pitchFamily="18"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3" name="Title 1">
            <a:extLst>
              <a:ext uri="{FF2B5EF4-FFF2-40B4-BE49-F238E27FC236}">
                <a16:creationId xmlns:a16="http://schemas.microsoft.com/office/drawing/2014/main" id="{7A910356-E702-7141-84CA-35688C4EC64F}"/>
              </a:ext>
            </a:extLst>
          </p:cNvPr>
          <p:cNvSpPr>
            <a:spLocks noGrp="1" noChangeArrowheads="1"/>
          </p:cNvSpPr>
          <p:nvPr>
            <p:ph type="title"/>
          </p:nvPr>
        </p:nvSpPr>
        <p:spPr/>
        <p:txBody>
          <a:bodyPr/>
          <a:lstStyle/>
          <a:p>
            <a:r>
              <a:rPr lang="en-US" altLang="en-US" dirty="0">
                <a:ea typeface="ＭＳ Ｐゴシック" panose="020B0600070205080204" pitchFamily="34" charset="-128"/>
              </a:rPr>
              <a:t>Caching Basics</a:t>
            </a:r>
          </a:p>
        </p:txBody>
      </p:sp>
      <p:sp>
        <p:nvSpPr>
          <p:cNvPr id="59394" name="Content Placeholder 2">
            <a:extLst>
              <a:ext uri="{FF2B5EF4-FFF2-40B4-BE49-F238E27FC236}">
                <a16:creationId xmlns:a16="http://schemas.microsoft.com/office/drawing/2014/main" id="{D8906BF3-D470-C44E-94AE-16409CD4FEFF}"/>
              </a:ext>
            </a:extLst>
          </p:cNvPr>
          <p:cNvSpPr>
            <a:spLocks noGrp="1"/>
          </p:cNvSpPr>
          <p:nvPr>
            <p:ph idx="1"/>
          </p:nvPr>
        </p:nvSpPr>
        <p:spPr>
          <a:xfrm>
            <a:off x="228600" y="914400"/>
            <a:ext cx="8794750" cy="5194300"/>
          </a:xfrm>
        </p:spPr>
        <p:txBody>
          <a:bodyPr/>
          <a:lstStyle/>
          <a:p>
            <a:pPr>
              <a:buFont typeface="Wingdings" charset="0"/>
              <a:buChar char="n"/>
              <a:defRPr/>
            </a:pPr>
            <a:r>
              <a:rPr lang="en-US" dirty="0">
                <a:solidFill>
                  <a:srgbClr val="0000FF"/>
                </a:solidFill>
              </a:rPr>
              <a:t>Cache Block (line): </a:t>
            </a:r>
            <a:r>
              <a:rPr lang="en-US" dirty="0"/>
              <a:t>Unit of storage in the cache</a:t>
            </a:r>
          </a:p>
          <a:p>
            <a:pPr lvl="1">
              <a:buFont typeface="Wingdings" charset="0"/>
              <a:buChar char="q"/>
              <a:defRPr/>
            </a:pPr>
            <a:r>
              <a:rPr lang="en-US" dirty="0"/>
              <a:t>Memory is logically divided into blocks that map to potential locations in the cache. </a:t>
            </a:r>
          </a:p>
          <a:p>
            <a:pPr>
              <a:buFont typeface="Wingdings" charset="0"/>
              <a:buChar char="n"/>
              <a:defRPr/>
            </a:pPr>
            <a:endParaRPr lang="en-US" sz="1000" dirty="0"/>
          </a:p>
          <a:p>
            <a:pPr>
              <a:buFont typeface="Wingdings" charset="0"/>
              <a:buChar char="n"/>
              <a:defRPr/>
            </a:pPr>
            <a:r>
              <a:rPr lang="en-US" dirty="0"/>
              <a:t>On a reference:</a:t>
            </a:r>
          </a:p>
          <a:p>
            <a:pPr lvl="1">
              <a:buFont typeface="Wingdings" charset="0"/>
              <a:buChar char="q"/>
              <a:defRPr/>
            </a:pPr>
            <a:r>
              <a:rPr lang="en-US" dirty="0">
                <a:solidFill>
                  <a:srgbClr val="0000FF"/>
                </a:solidFill>
                <a:ea typeface="ＭＳ Ｐゴシック" charset="0"/>
              </a:rPr>
              <a:t>HIT</a:t>
            </a:r>
            <a:r>
              <a:rPr lang="en-US" dirty="0">
                <a:ea typeface="ＭＳ Ｐゴシック" charset="0"/>
              </a:rPr>
              <a:t>: If in cache, use cached data instead of accessing memory</a:t>
            </a:r>
          </a:p>
          <a:p>
            <a:pPr lvl="1">
              <a:buFont typeface="Wingdings" charset="0"/>
              <a:buChar char="q"/>
              <a:defRPr/>
            </a:pPr>
            <a:r>
              <a:rPr lang="en-US" dirty="0">
                <a:solidFill>
                  <a:srgbClr val="0000FF"/>
                </a:solidFill>
                <a:ea typeface="ＭＳ Ｐゴシック" charset="0"/>
              </a:rPr>
              <a:t>MISS</a:t>
            </a:r>
            <a:r>
              <a:rPr lang="en-US" dirty="0">
                <a:ea typeface="ＭＳ Ｐゴシック" charset="0"/>
              </a:rPr>
              <a:t>: If not in cache, bring block into cache</a:t>
            </a:r>
          </a:p>
          <a:p>
            <a:pPr lvl="2">
              <a:buFont typeface="Wingdings" charset="0"/>
              <a:buChar char="n"/>
              <a:defRPr/>
            </a:pPr>
            <a:r>
              <a:rPr lang="en-US" dirty="0">
                <a:ea typeface="ＭＳ Ｐゴシック" charset="0"/>
              </a:rPr>
              <a:t>May have to evict some other block</a:t>
            </a:r>
          </a:p>
          <a:p>
            <a:pPr marL="671512" lvl="2" indent="0">
              <a:buFont typeface="Wingdings" charset="0"/>
              <a:buNone/>
              <a:defRPr/>
            </a:pPr>
            <a:endParaRPr lang="en-US" sz="1000" dirty="0">
              <a:ea typeface="ＭＳ Ｐゴシック" charset="0"/>
            </a:endParaRPr>
          </a:p>
          <a:p>
            <a:pPr>
              <a:buFont typeface="Wingdings" charset="0"/>
              <a:buChar char="n"/>
              <a:defRPr/>
            </a:pPr>
            <a:r>
              <a:rPr lang="en-US" dirty="0"/>
              <a:t>For high cache hit rate, important cache design decisions:</a:t>
            </a:r>
          </a:p>
          <a:p>
            <a:pPr lvl="1">
              <a:buFont typeface="Wingdings" charset="0"/>
              <a:buChar char="q"/>
              <a:defRPr/>
            </a:pPr>
            <a:r>
              <a:rPr lang="en-US" dirty="0">
                <a:solidFill>
                  <a:srgbClr val="0000FF"/>
                </a:solidFill>
                <a:ea typeface="ＭＳ Ｐゴシック" charset="0"/>
              </a:rPr>
              <a:t>Placement</a:t>
            </a:r>
            <a:r>
              <a:rPr lang="en-US" dirty="0">
                <a:ea typeface="ＭＳ Ｐゴシック" charset="0"/>
              </a:rPr>
              <a:t>: where and how to place/find a block in cache?</a:t>
            </a:r>
          </a:p>
          <a:p>
            <a:pPr lvl="1">
              <a:buFont typeface="Wingdings" charset="0"/>
              <a:buChar char="q"/>
              <a:defRPr/>
            </a:pPr>
            <a:r>
              <a:rPr lang="en-US" dirty="0">
                <a:solidFill>
                  <a:srgbClr val="0000FF"/>
                </a:solidFill>
                <a:ea typeface="ＭＳ Ｐゴシック" charset="0"/>
              </a:rPr>
              <a:t>Replacement</a:t>
            </a:r>
            <a:r>
              <a:rPr lang="en-US" dirty="0">
                <a:ea typeface="ＭＳ Ｐゴシック" charset="0"/>
              </a:rPr>
              <a:t>: what data to remove to make room in cache?</a:t>
            </a:r>
          </a:p>
          <a:p>
            <a:pPr lvl="1">
              <a:buFont typeface="Wingdings" charset="0"/>
              <a:buChar char="q"/>
              <a:defRPr/>
            </a:pPr>
            <a:r>
              <a:rPr lang="en-US" dirty="0">
                <a:solidFill>
                  <a:srgbClr val="0000FF"/>
                </a:solidFill>
                <a:ea typeface="ＭＳ Ｐゴシック" charset="0"/>
              </a:rPr>
              <a:t>Granularity of management</a:t>
            </a:r>
            <a:r>
              <a:rPr lang="en-US" dirty="0">
                <a:ea typeface="ＭＳ Ｐゴシック" charset="0"/>
              </a:rPr>
              <a:t>: large or small blocks? </a:t>
            </a:r>
            <a:r>
              <a:rPr lang="en-US" dirty="0" err="1">
                <a:ea typeface="ＭＳ Ｐゴシック" charset="0"/>
              </a:rPr>
              <a:t>Subblocks</a:t>
            </a:r>
            <a:r>
              <a:rPr lang="en-US" dirty="0">
                <a:ea typeface="ＭＳ Ｐゴシック" charset="0"/>
              </a:rPr>
              <a:t>?</a:t>
            </a:r>
          </a:p>
          <a:p>
            <a:pPr lvl="1">
              <a:buFont typeface="Wingdings" charset="0"/>
              <a:buChar char="q"/>
              <a:defRPr/>
            </a:pPr>
            <a:r>
              <a:rPr lang="en-US" dirty="0">
                <a:solidFill>
                  <a:srgbClr val="0000FF"/>
                </a:solidFill>
                <a:ea typeface="ＭＳ Ｐゴシック" charset="0"/>
              </a:rPr>
              <a:t>Write policy</a:t>
            </a:r>
            <a:r>
              <a:rPr lang="en-US" dirty="0">
                <a:ea typeface="ＭＳ Ｐゴシック" charset="0"/>
              </a:rPr>
              <a:t>: write-allocate, write-back/write-through</a:t>
            </a:r>
          </a:p>
          <a:p>
            <a:pPr lvl="1">
              <a:buFont typeface="Wingdings" charset="0"/>
              <a:buChar char="q"/>
              <a:defRPr/>
            </a:pPr>
            <a:r>
              <a:rPr lang="en-US" dirty="0">
                <a:solidFill>
                  <a:srgbClr val="0000FF"/>
                </a:solidFill>
                <a:ea typeface="ＭＳ Ｐゴシック" charset="0"/>
              </a:rPr>
              <a:t>Instructions/data</a:t>
            </a:r>
            <a:r>
              <a:rPr lang="en-US" dirty="0">
                <a:ea typeface="ＭＳ Ｐゴシック" charset="0"/>
              </a:rPr>
              <a:t>: do we treat them separately?</a:t>
            </a:r>
          </a:p>
          <a:p>
            <a:pPr lvl="1">
              <a:buFont typeface="Wingdings" charset="0"/>
              <a:buChar char="q"/>
              <a:defRPr/>
            </a:pPr>
            <a:endParaRPr lang="en-US" dirty="0">
              <a:ea typeface="ＭＳ Ｐゴシック" charset="0"/>
            </a:endParaRPr>
          </a:p>
          <a:p>
            <a:pPr lvl="1">
              <a:buFont typeface="Wingdings" charset="0"/>
              <a:buChar char="q"/>
              <a:defRPr/>
            </a:pPr>
            <a:endParaRPr lang="en-US" dirty="0">
              <a:ea typeface="ＭＳ Ｐゴシック" charset="0"/>
            </a:endParaRPr>
          </a:p>
          <a:p>
            <a:pPr>
              <a:buFont typeface="Wingdings" charset="0"/>
              <a:buChar char="n"/>
              <a:defRPr/>
            </a:pPr>
            <a:endParaRPr lang="en-US" dirty="0"/>
          </a:p>
        </p:txBody>
      </p:sp>
      <p:sp>
        <p:nvSpPr>
          <p:cNvPr id="120835" name="Slide Number Placeholder 3">
            <a:extLst>
              <a:ext uri="{FF2B5EF4-FFF2-40B4-BE49-F238E27FC236}">
                <a16:creationId xmlns:a16="http://schemas.microsoft.com/office/drawing/2014/main" id="{2F95E12C-D42B-B843-930C-EC1F0A2428DF}"/>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fld id="{6622B480-D4B6-2447-8777-76681E2BA131}" type="slidenum">
              <a:rPr lang="en-US" altLang="en-US" sz="1600" smtClean="0">
                <a:solidFill>
                  <a:srgbClr val="000000"/>
                </a:solidFill>
                <a:latin typeface="Garamond" panose="02020404030301010803" pitchFamily="18" charset="0"/>
              </a:rPr>
              <a:pPr eaLnBrk="1" hangingPunct="1">
                <a:spcBef>
                  <a:spcPct val="0"/>
                </a:spcBef>
                <a:buClrTx/>
                <a:buSzTx/>
                <a:buFontTx/>
                <a:buNone/>
              </a:pPr>
              <a:t>20</a:t>
            </a:fld>
            <a:endParaRPr lang="en-US" altLang="en-US" sz="1600">
              <a:solidFill>
                <a:srgbClr val="000000"/>
              </a:solidFill>
              <a:latin typeface="Garamond" panose="02020404030301010803" pitchFamily="18" charset="0"/>
            </a:endParaRPr>
          </a:p>
        </p:txBody>
      </p:sp>
      <p:sp>
        <p:nvSpPr>
          <p:cNvPr id="5" name="Rectangle 5">
            <a:extLst>
              <a:ext uri="{FF2B5EF4-FFF2-40B4-BE49-F238E27FC236}">
                <a16:creationId xmlns:a16="http://schemas.microsoft.com/office/drawing/2014/main" id="{07CFDF5D-AD6A-4151-B3E6-D0BBE98BE281}"/>
              </a:ext>
            </a:extLst>
          </p:cNvPr>
          <p:cNvSpPr/>
          <p:nvPr/>
        </p:nvSpPr>
        <p:spPr>
          <a:xfrm>
            <a:off x="457200" y="5638800"/>
            <a:ext cx="7772400" cy="533401"/>
          </a:xfrm>
          <a:prstGeom prst="rect">
            <a:avLst/>
          </a:prstGeom>
          <a:noFill/>
          <a:ln w="508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C00000"/>
              </a:solidFill>
            </a:endParaRPr>
          </a:p>
        </p:txBody>
      </p:sp>
    </p:spTree>
    <p:extLst>
      <p:ext uri="{BB962C8B-B14F-4D97-AF65-F5344CB8AC3E}">
        <p14:creationId xmlns:p14="http://schemas.microsoft.com/office/powerpoint/2010/main" val="1380351977"/>
      </p:ext>
    </p:extLst>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8353" name="Title 1">
            <a:extLst>
              <a:ext uri="{FF2B5EF4-FFF2-40B4-BE49-F238E27FC236}">
                <a16:creationId xmlns:a16="http://schemas.microsoft.com/office/drawing/2014/main" id="{A617AE3D-6E0F-B44D-9D3F-B6CA17D8375E}"/>
              </a:ext>
            </a:extLst>
          </p:cNvPr>
          <p:cNvSpPr>
            <a:spLocks noGrp="1" noChangeArrowheads="1"/>
          </p:cNvSpPr>
          <p:nvPr>
            <p:ph type="title"/>
          </p:nvPr>
        </p:nvSpPr>
        <p:spPr/>
        <p:txBody>
          <a:bodyPr/>
          <a:lstStyle/>
          <a:p>
            <a:r>
              <a:rPr lang="en-US" altLang="en-US" dirty="0">
                <a:ea typeface="ＭＳ Ｐゴシック" panose="020B0600070205080204" pitchFamily="34" charset="-128"/>
              </a:rPr>
              <a:t>Cache Policies: Handling Memory Write</a:t>
            </a:r>
          </a:p>
        </p:txBody>
      </p:sp>
      <p:sp>
        <p:nvSpPr>
          <p:cNvPr id="3" name="Content Placeholder 2">
            <a:extLst>
              <a:ext uri="{FF2B5EF4-FFF2-40B4-BE49-F238E27FC236}">
                <a16:creationId xmlns:a16="http://schemas.microsoft.com/office/drawing/2014/main" id="{BF1575B2-CC0D-8849-AA6D-1C3BBA6AF0CA}"/>
              </a:ext>
            </a:extLst>
          </p:cNvPr>
          <p:cNvSpPr>
            <a:spLocks noGrp="1" noChangeArrowheads="1"/>
          </p:cNvSpPr>
          <p:nvPr>
            <p:ph idx="1"/>
          </p:nvPr>
        </p:nvSpPr>
        <p:spPr>
          <a:xfrm>
            <a:off x="152400" y="987425"/>
            <a:ext cx="8915400" cy="5562600"/>
          </a:xfrm>
        </p:spPr>
        <p:txBody>
          <a:bodyPr/>
          <a:lstStyle/>
          <a:p>
            <a:pPr>
              <a:lnSpc>
                <a:spcPct val="90000"/>
              </a:lnSpc>
              <a:buClr>
                <a:schemeClr val="tx1"/>
              </a:buClr>
            </a:pPr>
            <a:r>
              <a:rPr lang="en-US" altLang="zh-CN" dirty="0"/>
              <a:t>Where should you write the result of a store? One policy for each step. </a:t>
            </a:r>
          </a:p>
          <a:p>
            <a:pPr lvl="1">
              <a:defRPr/>
            </a:pPr>
            <a:r>
              <a:rPr lang="en-US" altLang="zh-CN" b="1" dirty="0"/>
              <a:t>Step 1</a:t>
            </a:r>
            <a:r>
              <a:rPr lang="en-US" altLang="zh-CN" dirty="0"/>
              <a:t>: store </a:t>
            </a:r>
            <a:r>
              <a:rPr lang="en-US" altLang="zh-CN" dirty="0" err="1"/>
              <a:t>insn</a:t>
            </a:r>
            <a:r>
              <a:rPr lang="en-US" altLang="zh-CN" dirty="0"/>
              <a:t>. </a:t>
            </a:r>
            <a:r>
              <a:rPr lang="en-US" altLang="zh-CN" dirty="0">
                <a:sym typeface="Wingdings" panose="05000000000000000000" pitchFamily="2" charset="2"/>
              </a:rPr>
              <a:t> </a:t>
            </a:r>
            <a:r>
              <a:rPr lang="en-US" altLang="zh-CN" dirty="0"/>
              <a:t>cache, either policy works: </a:t>
            </a:r>
          </a:p>
          <a:p>
            <a:pPr lvl="2">
              <a:defRPr/>
            </a:pPr>
            <a:r>
              <a:rPr lang="en-US" altLang="zh-CN" dirty="0">
                <a:solidFill>
                  <a:srgbClr val="0432FF"/>
                </a:solidFill>
              </a:rPr>
              <a:t>Write-allocate policy </a:t>
            </a:r>
            <a:r>
              <a:rPr lang="en-US" altLang="zh-CN" dirty="0"/>
              <a:t>(memory, default): </a:t>
            </a:r>
          </a:p>
          <a:p>
            <a:pPr lvl="3">
              <a:defRPr/>
            </a:pPr>
            <a:r>
              <a:rPr lang="en-US" altLang="zh-CN" dirty="0"/>
              <a:t>Allocate the cache line (put it in the cache). </a:t>
            </a:r>
          </a:p>
          <a:p>
            <a:pPr lvl="3">
              <a:defRPr/>
            </a:pPr>
            <a:r>
              <a:rPr lang="en-US" altLang="zh-CN" dirty="0">
                <a:solidFill>
                  <a:srgbClr val="FF0000"/>
                </a:solidFill>
              </a:rPr>
              <a:t>Issue: Read an entire cache block from memory</a:t>
            </a:r>
          </a:p>
          <a:p>
            <a:pPr lvl="2">
              <a:defRPr/>
            </a:pPr>
            <a:r>
              <a:rPr lang="en-US" altLang="zh-CN" dirty="0">
                <a:solidFill>
                  <a:srgbClr val="0432FF"/>
                </a:solidFill>
              </a:rPr>
              <a:t>Write-no-allocate policy </a:t>
            </a:r>
            <a:r>
              <a:rPr lang="en-US" altLang="zh-CN" dirty="0"/>
              <a:t>(PCIe/IO): </a:t>
            </a:r>
          </a:p>
          <a:p>
            <a:pPr lvl="3">
              <a:defRPr/>
            </a:pPr>
            <a:r>
              <a:rPr lang="en-US" altLang="zh-CN" dirty="0"/>
              <a:t>Write it directly to memory without allocation in cache.</a:t>
            </a:r>
          </a:p>
          <a:p>
            <a:pPr lvl="3">
              <a:defRPr/>
            </a:pPr>
            <a:r>
              <a:rPr lang="en-US" altLang="zh-CN" dirty="0"/>
              <a:t>Ignore cache. </a:t>
            </a:r>
          </a:p>
          <a:p>
            <a:pPr lvl="3">
              <a:defRPr/>
            </a:pPr>
            <a:endParaRPr lang="en-US" altLang="zh-CN" dirty="0"/>
          </a:p>
          <a:p>
            <a:pPr lvl="1">
              <a:defRPr/>
            </a:pPr>
            <a:r>
              <a:rPr lang="en-US" altLang="zh-CN" b="1" dirty="0"/>
              <a:t>Step 2</a:t>
            </a:r>
            <a:r>
              <a:rPr lang="en-US" altLang="zh-CN" dirty="0"/>
              <a:t>: cache </a:t>
            </a:r>
            <a:r>
              <a:rPr lang="en-US" altLang="zh-CN" dirty="0">
                <a:sym typeface="Wingdings" panose="05000000000000000000" pitchFamily="2" charset="2"/>
              </a:rPr>
              <a:t> memory</a:t>
            </a:r>
            <a:r>
              <a:rPr lang="en-US" altLang="zh-CN" dirty="0"/>
              <a:t>, either policy works: </a:t>
            </a:r>
          </a:p>
          <a:p>
            <a:pPr lvl="2">
              <a:defRPr/>
            </a:pPr>
            <a:r>
              <a:rPr lang="en-US" altLang="zh-CN" dirty="0">
                <a:solidFill>
                  <a:srgbClr val="0432FF"/>
                </a:solidFill>
              </a:rPr>
              <a:t>Write-back policy </a:t>
            </a:r>
            <a:r>
              <a:rPr lang="en-US" altLang="zh-CN" dirty="0"/>
              <a:t>(default): </a:t>
            </a:r>
            <a:r>
              <a:rPr lang="en-US" altLang="zh-CN" dirty="0">
                <a:solidFill>
                  <a:srgbClr val="0432FF"/>
                </a:solidFill>
              </a:rPr>
              <a:t> </a:t>
            </a:r>
          </a:p>
          <a:p>
            <a:pPr lvl="3">
              <a:defRPr/>
            </a:pPr>
            <a:r>
              <a:rPr lang="en-US" altLang="zh-CN" dirty="0"/>
              <a:t>Writes it to the cache and wait until the cache kicks the cache block out</a:t>
            </a:r>
          </a:p>
          <a:p>
            <a:pPr lvl="2">
              <a:defRPr/>
            </a:pPr>
            <a:r>
              <a:rPr lang="en-US" altLang="zh-CN" dirty="0">
                <a:solidFill>
                  <a:srgbClr val="0432FF"/>
                </a:solidFill>
              </a:rPr>
              <a:t>Write-through policy </a:t>
            </a:r>
            <a:r>
              <a:rPr lang="en-US" altLang="zh-CN" dirty="0"/>
              <a:t>(streaming write instruction):</a:t>
            </a:r>
            <a:r>
              <a:rPr lang="en-US" altLang="zh-CN" dirty="0">
                <a:solidFill>
                  <a:srgbClr val="0432FF"/>
                </a:solidFill>
              </a:rPr>
              <a:t> </a:t>
            </a:r>
          </a:p>
          <a:p>
            <a:pPr lvl="3">
              <a:defRPr/>
            </a:pPr>
            <a:r>
              <a:rPr lang="en-US" altLang="zh-CN" dirty="0"/>
              <a:t>Writes it to the cache and </a:t>
            </a:r>
            <a:r>
              <a:rPr lang="en-US" altLang="zh-CN" dirty="0">
                <a:solidFill>
                  <a:schemeClr val="tx2"/>
                </a:solidFill>
              </a:rPr>
              <a:t>memory</a:t>
            </a:r>
            <a:r>
              <a:rPr lang="en-US" altLang="zh-CN" dirty="0"/>
              <a:t> right away</a:t>
            </a:r>
          </a:p>
          <a:p>
            <a:pPr marL="688975" lvl="2" indent="0">
              <a:buNone/>
              <a:defRPr/>
            </a:pPr>
            <a:r>
              <a:rPr lang="en-US" altLang="zh-CN" dirty="0"/>
              <a:t>	</a:t>
            </a:r>
          </a:p>
        </p:txBody>
      </p:sp>
      <p:sp>
        <p:nvSpPr>
          <p:cNvPr id="228355" name="Slide Number Placeholder 3">
            <a:extLst>
              <a:ext uri="{FF2B5EF4-FFF2-40B4-BE49-F238E27FC236}">
                <a16:creationId xmlns:a16="http://schemas.microsoft.com/office/drawing/2014/main" id="{9DA65B70-5F2D-4F4E-950B-2E633D99FE49}"/>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1968172A-668C-4F44-8D10-94AA5551B1E5}" type="slidenum">
              <a:rPr kumimoji="0" lang="en-US" altLang="en-US" sz="1600" b="0" i="0" u="none" strike="noStrike" kern="1200" cap="none" spc="0" normalizeH="0" baseline="0" noProof="0" smtClean="0">
                <a:ln>
                  <a:noFill/>
                </a:ln>
                <a:solidFill>
                  <a:srgbClr val="000000"/>
                </a:solidFill>
                <a:effectLst/>
                <a:uLnTx/>
                <a:uFillTx/>
                <a:latin typeface="Garamond" panose="02020404030301010803" pitchFamily="18" charset="0"/>
                <a:ea typeface="ＭＳ Ｐゴシック" panose="020B0600070205080204" pitchFamily="34" charset="-128"/>
                <a:cs typeface="+mn-cs"/>
              </a:rPr>
              <a:pPr marL="0" marR="0" lvl="0" indent="0" algn="r" defTabSz="914400" rtl="0" eaLnBrk="1" fontAlgn="base" latinLnBrk="0" hangingPunct="1">
                <a:lnSpc>
                  <a:spcPct val="100000"/>
                </a:lnSpc>
                <a:spcBef>
                  <a:spcPct val="0"/>
                </a:spcBef>
                <a:spcAft>
                  <a:spcPct val="0"/>
                </a:spcAft>
                <a:buClrTx/>
                <a:buSzTx/>
                <a:buFontTx/>
                <a:buNone/>
                <a:tabLst/>
                <a:defRPr/>
              </a:pPr>
              <a:t>21</a:t>
            </a:fld>
            <a:endParaRPr kumimoji="0" lang="en-US" altLang="en-US" sz="1600" b="0" i="0" u="none" strike="noStrike" kern="1200" cap="none" spc="0" normalizeH="0" baseline="0" noProof="0">
              <a:ln>
                <a:noFill/>
              </a:ln>
              <a:solidFill>
                <a:srgbClr val="000000"/>
              </a:solidFill>
              <a:effectLst/>
              <a:uLnTx/>
              <a:uFillTx/>
              <a:latin typeface="Garamond" panose="02020404030301010803" pitchFamily="18" charset="0"/>
              <a:ea typeface="ＭＳ Ｐゴシック" panose="020B0600070205080204" pitchFamily="34" charset="-128"/>
              <a:cs typeface="+mn-cs"/>
            </a:endParaRPr>
          </a:p>
        </p:txBody>
      </p:sp>
    </p:spTree>
    <p:extLst>
      <p:ext uri="{BB962C8B-B14F-4D97-AF65-F5344CB8AC3E}">
        <p14:creationId xmlns:p14="http://schemas.microsoft.com/office/powerpoint/2010/main" val="2208885216"/>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3" end="3"/>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5" end="5"/>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6" end="6"/>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
                                            <p:txEl>
                                              <p:pRg st="10" end="10"/>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11" end="11"/>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xEl>
                                              <p:pRg st="12" end="12"/>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
                                            <p:txEl>
                                              <p:pRg st="13" end="1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8353" name="Title 1">
            <a:extLst>
              <a:ext uri="{FF2B5EF4-FFF2-40B4-BE49-F238E27FC236}">
                <a16:creationId xmlns:a16="http://schemas.microsoft.com/office/drawing/2014/main" id="{A617AE3D-6E0F-B44D-9D3F-B6CA17D8375E}"/>
              </a:ext>
            </a:extLst>
          </p:cNvPr>
          <p:cNvSpPr>
            <a:spLocks noGrp="1" noChangeArrowheads="1"/>
          </p:cNvSpPr>
          <p:nvPr>
            <p:ph type="title"/>
          </p:nvPr>
        </p:nvSpPr>
        <p:spPr/>
        <p:txBody>
          <a:bodyPr/>
          <a:lstStyle/>
          <a:p>
            <a:r>
              <a:rPr lang="en-US" altLang="en-US" dirty="0">
                <a:ea typeface="ＭＳ Ｐゴシック" panose="020B0600070205080204" pitchFamily="34" charset="-128"/>
              </a:rPr>
              <a:t>Cache: Write-back vs. Write-through</a:t>
            </a:r>
          </a:p>
        </p:txBody>
      </p:sp>
      <p:sp>
        <p:nvSpPr>
          <p:cNvPr id="3" name="Content Placeholder 2">
            <a:extLst>
              <a:ext uri="{FF2B5EF4-FFF2-40B4-BE49-F238E27FC236}">
                <a16:creationId xmlns:a16="http://schemas.microsoft.com/office/drawing/2014/main" id="{BF1575B2-CC0D-8849-AA6D-1C3BBA6AF0CA}"/>
              </a:ext>
            </a:extLst>
          </p:cNvPr>
          <p:cNvSpPr>
            <a:spLocks noGrp="1" noChangeArrowheads="1"/>
          </p:cNvSpPr>
          <p:nvPr>
            <p:ph idx="1"/>
          </p:nvPr>
        </p:nvSpPr>
        <p:spPr>
          <a:xfrm>
            <a:off x="228600" y="1066800"/>
            <a:ext cx="8382000" cy="5181600"/>
          </a:xfrm>
        </p:spPr>
        <p:txBody>
          <a:bodyPr/>
          <a:lstStyle/>
          <a:p>
            <a:pPr marL="342900" lvl="1" indent="-342900"/>
            <a:r>
              <a:rPr lang="en-US" altLang="en-US" b="1" dirty="0">
                <a:ea typeface="ＭＳ Ｐゴシック" panose="020B0600070205080204" pitchFamily="34" charset="-128"/>
              </a:rPr>
              <a:t>Write-back</a:t>
            </a:r>
            <a:r>
              <a:rPr lang="en-US" altLang="en-US" dirty="0">
                <a:ea typeface="ＭＳ Ｐゴシック" panose="020B0600070205080204" pitchFamily="34" charset="-128"/>
              </a:rPr>
              <a:t>: </a:t>
            </a:r>
          </a:p>
          <a:p>
            <a:pPr marL="695325" lvl="2" indent="-342900"/>
            <a:r>
              <a:rPr lang="en-US" altLang="en-US" dirty="0">
                <a:ea typeface="ＭＳ Ｐゴシック" panose="020B0600070205080204" pitchFamily="34" charset="-128"/>
              </a:rPr>
              <a:t>Write goes to cache; cache writes to main memory (evicted) </a:t>
            </a:r>
            <a:endParaRPr lang="en-US" altLang="en-US" b="1" dirty="0">
              <a:ea typeface="ＭＳ Ｐゴシック" panose="020B0600070205080204" pitchFamily="34" charset="-128"/>
            </a:endParaRPr>
          </a:p>
          <a:p>
            <a:pPr marL="695325" lvl="2" indent="-342900">
              <a:buFont typeface="Wingdings" pitchFamily="2" charset="2"/>
              <a:buNone/>
            </a:pPr>
            <a:r>
              <a:rPr lang="en-US" altLang="en-US" dirty="0">
                <a:solidFill>
                  <a:srgbClr val="0432FF"/>
                </a:solidFill>
                <a:ea typeface="ＭＳ Ｐゴシック" panose="020B0600070205080204" pitchFamily="34" charset="-128"/>
              </a:rPr>
              <a:t>+ Can combine multiple writes to the same block before eviction</a:t>
            </a:r>
          </a:p>
          <a:p>
            <a:pPr marL="1012825" lvl="3" indent="-342900"/>
            <a:r>
              <a:rPr lang="en-US" altLang="en-US" dirty="0">
                <a:solidFill>
                  <a:srgbClr val="0432FF"/>
                </a:solidFill>
                <a:ea typeface="ＭＳ Ｐゴシック" panose="020B0600070205080204" pitchFamily="34" charset="-128"/>
              </a:rPr>
              <a:t>Potentially saves bandwidth between cache levels + saves energy</a:t>
            </a:r>
          </a:p>
          <a:p>
            <a:pPr marL="342900" lvl="1" indent="-342900">
              <a:buFont typeface="Wingdings" pitchFamily="2" charset="2"/>
              <a:buNone/>
            </a:pPr>
            <a:r>
              <a:rPr lang="en-US" altLang="en-US" sz="2000" dirty="0">
                <a:solidFill>
                  <a:srgbClr val="C00000"/>
                </a:solidFill>
                <a:ea typeface="ＭＳ Ｐゴシック" panose="020B0600070205080204" pitchFamily="34" charset="-128"/>
              </a:rPr>
              <a:t>    -- Need a bit in the tag store indicating the block is </a:t>
            </a:r>
            <a:r>
              <a:rPr lang="ja-JP" altLang="en-US" sz="2000" dirty="0">
                <a:solidFill>
                  <a:srgbClr val="C00000"/>
                </a:solidFill>
                <a:ea typeface="ＭＳ Ｐゴシック" panose="020B0600070205080204" pitchFamily="34" charset="-128"/>
              </a:rPr>
              <a:t>“</a:t>
            </a:r>
            <a:r>
              <a:rPr lang="en-US" altLang="ja-JP" sz="2000" dirty="0">
                <a:solidFill>
                  <a:srgbClr val="C00000"/>
                </a:solidFill>
                <a:ea typeface="ＭＳ Ｐゴシック" panose="020B0600070205080204" pitchFamily="34" charset="-128"/>
              </a:rPr>
              <a:t>dirty/modified</a:t>
            </a:r>
            <a:r>
              <a:rPr lang="ja-JP" altLang="en-US" sz="2000" dirty="0">
                <a:solidFill>
                  <a:srgbClr val="C00000"/>
                </a:solidFill>
                <a:ea typeface="ＭＳ Ｐゴシック" panose="020B0600070205080204" pitchFamily="34" charset="-128"/>
              </a:rPr>
              <a:t>”</a:t>
            </a:r>
            <a:endParaRPr lang="en-US" altLang="ja-JP" sz="2000" dirty="0">
              <a:solidFill>
                <a:srgbClr val="C00000"/>
              </a:solidFill>
              <a:ea typeface="ＭＳ Ｐゴシック" panose="020B0600070205080204" pitchFamily="34" charset="-128"/>
            </a:endParaRPr>
          </a:p>
          <a:p>
            <a:pPr marL="342900" lvl="1" indent="-342900"/>
            <a:endParaRPr lang="en-US" altLang="en-US" dirty="0">
              <a:ea typeface="ＭＳ Ｐゴシック" panose="020B0600070205080204" pitchFamily="34" charset="-128"/>
            </a:endParaRPr>
          </a:p>
          <a:p>
            <a:pPr marL="342900" lvl="1" indent="-342900"/>
            <a:r>
              <a:rPr lang="en-US" altLang="en-US" b="1" dirty="0">
                <a:ea typeface="ＭＳ Ｐゴシック" panose="020B0600070205080204" pitchFamily="34" charset="-128"/>
              </a:rPr>
              <a:t>Write-through</a:t>
            </a:r>
            <a:r>
              <a:rPr lang="en-US" altLang="en-US" dirty="0">
                <a:ea typeface="ＭＳ Ｐゴシック" panose="020B0600070205080204" pitchFamily="34" charset="-128"/>
              </a:rPr>
              <a:t>: </a:t>
            </a:r>
          </a:p>
          <a:p>
            <a:pPr marL="695325" lvl="2" indent="-342900"/>
            <a:r>
              <a:rPr lang="en-US" altLang="en-US" dirty="0">
                <a:ea typeface="ＭＳ Ｐゴシック" panose="020B0600070205080204" pitchFamily="34" charset="-128"/>
              </a:rPr>
              <a:t>Write goes to memory and cache </a:t>
            </a:r>
          </a:p>
          <a:p>
            <a:pPr marL="695325" lvl="2" indent="-342900">
              <a:buFont typeface="Wingdings" pitchFamily="2" charset="2"/>
              <a:buNone/>
            </a:pPr>
            <a:r>
              <a:rPr lang="en-US" altLang="en-US" dirty="0">
                <a:solidFill>
                  <a:srgbClr val="0432FF"/>
                </a:solidFill>
                <a:ea typeface="ＭＳ Ｐゴシック" panose="020B0600070205080204" pitchFamily="34" charset="-128"/>
              </a:rPr>
              <a:t>+ Simpler</a:t>
            </a:r>
          </a:p>
          <a:p>
            <a:pPr marL="695325" lvl="2" indent="-342900">
              <a:buNone/>
            </a:pPr>
            <a:r>
              <a:rPr lang="en-US" altLang="en-US" dirty="0">
                <a:solidFill>
                  <a:srgbClr val="0432FF"/>
                </a:solidFill>
                <a:ea typeface="ＭＳ Ｐゴシック" panose="020B0600070205080204" pitchFamily="34" charset="-128"/>
              </a:rPr>
              <a:t>+</a:t>
            </a:r>
            <a:r>
              <a:rPr lang="en-US" altLang="zh-CN" dirty="0">
                <a:solidFill>
                  <a:srgbClr val="0432FF"/>
                </a:solidFill>
              </a:rPr>
              <a:t> Evictions do not need to write to memory</a:t>
            </a:r>
            <a:endParaRPr lang="en-US" altLang="en-US" dirty="0">
              <a:solidFill>
                <a:srgbClr val="0432FF"/>
              </a:solidFill>
              <a:ea typeface="ＭＳ Ｐゴシック" panose="020B0600070205080204" pitchFamily="34" charset="-128"/>
            </a:endParaRPr>
          </a:p>
          <a:p>
            <a:pPr marL="695325" lvl="2" indent="-342900">
              <a:buFont typeface="Wingdings" pitchFamily="2" charset="2"/>
              <a:buNone/>
            </a:pPr>
            <a:r>
              <a:rPr lang="en-US" altLang="en-US" dirty="0">
                <a:solidFill>
                  <a:srgbClr val="0432FF"/>
                </a:solidFill>
                <a:ea typeface="ＭＳ Ｐゴシック" panose="020B0600070205080204" pitchFamily="34" charset="-128"/>
              </a:rPr>
              <a:t>+ All levels are up to date</a:t>
            </a:r>
          </a:p>
          <a:p>
            <a:pPr marL="695325" lvl="2" indent="-342900">
              <a:buFont typeface="Wingdings" pitchFamily="2" charset="2"/>
              <a:buNone/>
            </a:pPr>
            <a:r>
              <a:rPr lang="en-US" altLang="en-US" dirty="0">
                <a:solidFill>
                  <a:srgbClr val="0432FF"/>
                </a:solidFill>
                <a:ea typeface="ＭＳ Ｐゴシック" panose="020B0600070205080204" pitchFamily="34" charset="-128"/>
              </a:rPr>
              <a:t>	Consistency: Simpler cache coherence because no need to check close-to-processor caches’ tag stores for presence</a:t>
            </a:r>
          </a:p>
          <a:p>
            <a:pPr marL="695325" lvl="2" indent="-342900">
              <a:buFont typeface="Wingdings" pitchFamily="2" charset="2"/>
              <a:buNone/>
            </a:pPr>
            <a:r>
              <a:rPr lang="en-US" altLang="en-US" dirty="0">
                <a:solidFill>
                  <a:srgbClr val="C00000"/>
                </a:solidFill>
                <a:ea typeface="ＭＳ Ｐゴシック" panose="020B0600070205080204" pitchFamily="34" charset="-128"/>
              </a:rPr>
              <a:t>-- More memory bandwidth intensive; no combining of writes</a:t>
            </a:r>
          </a:p>
        </p:txBody>
      </p:sp>
      <p:sp>
        <p:nvSpPr>
          <p:cNvPr id="228355" name="Slide Number Placeholder 3">
            <a:extLst>
              <a:ext uri="{FF2B5EF4-FFF2-40B4-BE49-F238E27FC236}">
                <a16:creationId xmlns:a16="http://schemas.microsoft.com/office/drawing/2014/main" id="{9DA65B70-5F2D-4F4E-950B-2E633D99FE49}"/>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1968172A-668C-4F44-8D10-94AA5551B1E5}" type="slidenum">
              <a:rPr kumimoji="0" lang="en-US" altLang="en-US" sz="1600" b="0" i="0" u="none" strike="noStrike" kern="1200" cap="none" spc="0" normalizeH="0" baseline="0" noProof="0" smtClean="0">
                <a:ln>
                  <a:noFill/>
                </a:ln>
                <a:solidFill>
                  <a:srgbClr val="000000"/>
                </a:solidFill>
                <a:effectLst/>
                <a:uLnTx/>
                <a:uFillTx/>
                <a:latin typeface="Garamond" panose="02020404030301010803" pitchFamily="18" charset="0"/>
                <a:ea typeface="ＭＳ Ｐゴシック" panose="020B0600070205080204" pitchFamily="34" charset="-128"/>
                <a:cs typeface="+mn-cs"/>
              </a:rPr>
              <a:pPr marL="0" marR="0" lvl="0" indent="0" algn="r" defTabSz="914400" rtl="0" eaLnBrk="1" fontAlgn="base" latinLnBrk="0" hangingPunct="1">
                <a:lnSpc>
                  <a:spcPct val="100000"/>
                </a:lnSpc>
                <a:spcBef>
                  <a:spcPct val="0"/>
                </a:spcBef>
                <a:spcAft>
                  <a:spcPct val="0"/>
                </a:spcAft>
                <a:buClrTx/>
                <a:buSzTx/>
                <a:buFontTx/>
                <a:buNone/>
                <a:tabLst/>
                <a:defRPr/>
              </a:pPr>
              <a:t>22</a:t>
            </a:fld>
            <a:endParaRPr kumimoji="0" lang="en-US" altLang="en-US" sz="1600" b="0" i="0" u="none" strike="noStrike" kern="1200" cap="none" spc="0" normalizeH="0" baseline="0" noProof="0">
              <a:ln>
                <a:noFill/>
              </a:ln>
              <a:solidFill>
                <a:srgbClr val="000000"/>
              </a:solidFill>
              <a:effectLst/>
              <a:uLnTx/>
              <a:uFillTx/>
              <a:latin typeface="Garamond" panose="02020404030301010803" pitchFamily="18" charset="0"/>
              <a:ea typeface="ＭＳ Ｐゴシック" panose="020B0600070205080204" pitchFamily="34" charset="-128"/>
              <a:cs typeface="+mn-cs"/>
            </a:endParaRPr>
          </a:p>
        </p:txBody>
      </p:sp>
    </p:spTree>
    <p:extLst>
      <p:ext uri="{BB962C8B-B14F-4D97-AF65-F5344CB8AC3E}">
        <p14:creationId xmlns:p14="http://schemas.microsoft.com/office/powerpoint/2010/main" val="3806643677"/>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9" fill="hold" nodeType="clickPar">
                      <p:stCondLst>
                        <p:cond delay="indefinite"/>
                      </p:stCondLst>
                      <p:childTnLst>
                        <p:par>
                          <p:cTn id="10" fill="hold" nodeType="withGroup">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3" fill="hold" nodeType="clickPar">
                      <p:stCondLst>
                        <p:cond delay="indefinite"/>
                      </p:stCondLst>
                      <p:childTnLst>
                        <p:par>
                          <p:cTn id="14" fill="hold" nodeType="withGroup">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21" fill="hold" nodeType="clickPar">
                      <p:stCondLst>
                        <p:cond delay="indefinite"/>
                      </p:stCondLst>
                      <p:childTnLst>
                        <p:par>
                          <p:cTn id="22" fill="hold" nodeType="withGroup">
                            <p:stCondLst>
                              <p:cond delay="0"/>
                            </p:stCondLst>
                            <p:childTnLst>
                              <p:par>
                                <p:cTn id="23" presetID="1" presetClass="entr" presetSubtype="0" fill="hold" nodeType="clickEffect">
                                  <p:stCondLst>
                                    <p:cond delay="0"/>
                                  </p:stCondLst>
                                  <p:childTnLst>
                                    <p:set>
                                      <p:cBhvr>
                                        <p:cTn id="24"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par>
                    <p:cTn id="29" fill="hold" nodeType="clickPar">
                      <p:stCondLst>
                        <p:cond delay="indefinite"/>
                      </p:stCondLst>
                      <p:childTnLst>
                        <p:par>
                          <p:cTn id="30" fill="hold" nodeType="withGroup">
                            <p:stCondLst>
                              <p:cond delay="0"/>
                            </p:stCondLst>
                            <p:childTnLst>
                              <p:par>
                                <p:cTn id="31" presetID="1" presetClass="entr" presetSubtype="0" fill="hold" nodeType="clickEffect">
                                  <p:stCondLst>
                                    <p:cond delay="0"/>
                                  </p:stCondLst>
                                  <p:childTnLst>
                                    <p:set>
                                      <p:cBhvr>
                                        <p:cTn id="32" dur="1" fill="hold">
                                          <p:stCondLst>
                                            <p:cond delay="0"/>
                                          </p:stCondLst>
                                        </p:cTn>
                                        <p:tgtEl>
                                          <p:spTgt spid="3">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3" name="Title 1">
            <a:extLst>
              <a:ext uri="{FF2B5EF4-FFF2-40B4-BE49-F238E27FC236}">
                <a16:creationId xmlns:a16="http://schemas.microsoft.com/office/drawing/2014/main" id="{7A910356-E702-7141-84CA-35688C4EC64F}"/>
              </a:ext>
            </a:extLst>
          </p:cNvPr>
          <p:cNvSpPr>
            <a:spLocks noGrp="1" noChangeArrowheads="1"/>
          </p:cNvSpPr>
          <p:nvPr>
            <p:ph type="title"/>
          </p:nvPr>
        </p:nvSpPr>
        <p:spPr/>
        <p:txBody>
          <a:bodyPr/>
          <a:lstStyle/>
          <a:p>
            <a:r>
              <a:rPr lang="en-US" altLang="en-US" dirty="0">
                <a:ea typeface="ＭＳ Ｐゴシック" panose="020B0600070205080204" pitchFamily="34" charset="-128"/>
              </a:rPr>
              <a:t>Caching Basics</a:t>
            </a:r>
          </a:p>
        </p:txBody>
      </p:sp>
      <p:sp>
        <p:nvSpPr>
          <p:cNvPr id="59394" name="Content Placeholder 2">
            <a:extLst>
              <a:ext uri="{FF2B5EF4-FFF2-40B4-BE49-F238E27FC236}">
                <a16:creationId xmlns:a16="http://schemas.microsoft.com/office/drawing/2014/main" id="{D8906BF3-D470-C44E-94AE-16409CD4FEFF}"/>
              </a:ext>
            </a:extLst>
          </p:cNvPr>
          <p:cNvSpPr>
            <a:spLocks noGrp="1"/>
          </p:cNvSpPr>
          <p:nvPr>
            <p:ph idx="1"/>
          </p:nvPr>
        </p:nvSpPr>
        <p:spPr>
          <a:xfrm>
            <a:off x="228600" y="914400"/>
            <a:ext cx="8794750" cy="5194300"/>
          </a:xfrm>
        </p:spPr>
        <p:txBody>
          <a:bodyPr/>
          <a:lstStyle/>
          <a:p>
            <a:pPr>
              <a:buFont typeface="Wingdings" charset="0"/>
              <a:buChar char="n"/>
              <a:defRPr/>
            </a:pPr>
            <a:r>
              <a:rPr lang="en-US" dirty="0">
                <a:solidFill>
                  <a:srgbClr val="0000FF"/>
                </a:solidFill>
              </a:rPr>
              <a:t>Cache Block (line): </a:t>
            </a:r>
            <a:r>
              <a:rPr lang="en-US" dirty="0"/>
              <a:t>Unit of storage in the cache</a:t>
            </a:r>
          </a:p>
          <a:p>
            <a:pPr lvl="1">
              <a:buFont typeface="Wingdings" charset="0"/>
              <a:buChar char="q"/>
              <a:defRPr/>
            </a:pPr>
            <a:r>
              <a:rPr lang="en-US" dirty="0"/>
              <a:t>Memory is logically divided into blocks that map to potential locations in the cache. </a:t>
            </a:r>
          </a:p>
          <a:p>
            <a:pPr>
              <a:buFont typeface="Wingdings" charset="0"/>
              <a:buChar char="n"/>
              <a:defRPr/>
            </a:pPr>
            <a:endParaRPr lang="en-US" sz="1000" dirty="0"/>
          </a:p>
          <a:p>
            <a:pPr>
              <a:buFont typeface="Wingdings" charset="0"/>
              <a:buChar char="n"/>
              <a:defRPr/>
            </a:pPr>
            <a:r>
              <a:rPr lang="en-US" dirty="0"/>
              <a:t>On a reference:</a:t>
            </a:r>
          </a:p>
          <a:p>
            <a:pPr lvl="1">
              <a:buFont typeface="Wingdings" charset="0"/>
              <a:buChar char="q"/>
              <a:defRPr/>
            </a:pPr>
            <a:r>
              <a:rPr lang="en-US" dirty="0">
                <a:solidFill>
                  <a:srgbClr val="0000FF"/>
                </a:solidFill>
                <a:ea typeface="ＭＳ Ｐゴシック" charset="0"/>
              </a:rPr>
              <a:t>HIT</a:t>
            </a:r>
            <a:r>
              <a:rPr lang="en-US" dirty="0">
                <a:ea typeface="ＭＳ Ｐゴシック" charset="0"/>
              </a:rPr>
              <a:t>: If in cache, use cached data instead of accessing memory</a:t>
            </a:r>
          </a:p>
          <a:p>
            <a:pPr lvl="1">
              <a:buFont typeface="Wingdings" charset="0"/>
              <a:buChar char="q"/>
              <a:defRPr/>
            </a:pPr>
            <a:r>
              <a:rPr lang="en-US" dirty="0">
                <a:solidFill>
                  <a:srgbClr val="0000FF"/>
                </a:solidFill>
                <a:ea typeface="ＭＳ Ｐゴシック" charset="0"/>
              </a:rPr>
              <a:t>MISS</a:t>
            </a:r>
            <a:r>
              <a:rPr lang="en-US" dirty="0">
                <a:ea typeface="ＭＳ Ｐゴシック" charset="0"/>
              </a:rPr>
              <a:t>: If not in cache, bring block into cache</a:t>
            </a:r>
          </a:p>
          <a:p>
            <a:pPr lvl="2">
              <a:buFont typeface="Wingdings" charset="0"/>
              <a:buChar char="n"/>
              <a:defRPr/>
            </a:pPr>
            <a:r>
              <a:rPr lang="en-US" dirty="0">
                <a:ea typeface="ＭＳ Ｐゴシック" charset="0"/>
              </a:rPr>
              <a:t>May have to evict some other block</a:t>
            </a:r>
          </a:p>
          <a:p>
            <a:pPr marL="671512" lvl="2" indent="0">
              <a:buFont typeface="Wingdings" charset="0"/>
              <a:buNone/>
              <a:defRPr/>
            </a:pPr>
            <a:endParaRPr lang="en-US" sz="1000" dirty="0">
              <a:ea typeface="ＭＳ Ｐゴシック" charset="0"/>
            </a:endParaRPr>
          </a:p>
          <a:p>
            <a:pPr>
              <a:buFont typeface="Wingdings" charset="0"/>
              <a:buChar char="n"/>
              <a:defRPr/>
            </a:pPr>
            <a:r>
              <a:rPr lang="en-US" dirty="0"/>
              <a:t>For high cache hit rate, important cache design decisions:</a:t>
            </a:r>
          </a:p>
          <a:p>
            <a:pPr lvl="1">
              <a:buFont typeface="Wingdings" charset="0"/>
              <a:buChar char="q"/>
              <a:defRPr/>
            </a:pPr>
            <a:r>
              <a:rPr lang="en-US" dirty="0">
                <a:solidFill>
                  <a:srgbClr val="0000FF"/>
                </a:solidFill>
                <a:ea typeface="ＭＳ Ｐゴシック" charset="0"/>
              </a:rPr>
              <a:t>Placement</a:t>
            </a:r>
            <a:r>
              <a:rPr lang="en-US" dirty="0">
                <a:ea typeface="ＭＳ Ｐゴシック" charset="0"/>
              </a:rPr>
              <a:t>: where and how to place/find a block in cache?</a:t>
            </a:r>
          </a:p>
          <a:p>
            <a:pPr lvl="1">
              <a:buFont typeface="Wingdings" charset="0"/>
              <a:buChar char="q"/>
              <a:defRPr/>
            </a:pPr>
            <a:r>
              <a:rPr lang="en-US" dirty="0">
                <a:solidFill>
                  <a:srgbClr val="0000FF"/>
                </a:solidFill>
                <a:ea typeface="ＭＳ Ｐゴシック" charset="0"/>
              </a:rPr>
              <a:t>Replacement</a:t>
            </a:r>
            <a:r>
              <a:rPr lang="en-US" dirty="0">
                <a:ea typeface="ＭＳ Ｐゴシック" charset="0"/>
              </a:rPr>
              <a:t>: what data to remove to make room in cache?</a:t>
            </a:r>
          </a:p>
          <a:p>
            <a:pPr lvl="1">
              <a:buFont typeface="Wingdings" charset="0"/>
              <a:buChar char="q"/>
              <a:defRPr/>
            </a:pPr>
            <a:r>
              <a:rPr lang="en-US" dirty="0">
                <a:solidFill>
                  <a:srgbClr val="0000FF"/>
                </a:solidFill>
                <a:ea typeface="ＭＳ Ｐゴシック" charset="0"/>
              </a:rPr>
              <a:t>Granularity of management</a:t>
            </a:r>
            <a:r>
              <a:rPr lang="en-US" dirty="0">
                <a:ea typeface="ＭＳ Ｐゴシック" charset="0"/>
              </a:rPr>
              <a:t>: large or small blocks? </a:t>
            </a:r>
            <a:r>
              <a:rPr lang="en-US" dirty="0" err="1">
                <a:ea typeface="ＭＳ Ｐゴシック" charset="0"/>
              </a:rPr>
              <a:t>Subblocks</a:t>
            </a:r>
            <a:r>
              <a:rPr lang="en-US" dirty="0">
                <a:ea typeface="ＭＳ Ｐゴシック" charset="0"/>
              </a:rPr>
              <a:t>?</a:t>
            </a:r>
          </a:p>
          <a:p>
            <a:pPr lvl="1">
              <a:buFont typeface="Wingdings" charset="0"/>
              <a:buChar char="q"/>
              <a:defRPr/>
            </a:pPr>
            <a:r>
              <a:rPr lang="en-US" dirty="0">
                <a:solidFill>
                  <a:srgbClr val="0000FF"/>
                </a:solidFill>
                <a:ea typeface="ＭＳ Ｐゴシック" charset="0"/>
              </a:rPr>
              <a:t>Write policy</a:t>
            </a:r>
            <a:r>
              <a:rPr lang="en-US" dirty="0">
                <a:ea typeface="ＭＳ Ｐゴシック" charset="0"/>
              </a:rPr>
              <a:t>: what do we do about writes?</a:t>
            </a:r>
          </a:p>
          <a:p>
            <a:pPr lvl="1">
              <a:buFont typeface="Wingdings" charset="0"/>
              <a:buChar char="q"/>
              <a:defRPr/>
            </a:pPr>
            <a:r>
              <a:rPr lang="en-US" dirty="0">
                <a:solidFill>
                  <a:srgbClr val="0000FF"/>
                </a:solidFill>
                <a:ea typeface="ＭＳ Ｐゴシック" charset="0"/>
              </a:rPr>
              <a:t>Instructions/data</a:t>
            </a:r>
            <a:r>
              <a:rPr lang="en-US" dirty="0">
                <a:ea typeface="ＭＳ Ｐゴシック" charset="0"/>
              </a:rPr>
              <a:t>: do we treat them separately?</a:t>
            </a:r>
          </a:p>
          <a:p>
            <a:pPr lvl="1">
              <a:buFont typeface="Wingdings" charset="0"/>
              <a:buChar char="q"/>
              <a:defRPr/>
            </a:pPr>
            <a:endParaRPr lang="en-US" dirty="0">
              <a:ea typeface="ＭＳ Ｐゴシック" charset="0"/>
            </a:endParaRPr>
          </a:p>
          <a:p>
            <a:pPr lvl="1">
              <a:buFont typeface="Wingdings" charset="0"/>
              <a:buChar char="q"/>
              <a:defRPr/>
            </a:pPr>
            <a:endParaRPr lang="en-US" dirty="0">
              <a:ea typeface="ＭＳ Ｐゴシック" charset="0"/>
            </a:endParaRPr>
          </a:p>
          <a:p>
            <a:pPr>
              <a:buFont typeface="Wingdings" charset="0"/>
              <a:buChar char="n"/>
              <a:defRPr/>
            </a:pPr>
            <a:endParaRPr lang="en-US" dirty="0"/>
          </a:p>
        </p:txBody>
      </p:sp>
      <p:sp>
        <p:nvSpPr>
          <p:cNvPr id="120835" name="Slide Number Placeholder 3">
            <a:extLst>
              <a:ext uri="{FF2B5EF4-FFF2-40B4-BE49-F238E27FC236}">
                <a16:creationId xmlns:a16="http://schemas.microsoft.com/office/drawing/2014/main" id="{2F95E12C-D42B-B843-930C-EC1F0A2428DF}"/>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fld id="{6622B480-D4B6-2447-8777-76681E2BA131}" type="slidenum">
              <a:rPr lang="en-US" altLang="en-US" sz="1600" smtClean="0">
                <a:solidFill>
                  <a:srgbClr val="000000"/>
                </a:solidFill>
                <a:latin typeface="Garamond" panose="02020404030301010803" pitchFamily="18" charset="0"/>
              </a:rPr>
              <a:pPr eaLnBrk="1" hangingPunct="1">
                <a:spcBef>
                  <a:spcPct val="0"/>
                </a:spcBef>
                <a:buClrTx/>
                <a:buSzTx/>
                <a:buFontTx/>
                <a:buNone/>
              </a:pPr>
              <a:t>23</a:t>
            </a:fld>
            <a:endParaRPr lang="en-US" altLang="en-US" sz="1600" dirty="0">
              <a:solidFill>
                <a:srgbClr val="000000"/>
              </a:solidFill>
              <a:latin typeface="Garamond" panose="02020404030301010803" pitchFamily="18" charset="0"/>
            </a:endParaRPr>
          </a:p>
        </p:txBody>
      </p:sp>
      <p:sp>
        <p:nvSpPr>
          <p:cNvPr id="5" name="Rectangle 5">
            <a:extLst>
              <a:ext uri="{FF2B5EF4-FFF2-40B4-BE49-F238E27FC236}">
                <a16:creationId xmlns:a16="http://schemas.microsoft.com/office/drawing/2014/main" id="{07CFDF5D-AD6A-4151-B3E6-D0BBE98BE281}"/>
              </a:ext>
            </a:extLst>
          </p:cNvPr>
          <p:cNvSpPr/>
          <p:nvPr/>
        </p:nvSpPr>
        <p:spPr>
          <a:xfrm>
            <a:off x="533400" y="6108700"/>
            <a:ext cx="6629400" cy="533401"/>
          </a:xfrm>
          <a:prstGeom prst="rect">
            <a:avLst/>
          </a:prstGeom>
          <a:noFill/>
          <a:ln w="508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C00000"/>
              </a:solidFill>
            </a:endParaRPr>
          </a:p>
        </p:txBody>
      </p:sp>
    </p:spTree>
    <p:extLst>
      <p:ext uri="{BB962C8B-B14F-4D97-AF65-F5344CB8AC3E}">
        <p14:creationId xmlns:p14="http://schemas.microsoft.com/office/powerpoint/2010/main" val="3213647189"/>
      </p:ext>
    </p:extLst>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2449" name="Title 1">
            <a:extLst>
              <a:ext uri="{FF2B5EF4-FFF2-40B4-BE49-F238E27FC236}">
                <a16:creationId xmlns:a16="http://schemas.microsoft.com/office/drawing/2014/main" id="{DDD0B9D8-591E-B746-A2D8-571ACD618263}"/>
              </a:ext>
            </a:extLst>
          </p:cNvPr>
          <p:cNvSpPr>
            <a:spLocks noGrp="1" noChangeArrowheads="1"/>
          </p:cNvSpPr>
          <p:nvPr>
            <p:ph type="title"/>
          </p:nvPr>
        </p:nvSpPr>
        <p:spPr>
          <a:xfrm>
            <a:off x="228600" y="152400"/>
            <a:ext cx="8610600" cy="685800"/>
          </a:xfrm>
        </p:spPr>
        <p:txBody>
          <a:bodyPr/>
          <a:lstStyle/>
          <a:p>
            <a:r>
              <a:rPr lang="en-US" altLang="en-US" dirty="0">
                <a:ea typeface="ＭＳ Ｐゴシック" panose="020B0600070205080204" pitchFamily="34" charset="-128"/>
              </a:rPr>
              <a:t>Instruction vs. Data Caches</a:t>
            </a:r>
          </a:p>
        </p:txBody>
      </p:sp>
      <p:sp>
        <p:nvSpPr>
          <p:cNvPr id="37890" name="Content Placeholder 2">
            <a:extLst>
              <a:ext uri="{FF2B5EF4-FFF2-40B4-BE49-F238E27FC236}">
                <a16:creationId xmlns:a16="http://schemas.microsoft.com/office/drawing/2014/main" id="{AD5849C4-EF68-9C48-8147-82A01536715E}"/>
              </a:ext>
            </a:extLst>
          </p:cNvPr>
          <p:cNvSpPr>
            <a:spLocks noGrp="1" noChangeArrowheads="1"/>
          </p:cNvSpPr>
          <p:nvPr>
            <p:ph idx="1"/>
          </p:nvPr>
        </p:nvSpPr>
        <p:spPr>
          <a:xfrm>
            <a:off x="228600" y="914400"/>
            <a:ext cx="8610600" cy="5562600"/>
          </a:xfrm>
        </p:spPr>
        <p:txBody>
          <a:bodyPr/>
          <a:lstStyle/>
          <a:p>
            <a:r>
              <a:rPr lang="en-US" altLang="en-US" b="1" dirty="0">
                <a:ea typeface="ＭＳ Ｐゴシック" panose="020B0600070205080204" pitchFamily="34" charset="-128"/>
              </a:rPr>
              <a:t>Core question</a:t>
            </a:r>
            <a:r>
              <a:rPr lang="en-US" altLang="en-US" dirty="0">
                <a:ea typeface="ＭＳ Ｐゴシック" panose="020B0600070205080204" pitchFamily="34" charset="-128"/>
              </a:rPr>
              <a:t>: Separate or Unified?</a:t>
            </a:r>
          </a:p>
          <a:p>
            <a:endParaRPr lang="en-US" altLang="en-US" sz="1800" dirty="0">
              <a:ea typeface="ＭＳ Ｐゴシック" panose="020B0600070205080204" pitchFamily="34" charset="-128"/>
            </a:endParaRPr>
          </a:p>
          <a:p>
            <a:r>
              <a:rPr lang="en-US" altLang="en-US" dirty="0">
                <a:ea typeface="ＭＳ Ｐゴシック" panose="020B0600070205080204" pitchFamily="34" charset="-128"/>
              </a:rPr>
              <a:t>Pros and Cons of Unified Cache:</a:t>
            </a:r>
          </a:p>
          <a:p>
            <a:pPr lvl="1">
              <a:buFont typeface="Wingdings" pitchFamily="2" charset="2"/>
              <a:buNone/>
            </a:pPr>
            <a:r>
              <a:rPr lang="en-US" altLang="en-US" dirty="0">
                <a:solidFill>
                  <a:srgbClr val="0432FF"/>
                </a:solidFill>
                <a:ea typeface="ＭＳ Ｐゴシック" panose="020B0600070205080204" pitchFamily="34" charset="-128"/>
              </a:rPr>
              <a:t>+ Dynamic sharing of cache space: no overprovisioning that might happen with static partitioning (i.e., separate I and D caches)</a:t>
            </a:r>
          </a:p>
          <a:p>
            <a:pPr lvl="1">
              <a:buFont typeface="Wingdings" pitchFamily="2" charset="2"/>
              <a:buNone/>
            </a:pPr>
            <a:r>
              <a:rPr lang="en-US" altLang="en-US" dirty="0">
                <a:solidFill>
                  <a:srgbClr val="C00000"/>
                </a:solidFill>
                <a:ea typeface="ＭＳ Ｐゴシック" panose="020B0600070205080204" pitchFamily="34" charset="-128"/>
              </a:rPr>
              <a:t>-- Instructions and data can thrash each other (i.e., no guaranteed space for either)</a:t>
            </a:r>
          </a:p>
          <a:p>
            <a:pPr lvl="1">
              <a:buFont typeface="Wingdings" pitchFamily="2" charset="2"/>
              <a:buNone/>
            </a:pPr>
            <a:r>
              <a:rPr lang="en-US" altLang="en-US" dirty="0">
                <a:solidFill>
                  <a:srgbClr val="C00000"/>
                </a:solidFill>
                <a:ea typeface="ＭＳ Ｐゴシック" panose="020B0600070205080204" pitchFamily="34" charset="-128"/>
              </a:rPr>
              <a:t>-- I and D are accessed in different places in the pipeline. Where do we place the unified cache for fast access?</a:t>
            </a:r>
          </a:p>
          <a:p>
            <a:pPr lvl="1">
              <a:buFont typeface="Wingdings" pitchFamily="2" charset="2"/>
              <a:buNone/>
            </a:pPr>
            <a:endParaRPr lang="en-US" altLang="en-US" dirty="0">
              <a:ea typeface="ＭＳ Ｐゴシック" panose="020B0600070205080204" pitchFamily="34" charset="-128"/>
            </a:endParaRPr>
          </a:p>
          <a:p>
            <a:r>
              <a:rPr lang="en-US" altLang="en-US" dirty="0">
                <a:ea typeface="ＭＳ Ｐゴシック" panose="020B0600070205080204" pitchFamily="34" charset="-128"/>
              </a:rPr>
              <a:t>Modern CPU:</a:t>
            </a:r>
          </a:p>
          <a:p>
            <a:pPr lvl="1"/>
            <a:r>
              <a:rPr lang="en-US" altLang="en-US" dirty="0">
                <a:ea typeface="ＭＳ Ｐゴシック" panose="020B0600070205080204" pitchFamily="34" charset="-128"/>
              </a:rPr>
              <a:t>First level caches are almost always split </a:t>
            </a:r>
          </a:p>
          <a:p>
            <a:pPr lvl="1"/>
            <a:r>
              <a:rPr lang="en-US" altLang="en-US" dirty="0">
                <a:ea typeface="ＭＳ Ｐゴシック" panose="020B0600070205080204" pitchFamily="34" charset="-128"/>
              </a:rPr>
              <a:t>Higher level caches are almost always unified</a:t>
            </a:r>
          </a:p>
          <a:p>
            <a:endParaRPr lang="en-US" altLang="en-US" dirty="0">
              <a:ea typeface="ＭＳ Ｐゴシック" panose="020B0600070205080204" pitchFamily="34" charset="-128"/>
            </a:endParaRPr>
          </a:p>
        </p:txBody>
      </p:sp>
      <p:sp>
        <p:nvSpPr>
          <p:cNvPr id="232451" name="Slide Number Placeholder 3">
            <a:extLst>
              <a:ext uri="{FF2B5EF4-FFF2-40B4-BE49-F238E27FC236}">
                <a16:creationId xmlns:a16="http://schemas.microsoft.com/office/drawing/2014/main" id="{52F6C29F-8F36-0846-94B3-7FDCC15F8090}"/>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7A6B37B6-573C-B040-97F4-B42C7ECDA57A}" type="slidenum">
              <a:rPr kumimoji="0" lang="en-US" altLang="en-US" sz="1600" b="0" i="0" u="none" strike="noStrike" kern="1200" cap="none" spc="0" normalizeH="0" baseline="0" noProof="0" smtClean="0">
                <a:ln>
                  <a:noFill/>
                </a:ln>
                <a:solidFill>
                  <a:srgbClr val="000000"/>
                </a:solidFill>
                <a:effectLst/>
                <a:uLnTx/>
                <a:uFillTx/>
                <a:latin typeface="Garamond" panose="02020404030301010803" pitchFamily="18" charset="0"/>
                <a:ea typeface="ＭＳ Ｐゴシック" panose="020B0600070205080204" pitchFamily="34" charset="-128"/>
                <a:cs typeface="+mn-cs"/>
              </a:rPr>
              <a:pPr marL="0" marR="0" lvl="0" indent="0" algn="r" defTabSz="914400" rtl="0" eaLnBrk="1" fontAlgn="base" latinLnBrk="0" hangingPunct="1">
                <a:lnSpc>
                  <a:spcPct val="100000"/>
                </a:lnSpc>
                <a:spcBef>
                  <a:spcPct val="0"/>
                </a:spcBef>
                <a:spcAft>
                  <a:spcPct val="0"/>
                </a:spcAft>
                <a:buClrTx/>
                <a:buSzTx/>
                <a:buFontTx/>
                <a:buNone/>
                <a:tabLst/>
                <a:defRPr/>
              </a:pPr>
              <a:t>24</a:t>
            </a:fld>
            <a:endParaRPr kumimoji="0" lang="en-US" altLang="en-US" sz="1600" b="0" i="0" u="none" strike="noStrike" kern="1200" cap="none" spc="0" normalizeH="0" baseline="0" noProof="0">
              <a:ln>
                <a:noFill/>
              </a:ln>
              <a:solidFill>
                <a:srgbClr val="000000"/>
              </a:solidFill>
              <a:effectLst/>
              <a:uLnTx/>
              <a:uFillTx/>
              <a:latin typeface="Garamond" panose="02020404030301010803" pitchFamily="18" charset="0"/>
              <a:ea typeface="ＭＳ Ｐゴシック" panose="020B0600070205080204" pitchFamily="34" charset="-128"/>
              <a:cs typeface="+mn-cs"/>
            </a:endParaRP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37890">
                                            <p:txEl>
                                              <p:pRg st="2" end="2"/>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37890">
                                            <p:txEl>
                                              <p:pRg st="3" end="3"/>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37890">
                                            <p:txEl>
                                              <p:pRg st="4" end="4"/>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37890">
                                            <p:txEl>
                                              <p:pRg st="5" end="5"/>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nodeType="clickEffect">
                                  <p:stCondLst>
                                    <p:cond delay="0"/>
                                  </p:stCondLst>
                                  <p:childTnLst>
                                    <p:set>
                                      <p:cBhvr>
                                        <p:cTn id="22" dur="1" fill="hold">
                                          <p:stCondLst>
                                            <p:cond delay="0"/>
                                          </p:stCondLst>
                                        </p:cTn>
                                        <p:tgtEl>
                                          <p:spTgt spid="37890">
                                            <p:txEl>
                                              <p:pRg st="7" end="7"/>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7890">
                                            <p:txEl>
                                              <p:pRg st="8" end="8"/>
                                            </p:txEl>
                                          </p:spTgt>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ntr" presetSubtype="0" fill="hold" nodeType="clickEffect">
                                  <p:stCondLst>
                                    <p:cond delay="0"/>
                                  </p:stCondLst>
                                  <p:childTnLst>
                                    <p:set>
                                      <p:cBhvr>
                                        <p:cTn id="30" dur="1" fill="hold">
                                          <p:stCondLst>
                                            <p:cond delay="0"/>
                                          </p:stCondLst>
                                        </p:cTn>
                                        <p:tgtEl>
                                          <p:spTgt spid="37890">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2689" name="Title 1">
            <a:extLst>
              <a:ext uri="{FF2B5EF4-FFF2-40B4-BE49-F238E27FC236}">
                <a16:creationId xmlns:a16="http://schemas.microsoft.com/office/drawing/2014/main" id="{8D920F56-9B9B-F247-A317-DC0AB3A48EE1}"/>
              </a:ext>
            </a:extLst>
          </p:cNvPr>
          <p:cNvSpPr>
            <a:spLocks noGrp="1" noChangeArrowheads="1"/>
          </p:cNvSpPr>
          <p:nvPr>
            <p:ph type="title"/>
          </p:nvPr>
        </p:nvSpPr>
        <p:spPr/>
        <p:txBody>
          <a:bodyPr/>
          <a:lstStyle/>
          <a:p>
            <a:r>
              <a:rPr lang="en-US" altLang="en-US">
                <a:ea typeface="ＭＳ Ｐゴシック" panose="020B0600070205080204" pitchFamily="34" charset="-128"/>
              </a:rPr>
              <a:t>Classification of Cache Misses</a:t>
            </a:r>
          </a:p>
        </p:txBody>
      </p:sp>
      <p:sp>
        <p:nvSpPr>
          <p:cNvPr id="48130" name="Content Placeholder 2">
            <a:extLst>
              <a:ext uri="{FF2B5EF4-FFF2-40B4-BE49-F238E27FC236}">
                <a16:creationId xmlns:a16="http://schemas.microsoft.com/office/drawing/2014/main" id="{9EA6A80F-F22E-B442-80E6-FCFE792BEACC}"/>
              </a:ext>
            </a:extLst>
          </p:cNvPr>
          <p:cNvSpPr>
            <a:spLocks noGrp="1" noChangeArrowheads="1"/>
          </p:cNvSpPr>
          <p:nvPr>
            <p:ph idx="1"/>
          </p:nvPr>
        </p:nvSpPr>
        <p:spPr>
          <a:xfrm>
            <a:off x="228600" y="914400"/>
            <a:ext cx="8534400" cy="5562600"/>
          </a:xfrm>
        </p:spPr>
        <p:txBody>
          <a:bodyPr/>
          <a:lstStyle/>
          <a:p>
            <a:r>
              <a:rPr lang="en-US" altLang="en-US" b="1" dirty="0">
                <a:solidFill>
                  <a:schemeClr val="tx2"/>
                </a:solidFill>
                <a:ea typeface="ＭＳ Ｐゴシック" panose="020B0600070205080204" pitchFamily="34" charset="-128"/>
              </a:rPr>
              <a:t>Compulsory miss </a:t>
            </a:r>
          </a:p>
          <a:p>
            <a:pPr lvl="1"/>
            <a:r>
              <a:rPr lang="en-US" altLang="en-US" dirty="0">
                <a:solidFill>
                  <a:schemeClr val="tx2"/>
                </a:solidFill>
                <a:ea typeface="ＭＳ Ｐゴシック" panose="020B0600070205080204" pitchFamily="34" charset="-128"/>
              </a:rPr>
              <a:t>Defined as the first reference to an address (block), always resulting in a miss</a:t>
            </a:r>
          </a:p>
          <a:p>
            <a:endParaRPr lang="en-US" altLang="en-US" dirty="0">
              <a:ea typeface="ＭＳ Ｐゴシック" panose="020B0600070205080204" pitchFamily="34" charset="-128"/>
            </a:endParaRPr>
          </a:p>
          <a:p>
            <a:r>
              <a:rPr lang="en-US" altLang="en-US" b="1" dirty="0">
                <a:solidFill>
                  <a:schemeClr val="tx2"/>
                </a:solidFill>
                <a:ea typeface="ＭＳ Ｐゴシック" panose="020B0600070205080204" pitchFamily="34" charset="-128"/>
              </a:rPr>
              <a:t>Capacity miss </a:t>
            </a:r>
          </a:p>
          <a:p>
            <a:pPr lvl="1"/>
            <a:r>
              <a:rPr lang="en-US" altLang="en-US" dirty="0">
                <a:ea typeface="ＭＳ Ｐゴシック" panose="020B0600070205080204" pitchFamily="34" charset="-128"/>
              </a:rPr>
              <a:t>defined as the misses that would occur even in a fully-associative cache (with optimal replacement) of the same capacity 	</a:t>
            </a:r>
          </a:p>
          <a:p>
            <a:pPr lvl="1"/>
            <a:r>
              <a:rPr lang="en-US" altLang="en-US" dirty="0">
                <a:solidFill>
                  <a:schemeClr val="tx2"/>
                </a:solidFill>
                <a:ea typeface="ＭＳ Ｐゴシック" panose="020B0600070205080204" pitchFamily="34" charset="-128"/>
              </a:rPr>
              <a:t>Cause: cache is too small to hold everything needed</a:t>
            </a:r>
          </a:p>
          <a:p>
            <a:endParaRPr lang="en-US" altLang="en-US" dirty="0">
              <a:ea typeface="ＭＳ Ｐゴシック" panose="020B0600070205080204" pitchFamily="34" charset="-128"/>
            </a:endParaRPr>
          </a:p>
          <a:p>
            <a:r>
              <a:rPr lang="en-US" altLang="en-US" b="1" dirty="0">
                <a:solidFill>
                  <a:schemeClr val="tx2"/>
                </a:solidFill>
                <a:ea typeface="ＭＳ Ｐゴシック" panose="020B0600070205080204" pitchFamily="34" charset="-128"/>
              </a:rPr>
              <a:t>Conflict miss </a:t>
            </a:r>
          </a:p>
          <a:p>
            <a:pPr lvl="1"/>
            <a:r>
              <a:rPr lang="en-US" altLang="en-US" dirty="0">
                <a:ea typeface="ＭＳ Ｐゴシック" panose="020B0600070205080204" pitchFamily="34" charset="-128"/>
              </a:rPr>
              <a:t>defined as </a:t>
            </a:r>
            <a:r>
              <a:rPr lang="en-US" altLang="en-US" dirty="0">
                <a:solidFill>
                  <a:schemeClr val="tx2"/>
                </a:solidFill>
                <a:ea typeface="ＭＳ Ｐゴシック" panose="020B0600070205080204" pitchFamily="34" charset="-128"/>
              </a:rPr>
              <a:t>any miss that is neither a compulsory nor a capacity miss</a:t>
            </a:r>
            <a:r>
              <a:rPr lang="en-US" altLang="en-US" dirty="0">
                <a:solidFill>
                  <a:srgbClr val="0432FF"/>
                </a:solidFill>
                <a:ea typeface="ＭＳ Ｐゴシック" panose="020B0600070205080204" pitchFamily="34" charset="-128"/>
              </a:rPr>
              <a:t>	</a:t>
            </a:r>
          </a:p>
        </p:txBody>
      </p:sp>
      <p:sp>
        <p:nvSpPr>
          <p:cNvPr id="242691" name="Slide Number Placeholder 3">
            <a:extLst>
              <a:ext uri="{FF2B5EF4-FFF2-40B4-BE49-F238E27FC236}">
                <a16:creationId xmlns:a16="http://schemas.microsoft.com/office/drawing/2014/main" id="{18F47AAE-3071-384D-8FE1-8E5E9252A6F8}"/>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F7233B88-6CD8-FF4B-82E3-0E64DCBB7D38}" type="slidenum">
              <a:rPr kumimoji="0" lang="en-US" altLang="en-US" sz="1600" b="0" i="0" u="none" strike="noStrike" kern="1200" cap="none" spc="0" normalizeH="0" baseline="0" noProof="0" smtClean="0">
                <a:ln>
                  <a:noFill/>
                </a:ln>
                <a:solidFill>
                  <a:srgbClr val="000000"/>
                </a:solidFill>
                <a:effectLst/>
                <a:uLnTx/>
                <a:uFillTx/>
                <a:latin typeface="Garamond" panose="02020404030301010803" pitchFamily="18" charset="0"/>
                <a:ea typeface="ＭＳ Ｐゴシック" panose="020B0600070205080204" pitchFamily="34" charset="-128"/>
                <a:cs typeface="+mn-cs"/>
              </a:rPr>
              <a:pPr marL="0" marR="0" lvl="0" indent="0" algn="r" defTabSz="914400" rtl="0" eaLnBrk="1" fontAlgn="base" latinLnBrk="0" hangingPunct="1">
                <a:lnSpc>
                  <a:spcPct val="100000"/>
                </a:lnSpc>
                <a:spcBef>
                  <a:spcPct val="0"/>
                </a:spcBef>
                <a:spcAft>
                  <a:spcPct val="0"/>
                </a:spcAft>
                <a:buClrTx/>
                <a:buSzTx/>
                <a:buFontTx/>
                <a:buNone/>
                <a:tabLst/>
                <a:defRPr/>
              </a:pPr>
              <a:t>25</a:t>
            </a:fld>
            <a:endParaRPr kumimoji="0" lang="en-US" altLang="en-US" sz="1600" b="0" i="0" u="none" strike="noStrike" kern="1200" cap="none" spc="0" normalizeH="0" baseline="0" noProof="0">
              <a:ln>
                <a:noFill/>
              </a:ln>
              <a:solidFill>
                <a:srgbClr val="000000"/>
              </a:solidFill>
              <a:effectLst/>
              <a:uLnTx/>
              <a:uFillTx/>
              <a:latin typeface="Garamond" panose="02020404030301010803" pitchFamily="18" charset="0"/>
              <a:ea typeface="ＭＳ Ｐゴシック" panose="020B0600070205080204" pitchFamily="34" charset="-128"/>
              <a:cs typeface="+mn-cs"/>
            </a:endParaRPr>
          </a:p>
        </p:txBody>
      </p:sp>
    </p:spTree>
    <p:extLst>
      <p:ext uri="{BB962C8B-B14F-4D97-AF65-F5344CB8AC3E}">
        <p14:creationId xmlns:p14="http://schemas.microsoft.com/office/powerpoint/2010/main" val="1650584208"/>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48130">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48130">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8130">
                                            <p:txEl>
                                              <p:pRg st="5" end="5"/>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48130">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3713" name="Title 1">
            <a:extLst>
              <a:ext uri="{FF2B5EF4-FFF2-40B4-BE49-F238E27FC236}">
                <a16:creationId xmlns:a16="http://schemas.microsoft.com/office/drawing/2014/main" id="{0A540D80-C58E-3548-907D-0DCF99C7A71C}"/>
              </a:ext>
            </a:extLst>
          </p:cNvPr>
          <p:cNvSpPr>
            <a:spLocks noGrp="1" noChangeArrowheads="1"/>
          </p:cNvSpPr>
          <p:nvPr>
            <p:ph type="title"/>
          </p:nvPr>
        </p:nvSpPr>
        <p:spPr/>
        <p:txBody>
          <a:bodyPr/>
          <a:lstStyle/>
          <a:p>
            <a:r>
              <a:rPr lang="en-US" altLang="en-US">
                <a:ea typeface="ＭＳ Ｐゴシック" panose="020B0600070205080204" pitchFamily="34" charset="-128"/>
              </a:rPr>
              <a:t>How to Reduce Each Miss Type</a:t>
            </a:r>
          </a:p>
        </p:txBody>
      </p:sp>
      <p:sp>
        <p:nvSpPr>
          <p:cNvPr id="3" name="Content Placeholder 2">
            <a:extLst>
              <a:ext uri="{FF2B5EF4-FFF2-40B4-BE49-F238E27FC236}">
                <a16:creationId xmlns:a16="http://schemas.microsoft.com/office/drawing/2014/main" id="{E4575350-184D-4246-B62F-3CFF71A80FA3}"/>
              </a:ext>
            </a:extLst>
          </p:cNvPr>
          <p:cNvSpPr>
            <a:spLocks noGrp="1" noChangeArrowheads="1"/>
          </p:cNvSpPr>
          <p:nvPr>
            <p:ph idx="1"/>
          </p:nvPr>
        </p:nvSpPr>
        <p:spPr>
          <a:xfrm>
            <a:off x="228600" y="914400"/>
            <a:ext cx="8610600" cy="5194300"/>
          </a:xfrm>
        </p:spPr>
        <p:txBody>
          <a:bodyPr/>
          <a:lstStyle/>
          <a:p>
            <a:r>
              <a:rPr lang="en-US" altLang="en-US" dirty="0">
                <a:solidFill>
                  <a:srgbClr val="FF0000"/>
                </a:solidFill>
                <a:ea typeface="ＭＳ Ｐゴシック" panose="020B0600070205080204" pitchFamily="34" charset="-128"/>
              </a:rPr>
              <a:t>Compulsory miss</a:t>
            </a:r>
          </a:p>
          <a:p>
            <a:pPr lvl="1"/>
            <a:r>
              <a:rPr lang="en-US" altLang="en-US" dirty="0">
                <a:ea typeface="ＭＳ Ｐゴシック" panose="020B0600070205080204" pitchFamily="34" charset="-128"/>
              </a:rPr>
              <a:t>Caching cannot help</a:t>
            </a:r>
          </a:p>
          <a:p>
            <a:pPr lvl="1"/>
            <a:r>
              <a:rPr lang="en-US" altLang="en-US" dirty="0">
                <a:ea typeface="ＭＳ Ｐゴシック" panose="020B0600070205080204" pitchFamily="34" charset="-128"/>
              </a:rPr>
              <a:t>Prefetching can: Anticipate which blocks will be needed soon</a:t>
            </a:r>
          </a:p>
          <a:p>
            <a:r>
              <a:rPr lang="en-US" altLang="en-US" dirty="0">
                <a:solidFill>
                  <a:srgbClr val="FF0000"/>
                </a:solidFill>
                <a:ea typeface="ＭＳ Ｐゴシック" panose="020B0600070205080204" pitchFamily="34" charset="-128"/>
              </a:rPr>
              <a:t>Conflict miss</a:t>
            </a:r>
          </a:p>
          <a:p>
            <a:pPr lvl="1"/>
            <a:r>
              <a:rPr lang="en-US" altLang="en-US" dirty="0">
                <a:ea typeface="ＭＳ Ｐゴシック" panose="020B0600070205080204" pitchFamily="34" charset="-128"/>
              </a:rPr>
              <a:t>More associativity</a:t>
            </a:r>
          </a:p>
          <a:p>
            <a:pPr lvl="1"/>
            <a:r>
              <a:rPr lang="en-US" altLang="en-US" dirty="0">
                <a:ea typeface="ＭＳ Ｐゴシック" panose="020B0600070205080204" pitchFamily="34" charset="-128"/>
              </a:rPr>
              <a:t>Other ways to get more associativity without making the cache associative</a:t>
            </a:r>
          </a:p>
          <a:p>
            <a:pPr lvl="2"/>
            <a:r>
              <a:rPr lang="en-US" altLang="en-US" dirty="0">
                <a:ea typeface="ＭＳ Ｐゴシック" panose="020B0600070205080204" pitchFamily="34" charset="-128"/>
              </a:rPr>
              <a:t>Victim cache</a:t>
            </a:r>
          </a:p>
          <a:p>
            <a:pPr lvl="2"/>
            <a:r>
              <a:rPr lang="en-US" altLang="en-US" dirty="0">
                <a:ea typeface="ＭＳ Ｐゴシック" panose="020B0600070205080204" pitchFamily="34" charset="-128"/>
              </a:rPr>
              <a:t>Better, randomized indexing</a:t>
            </a:r>
          </a:p>
          <a:p>
            <a:pPr lvl="2"/>
            <a:r>
              <a:rPr lang="en-US" altLang="en-US" dirty="0">
                <a:ea typeface="ＭＳ Ｐゴシック" panose="020B0600070205080204" pitchFamily="34" charset="-128"/>
              </a:rPr>
              <a:t>Software hints?</a:t>
            </a:r>
          </a:p>
          <a:p>
            <a:r>
              <a:rPr lang="en-US" altLang="en-US" dirty="0">
                <a:solidFill>
                  <a:srgbClr val="FF0000"/>
                </a:solidFill>
                <a:ea typeface="ＭＳ Ｐゴシック" panose="020B0600070205080204" pitchFamily="34" charset="-128"/>
              </a:rPr>
              <a:t>Capacity miss</a:t>
            </a:r>
          </a:p>
          <a:p>
            <a:pPr lvl="1"/>
            <a:r>
              <a:rPr lang="en-US" altLang="en-US" dirty="0">
                <a:ea typeface="ＭＳ Ｐゴシック" panose="020B0600070205080204" pitchFamily="34" charset="-128"/>
              </a:rPr>
              <a:t>Utilize cache space better: keep blocks that will be referenced</a:t>
            </a:r>
          </a:p>
          <a:p>
            <a:pPr lvl="1"/>
            <a:r>
              <a:rPr lang="en-US" altLang="en-US" dirty="0">
                <a:ea typeface="ＭＳ Ｐゴシック" panose="020B0600070205080204" pitchFamily="34" charset="-128"/>
              </a:rPr>
              <a:t>Software management: divide working set and computation such that each </a:t>
            </a:r>
            <a:r>
              <a:rPr lang="ja-JP" altLang="en-US" dirty="0">
                <a:ea typeface="ＭＳ Ｐゴシック" panose="020B0600070205080204" pitchFamily="34" charset="-128"/>
              </a:rPr>
              <a:t>“</a:t>
            </a:r>
            <a:r>
              <a:rPr lang="en-US" altLang="ja-JP" dirty="0">
                <a:ea typeface="ＭＳ Ｐゴシック" panose="020B0600070205080204" pitchFamily="34" charset="-128"/>
              </a:rPr>
              <a:t>computation phase</a:t>
            </a:r>
            <a:r>
              <a:rPr lang="ja-JP" altLang="en-US" dirty="0">
                <a:ea typeface="ＭＳ Ｐゴシック" panose="020B0600070205080204" pitchFamily="34" charset="-128"/>
              </a:rPr>
              <a:t>”</a:t>
            </a:r>
            <a:r>
              <a:rPr lang="en-US" altLang="ja-JP" dirty="0">
                <a:ea typeface="ＭＳ Ｐゴシック" panose="020B0600070205080204" pitchFamily="34" charset="-128"/>
              </a:rPr>
              <a:t> fits in cache</a:t>
            </a:r>
            <a:endParaRPr lang="en-US" altLang="en-US" dirty="0">
              <a:ea typeface="ＭＳ Ｐゴシック" panose="020B0600070205080204" pitchFamily="34" charset="-128"/>
            </a:endParaRPr>
          </a:p>
        </p:txBody>
      </p:sp>
      <p:sp>
        <p:nvSpPr>
          <p:cNvPr id="243715" name="Slide Number Placeholder 3">
            <a:extLst>
              <a:ext uri="{FF2B5EF4-FFF2-40B4-BE49-F238E27FC236}">
                <a16:creationId xmlns:a16="http://schemas.microsoft.com/office/drawing/2014/main" id="{264469E5-D0F6-394F-B960-DB96223F8455}"/>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9F2B1A69-60C9-3741-A171-4C6007310487}" type="slidenum">
              <a:rPr kumimoji="0" lang="en-US" altLang="en-US" sz="1600" b="0" i="0" u="none" strike="noStrike" kern="1200" cap="none" spc="0" normalizeH="0" baseline="0" noProof="0" smtClean="0">
                <a:ln>
                  <a:noFill/>
                </a:ln>
                <a:solidFill>
                  <a:srgbClr val="000000"/>
                </a:solidFill>
                <a:effectLst/>
                <a:uLnTx/>
                <a:uFillTx/>
                <a:latin typeface="Garamond" panose="02020404030301010803" pitchFamily="18" charset="0"/>
                <a:ea typeface="ＭＳ Ｐゴシック" panose="020B0600070205080204" pitchFamily="34" charset="-128"/>
                <a:cs typeface="+mn-cs"/>
              </a:rPr>
              <a:pPr marL="0" marR="0" lvl="0" indent="0" algn="r" defTabSz="914400" rtl="0" eaLnBrk="1" fontAlgn="base" latinLnBrk="0" hangingPunct="1">
                <a:lnSpc>
                  <a:spcPct val="100000"/>
                </a:lnSpc>
                <a:spcBef>
                  <a:spcPct val="0"/>
                </a:spcBef>
                <a:spcAft>
                  <a:spcPct val="0"/>
                </a:spcAft>
                <a:buClrTx/>
                <a:buSzTx/>
                <a:buFontTx/>
                <a:buNone/>
                <a:tabLst/>
                <a:defRPr/>
              </a:pPr>
              <a:t>26</a:t>
            </a:fld>
            <a:endParaRPr kumimoji="0" lang="en-US" altLang="en-US" sz="1600" b="0" i="0" u="none" strike="noStrike" kern="1200" cap="none" spc="0" normalizeH="0" baseline="0" noProof="0">
              <a:ln>
                <a:noFill/>
              </a:ln>
              <a:solidFill>
                <a:srgbClr val="000000"/>
              </a:solidFill>
              <a:effectLst/>
              <a:uLnTx/>
              <a:uFillTx/>
              <a:latin typeface="Garamond" panose="02020404030301010803" pitchFamily="18" charset="0"/>
              <a:ea typeface="ＭＳ Ｐゴシック" panose="020B0600070205080204" pitchFamily="34" charset="-128"/>
              <a:cs typeface="+mn-cs"/>
            </a:endParaRPr>
          </a:p>
        </p:txBody>
      </p:sp>
    </p:spTree>
    <p:extLst>
      <p:ext uri="{BB962C8B-B14F-4D97-AF65-F5344CB8AC3E}">
        <p14:creationId xmlns:p14="http://schemas.microsoft.com/office/powerpoint/2010/main" val="4242408128"/>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xEl>
                                              <p:pRg st="7" end="7"/>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31" fill="hold" nodeType="clickPar">
                      <p:stCondLst>
                        <p:cond delay="indefinite"/>
                      </p:stCondLst>
                      <p:childTnLst>
                        <p:par>
                          <p:cTn id="32" fill="hold" nodeType="withGroup">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4497" name="Rectangle 4">
            <a:extLst>
              <a:ext uri="{FF2B5EF4-FFF2-40B4-BE49-F238E27FC236}">
                <a16:creationId xmlns:a16="http://schemas.microsoft.com/office/drawing/2014/main" id="{10BF0E90-CD37-1C48-B8AA-09B1D5E0A7A3}"/>
              </a:ext>
            </a:extLst>
          </p:cNvPr>
          <p:cNvSpPr>
            <a:spLocks noGrp="1" noChangeArrowheads="1"/>
          </p:cNvSpPr>
          <p:nvPr>
            <p:ph type="ctrTitle"/>
          </p:nvPr>
        </p:nvSpPr>
        <p:spPr>
          <a:xfrm>
            <a:off x="457200" y="1143000"/>
            <a:ext cx="8229600" cy="2209799"/>
          </a:xfrm>
        </p:spPr>
        <p:txBody>
          <a:bodyPr anchor="ctr"/>
          <a:lstStyle/>
          <a:p>
            <a:pPr algn="ctr" eaLnBrk="1" hangingPunct="1"/>
            <a:r>
              <a:rPr lang="en-US" altLang="en-US" sz="4400">
                <a:ea typeface="ＭＳ Ｐゴシック" panose="020B0600070205080204" pitchFamily="34" charset="-128"/>
              </a:rPr>
              <a:t>Cache Performance</a:t>
            </a:r>
          </a:p>
        </p:txBody>
      </p:sp>
      <p:sp>
        <p:nvSpPr>
          <p:cNvPr id="234498" name="Rectangle 5">
            <a:extLst>
              <a:ext uri="{FF2B5EF4-FFF2-40B4-BE49-F238E27FC236}">
                <a16:creationId xmlns:a16="http://schemas.microsoft.com/office/drawing/2014/main" id="{AFCAF873-D7B0-754C-ABE8-427E18896EF4}"/>
              </a:ext>
            </a:extLst>
          </p:cNvPr>
          <p:cNvSpPr>
            <a:spLocks noGrp="1" noChangeArrowheads="1"/>
          </p:cNvSpPr>
          <p:nvPr>
            <p:ph type="subTitle" idx="1"/>
          </p:nvPr>
        </p:nvSpPr>
        <p:spPr>
          <a:xfrm>
            <a:off x="685800" y="3581400"/>
            <a:ext cx="7848600" cy="2900363"/>
          </a:xfrm>
        </p:spPr>
        <p:txBody>
          <a:bodyPr/>
          <a:lstStyle/>
          <a:p>
            <a:pPr eaLnBrk="1" hangingPunct="1"/>
            <a:endParaRPr lang="en-US" altLang="en-US" i="1">
              <a:ea typeface="ＭＳ Ｐゴシック" panose="020B0600070205080204" pitchFamily="34" charset="-128"/>
            </a:endParaRPr>
          </a:p>
          <a:p>
            <a:pPr eaLnBrk="1" hangingPunct="1"/>
            <a:endParaRPr lang="en-US" altLang="en-US">
              <a:ea typeface="ＭＳ Ｐゴシック" panose="020B0600070205080204" pitchFamily="34" charset="-128"/>
            </a:endParaRPr>
          </a:p>
          <a:p>
            <a:pPr eaLnBrk="1" hangingPunct="1"/>
            <a:endParaRPr lang="en-US" altLang="en-US">
              <a:ea typeface="ＭＳ Ｐゴシック" panose="020B0600070205080204" pitchFamily="34" charset="-128"/>
            </a:endParaRPr>
          </a:p>
          <a:p>
            <a:pPr eaLnBrk="1" hangingPunct="1"/>
            <a:endParaRPr lang="en-US" altLang="en-US">
              <a:ea typeface="ＭＳ Ｐゴシック" panose="020B0600070205080204" pitchFamily="34" charset="-128"/>
            </a:endParaRPr>
          </a:p>
        </p:txBody>
      </p:sp>
    </p:spTree>
  </p:cSld>
  <p:clrMapOvr>
    <a:masterClrMapping/>
  </p:clrMapOv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6545" name="Title 1">
            <a:extLst>
              <a:ext uri="{FF2B5EF4-FFF2-40B4-BE49-F238E27FC236}">
                <a16:creationId xmlns:a16="http://schemas.microsoft.com/office/drawing/2014/main" id="{CE719DA1-8DF9-8045-96CA-9A1027D9E370}"/>
              </a:ext>
            </a:extLst>
          </p:cNvPr>
          <p:cNvSpPr>
            <a:spLocks noGrp="1" noChangeArrowheads="1"/>
          </p:cNvSpPr>
          <p:nvPr>
            <p:ph type="title"/>
          </p:nvPr>
        </p:nvSpPr>
        <p:spPr/>
        <p:txBody>
          <a:bodyPr/>
          <a:lstStyle/>
          <a:p>
            <a:r>
              <a:rPr lang="en-US" altLang="en-US">
                <a:ea typeface="ＭＳ Ｐゴシック" panose="020B0600070205080204" pitchFamily="34" charset="-128"/>
              </a:rPr>
              <a:t>Cache Parameters vs. Miss/Hit Rate</a:t>
            </a:r>
          </a:p>
        </p:txBody>
      </p:sp>
      <p:sp>
        <p:nvSpPr>
          <p:cNvPr id="236546" name="Content Placeholder 2">
            <a:extLst>
              <a:ext uri="{FF2B5EF4-FFF2-40B4-BE49-F238E27FC236}">
                <a16:creationId xmlns:a16="http://schemas.microsoft.com/office/drawing/2014/main" id="{760E185C-9B19-704C-B96C-7E38E5621742}"/>
              </a:ext>
            </a:extLst>
          </p:cNvPr>
          <p:cNvSpPr>
            <a:spLocks noGrp="1" noChangeArrowheads="1"/>
          </p:cNvSpPr>
          <p:nvPr>
            <p:ph idx="1"/>
          </p:nvPr>
        </p:nvSpPr>
        <p:spPr>
          <a:xfrm>
            <a:off x="228600" y="996950"/>
            <a:ext cx="8610600" cy="5194300"/>
          </a:xfrm>
        </p:spPr>
        <p:txBody>
          <a:bodyPr/>
          <a:lstStyle/>
          <a:p>
            <a:r>
              <a:rPr lang="en-US" altLang="en-US" dirty="0">
                <a:ea typeface="ＭＳ Ｐゴシック" panose="020B0600070205080204" pitchFamily="34" charset="-128"/>
              </a:rPr>
              <a:t>Cache size</a:t>
            </a:r>
          </a:p>
          <a:p>
            <a:endParaRPr lang="en-US" altLang="en-US" dirty="0">
              <a:ea typeface="ＭＳ Ｐゴシック" panose="020B0600070205080204" pitchFamily="34" charset="-128"/>
            </a:endParaRPr>
          </a:p>
          <a:p>
            <a:r>
              <a:rPr lang="en-US" altLang="en-US" dirty="0">
                <a:ea typeface="ＭＳ Ｐゴシック" panose="020B0600070205080204" pitchFamily="34" charset="-128"/>
              </a:rPr>
              <a:t>Block size</a:t>
            </a:r>
          </a:p>
          <a:p>
            <a:endParaRPr lang="en-US" altLang="en-US" dirty="0">
              <a:ea typeface="ＭＳ Ｐゴシック" panose="020B0600070205080204" pitchFamily="34" charset="-128"/>
            </a:endParaRPr>
          </a:p>
          <a:p>
            <a:r>
              <a:rPr lang="en-US" altLang="en-US" dirty="0">
                <a:ea typeface="ＭＳ Ｐゴシック" panose="020B0600070205080204" pitchFamily="34" charset="-128"/>
              </a:rPr>
              <a:t>Associativity</a:t>
            </a:r>
          </a:p>
          <a:p>
            <a:endParaRPr lang="en-US" altLang="en-US" dirty="0">
              <a:ea typeface="ＭＳ Ｐゴシック" panose="020B0600070205080204" pitchFamily="34" charset="-128"/>
            </a:endParaRPr>
          </a:p>
          <a:p>
            <a:r>
              <a:rPr lang="en-US" altLang="en-US" dirty="0">
                <a:ea typeface="ＭＳ Ｐゴシック" panose="020B0600070205080204" pitchFamily="34" charset="-128"/>
              </a:rPr>
              <a:t>Replacement policy</a:t>
            </a:r>
          </a:p>
          <a:p>
            <a:endParaRPr lang="en-US" altLang="en-US" dirty="0">
              <a:ea typeface="ＭＳ Ｐゴシック" panose="020B0600070205080204" pitchFamily="34" charset="-128"/>
            </a:endParaRPr>
          </a:p>
          <a:p>
            <a:r>
              <a:rPr lang="en-US" altLang="en-US" dirty="0">
                <a:ea typeface="ＭＳ Ｐゴシック" panose="020B0600070205080204" pitchFamily="34" charset="-128"/>
              </a:rPr>
              <a:t>Insertion/Placement policy</a:t>
            </a:r>
          </a:p>
        </p:txBody>
      </p:sp>
      <p:sp>
        <p:nvSpPr>
          <p:cNvPr id="236547" name="Slide Number Placeholder 3">
            <a:extLst>
              <a:ext uri="{FF2B5EF4-FFF2-40B4-BE49-F238E27FC236}">
                <a16:creationId xmlns:a16="http://schemas.microsoft.com/office/drawing/2014/main" id="{22EBDBB4-C397-4544-8A24-9308AEBBEB52}"/>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7596B56C-F53A-4D4F-AB3C-8185DD9D85C1}" type="slidenum">
              <a:rPr kumimoji="0" lang="en-US" altLang="en-US" sz="1600" b="0" i="0" u="none" strike="noStrike" kern="1200" cap="none" spc="0" normalizeH="0" baseline="0" noProof="0" smtClean="0">
                <a:ln>
                  <a:noFill/>
                </a:ln>
                <a:solidFill>
                  <a:srgbClr val="000000"/>
                </a:solidFill>
                <a:effectLst/>
                <a:uLnTx/>
                <a:uFillTx/>
                <a:latin typeface="Garamond" panose="02020404030301010803" pitchFamily="18" charset="0"/>
                <a:ea typeface="ＭＳ Ｐゴシック" panose="020B0600070205080204" pitchFamily="34" charset="-128"/>
                <a:cs typeface="+mn-cs"/>
              </a:rPr>
              <a:pPr marL="0" marR="0" lvl="0" indent="0" algn="r" defTabSz="914400" rtl="0" eaLnBrk="1" fontAlgn="base" latinLnBrk="0" hangingPunct="1">
                <a:lnSpc>
                  <a:spcPct val="100000"/>
                </a:lnSpc>
                <a:spcBef>
                  <a:spcPct val="0"/>
                </a:spcBef>
                <a:spcAft>
                  <a:spcPct val="0"/>
                </a:spcAft>
                <a:buClrTx/>
                <a:buSzTx/>
                <a:buFontTx/>
                <a:buNone/>
                <a:tabLst/>
                <a:defRPr/>
              </a:pPr>
              <a:t>28</a:t>
            </a:fld>
            <a:endParaRPr kumimoji="0" lang="en-US" altLang="en-US" sz="1600" b="0" i="0" u="none" strike="noStrike" kern="1200" cap="none" spc="0" normalizeH="0" baseline="0" noProof="0">
              <a:ln>
                <a:noFill/>
              </a:ln>
              <a:solidFill>
                <a:srgbClr val="000000"/>
              </a:solidFill>
              <a:effectLst/>
              <a:uLnTx/>
              <a:uFillTx/>
              <a:latin typeface="Garamond" panose="02020404030301010803" pitchFamily="18" charset="0"/>
              <a:ea typeface="ＭＳ Ｐゴシック" panose="020B0600070205080204" pitchFamily="34" charset="-128"/>
              <a:cs typeface="+mn-cs"/>
            </a:endParaRPr>
          </a:p>
        </p:txBody>
      </p:sp>
    </p:spTree>
  </p:cSld>
  <p:clrMapOvr>
    <a:masterClrMapping/>
  </p:clrMapOvr>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4737" name="Title 1">
            <a:extLst>
              <a:ext uri="{FF2B5EF4-FFF2-40B4-BE49-F238E27FC236}">
                <a16:creationId xmlns:a16="http://schemas.microsoft.com/office/drawing/2014/main" id="{78FEAB72-A105-5849-917A-CCFA8D3CF9BC}"/>
              </a:ext>
            </a:extLst>
          </p:cNvPr>
          <p:cNvSpPr>
            <a:spLocks noGrp="1" noChangeArrowheads="1"/>
          </p:cNvSpPr>
          <p:nvPr>
            <p:ph type="title"/>
          </p:nvPr>
        </p:nvSpPr>
        <p:spPr/>
        <p:txBody>
          <a:bodyPr/>
          <a:lstStyle/>
          <a:p>
            <a:r>
              <a:rPr lang="en-US" altLang="en-US">
                <a:ea typeface="ＭＳ Ｐゴシック" panose="020B0600070205080204" pitchFamily="34" charset="-128"/>
              </a:rPr>
              <a:t>How to Improve Cache Performance</a:t>
            </a:r>
          </a:p>
        </p:txBody>
      </p:sp>
      <p:sp>
        <p:nvSpPr>
          <p:cNvPr id="50178" name="Content Placeholder 2">
            <a:extLst>
              <a:ext uri="{FF2B5EF4-FFF2-40B4-BE49-F238E27FC236}">
                <a16:creationId xmlns:a16="http://schemas.microsoft.com/office/drawing/2014/main" id="{4A4107A0-393D-4C40-80D5-EAECBEE2634B}"/>
              </a:ext>
            </a:extLst>
          </p:cNvPr>
          <p:cNvSpPr>
            <a:spLocks noGrp="1" noChangeArrowheads="1"/>
          </p:cNvSpPr>
          <p:nvPr>
            <p:ph idx="1"/>
          </p:nvPr>
        </p:nvSpPr>
        <p:spPr>
          <a:xfrm>
            <a:off x="228600" y="996950"/>
            <a:ext cx="8610600" cy="5194300"/>
          </a:xfrm>
        </p:spPr>
        <p:txBody>
          <a:bodyPr/>
          <a:lstStyle/>
          <a:p>
            <a:r>
              <a:rPr lang="en-US" altLang="en-US" dirty="0">
                <a:ea typeface="ＭＳ Ｐゴシック" panose="020B0600070205080204" pitchFamily="34" charset="-128"/>
              </a:rPr>
              <a:t>Three fundamental goals</a:t>
            </a:r>
          </a:p>
          <a:p>
            <a:pPr lvl="1"/>
            <a:r>
              <a:rPr lang="en-US" altLang="en-US" dirty="0">
                <a:solidFill>
                  <a:srgbClr val="0000FF"/>
                </a:solidFill>
                <a:ea typeface="ＭＳ Ｐゴシック" panose="020B0600070205080204" pitchFamily="34" charset="-128"/>
              </a:rPr>
              <a:t>Reducing miss rate</a:t>
            </a:r>
          </a:p>
          <a:p>
            <a:pPr lvl="2"/>
            <a:r>
              <a:rPr lang="en-US" altLang="en-US" dirty="0">
                <a:ea typeface="ＭＳ Ｐゴシック" panose="020B0600070205080204" pitchFamily="34" charset="-128"/>
              </a:rPr>
              <a:t>Caveat: reducing miss rate can reduce performance if more costly-to-</a:t>
            </a:r>
            <a:r>
              <a:rPr lang="en-US" altLang="en-US" dirty="0" err="1">
                <a:ea typeface="ＭＳ Ｐゴシック" panose="020B0600070205080204" pitchFamily="34" charset="-128"/>
              </a:rPr>
              <a:t>refetch</a:t>
            </a:r>
            <a:r>
              <a:rPr lang="en-US" altLang="en-US" dirty="0">
                <a:ea typeface="ＭＳ Ｐゴシック" panose="020B0600070205080204" pitchFamily="34" charset="-128"/>
              </a:rPr>
              <a:t> blocks are evicted</a:t>
            </a:r>
          </a:p>
          <a:p>
            <a:pPr lvl="1"/>
            <a:r>
              <a:rPr lang="en-US" altLang="en-US" dirty="0">
                <a:solidFill>
                  <a:srgbClr val="0000FF"/>
                </a:solidFill>
                <a:ea typeface="ＭＳ Ｐゴシック" panose="020B0600070205080204" pitchFamily="34" charset="-128"/>
              </a:rPr>
              <a:t>Reducing miss latency or miss cost</a:t>
            </a:r>
            <a:endParaRPr lang="en-US" altLang="en-US" dirty="0">
              <a:ea typeface="ＭＳ Ｐゴシック" panose="020B0600070205080204" pitchFamily="34" charset="-128"/>
            </a:endParaRPr>
          </a:p>
          <a:p>
            <a:pPr lvl="1"/>
            <a:r>
              <a:rPr lang="en-US" altLang="en-US" dirty="0">
                <a:solidFill>
                  <a:srgbClr val="0000FF"/>
                </a:solidFill>
                <a:ea typeface="ＭＳ Ｐゴシック" panose="020B0600070205080204" pitchFamily="34" charset="-128"/>
              </a:rPr>
              <a:t>Reducing hit latency or hit cost</a:t>
            </a:r>
          </a:p>
          <a:p>
            <a:endParaRPr lang="en-US" altLang="en-US" dirty="0">
              <a:ea typeface="ＭＳ Ｐゴシック" panose="020B0600070205080204" pitchFamily="34" charset="-128"/>
            </a:endParaRPr>
          </a:p>
          <a:p>
            <a:r>
              <a:rPr lang="en-US" altLang="en-US" dirty="0">
                <a:ea typeface="ＭＳ Ｐゴシック" panose="020B0600070205080204" pitchFamily="34" charset="-128"/>
              </a:rPr>
              <a:t>The above three </a:t>
            </a:r>
            <a:r>
              <a:rPr lang="en-US" altLang="en-US" b="1" dirty="0">
                <a:solidFill>
                  <a:srgbClr val="FF0000"/>
                </a:solidFill>
                <a:ea typeface="ＭＳ Ｐゴシック" panose="020B0600070205080204" pitchFamily="34" charset="-128"/>
              </a:rPr>
              <a:t>together</a:t>
            </a:r>
            <a:r>
              <a:rPr lang="en-US" altLang="en-US" dirty="0">
                <a:solidFill>
                  <a:srgbClr val="FF0000"/>
                </a:solidFill>
                <a:ea typeface="ＭＳ Ｐゴシック" panose="020B0600070205080204" pitchFamily="34" charset="-128"/>
              </a:rPr>
              <a:t> </a:t>
            </a:r>
            <a:r>
              <a:rPr lang="en-US" altLang="en-US" dirty="0">
                <a:ea typeface="ＭＳ Ｐゴシック" panose="020B0600070205080204" pitchFamily="34" charset="-128"/>
              </a:rPr>
              <a:t>affect performance </a:t>
            </a:r>
          </a:p>
        </p:txBody>
      </p:sp>
      <p:sp>
        <p:nvSpPr>
          <p:cNvPr id="244739" name="Slide Number Placeholder 3">
            <a:extLst>
              <a:ext uri="{FF2B5EF4-FFF2-40B4-BE49-F238E27FC236}">
                <a16:creationId xmlns:a16="http://schemas.microsoft.com/office/drawing/2014/main" id="{09DCB6C1-1F1B-4048-ACB8-A57C34A06600}"/>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F49D414F-D48A-7A40-89D7-DBBC140E5DDE}" type="slidenum">
              <a:rPr kumimoji="0" lang="en-US" altLang="en-US" sz="1600" b="0" i="0" u="none" strike="noStrike" kern="1200" cap="none" spc="0" normalizeH="0" baseline="0" noProof="0" smtClean="0">
                <a:ln>
                  <a:noFill/>
                </a:ln>
                <a:solidFill>
                  <a:srgbClr val="000000"/>
                </a:solidFill>
                <a:effectLst/>
                <a:uLnTx/>
                <a:uFillTx/>
                <a:latin typeface="Garamond" panose="02020404030301010803" pitchFamily="18" charset="0"/>
                <a:ea typeface="ＭＳ Ｐゴシック" panose="020B0600070205080204" pitchFamily="34" charset="-128"/>
                <a:cs typeface="+mn-cs"/>
              </a:rPr>
              <a:pPr marL="0" marR="0" lvl="0" indent="0" algn="r" defTabSz="914400" rtl="0" eaLnBrk="1" fontAlgn="base" latinLnBrk="0" hangingPunct="1">
                <a:lnSpc>
                  <a:spcPct val="100000"/>
                </a:lnSpc>
                <a:spcBef>
                  <a:spcPct val="0"/>
                </a:spcBef>
                <a:spcAft>
                  <a:spcPct val="0"/>
                </a:spcAft>
                <a:buClrTx/>
                <a:buSzTx/>
                <a:buFontTx/>
                <a:buNone/>
                <a:tabLst/>
                <a:defRPr/>
              </a:pPr>
              <a:t>29</a:t>
            </a:fld>
            <a:endParaRPr kumimoji="0" lang="en-US" altLang="en-US" sz="1600" b="0" i="0" u="none" strike="noStrike" kern="1200" cap="none" spc="0" normalizeH="0" baseline="0" noProof="0">
              <a:ln>
                <a:noFill/>
              </a:ln>
              <a:solidFill>
                <a:srgbClr val="000000"/>
              </a:solidFill>
              <a:effectLst/>
              <a:uLnTx/>
              <a:uFillTx/>
              <a:latin typeface="Garamond" panose="02020404030301010803" pitchFamily="18" charset="0"/>
              <a:ea typeface="ＭＳ Ｐゴシック" panose="020B0600070205080204" pitchFamily="34" charset="-128"/>
              <a:cs typeface="+mn-cs"/>
            </a:endParaRPr>
          </a:p>
        </p:txBody>
      </p:sp>
    </p:spTree>
    <p:extLst>
      <p:ext uri="{BB962C8B-B14F-4D97-AF65-F5344CB8AC3E}">
        <p14:creationId xmlns:p14="http://schemas.microsoft.com/office/powerpoint/2010/main" val="548593598"/>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50178">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50178">
                                            <p:txEl>
                                              <p:pRg st="1" end="1"/>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50178">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50178">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50178">
                                            <p:txEl>
                                              <p:pRg st="2" end="2"/>
                                            </p:txEl>
                                          </p:spTgt>
                                        </p:tgtEl>
                                        <p:attrNameLst>
                                          <p:attrName>style.visibility</p:attrName>
                                        </p:attrNameLst>
                                      </p:cBhvr>
                                      <p:to>
                                        <p:strVal val="visible"/>
                                      </p:to>
                                    </p:set>
                                  </p:childTnLst>
                                </p:cTn>
                              </p:par>
                            </p:childTnLst>
                          </p:cTn>
                        </p:par>
                      </p:childTnLst>
                    </p:cTn>
                  </p:par>
                  <p:par>
                    <p:cTn id="17" fill="hold" nodeType="clickPar">
                      <p:stCondLst>
                        <p:cond delay="indefinite"/>
                      </p:stCondLst>
                      <p:childTnLst>
                        <p:par>
                          <p:cTn id="18" fill="hold" nodeType="withGroup">
                            <p:stCondLst>
                              <p:cond delay="0"/>
                            </p:stCondLst>
                            <p:childTnLst>
                              <p:par>
                                <p:cTn id="19" presetID="1" presetClass="entr" presetSubtype="0" fill="hold" nodeType="clickEffect">
                                  <p:stCondLst>
                                    <p:cond delay="0"/>
                                  </p:stCondLst>
                                  <p:childTnLst>
                                    <p:set>
                                      <p:cBhvr>
                                        <p:cTn id="20" dur="1" fill="hold">
                                          <p:stCondLst>
                                            <p:cond delay="0"/>
                                          </p:stCondLst>
                                        </p:cTn>
                                        <p:tgtEl>
                                          <p:spTgt spid="50178">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69" name="Rectangle 2"/>
          <p:cNvSpPr>
            <a:spLocks noGrp="1" noChangeArrowheads="1"/>
          </p:cNvSpPr>
          <p:nvPr>
            <p:ph type="title"/>
            <p:custDataLst>
              <p:tags r:id="rId1"/>
            </p:custDataLst>
          </p:nvPr>
        </p:nvSpPr>
        <p:spPr/>
        <p:txBody>
          <a:bodyPr/>
          <a:lstStyle/>
          <a:p>
            <a:r>
              <a:rPr lang="en-US" dirty="0"/>
              <a:t>Cache Terminology</a:t>
            </a:r>
            <a:endParaRPr lang="en-US" dirty="0">
              <a:latin typeface="Consolas" pitchFamily="49" charset="0"/>
            </a:endParaRPr>
          </a:p>
        </p:txBody>
      </p:sp>
      <p:sp>
        <p:nvSpPr>
          <p:cNvPr id="58371" name="Rectangle 4"/>
          <p:cNvSpPr>
            <a:spLocks noGrp="1" noChangeArrowheads="1"/>
          </p:cNvSpPr>
          <p:nvPr>
            <p:ph idx="1"/>
            <p:custDataLst>
              <p:tags r:id="rId2"/>
            </p:custDataLst>
          </p:nvPr>
        </p:nvSpPr>
        <p:spPr>
          <a:xfrm>
            <a:off x="228600" y="914400"/>
            <a:ext cx="8610600" cy="5638799"/>
          </a:xfrm>
        </p:spPr>
        <p:txBody>
          <a:bodyPr/>
          <a:lstStyle/>
          <a:p>
            <a:r>
              <a:rPr lang="en-US" dirty="0">
                <a:solidFill>
                  <a:srgbClr val="0432FF"/>
                </a:solidFill>
              </a:rPr>
              <a:t>Capacity (</a:t>
            </a:r>
            <a:r>
              <a:rPr lang="en-US" i="1" dirty="0">
                <a:solidFill>
                  <a:srgbClr val="0432FF"/>
                </a:solidFill>
              </a:rPr>
              <a:t>C</a:t>
            </a:r>
            <a:r>
              <a:rPr lang="en-US" dirty="0">
                <a:solidFill>
                  <a:srgbClr val="0432FF"/>
                </a:solidFill>
              </a:rPr>
              <a:t>)</a:t>
            </a:r>
            <a:r>
              <a:rPr lang="en-US" dirty="0"/>
              <a:t>: </a:t>
            </a:r>
          </a:p>
          <a:p>
            <a:pPr lvl="1"/>
            <a:r>
              <a:rPr lang="en-US" dirty="0"/>
              <a:t>the number of data bytes a cache stores</a:t>
            </a:r>
          </a:p>
          <a:p>
            <a:r>
              <a:rPr lang="en-US" dirty="0">
                <a:solidFill>
                  <a:srgbClr val="0432FF"/>
                </a:solidFill>
              </a:rPr>
              <a:t>Block size (</a:t>
            </a:r>
            <a:r>
              <a:rPr lang="en-US" i="1" dirty="0">
                <a:solidFill>
                  <a:srgbClr val="0432FF"/>
                </a:solidFill>
              </a:rPr>
              <a:t>b</a:t>
            </a:r>
            <a:r>
              <a:rPr lang="en-US" dirty="0">
                <a:solidFill>
                  <a:srgbClr val="0432FF"/>
                </a:solidFill>
              </a:rPr>
              <a:t>)</a:t>
            </a:r>
            <a:r>
              <a:rPr lang="en-US" dirty="0"/>
              <a:t>: </a:t>
            </a:r>
          </a:p>
          <a:p>
            <a:pPr lvl="1"/>
            <a:r>
              <a:rPr lang="en-US" dirty="0"/>
              <a:t>bytes of data brought into cache at once</a:t>
            </a:r>
          </a:p>
          <a:p>
            <a:r>
              <a:rPr lang="en-US" dirty="0">
                <a:solidFill>
                  <a:srgbClr val="0432FF"/>
                </a:solidFill>
              </a:rPr>
              <a:t>Number of blocks (</a:t>
            </a:r>
            <a:r>
              <a:rPr lang="en-US" i="1" dirty="0">
                <a:solidFill>
                  <a:srgbClr val="0432FF"/>
                </a:solidFill>
              </a:rPr>
              <a:t>B = C/b</a:t>
            </a:r>
            <a:r>
              <a:rPr lang="en-US" dirty="0">
                <a:solidFill>
                  <a:srgbClr val="0432FF"/>
                </a:solidFill>
              </a:rPr>
              <a:t>)</a:t>
            </a:r>
            <a:r>
              <a:rPr lang="en-US" dirty="0"/>
              <a:t>: </a:t>
            </a:r>
          </a:p>
          <a:p>
            <a:pPr lvl="1"/>
            <a:r>
              <a:rPr lang="en-US" dirty="0"/>
              <a:t>number of blocks in cache: </a:t>
            </a:r>
            <a:r>
              <a:rPr lang="en-US" i="1" dirty="0"/>
              <a:t>B</a:t>
            </a:r>
            <a:r>
              <a:rPr lang="en-US" dirty="0"/>
              <a:t> = </a:t>
            </a:r>
            <a:r>
              <a:rPr lang="en-US" i="1" dirty="0"/>
              <a:t>C</a:t>
            </a:r>
            <a:r>
              <a:rPr lang="en-US" dirty="0"/>
              <a:t>/</a:t>
            </a:r>
            <a:r>
              <a:rPr lang="en-US" i="1" dirty="0"/>
              <a:t>b</a:t>
            </a:r>
          </a:p>
          <a:p>
            <a:r>
              <a:rPr lang="en-US" dirty="0">
                <a:solidFill>
                  <a:srgbClr val="0432FF"/>
                </a:solidFill>
              </a:rPr>
              <a:t>Degree of associativity (</a:t>
            </a:r>
            <a:r>
              <a:rPr lang="en-US" i="1" dirty="0">
                <a:solidFill>
                  <a:srgbClr val="0432FF"/>
                </a:solidFill>
              </a:rPr>
              <a:t>N</a:t>
            </a:r>
            <a:r>
              <a:rPr lang="en-US" dirty="0">
                <a:solidFill>
                  <a:srgbClr val="0432FF"/>
                </a:solidFill>
              </a:rPr>
              <a:t>)</a:t>
            </a:r>
            <a:r>
              <a:rPr lang="en-US" dirty="0"/>
              <a:t>: </a:t>
            </a:r>
          </a:p>
          <a:p>
            <a:pPr lvl="1"/>
            <a:r>
              <a:rPr lang="en-US" dirty="0"/>
              <a:t>number of blocks in a set</a:t>
            </a:r>
          </a:p>
          <a:p>
            <a:r>
              <a:rPr lang="en-US" dirty="0">
                <a:solidFill>
                  <a:srgbClr val="0432FF"/>
                </a:solidFill>
              </a:rPr>
              <a:t>Number of sets (</a:t>
            </a:r>
            <a:r>
              <a:rPr lang="en-US" i="1" dirty="0">
                <a:solidFill>
                  <a:srgbClr val="0432FF"/>
                </a:solidFill>
              </a:rPr>
              <a:t>S = B/N</a:t>
            </a:r>
            <a:r>
              <a:rPr lang="en-US" dirty="0">
                <a:solidFill>
                  <a:srgbClr val="0432FF"/>
                </a:solidFill>
              </a:rPr>
              <a:t>)</a:t>
            </a:r>
            <a:r>
              <a:rPr lang="en-US" dirty="0"/>
              <a:t>: </a:t>
            </a:r>
          </a:p>
          <a:p>
            <a:pPr lvl="1"/>
            <a:r>
              <a:rPr lang="en-US" dirty="0"/>
              <a:t>each memory address maps to exactly one cache set </a:t>
            </a:r>
          </a:p>
        </p:txBody>
      </p:sp>
      <p:sp>
        <p:nvSpPr>
          <p:cNvPr id="58370" name="Rectangle 3"/>
          <p:cNvSpPr>
            <a:spLocks noChangeArrowheads="1"/>
          </p:cNvSpPr>
          <p:nvPr>
            <p:custDataLst>
              <p:tags r:id="rId3"/>
            </p:custDataLst>
          </p:nvPr>
        </p:nvSpPr>
        <p:spPr bwMode="auto">
          <a:xfrm>
            <a:off x="0" y="1230313"/>
            <a:ext cx="184150" cy="3683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nchor="ctr">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de-DE" sz="1800" b="0" i="0" u="none" strike="noStrike" kern="1200" cap="none" spc="0" normalizeH="0" baseline="0" noProof="0">
              <a:ln>
                <a:noFill/>
              </a:ln>
              <a:solidFill>
                <a:srgbClr val="000000"/>
              </a:solidFill>
              <a:effectLst/>
              <a:uLnTx/>
              <a:uFillTx/>
              <a:latin typeface="Verdana" pitchFamily="34" charset="0"/>
              <a:ea typeface="MS PGothic" pitchFamily="34" charset="-128"/>
              <a:cs typeface="+mn-cs"/>
            </a:endParaRPr>
          </a:p>
        </p:txBody>
      </p:sp>
      <p:sp>
        <p:nvSpPr>
          <p:cNvPr id="5" name="Slide Number Placeholder 3">
            <a:extLst>
              <a:ext uri="{FF2B5EF4-FFF2-40B4-BE49-F238E27FC236}">
                <a16:creationId xmlns:a16="http://schemas.microsoft.com/office/drawing/2014/main" id="{2AF1002A-17A7-B645-96CB-75917AEF4C7C}"/>
              </a:ext>
            </a:extLst>
          </p:cNvPr>
          <p:cNvSpPr>
            <a:spLocks noGrp="1"/>
          </p:cNvSpPr>
          <p:nvPr>
            <p:ph type="sldNum" sz="quarter" idx="11"/>
          </p:nvPr>
        </p:nvSpPr>
        <p:spPr>
          <a:xfrm>
            <a:off x="6777038" y="6318250"/>
            <a:ext cx="2133600" cy="4572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04C23605-ED41-994F-A93A-EA98B2475F88}" type="slidenum">
              <a:rPr kumimoji="0" lang="en-US" altLang="en-US" sz="1600" b="0" i="0" u="none" strike="noStrike" kern="1200" cap="none" spc="0" normalizeH="0" baseline="0" noProof="0" smtClean="0">
                <a:ln>
                  <a:noFill/>
                </a:ln>
                <a:solidFill>
                  <a:srgbClr val="000000"/>
                </a:solidFill>
                <a:effectLst/>
                <a:uLnTx/>
                <a:uFillTx/>
                <a:latin typeface="Garamond" panose="02020404030301010803" pitchFamily="18" charset="0"/>
                <a:ea typeface="ＭＳ Ｐゴシック" panose="020B0600070205080204" pitchFamily="34" charset="-128"/>
                <a:cs typeface="+mn-cs"/>
              </a:rPr>
              <a:pPr marL="0" marR="0" lvl="0" indent="0" algn="r" defTabSz="914400" rtl="0" eaLnBrk="1" fontAlgn="base" latinLnBrk="0" hangingPunct="1">
                <a:lnSpc>
                  <a:spcPct val="100000"/>
                </a:lnSpc>
                <a:spcBef>
                  <a:spcPct val="0"/>
                </a:spcBef>
                <a:spcAft>
                  <a:spcPct val="0"/>
                </a:spcAft>
                <a:buClrTx/>
                <a:buSzTx/>
                <a:buFontTx/>
                <a:buNone/>
                <a:tabLst/>
                <a:defRPr/>
              </a:pPr>
              <a:t>30</a:t>
            </a:fld>
            <a:endParaRPr kumimoji="0" lang="en-US" altLang="en-US" sz="1600" b="0" i="0" u="none" strike="noStrike" kern="1200" cap="none" spc="0" normalizeH="0" baseline="0" noProof="0" dirty="0">
              <a:ln>
                <a:noFill/>
              </a:ln>
              <a:solidFill>
                <a:srgbClr val="000000"/>
              </a:solidFill>
              <a:effectLst/>
              <a:uLnTx/>
              <a:uFillTx/>
              <a:latin typeface="Garamond" panose="02020404030301010803" pitchFamily="18" charset="0"/>
              <a:ea typeface="ＭＳ Ｐゴシック" panose="020B0600070205080204" pitchFamily="34" charset="-128"/>
              <a:cs typeface="+mn-cs"/>
            </a:endParaRPr>
          </a:p>
        </p:txBody>
      </p:sp>
    </p:spTree>
    <p:extLst>
      <p:ext uri="{BB962C8B-B14F-4D97-AF65-F5344CB8AC3E}">
        <p14:creationId xmlns:p14="http://schemas.microsoft.com/office/powerpoint/2010/main" val="1462095906"/>
      </p:ext>
    </p:extLst>
  </p:cSld>
  <p:clrMapOvr>
    <a:masterClrMapping/>
  </p:clrMapOvr>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7" name="Rectangle 2"/>
          <p:cNvSpPr>
            <a:spLocks noChangeArrowheads="1"/>
          </p:cNvSpPr>
          <p:nvPr>
            <p:custDataLst>
              <p:tags r:id="rId1"/>
            </p:custDataLst>
          </p:nvPr>
        </p:nvSpPr>
        <p:spPr bwMode="auto">
          <a:xfrm>
            <a:off x="533400" y="1066800"/>
            <a:ext cx="8077200" cy="51816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pPr marL="342900" marR="0" lvl="0" indent="-342900" algn="l" defTabSz="914400" rtl="0" eaLnBrk="0" fontAlgn="base" latinLnBrk="0" hangingPunct="0">
              <a:lnSpc>
                <a:spcPct val="100000"/>
              </a:lnSpc>
              <a:spcBef>
                <a:spcPct val="20000"/>
              </a:spcBef>
              <a:spcAft>
                <a:spcPct val="0"/>
              </a:spcAft>
              <a:buClrTx/>
              <a:buSzTx/>
              <a:buFontTx/>
              <a:buNone/>
              <a:tabLst/>
              <a:defRPr/>
            </a:pPr>
            <a:endParaRPr kumimoji="0" lang="en-US" sz="3200" b="0" i="0" u="none" strike="noStrike" kern="1200" cap="none" spc="0" normalizeH="0" baseline="0" noProof="0" dirty="0">
              <a:ln>
                <a:noFill/>
              </a:ln>
              <a:solidFill>
                <a:srgbClr val="000000"/>
              </a:solidFill>
              <a:effectLst/>
              <a:uLnTx/>
              <a:uFillTx/>
              <a:latin typeface="Calibri" pitchFamily="34" charset="0"/>
              <a:ea typeface="MS PGothic" pitchFamily="34" charset="-128"/>
              <a:cs typeface="Arial" pitchFamily="34" charset="0"/>
            </a:endParaRPr>
          </a:p>
          <a:p>
            <a:pPr marL="342900" marR="0" lvl="0" indent="-342900" algn="l" defTabSz="914400" rtl="0" eaLnBrk="0" fontAlgn="base" latinLnBrk="0" hangingPunct="0">
              <a:lnSpc>
                <a:spcPct val="100000"/>
              </a:lnSpc>
              <a:spcBef>
                <a:spcPct val="20000"/>
              </a:spcBef>
              <a:spcAft>
                <a:spcPct val="0"/>
              </a:spcAft>
              <a:buClrTx/>
              <a:buSzTx/>
              <a:buFontTx/>
              <a:buNone/>
              <a:tabLst/>
              <a:defRPr/>
            </a:pPr>
            <a:endParaRPr kumimoji="0" lang="en-US" sz="3200" b="0" i="0" u="none" strike="noStrike" kern="1200" cap="none" spc="0" normalizeH="0" baseline="0" noProof="0" dirty="0">
              <a:ln>
                <a:noFill/>
              </a:ln>
              <a:solidFill>
                <a:srgbClr val="000000"/>
              </a:solidFill>
              <a:effectLst/>
              <a:uLnTx/>
              <a:uFillTx/>
              <a:latin typeface="Calibri" pitchFamily="34" charset="0"/>
              <a:ea typeface="MS PGothic" pitchFamily="34" charset="-128"/>
              <a:cs typeface="Arial" pitchFamily="34" charset="0"/>
            </a:endParaRPr>
          </a:p>
          <a:p>
            <a:pPr marL="342900" marR="0" lvl="0" indent="-342900" algn="l" defTabSz="914400" rtl="0" eaLnBrk="0" fontAlgn="base" latinLnBrk="0" hangingPunct="0">
              <a:lnSpc>
                <a:spcPct val="100000"/>
              </a:lnSpc>
              <a:spcBef>
                <a:spcPct val="20000"/>
              </a:spcBef>
              <a:spcAft>
                <a:spcPct val="0"/>
              </a:spcAft>
              <a:buClrTx/>
              <a:buSzTx/>
              <a:buFontTx/>
              <a:buNone/>
              <a:tabLst/>
              <a:defRPr/>
            </a:pPr>
            <a:endParaRPr kumimoji="0" lang="en-US" sz="3200" b="0" i="0" u="none" strike="noStrike" kern="1200" cap="none" spc="0" normalizeH="0" baseline="0" noProof="0" dirty="0">
              <a:ln>
                <a:noFill/>
              </a:ln>
              <a:solidFill>
                <a:srgbClr val="000000"/>
              </a:solidFill>
              <a:effectLst/>
              <a:uLnTx/>
              <a:uFillTx/>
              <a:latin typeface="Calibri" pitchFamily="34" charset="0"/>
              <a:ea typeface="MS PGothic" pitchFamily="34" charset="-128"/>
              <a:cs typeface="Arial" pitchFamily="34" charset="0"/>
            </a:endParaRPr>
          </a:p>
        </p:txBody>
      </p:sp>
      <p:sp>
        <p:nvSpPr>
          <p:cNvPr id="91138" name="Rectangle 3"/>
          <p:cNvSpPr>
            <a:spLocks noGrp="1" noChangeArrowheads="1"/>
          </p:cNvSpPr>
          <p:nvPr>
            <p:ph type="title"/>
            <p:custDataLst>
              <p:tags r:id="rId2"/>
            </p:custDataLst>
          </p:nvPr>
        </p:nvSpPr>
        <p:spPr>
          <a:xfrm>
            <a:off x="184150" y="0"/>
            <a:ext cx="7764961" cy="914400"/>
          </a:xfrm>
        </p:spPr>
        <p:txBody>
          <a:bodyPr anchor="ctr"/>
          <a:lstStyle/>
          <a:p>
            <a:r>
              <a:rPr lang="en-US" dirty="0">
                <a:latin typeface="Garamond" charset="0"/>
                <a:ea typeface="Garamond" charset="0"/>
                <a:cs typeface="Garamond" charset="0"/>
              </a:rPr>
              <a:t>Cache Organization Recap</a:t>
            </a:r>
          </a:p>
        </p:txBody>
      </p:sp>
      <p:sp>
        <p:nvSpPr>
          <p:cNvPr id="91139" name="Rectangle 6"/>
          <p:cNvSpPr>
            <a:spLocks noGrp="1" noChangeArrowheads="1"/>
          </p:cNvSpPr>
          <p:nvPr>
            <p:ph idx="1"/>
            <p:custDataLst>
              <p:tags r:id="rId3"/>
            </p:custDataLst>
          </p:nvPr>
        </p:nvSpPr>
        <p:spPr>
          <a:xfrm>
            <a:off x="396875" y="914401"/>
            <a:ext cx="7896225" cy="2895600"/>
          </a:xfrm>
        </p:spPr>
        <p:txBody>
          <a:bodyPr/>
          <a:lstStyle/>
          <a:p>
            <a:r>
              <a:rPr lang="en-US" sz="2400" dirty="0">
                <a:latin typeface="Tahoma" charset="0"/>
                <a:ea typeface="Tahoma" charset="0"/>
                <a:cs typeface="Tahoma" charset="0"/>
              </a:rPr>
              <a:t>Main Parameters</a:t>
            </a:r>
          </a:p>
          <a:p>
            <a:pPr lvl="1"/>
            <a:r>
              <a:rPr lang="en-US" sz="2000" dirty="0">
                <a:latin typeface="Tahoma" charset="0"/>
                <a:ea typeface="Tahoma" charset="0"/>
                <a:cs typeface="Tahoma" charset="0"/>
              </a:rPr>
              <a:t>Capacity: </a:t>
            </a:r>
            <a:r>
              <a:rPr lang="en-US" sz="2000" b="1" i="1" dirty="0">
                <a:solidFill>
                  <a:srgbClr val="0432FF"/>
                </a:solidFill>
                <a:latin typeface="Tahoma" charset="0"/>
                <a:ea typeface="Tahoma" charset="0"/>
                <a:cs typeface="Tahoma" charset="0"/>
              </a:rPr>
              <a:t>C</a:t>
            </a:r>
            <a:r>
              <a:rPr lang="en-US" sz="2000" i="1" dirty="0">
                <a:solidFill>
                  <a:srgbClr val="0432FF"/>
                </a:solidFill>
                <a:latin typeface="Tahoma" charset="0"/>
                <a:ea typeface="Tahoma" charset="0"/>
                <a:cs typeface="Tahoma" charset="0"/>
              </a:rPr>
              <a:t> </a:t>
            </a:r>
          </a:p>
          <a:p>
            <a:pPr lvl="1"/>
            <a:r>
              <a:rPr lang="en-US" sz="2000" dirty="0">
                <a:latin typeface="Tahoma" charset="0"/>
                <a:ea typeface="Tahoma" charset="0"/>
                <a:cs typeface="Tahoma" charset="0"/>
              </a:rPr>
              <a:t>Block size: </a:t>
            </a:r>
            <a:r>
              <a:rPr lang="en-US" sz="2000" b="1" i="1" dirty="0">
                <a:solidFill>
                  <a:srgbClr val="0432FF"/>
                </a:solidFill>
                <a:latin typeface="Tahoma" charset="0"/>
                <a:ea typeface="Tahoma" charset="0"/>
                <a:cs typeface="Tahoma" charset="0"/>
              </a:rPr>
              <a:t>b</a:t>
            </a:r>
            <a:endParaRPr lang="en-US" sz="2000" b="1" dirty="0">
              <a:solidFill>
                <a:srgbClr val="0432FF"/>
              </a:solidFill>
              <a:latin typeface="Tahoma" charset="0"/>
              <a:ea typeface="Tahoma" charset="0"/>
              <a:cs typeface="Tahoma" charset="0"/>
            </a:endParaRPr>
          </a:p>
          <a:p>
            <a:pPr lvl="1"/>
            <a:r>
              <a:rPr lang="en-US" sz="2000" dirty="0">
                <a:latin typeface="Tahoma" charset="0"/>
                <a:ea typeface="Tahoma" charset="0"/>
                <a:cs typeface="Tahoma" charset="0"/>
              </a:rPr>
              <a:t>Number of blocks in cache: </a:t>
            </a:r>
            <a:r>
              <a:rPr lang="en-US" sz="2000" b="1" i="1" dirty="0">
                <a:solidFill>
                  <a:srgbClr val="0432FF"/>
                </a:solidFill>
                <a:latin typeface="Tahoma" charset="0"/>
                <a:ea typeface="Tahoma" charset="0"/>
                <a:cs typeface="Tahoma" charset="0"/>
              </a:rPr>
              <a:t>B</a:t>
            </a:r>
            <a:r>
              <a:rPr lang="en-US" sz="2000" dirty="0">
                <a:solidFill>
                  <a:srgbClr val="0432FF"/>
                </a:solidFill>
                <a:latin typeface="Tahoma" charset="0"/>
                <a:ea typeface="Tahoma" charset="0"/>
                <a:cs typeface="Tahoma" charset="0"/>
              </a:rPr>
              <a:t> </a:t>
            </a:r>
            <a:r>
              <a:rPr lang="en-US" sz="2000" dirty="0">
                <a:latin typeface="Tahoma" charset="0"/>
                <a:ea typeface="Tahoma" charset="0"/>
                <a:cs typeface="Tahoma" charset="0"/>
              </a:rPr>
              <a:t>= </a:t>
            </a:r>
            <a:r>
              <a:rPr lang="en-US" sz="2000" i="1" dirty="0">
                <a:latin typeface="Tahoma" charset="0"/>
                <a:ea typeface="Tahoma" charset="0"/>
                <a:cs typeface="Tahoma" charset="0"/>
              </a:rPr>
              <a:t>C</a:t>
            </a:r>
            <a:r>
              <a:rPr lang="en-US" sz="2000" dirty="0">
                <a:latin typeface="Tahoma" charset="0"/>
                <a:ea typeface="Tahoma" charset="0"/>
                <a:cs typeface="Tahoma" charset="0"/>
              </a:rPr>
              <a:t>/</a:t>
            </a:r>
            <a:r>
              <a:rPr lang="en-US" sz="2000" i="1" dirty="0">
                <a:latin typeface="Tahoma" charset="0"/>
                <a:ea typeface="Tahoma" charset="0"/>
                <a:cs typeface="Tahoma" charset="0"/>
              </a:rPr>
              <a:t>b</a:t>
            </a:r>
          </a:p>
          <a:p>
            <a:pPr lvl="1"/>
            <a:r>
              <a:rPr lang="en-US" sz="2000" dirty="0">
                <a:latin typeface="Tahoma" charset="0"/>
                <a:ea typeface="Tahoma" charset="0"/>
                <a:cs typeface="Tahoma" charset="0"/>
              </a:rPr>
              <a:t>Number of blocks in a set: </a:t>
            </a:r>
            <a:r>
              <a:rPr lang="en-US" sz="2000" b="1" i="1" dirty="0">
                <a:solidFill>
                  <a:srgbClr val="0432FF"/>
                </a:solidFill>
                <a:latin typeface="Tahoma" charset="0"/>
                <a:ea typeface="Tahoma" charset="0"/>
                <a:cs typeface="Tahoma" charset="0"/>
              </a:rPr>
              <a:t>N</a:t>
            </a:r>
          </a:p>
          <a:p>
            <a:pPr lvl="1"/>
            <a:r>
              <a:rPr lang="en-US" sz="2000" dirty="0">
                <a:latin typeface="Tahoma" charset="0"/>
                <a:ea typeface="Tahoma" charset="0"/>
                <a:cs typeface="Tahoma" charset="0"/>
              </a:rPr>
              <a:t>Number of Sets: </a:t>
            </a:r>
            <a:r>
              <a:rPr lang="en-US" sz="2000" b="1" i="1" dirty="0">
                <a:solidFill>
                  <a:srgbClr val="0432FF"/>
                </a:solidFill>
                <a:latin typeface="Tahoma" charset="0"/>
                <a:ea typeface="Tahoma" charset="0"/>
                <a:cs typeface="Tahoma" charset="0"/>
              </a:rPr>
              <a:t>S</a:t>
            </a:r>
            <a:r>
              <a:rPr lang="en-US" sz="2000" dirty="0">
                <a:solidFill>
                  <a:srgbClr val="0432FF"/>
                </a:solidFill>
                <a:latin typeface="Tahoma" charset="0"/>
                <a:ea typeface="Tahoma" charset="0"/>
                <a:cs typeface="Tahoma" charset="0"/>
              </a:rPr>
              <a:t> </a:t>
            </a:r>
            <a:r>
              <a:rPr lang="en-US" sz="2000" dirty="0">
                <a:latin typeface="Tahoma" charset="0"/>
                <a:ea typeface="Tahoma" charset="0"/>
                <a:cs typeface="Tahoma" charset="0"/>
              </a:rPr>
              <a:t>= </a:t>
            </a:r>
            <a:r>
              <a:rPr lang="en-US" sz="2000" i="1" dirty="0">
                <a:latin typeface="Tahoma" charset="0"/>
                <a:ea typeface="Tahoma" charset="0"/>
                <a:cs typeface="Tahoma" charset="0"/>
              </a:rPr>
              <a:t>B</a:t>
            </a:r>
            <a:r>
              <a:rPr lang="en-US" sz="2000" dirty="0">
                <a:latin typeface="Tahoma" charset="0"/>
                <a:ea typeface="Tahoma" charset="0"/>
                <a:cs typeface="Tahoma" charset="0"/>
              </a:rPr>
              <a:t>/</a:t>
            </a:r>
            <a:r>
              <a:rPr lang="en-US" sz="2000" i="1" dirty="0">
                <a:latin typeface="Tahoma" charset="0"/>
                <a:ea typeface="Tahoma" charset="0"/>
                <a:cs typeface="Tahoma" charset="0"/>
              </a:rPr>
              <a:t>N</a:t>
            </a:r>
          </a:p>
        </p:txBody>
      </p:sp>
      <p:graphicFrame>
        <p:nvGraphicFramePr>
          <p:cNvPr id="1375279" name="Group 47"/>
          <p:cNvGraphicFramePr>
            <a:graphicFrameLocks noGrp="1"/>
          </p:cNvGraphicFramePr>
          <p:nvPr>
            <p:ph idx="11"/>
            <p:custDataLst>
              <p:tags r:id="rId4"/>
            </p:custDataLst>
            <p:extLst>
              <p:ext uri="{D42A27DB-BD31-4B8C-83A1-F6EECF244321}">
                <p14:modId xmlns:p14="http://schemas.microsoft.com/office/powerpoint/2010/main" val="1062238083"/>
              </p:ext>
            </p:extLst>
          </p:nvPr>
        </p:nvGraphicFramePr>
        <p:xfrm>
          <a:off x="609600" y="3635376"/>
          <a:ext cx="7896225" cy="2536824"/>
        </p:xfrm>
        <a:graphic>
          <a:graphicData uri="http://schemas.openxmlformats.org/drawingml/2006/table">
            <a:tbl>
              <a:tblPr firstRow="1" bandRow="1">
                <a:tableStyleId>{0660B408-B3CF-4A94-85FC-2B1E0A45F4A2}</a:tableStyleId>
              </a:tblPr>
              <a:tblGrid>
                <a:gridCol w="3112935">
                  <a:extLst>
                    <a:ext uri="{9D8B030D-6E8A-4147-A177-3AD203B41FA5}">
                      <a16:colId xmlns:a16="http://schemas.microsoft.com/office/drawing/2014/main" val="20000"/>
                    </a:ext>
                  </a:extLst>
                </a:gridCol>
                <a:gridCol w="2505533">
                  <a:extLst>
                    <a:ext uri="{9D8B030D-6E8A-4147-A177-3AD203B41FA5}">
                      <a16:colId xmlns:a16="http://schemas.microsoft.com/office/drawing/2014/main" val="20001"/>
                    </a:ext>
                  </a:extLst>
                </a:gridCol>
                <a:gridCol w="2277757">
                  <a:extLst>
                    <a:ext uri="{9D8B030D-6E8A-4147-A177-3AD203B41FA5}">
                      <a16:colId xmlns:a16="http://schemas.microsoft.com/office/drawing/2014/main" val="20002"/>
                    </a:ext>
                  </a:extLst>
                </a:gridCol>
              </a:tblGrid>
              <a:tr h="822924">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u="none" strike="noStrike" cap="none" normalizeH="0" baseline="0" dirty="0">
                          <a:ln>
                            <a:noFill/>
                          </a:ln>
                          <a:effectLst/>
                        </a:rPr>
                        <a:t>Organization</a:t>
                      </a:r>
                      <a:endParaRPr kumimoji="0" lang="en-US" sz="2000" b="1" i="0" u="none" strike="noStrike" cap="none" normalizeH="0" baseline="0" dirty="0">
                        <a:ln>
                          <a:noFill/>
                        </a:ln>
                        <a:solidFill>
                          <a:schemeClr val="accent2"/>
                        </a:solidFill>
                        <a:effectLst/>
                        <a:latin typeface="Calibri" pitchFamily="34" charset="0"/>
                        <a:ea typeface="Arial" charset="0"/>
                        <a:cs typeface="Arial" charset="0"/>
                      </a:endParaRPr>
                    </a:p>
                  </a:txBody>
                  <a:tcPr marL="91110" marR="91110" marT="45705" marB="4570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u="none" strike="noStrike" cap="none" normalizeH="0" baseline="0" dirty="0">
                          <a:ln>
                            <a:noFill/>
                          </a:ln>
                          <a:effectLst/>
                        </a:rPr>
                        <a:t>Number of Ways (N)</a:t>
                      </a:r>
                      <a:endParaRPr kumimoji="0" lang="en-US" sz="2000" b="1" i="0" u="none" strike="noStrike" cap="none" normalizeH="0" baseline="0" dirty="0">
                        <a:ln>
                          <a:noFill/>
                        </a:ln>
                        <a:solidFill>
                          <a:schemeClr val="accent2"/>
                        </a:solidFill>
                        <a:effectLst/>
                        <a:latin typeface="Calibri" pitchFamily="34" charset="0"/>
                        <a:ea typeface="Arial" charset="0"/>
                        <a:cs typeface="Arial" charset="0"/>
                      </a:endParaRPr>
                    </a:p>
                  </a:txBody>
                  <a:tcPr marL="91110" marR="91110" marT="45705" marB="4570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u="none" strike="noStrike" cap="none" normalizeH="0" baseline="0" dirty="0">
                          <a:ln>
                            <a:noFill/>
                          </a:ln>
                          <a:effectLst/>
                        </a:rPr>
                        <a:t>Number of Sets (S = B/N)</a:t>
                      </a:r>
                      <a:endParaRPr kumimoji="0" lang="en-US" sz="2000" b="1" i="0" u="none" strike="noStrike" cap="none" normalizeH="0" baseline="0" dirty="0">
                        <a:ln>
                          <a:noFill/>
                        </a:ln>
                        <a:solidFill>
                          <a:schemeClr val="accent2"/>
                        </a:solidFill>
                        <a:effectLst/>
                        <a:latin typeface="Calibri" pitchFamily="34" charset="0"/>
                        <a:ea typeface="Arial" charset="0"/>
                        <a:cs typeface="Arial" charset="0"/>
                      </a:endParaRPr>
                    </a:p>
                  </a:txBody>
                  <a:tcPr marL="91110" marR="91110" marT="45705" marB="4570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57130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u="none" strike="noStrike" cap="none" normalizeH="0" baseline="0" dirty="0">
                          <a:ln>
                            <a:noFill/>
                          </a:ln>
                          <a:effectLst/>
                        </a:rPr>
                        <a:t>Direct Mapped</a:t>
                      </a:r>
                      <a:endParaRPr kumimoji="0" lang="en-US" sz="2000" b="0" i="0" u="none" strike="noStrike" cap="none" normalizeH="0" baseline="0" dirty="0">
                        <a:ln>
                          <a:noFill/>
                        </a:ln>
                        <a:solidFill>
                          <a:schemeClr val="tx1"/>
                        </a:solidFill>
                        <a:effectLst/>
                        <a:latin typeface="Calibri" pitchFamily="34" charset="0"/>
                        <a:ea typeface="Arial" charset="0"/>
                        <a:cs typeface="Arial" charset="0"/>
                      </a:endParaRPr>
                    </a:p>
                  </a:txBody>
                  <a:tcPr marL="91110" marR="91110" marT="45705" marB="4570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u="none" strike="noStrike" cap="none" normalizeH="0" baseline="0" dirty="0">
                          <a:ln>
                            <a:noFill/>
                          </a:ln>
                          <a:effectLst/>
                        </a:rPr>
                        <a:t>1</a:t>
                      </a:r>
                      <a:endParaRPr kumimoji="0" lang="en-US" sz="2000" b="0" i="0" u="none" strike="noStrike" cap="none" normalizeH="0" baseline="0" dirty="0">
                        <a:ln>
                          <a:noFill/>
                        </a:ln>
                        <a:solidFill>
                          <a:schemeClr val="tx1"/>
                        </a:solidFill>
                        <a:effectLst/>
                        <a:latin typeface="Calibri" pitchFamily="34" charset="0"/>
                        <a:ea typeface="Arial" charset="0"/>
                        <a:cs typeface="Arial" charset="0"/>
                      </a:endParaRPr>
                    </a:p>
                  </a:txBody>
                  <a:tcPr marL="91110" marR="91110" marT="45705" marB="4570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u="none" strike="noStrike" cap="none" normalizeH="0" baseline="0" dirty="0">
                          <a:ln>
                            <a:noFill/>
                          </a:ln>
                          <a:effectLst/>
                        </a:rPr>
                        <a:t>B</a:t>
                      </a:r>
                      <a:endParaRPr kumimoji="0" lang="en-US" sz="2000" b="0" i="1" u="none" strike="noStrike" cap="none" normalizeH="0" baseline="0" dirty="0">
                        <a:ln>
                          <a:noFill/>
                        </a:ln>
                        <a:solidFill>
                          <a:schemeClr val="tx1"/>
                        </a:solidFill>
                        <a:effectLst/>
                        <a:latin typeface="Calibri" pitchFamily="34" charset="0"/>
                        <a:ea typeface="Arial" charset="0"/>
                        <a:cs typeface="Arial" charset="0"/>
                      </a:endParaRPr>
                    </a:p>
                  </a:txBody>
                  <a:tcPr marL="91110" marR="91110" marT="45705" marB="4570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57130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u="none" strike="noStrike" cap="none" normalizeH="0" baseline="0" dirty="0">
                          <a:ln>
                            <a:noFill/>
                          </a:ln>
                          <a:effectLst/>
                        </a:rPr>
                        <a:t>N-Way Set Associative</a:t>
                      </a:r>
                      <a:endParaRPr kumimoji="0" lang="en-US" sz="2000" b="0" i="0" u="none" strike="noStrike" cap="none" normalizeH="0" baseline="0" dirty="0">
                        <a:ln>
                          <a:noFill/>
                        </a:ln>
                        <a:solidFill>
                          <a:schemeClr val="tx1"/>
                        </a:solidFill>
                        <a:effectLst/>
                        <a:latin typeface="Calibri" pitchFamily="34" charset="0"/>
                        <a:ea typeface="Arial" charset="0"/>
                        <a:cs typeface="Arial" charset="0"/>
                      </a:endParaRPr>
                    </a:p>
                  </a:txBody>
                  <a:tcPr marL="91110" marR="91110" marT="45705" marB="4570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u="none" strike="noStrike" cap="none" normalizeH="0" baseline="0" dirty="0">
                          <a:ln>
                            <a:noFill/>
                          </a:ln>
                          <a:effectLst/>
                        </a:rPr>
                        <a:t>1 &lt; N &lt; B</a:t>
                      </a:r>
                      <a:endParaRPr kumimoji="0" lang="en-US" sz="2000" b="0" i="1" u="none" strike="noStrike" cap="none" normalizeH="0" baseline="0" dirty="0">
                        <a:ln>
                          <a:noFill/>
                        </a:ln>
                        <a:solidFill>
                          <a:schemeClr val="tx1"/>
                        </a:solidFill>
                        <a:effectLst/>
                        <a:latin typeface="Calibri" pitchFamily="34" charset="0"/>
                        <a:ea typeface="Arial" charset="0"/>
                        <a:cs typeface="Arial" charset="0"/>
                      </a:endParaRPr>
                    </a:p>
                  </a:txBody>
                  <a:tcPr marL="91110" marR="91110" marT="45705" marB="4570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u="none" strike="noStrike" cap="none" normalizeH="0" baseline="0" dirty="0">
                          <a:ln>
                            <a:noFill/>
                          </a:ln>
                          <a:effectLst/>
                        </a:rPr>
                        <a:t>B / N</a:t>
                      </a:r>
                      <a:endParaRPr kumimoji="0" lang="en-US" sz="2000" b="0" i="1" u="none" strike="noStrike" cap="none" normalizeH="0" baseline="0" dirty="0">
                        <a:ln>
                          <a:noFill/>
                        </a:ln>
                        <a:solidFill>
                          <a:schemeClr val="tx1"/>
                        </a:solidFill>
                        <a:effectLst/>
                        <a:latin typeface="Calibri" pitchFamily="34" charset="0"/>
                        <a:ea typeface="Arial" charset="0"/>
                        <a:cs typeface="Arial" charset="0"/>
                      </a:endParaRPr>
                    </a:p>
                  </a:txBody>
                  <a:tcPr marL="91110" marR="91110" marT="45705" marB="4570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57130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u="none" strike="noStrike" cap="none" normalizeH="0" baseline="0" dirty="0">
                          <a:ln>
                            <a:noFill/>
                          </a:ln>
                          <a:effectLst/>
                        </a:rPr>
                        <a:t>Fully Associative</a:t>
                      </a:r>
                      <a:endParaRPr kumimoji="0" lang="en-US" sz="2000" b="0" i="0" u="none" strike="noStrike" cap="none" normalizeH="0" baseline="0" dirty="0">
                        <a:ln>
                          <a:noFill/>
                        </a:ln>
                        <a:solidFill>
                          <a:schemeClr val="tx1"/>
                        </a:solidFill>
                        <a:effectLst/>
                        <a:latin typeface="Calibri" pitchFamily="34" charset="0"/>
                        <a:ea typeface="Arial" charset="0"/>
                        <a:cs typeface="Arial" charset="0"/>
                      </a:endParaRPr>
                    </a:p>
                  </a:txBody>
                  <a:tcPr marL="91110" marR="91110" marT="45705" marB="4570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u="none" strike="noStrike" cap="none" normalizeH="0" baseline="0" dirty="0">
                          <a:ln>
                            <a:noFill/>
                          </a:ln>
                          <a:effectLst/>
                        </a:rPr>
                        <a:t>B</a:t>
                      </a:r>
                      <a:endParaRPr kumimoji="0" lang="en-US" sz="2000" b="0" i="1" u="none" strike="noStrike" cap="none" normalizeH="0" baseline="0" dirty="0">
                        <a:ln>
                          <a:noFill/>
                        </a:ln>
                        <a:solidFill>
                          <a:schemeClr val="tx1"/>
                        </a:solidFill>
                        <a:effectLst/>
                        <a:latin typeface="Calibri" pitchFamily="34" charset="0"/>
                        <a:ea typeface="Arial" charset="0"/>
                        <a:cs typeface="Arial" charset="0"/>
                      </a:endParaRPr>
                    </a:p>
                  </a:txBody>
                  <a:tcPr marL="91110" marR="91110" marT="45705" marB="4570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u="none" strike="noStrike" cap="none" normalizeH="0" baseline="0" dirty="0">
                          <a:ln>
                            <a:noFill/>
                          </a:ln>
                          <a:effectLst/>
                        </a:rPr>
                        <a:t>1</a:t>
                      </a:r>
                      <a:endParaRPr kumimoji="0" lang="en-US" sz="2000" b="0" i="0" u="none" strike="noStrike" cap="none" normalizeH="0" baseline="0" dirty="0">
                        <a:ln>
                          <a:noFill/>
                        </a:ln>
                        <a:solidFill>
                          <a:schemeClr val="tx1"/>
                        </a:solidFill>
                        <a:effectLst/>
                        <a:latin typeface="Calibri" pitchFamily="34" charset="0"/>
                        <a:ea typeface="Arial" charset="0"/>
                        <a:cs typeface="Arial" charset="0"/>
                      </a:endParaRPr>
                    </a:p>
                  </a:txBody>
                  <a:tcPr marL="91110" marR="91110" marT="45705" marB="4570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91140" name="Rectangle 4"/>
          <p:cNvSpPr>
            <a:spLocks noChangeArrowheads="1"/>
          </p:cNvSpPr>
          <p:nvPr>
            <p:custDataLst>
              <p:tags r:id="rId5"/>
            </p:custDataLst>
          </p:nvPr>
        </p:nvSpPr>
        <p:spPr bwMode="auto">
          <a:xfrm>
            <a:off x="0" y="1230313"/>
            <a:ext cx="184150" cy="3683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nchor="ctr">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de-DE" sz="1800" b="0" i="0" u="none" strike="noStrike" kern="1200" cap="none" spc="0" normalizeH="0" baseline="0" noProof="0">
              <a:ln>
                <a:noFill/>
              </a:ln>
              <a:solidFill>
                <a:srgbClr val="000000"/>
              </a:solidFill>
              <a:effectLst/>
              <a:uLnTx/>
              <a:uFillTx/>
              <a:latin typeface="Verdana" pitchFamily="34" charset="0"/>
              <a:ea typeface="MS PGothic" pitchFamily="34" charset="-128"/>
              <a:cs typeface="+mn-cs"/>
            </a:endParaRPr>
          </a:p>
        </p:txBody>
      </p:sp>
      <p:sp>
        <p:nvSpPr>
          <p:cNvPr id="91141" name="Rectangle 5"/>
          <p:cNvSpPr>
            <a:spLocks noChangeArrowheads="1"/>
          </p:cNvSpPr>
          <p:nvPr>
            <p:custDataLst>
              <p:tags r:id="rId6"/>
            </p:custDataLst>
          </p:nvPr>
        </p:nvSpPr>
        <p:spPr bwMode="auto">
          <a:xfrm>
            <a:off x="0" y="673100"/>
            <a:ext cx="184150" cy="3683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nchor="ctr">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de-DE" sz="1800" b="0" i="0" u="none" strike="noStrike" kern="1200" cap="none" spc="0" normalizeH="0" baseline="0" noProof="0">
              <a:ln>
                <a:noFill/>
              </a:ln>
              <a:solidFill>
                <a:srgbClr val="000000"/>
              </a:solidFill>
              <a:effectLst/>
              <a:uLnTx/>
              <a:uFillTx/>
              <a:latin typeface="Verdana" pitchFamily="34" charset="0"/>
              <a:ea typeface="MS PGothic" pitchFamily="34" charset="-128"/>
              <a:cs typeface="+mn-cs"/>
            </a:endParaRPr>
          </a:p>
        </p:txBody>
      </p:sp>
      <p:sp>
        <p:nvSpPr>
          <p:cNvPr id="8" name="Slide Number Placeholder 3">
            <a:extLst>
              <a:ext uri="{FF2B5EF4-FFF2-40B4-BE49-F238E27FC236}">
                <a16:creationId xmlns:a16="http://schemas.microsoft.com/office/drawing/2014/main" id="{2AF1002A-17A7-B645-96CB-75917AEF4C7C}"/>
              </a:ext>
            </a:extLst>
          </p:cNvPr>
          <p:cNvSpPr txBox="1">
            <a:spLocks/>
          </p:cNvSpPr>
          <p:nvPr/>
        </p:nvSpPr>
        <p:spPr bwMode="auto">
          <a:xfrm>
            <a:off x="6777038" y="6318250"/>
            <a:ext cx="2133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lvl1pPr marL="342900" indent="-342900" algn="l" rtl="0" eaLnBrk="0" fontAlgn="base" hangingPunct="0">
              <a:spcBef>
                <a:spcPct val="20000"/>
              </a:spcBef>
              <a:spcAft>
                <a:spcPct val="0"/>
              </a:spcAft>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cs typeface="ＭＳ Ｐゴシック" charset="0"/>
              </a:defRPr>
            </a:lvl1pPr>
            <a:lvl2pPr marL="742950" indent="-285750" algn="l" rtl="0" eaLnBrk="0" fontAlgn="base" hangingPunct="0">
              <a:spcBef>
                <a:spcPct val="20000"/>
              </a:spcBef>
              <a:spcAft>
                <a:spcPct val="0"/>
              </a:spcAft>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lgn="l" rtl="0" eaLnBrk="0" fontAlgn="base" hangingPunct="0">
              <a:spcBef>
                <a:spcPct val="20000"/>
              </a:spcBef>
              <a:spcAft>
                <a:spcPct val="0"/>
              </a:spcAft>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lgn="l" rtl="0" eaLnBrk="0" fontAlgn="base" hangingPunct="0">
              <a:spcBef>
                <a:spcPct val="20000"/>
              </a:spcBef>
              <a:spcAft>
                <a:spcPct val="0"/>
              </a:spcAft>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lgn="l" rtl="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algn="l" rtl="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algn="l" rtl="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algn="l" rtl="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algn="l" rtl="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342900" marR="0" lvl="0" indent="-342900" algn="r" defTabSz="914400" rtl="0" eaLnBrk="1" fontAlgn="base" latinLnBrk="0" hangingPunct="1">
              <a:lnSpc>
                <a:spcPct val="100000"/>
              </a:lnSpc>
              <a:spcBef>
                <a:spcPct val="0"/>
              </a:spcBef>
              <a:spcAft>
                <a:spcPct val="0"/>
              </a:spcAft>
              <a:buClrTx/>
              <a:buSzTx/>
              <a:buFontTx/>
              <a:buNone/>
              <a:tabLst/>
              <a:defRPr/>
            </a:pPr>
            <a:fld id="{04C23605-ED41-994F-A93A-EA98B2475F88}" type="slidenum">
              <a:rPr kumimoji="0" lang="en-US" altLang="en-US" sz="1600" b="0" i="0" u="none" strike="noStrike" kern="0" cap="none" spc="0" normalizeH="0" baseline="0" noProof="0" smtClean="0">
                <a:ln>
                  <a:noFill/>
                </a:ln>
                <a:solidFill>
                  <a:srgbClr val="000000"/>
                </a:solidFill>
                <a:effectLst/>
                <a:uLnTx/>
                <a:uFillTx/>
                <a:latin typeface="Garamond" panose="02020404030301010803" pitchFamily="18" charset="0"/>
                <a:ea typeface="ＭＳ Ｐゴシック" panose="020B0600070205080204" pitchFamily="34" charset="-128"/>
              </a:rPr>
              <a:pPr marL="342900" marR="0" lvl="0" indent="-342900" algn="r" defTabSz="914400" rtl="0" eaLnBrk="1" fontAlgn="base" latinLnBrk="0" hangingPunct="1">
                <a:lnSpc>
                  <a:spcPct val="100000"/>
                </a:lnSpc>
                <a:spcBef>
                  <a:spcPct val="0"/>
                </a:spcBef>
                <a:spcAft>
                  <a:spcPct val="0"/>
                </a:spcAft>
                <a:buClrTx/>
                <a:buSzTx/>
                <a:buFontTx/>
                <a:buNone/>
                <a:tabLst/>
                <a:defRPr/>
              </a:pPr>
              <a:t>31</a:t>
            </a:fld>
            <a:endParaRPr kumimoji="0" lang="en-US" altLang="en-US" sz="1600" b="0" i="0" u="none" strike="noStrike" kern="0" cap="none" spc="0" normalizeH="0" baseline="0" noProof="0" dirty="0">
              <a:ln>
                <a:noFill/>
              </a:ln>
              <a:solidFill>
                <a:srgbClr val="000000"/>
              </a:solidFill>
              <a:effectLst/>
              <a:uLnTx/>
              <a:uFillTx/>
              <a:latin typeface="Garamond" panose="02020404030301010803" pitchFamily="18" charset="0"/>
              <a:ea typeface="ＭＳ Ｐゴシック" panose="020B0600070205080204" pitchFamily="34" charset="-128"/>
            </a:endParaRPr>
          </a:p>
        </p:txBody>
      </p:sp>
    </p:spTree>
    <p:extLst>
      <p:ext uri="{BB962C8B-B14F-4D97-AF65-F5344CB8AC3E}">
        <p14:creationId xmlns:p14="http://schemas.microsoft.com/office/powerpoint/2010/main" val="1842218388"/>
      </p:ext>
    </p:extLst>
  </p:cSld>
  <p:clrMapOvr>
    <a:masterClrMapping/>
  </p:clrMapOvr>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7" name="Rectangle 2"/>
          <p:cNvSpPr>
            <a:spLocks noChangeArrowheads="1"/>
          </p:cNvSpPr>
          <p:nvPr>
            <p:custDataLst>
              <p:tags r:id="rId1"/>
            </p:custDataLst>
          </p:nvPr>
        </p:nvSpPr>
        <p:spPr bwMode="auto">
          <a:xfrm>
            <a:off x="533400" y="1066800"/>
            <a:ext cx="8077200" cy="51816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pPr marL="342900" marR="0" lvl="0" indent="-342900" algn="l" defTabSz="914400" rtl="0" eaLnBrk="0" fontAlgn="base" latinLnBrk="0" hangingPunct="0">
              <a:lnSpc>
                <a:spcPct val="100000"/>
              </a:lnSpc>
              <a:spcBef>
                <a:spcPct val="20000"/>
              </a:spcBef>
              <a:spcAft>
                <a:spcPct val="0"/>
              </a:spcAft>
              <a:buClrTx/>
              <a:buSzTx/>
              <a:buFontTx/>
              <a:buNone/>
              <a:tabLst/>
              <a:defRPr/>
            </a:pPr>
            <a:endParaRPr kumimoji="0" lang="en-US" sz="3200" b="0" i="0" u="none" strike="noStrike" kern="1200" cap="none" spc="0" normalizeH="0" baseline="0" noProof="0" dirty="0">
              <a:ln>
                <a:noFill/>
              </a:ln>
              <a:solidFill>
                <a:srgbClr val="000000"/>
              </a:solidFill>
              <a:effectLst/>
              <a:uLnTx/>
              <a:uFillTx/>
              <a:latin typeface="Calibri" pitchFamily="34" charset="0"/>
              <a:ea typeface="MS PGothic" pitchFamily="34" charset="-128"/>
              <a:cs typeface="Arial" pitchFamily="34" charset="0"/>
            </a:endParaRPr>
          </a:p>
          <a:p>
            <a:pPr marL="342900" marR="0" lvl="0" indent="-342900" algn="l" defTabSz="914400" rtl="0" eaLnBrk="0" fontAlgn="base" latinLnBrk="0" hangingPunct="0">
              <a:lnSpc>
                <a:spcPct val="100000"/>
              </a:lnSpc>
              <a:spcBef>
                <a:spcPct val="20000"/>
              </a:spcBef>
              <a:spcAft>
                <a:spcPct val="0"/>
              </a:spcAft>
              <a:buClrTx/>
              <a:buSzTx/>
              <a:buFontTx/>
              <a:buNone/>
              <a:tabLst/>
              <a:defRPr/>
            </a:pPr>
            <a:endParaRPr kumimoji="0" lang="en-US" sz="3200" b="0" i="0" u="none" strike="noStrike" kern="1200" cap="none" spc="0" normalizeH="0" baseline="0" noProof="0" dirty="0">
              <a:ln>
                <a:noFill/>
              </a:ln>
              <a:solidFill>
                <a:srgbClr val="000000"/>
              </a:solidFill>
              <a:effectLst/>
              <a:uLnTx/>
              <a:uFillTx/>
              <a:latin typeface="Calibri" pitchFamily="34" charset="0"/>
              <a:ea typeface="MS PGothic" pitchFamily="34" charset="-128"/>
              <a:cs typeface="Arial" pitchFamily="34" charset="0"/>
            </a:endParaRPr>
          </a:p>
          <a:p>
            <a:pPr marL="342900" marR="0" lvl="0" indent="-342900" algn="l" defTabSz="914400" rtl="0" eaLnBrk="0" fontAlgn="base" latinLnBrk="0" hangingPunct="0">
              <a:lnSpc>
                <a:spcPct val="100000"/>
              </a:lnSpc>
              <a:spcBef>
                <a:spcPct val="20000"/>
              </a:spcBef>
              <a:spcAft>
                <a:spcPct val="0"/>
              </a:spcAft>
              <a:buClrTx/>
              <a:buSzTx/>
              <a:buFontTx/>
              <a:buNone/>
              <a:tabLst/>
              <a:defRPr/>
            </a:pPr>
            <a:endParaRPr kumimoji="0" lang="en-US" sz="3200" b="0" i="0" u="none" strike="noStrike" kern="1200" cap="none" spc="0" normalizeH="0" baseline="0" noProof="0" dirty="0">
              <a:ln>
                <a:noFill/>
              </a:ln>
              <a:solidFill>
                <a:srgbClr val="000000"/>
              </a:solidFill>
              <a:effectLst/>
              <a:uLnTx/>
              <a:uFillTx/>
              <a:latin typeface="Calibri" pitchFamily="34" charset="0"/>
              <a:ea typeface="MS PGothic" pitchFamily="34" charset="-128"/>
              <a:cs typeface="Arial" pitchFamily="34" charset="0"/>
            </a:endParaRPr>
          </a:p>
        </p:txBody>
      </p:sp>
      <p:sp>
        <p:nvSpPr>
          <p:cNvPr id="60418" name="Rectangle 3"/>
          <p:cNvSpPr>
            <a:spLocks noGrp="1" noChangeArrowheads="1"/>
          </p:cNvSpPr>
          <p:nvPr>
            <p:ph type="title"/>
            <p:custDataLst>
              <p:tags r:id="rId2"/>
            </p:custDataLst>
          </p:nvPr>
        </p:nvSpPr>
        <p:spPr/>
        <p:txBody>
          <a:bodyPr/>
          <a:lstStyle/>
          <a:p>
            <a:r>
              <a:rPr lang="en-US" dirty="0"/>
              <a:t>How is data found?</a:t>
            </a:r>
            <a:endParaRPr lang="en-US" dirty="0">
              <a:latin typeface="Consolas" pitchFamily="49" charset="0"/>
            </a:endParaRPr>
          </a:p>
        </p:txBody>
      </p:sp>
      <p:sp>
        <p:nvSpPr>
          <p:cNvPr id="60421" name="Rectangle 6"/>
          <p:cNvSpPr>
            <a:spLocks noGrp="1" noChangeArrowheads="1"/>
          </p:cNvSpPr>
          <p:nvPr>
            <p:ph idx="1"/>
            <p:custDataLst>
              <p:tags r:id="rId3"/>
            </p:custDataLst>
          </p:nvPr>
        </p:nvSpPr>
        <p:spPr>
          <a:xfrm>
            <a:off x="228600" y="914400"/>
            <a:ext cx="8610600" cy="5562599"/>
          </a:xfrm>
        </p:spPr>
        <p:txBody>
          <a:bodyPr/>
          <a:lstStyle/>
          <a:p>
            <a:r>
              <a:rPr lang="en-US" dirty="0"/>
              <a:t>Cache organized into </a:t>
            </a:r>
            <a:r>
              <a:rPr lang="en-US" i="1" dirty="0"/>
              <a:t>S</a:t>
            </a:r>
            <a:r>
              <a:rPr lang="en-US" dirty="0"/>
              <a:t> sets</a:t>
            </a:r>
          </a:p>
          <a:p>
            <a:endParaRPr lang="en-US" dirty="0"/>
          </a:p>
          <a:p>
            <a:r>
              <a:rPr lang="en-US" dirty="0"/>
              <a:t>Each memory address maps to exactly one set</a:t>
            </a:r>
          </a:p>
          <a:p>
            <a:endParaRPr lang="en-US" dirty="0"/>
          </a:p>
          <a:p>
            <a:r>
              <a:rPr lang="en-US" dirty="0"/>
              <a:t>Caches categorized by number of blocks in a set:</a:t>
            </a:r>
          </a:p>
          <a:p>
            <a:pPr lvl="1"/>
            <a:r>
              <a:rPr lang="en-US" dirty="0">
                <a:solidFill>
                  <a:srgbClr val="0432FF"/>
                </a:solidFill>
              </a:rPr>
              <a:t>Direct mapped</a:t>
            </a:r>
            <a:r>
              <a:rPr lang="en-US" dirty="0"/>
              <a:t>: 1 block per set</a:t>
            </a:r>
          </a:p>
          <a:p>
            <a:pPr lvl="1"/>
            <a:r>
              <a:rPr lang="en-US" dirty="0">
                <a:solidFill>
                  <a:srgbClr val="0432FF"/>
                </a:solidFill>
              </a:rPr>
              <a:t>N-way set associative</a:t>
            </a:r>
            <a:r>
              <a:rPr lang="en-US" dirty="0"/>
              <a:t>: N blocks per set</a:t>
            </a:r>
          </a:p>
          <a:p>
            <a:pPr lvl="1"/>
            <a:r>
              <a:rPr lang="en-US" dirty="0">
                <a:solidFill>
                  <a:srgbClr val="0432FF"/>
                </a:solidFill>
              </a:rPr>
              <a:t>Fully associative</a:t>
            </a:r>
            <a:r>
              <a:rPr lang="en-US" dirty="0"/>
              <a:t>: all cache blocks are in a single set</a:t>
            </a:r>
            <a:endParaRPr lang="en-US" sz="800" dirty="0"/>
          </a:p>
          <a:p>
            <a:endParaRPr lang="en-US" dirty="0"/>
          </a:p>
          <a:p>
            <a:r>
              <a:rPr lang="en-US" dirty="0"/>
              <a:t>Examine each organization for a cache with:</a:t>
            </a:r>
          </a:p>
          <a:p>
            <a:pPr lvl="1"/>
            <a:r>
              <a:rPr lang="en-US" dirty="0"/>
              <a:t>Capacity (</a:t>
            </a:r>
            <a:r>
              <a:rPr lang="en-US" i="1" dirty="0"/>
              <a:t>C</a:t>
            </a:r>
            <a:r>
              <a:rPr lang="en-US" dirty="0"/>
              <a:t> = 8 words)</a:t>
            </a:r>
          </a:p>
          <a:p>
            <a:pPr lvl="1"/>
            <a:r>
              <a:rPr lang="en-US" dirty="0"/>
              <a:t>Block size (</a:t>
            </a:r>
            <a:r>
              <a:rPr lang="en-US" i="1" dirty="0"/>
              <a:t>b</a:t>
            </a:r>
            <a:r>
              <a:rPr lang="en-US" dirty="0"/>
              <a:t> = 1 word)</a:t>
            </a:r>
          </a:p>
          <a:p>
            <a:pPr lvl="1"/>
            <a:r>
              <a:rPr lang="en-US" dirty="0"/>
              <a:t>So, number of blocks (</a:t>
            </a:r>
            <a:r>
              <a:rPr lang="en-US" i="1" dirty="0"/>
              <a:t>B</a:t>
            </a:r>
            <a:r>
              <a:rPr lang="en-US" dirty="0"/>
              <a:t> = 8)</a:t>
            </a:r>
          </a:p>
          <a:p>
            <a:pPr lvl="1"/>
            <a:endParaRPr lang="en-US" dirty="0"/>
          </a:p>
        </p:txBody>
      </p:sp>
      <p:sp>
        <p:nvSpPr>
          <p:cNvPr id="60419" name="Rectangle 4"/>
          <p:cNvSpPr>
            <a:spLocks noChangeArrowheads="1"/>
          </p:cNvSpPr>
          <p:nvPr>
            <p:custDataLst>
              <p:tags r:id="rId4"/>
            </p:custDataLst>
          </p:nvPr>
        </p:nvSpPr>
        <p:spPr bwMode="auto">
          <a:xfrm>
            <a:off x="0" y="1230313"/>
            <a:ext cx="184150" cy="3683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nchor="ctr">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de-DE" sz="1800" b="0" i="0" u="none" strike="noStrike" kern="1200" cap="none" spc="0" normalizeH="0" baseline="0" noProof="0">
              <a:ln>
                <a:noFill/>
              </a:ln>
              <a:solidFill>
                <a:srgbClr val="000000"/>
              </a:solidFill>
              <a:effectLst/>
              <a:uLnTx/>
              <a:uFillTx/>
              <a:latin typeface="Verdana" pitchFamily="34" charset="0"/>
              <a:ea typeface="MS PGothic" pitchFamily="34" charset="-128"/>
              <a:cs typeface="+mn-cs"/>
            </a:endParaRPr>
          </a:p>
        </p:txBody>
      </p:sp>
      <p:sp>
        <p:nvSpPr>
          <p:cNvPr id="60420" name="Rectangle 5"/>
          <p:cNvSpPr>
            <a:spLocks noChangeArrowheads="1"/>
          </p:cNvSpPr>
          <p:nvPr>
            <p:custDataLst>
              <p:tags r:id="rId5"/>
            </p:custDataLst>
          </p:nvPr>
        </p:nvSpPr>
        <p:spPr bwMode="auto">
          <a:xfrm>
            <a:off x="0" y="673100"/>
            <a:ext cx="184150" cy="3683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nchor="ctr">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de-DE" sz="1800" b="0" i="0" u="none" strike="noStrike" kern="1200" cap="none" spc="0" normalizeH="0" baseline="0" noProof="0">
              <a:ln>
                <a:noFill/>
              </a:ln>
              <a:solidFill>
                <a:srgbClr val="000000"/>
              </a:solidFill>
              <a:effectLst/>
              <a:uLnTx/>
              <a:uFillTx/>
              <a:latin typeface="Verdana" pitchFamily="34" charset="0"/>
              <a:ea typeface="MS PGothic" pitchFamily="34" charset="-128"/>
              <a:cs typeface="+mn-cs"/>
            </a:endParaRPr>
          </a:p>
        </p:txBody>
      </p:sp>
      <p:sp>
        <p:nvSpPr>
          <p:cNvPr id="7" name="Slide Number Placeholder 3">
            <a:extLst>
              <a:ext uri="{FF2B5EF4-FFF2-40B4-BE49-F238E27FC236}">
                <a16:creationId xmlns:a16="http://schemas.microsoft.com/office/drawing/2014/main" id="{2AF1002A-17A7-B645-96CB-75917AEF4C7C}"/>
              </a:ext>
            </a:extLst>
          </p:cNvPr>
          <p:cNvSpPr>
            <a:spLocks noGrp="1"/>
          </p:cNvSpPr>
          <p:nvPr>
            <p:ph type="sldNum" sz="quarter" idx="11"/>
          </p:nvPr>
        </p:nvSpPr>
        <p:spPr>
          <a:xfrm>
            <a:off x="6777038" y="6318250"/>
            <a:ext cx="2133600" cy="4572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04C23605-ED41-994F-A93A-EA98B2475F88}" type="slidenum">
              <a:rPr kumimoji="0" lang="en-US" altLang="en-US" sz="1600" b="0" i="0" u="none" strike="noStrike" kern="1200" cap="none" spc="0" normalizeH="0" baseline="0" noProof="0" smtClean="0">
                <a:ln>
                  <a:noFill/>
                </a:ln>
                <a:solidFill>
                  <a:srgbClr val="000000"/>
                </a:solidFill>
                <a:effectLst/>
                <a:uLnTx/>
                <a:uFillTx/>
                <a:latin typeface="Garamond" panose="02020404030301010803" pitchFamily="18" charset="0"/>
                <a:ea typeface="ＭＳ Ｐゴシック" panose="020B0600070205080204" pitchFamily="34" charset="-128"/>
                <a:cs typeface="+mn-cs"/>
              </a:rPr>
              <a:pPr marL="0" marR="0" lvl="0" indent="0" algn="r" defTabSz="914400" rtl="0" eaLnBrk="1" fontAlgn="base" latinLnBrk="0" hangingPunct="1">
                <a:lnSpc>
                  <a:spcPct val="100000"/>
                </a:lnSpc>
                <a:spcBef>
                  <a:spcPct val="0"/>
                </a:spcBef>
                <a:spcAft>
                  <a:spcPct val="0"/>
                </a:spcAft>
                <a:buClrTx/>
                <a:buSzTx/>
                <a:buFontTx/>
                <a:buNone/>
                <a:tabLst/>
                <a:defRPr/>
              </a:pPr>
              <a:t>32</a:t>
            </a:fld>
            <a:endParaRPr kumimoji="0" lang="en-US" altLang="en-US" sz="1600" b="0" i="0" u="none" strike="noStrike" kern="1200" cap="none" spc="0" normalizeH="0" baseline="0" noProof="0" dirty="0">
              <a:ln>
                <a:noFill/>
              </a:ln>
              <a:solidFill>
                <a:srgbClr val="000000"/>
              </a:solidFill>
              <a:effectLst/>
              <a:uLnTx/>
              <a:uFillTx/>
              <a:latin typeface="Garamond" panose="02020404030301010803" pitchFamily="18" charset="0"/>
              <a:ea typeface="ＭＳ Ｐゴシック" panose="020B0600070205080204" pitchFamily="34" charset="-128"/>
              <a:cs typeface="+mn-cs"/>
            </a:endParaRPr>
          </a:p>
        </p:txBody>
      </p:sp>
    </p:spTree>
    <p:extLst>
      <p:ext uri="{BB962C8B-B14F-4D97-AF65-F5344CB8AC3E}">
        <p14:creationId xmlns:p14="http://schemas.microsoft.com/office/powerpoint/2010/main" val="3227429194"/>
      </p:ext>
    </p:extLst>
  </p:cSld>
  <p:clrMapOvr>
    <a:masterClrMapping/>
  </p:clrMapOvr>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5" name="Rectangle 2"/>
          <p:cNvSpPr>
            <a:spLocks noChangeArrowheads="1"/>
          </p:cNvSpPr>
          <p:nvPr>
            <p:custDataLst>
              <p:tags r:id="rId2"/>
            </p:custDataLst>
          </p:nvPr>
        </p:nvSpPr>
        <p:spPr bwMode="auto">
          <a:xfrm>
            <a:off x="685800" y="914400"/>
            <a:ext cx="8077200" cy="51816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pPr marL="342900" marR="0" lvl="0" indent="-342900" algn="l" defTabSz="914400" rtl="0" eaLnBrk="0" fontAlgn="base" latinLnBrk="0" hangingPunct="0">
              <a:lnSpc>
                <a:spcPct val="100000"/>
              </a:lnSpc>
              <a:spcBef>
                <a:spcPct val="20000"/>
              </a:spcBef>
              <a:spcAft>
                <a:spcPct val="0"/>
              </a:spcAft>
              <a:buClrTx/>
              <a:buSzTx/>
              <a:buFontTx/>
              <a:buNone/>
              <a:tabLst/>
              <a:defRPr/>
            </a:pPr>
            <a:endParaRPr kumimoji="0" lang="en-US" sz="3200" b="0" i="0" u="none" strike="noStrike" kern="1200" cap="none" spc="0" normalizeH="0" baseline="0" noProof="0" dirty="0">
              <a:ln>
                <a:noFill/>
              </a:ln>
              <a:solidFill>
                <a:srgbClr val="000000"/>
              </a:solidFill>
              <a:effectLst/>
              <a:uLnTx/>
              <a:uFillTx/>
              <a:latin typeface="Calibri" pitchFamily="34" charset="0"/>
              <a:ea typeface="MS PGothic" pitchFamily="34" charset="-128"/>
              <a:cs typeface="Arial" pitchFamily="34" charset="0"/>
            </a:endParaRPr>
          </a:p>
          <a:p>
            <a:pPr marL="342900" marR="0" lvl="0" indent="-342900" algn="l" defTabSz="914400" rtl="0" eaLnBrk="0" fontAlgn="base" latinLnBrk="0" hangingPunct="0">
              <a:lnSpc>
                <a:spcPct val="100000"/>
              </a:lnSpc>
              <a:spcBef>
                <a:spcPct val="20000"/>
              </a:spcBef>
              <a:spcAft>
                <a:spcPct val="0"/>
              </a:spcAft>
              <a:buClrTx/>
              <a:buSzTx/>
              <a:buFontTx/>
              <a:buNone/>
              <a:tabLst/>
              <a:defRPr/>
            </a:pPr>
            <a:endParaRPr kumimoji="0" lang="en-US" sz="3200" b="0" i="0" u="none" strike="noStrike" kern="1200" cap="none" spc="0" normalizeH="0" baseline="0" noProof="0" dirty="0">
              <a:ln>
                <a:noFill/>
              </a:ln>
              <a:solidFill>
                <a:srgbClr val="000000"/>
              </a:solidFill>
              <a:effectLst/>
              <a:uLnTx/>
              <a:uFillTx/>
              <a:latin typeface="Calibri" pitchFamily="34" charset="0"/>
              <a:ea typeface="MS PGothic" pitchFamily="34" charset="-128"/>
              <a:cs typeface="Arial" pitchFamily="34" charset="0"/>
            </a:endParaRPr>
          </a:p>
          <a:p>
            <a:pPr marL="342900" marR="0" lvl="0" indent="-342900" algn="l" defTabSz="914400" rtl="0" eaLnBrk="0" fontAlgn="base" latinLnBrk="0" hangingPunct="0">
              <a:lnSpc>
                <a:spcPct val="100000"/>
              </a:lnSpc>
              <a:spcBef>
                <a:spcPct val="20000"/>
              </a:spcBef>
              <a:spcAft>
                <a:spcPct val="0"/>
              </a:spcAft>
              <a:buClrTx/>
              <a:buSzTx/>
              <a:buFontTx/>
              <a:buNone/>
              <a:tabLst/>
              <a:defRPr/>
            </a:pPr>
            <a:endParaRPr kumimoji="0" lang="en-US" sz="3200" b="0" i="0" u="none" strike="noStrike" kern="1200" cap="none" spc="0" normalizeH="0" baseline="0" noProof="0" dirty="0">
              <a:ln>
                <a:noFill/>
              </a:ln>
              <a:solidFill>
                <a:srgbClr val="000000"/>
              </a:solidFill>
              <a:effectLst/>
              <a:uLnTx/>
              <a:uFillTx/>
              <a:latin typeface="Calibri" pitchFamily="34" charset="0"/>
              <a:ea typeface="MS PGothic" pitchFamily="34" charset="-128"/>
              <a:cs typeface="Arial" pitchFamily="34" charset="0"/>
            </a:endParaRPr>
          </a:p>
        </p:txBody>
      </p:sp>
      <p:sp>
        <p:nvSpPr>
          <p:cNvPr id="62466" name="Rectangle 3"/>
          <p:cNvSpPr>
            <a:spLocks noGrp="1" noChangeArrowheads="1"/>
          </p:cNvSpPr>
          <p:nvPr>
            <p:ph type="title"/>
            <p:custDataLst>
              <p:tags r:id="rId3"/>
            </p:custDataLst>
          </p:nvPr>
        </p:nvSpPr>
        <p:spPr>
          <a:xfrm>
            <a:off x="228600" y="152400"/>
            <a:ext cx="4724400" cy="1066800"/>
          </a:xfrm>
        </p:spPr>
        <p:txBody>
          <a:bodyPr/>
          <a:lstStyle/>
          <a:p>
            <a:r>
              <a:rPr lang="en-US" dirty="0"/>
              <a:t>Direct Mapped Cache</a:t>
            </a:r>
            <a:endParaRPr lang="en-US" dirty="0">
              <a:latin typeface="Consolas" pitchFamily="49" charset="0"/>
            </a:endParaRPr>
          </a:p>
        </p:txBody>
      </p:sp>
      <p:graphicFrame>
        <p:nvGraphicFramePr>
          <p:cNvPr id="62469" name="Object 2"/>
          <p:cNvGraphicFramePr>
            <a:graphicFrameLocks noGrp="1" noChangeAspect="1"/>
          </p:cNvGraphicFramePr>
          <p:nvPr>
            <p:ph idx="1"/>
            <p:custDataLst>
              <p:tags r:id="rId4"/>
            </p:custDataLst>
          </p:nvPr>
        </p:nvGraphicFramePr>
        <p:xfrm>
          <a:off x="641063" y="989013"/>
          <a:ext cx="7711062" cy="5411788"/>
        </p:xfrm>
        <a:graphic>
          <a:graphicData uri="http://schemas.openxmlformats.org/presentationml/2006/ole">
            <mc:AlternateContent xmlns:mc="http://schemas.openxmlformats.org/markup-compatibility/2006">
              <mc:Choice xmlns:v="urn:schemas-microsoft-com:vml" Requires="v">
                <p:oleObj spid="_x0000_s2239" name="VISIO" r:id="rId9" imgW="3747516" imgH="2630424" progId="Visio.Drawing.6">
                  <p:embed/>
                </p:oleObj>
              </mc:Choice>
              <mc:Fallback>
                <p:oleObj name="VISIO" r:id="rId9" imgW="3747516" imgH="2630424" progId="Visio.Drawing.6">
                  <p:embed/>
                  <p:pic>
                    <p:nvPicPr>
                      <p:cNvPr id="62469" name="Object 2"/>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641063" y="989013"/>
                        <a:ext cx="7711062" cy="5411788"/>
                      </a:xfrm>
                      <a:prstGeom prst="rect">
                        <a:avLst/>
                      </a:prstGeom>
                      <a:noFill/>
                      <a:ln>
                        <a:noFill/>
                      </a:ln>
                      <a:effectLst/>
                    </p:spPr>
                  </p:pic>
                </p:oleObj>
              </mc:Fallback>
            </mc:AlternateContent>
          </a:graphicData>
        </a:graphic>
      </p:graphicFrame>
      <p:sp>
        <p:nvSpPr>
          <p:cNvPr id="62467" name="Rectangle 4"/>
          <p:cNvSpPr>
            <a:spLocks noChangeArrowheads="1"/>
          </p:cNvSpPr>
          <p:nvPr>
            <p:custDataLst>
              <p:tags r:id="rId5"/>
            </p:custDataLst>
          </p:nvPr>
        </p:nvSpPr>
        <p:spPr bwMode="auto">
          <a:xfrm>
            <a:off x="152400" y="1077913"/>
            <a:ext cx="184150" cy="3683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nchor="ctr">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de-DE" sz="1800" b="0" i="0" u="none" strike="noStrike" kern="1200" cap="none" spc="0" normalizeH="0" baseline="0" noProof="0">
              <a:ln>
                <a:noFill/>
              </a:ln>
              <a:solidFill>
                <a:srgbClr val="000000"/>
              </a:solidFill>
              <a:effectLst/>
              <a:uLnTx/>
              <a:uFillTx/>
              <a:latin typeface="Verdana" pitchFamily="34" charset="0"/>
              <a:ea typeface="MS PGothic" pitchFamily="34" charset="-128"/>
              <a:cs typeface="+mn-cs"/>
            </a:endParaRPr>
          </a:p>
        </p:txBody>
      </p:sp>
      <p:sp>
        <p:nvSpPr>
          <p:cNvPr id="62468" name="Rectangle 5"/>
          <p:cNvSpPr>
            <a:spLocks noChangeArrowheads="1"/>
          </p:cNvSpPr>
          <p:nvPr>
            <p:custDataLst>
              <p:tags r:id="rId6"/>
            </p:custDataLst>
          </p:nvPr>
        </p:nvSpPr>
        <p:spPr bwMode="auto">
          <a:xfrm>
            <a:off x="0" y="673100"/>
            <a:ext cx="184150" cy="3683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nchor="ctr">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de-DE" sz="1800" b="0" i="0" u="none" strike="noStrike" kern="1200" cap="none" spc="0" normalizeH="0" baseline="0" noProof="0">
              <a:ln>
                <a:noFill/>
              </a:ln>
              <a:solidFill>
                <a:srgbClr val="000000"/>
              </a:solidFill>
              <a:effectLst/>
              <a:uLnTx/>
              <a:uFillTx/>
              <a:latin typeface="Verdana" pitchFamily="34" charset="0"/>
              <a:ea typeface="MS PGothic" pitchFamily="34" charset="-128"/>
              <a:cs typeface="+mn-cs"/>
            </a:endParaRPr>
          </a:p>
        </p:txBody>
      </p:sp>
      <p:sp>
        <p:nvSpPr>
          <p:cNvPr id="7" name="Slide Number Placeholder 3">
            <a:extLst>
              <a:ext uri="{FF2B5EF4-FFF2-40B4-BE49-F238E27FC236}">
                <a16:creationId xmlns:a16="http://schemas.microsoft.com/office/drawing/2014/main" id="{2AF1002A-17A7-B645-96CB-75917AEF4C7C}"/>
              </a:ext>
            </a:extLst>
          </p:cNvPr>
          <p:cNvSpPr>
            <a:spLocks noGrp="1"/>
          </p:cNvSpPr>
          <p:nvPr>
            <p:ph type="sldNum" sz="quarter" idx="11"/>
          </p:nvPr>
        </p:nvSpPr>
        <p:spPr>
          <a:xfrm>
            <a:off x="6777038" y="6318250"/>
            <a:ext cx="2133600" cy="4572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04C23605-ED41-994F-A93A-EA98B2475F88}" type="slidenum">
              <a:rPr kumimoji="0" lang="en-US" altLang="en-US" sz="1600" b="0" i="0" u="none" strike="noStrike" kern="1200" cap="none" spc="0" normalizeH="0" baseline="0" noProof="0" smtClean="0">
                <a:ln>
                  <a:noFill/>
                </a:ln>
                <a:solidFill>
                  <a:srgbClr val="000000"/>
                </a:solidFill>
                <a:effectLst/>
                <a:uLnTx/>
                <a:uFillTx/>
                <a:latin typeface="Garamond" panose="02020404030301010803" pitchFamily="18" charset="0"/>
                <a:ea typeface="ＭＳ Ｐゴシック" panose="020B0600070205080204" pitchFamily="34" charset="-128"/>
                <a:cs typeface="+mn-cs"/>
              </a:rPr>
              <a:pPr marL="0" marR="0" lvl="0" indent="0" algn="r" defTabSz="914400" rtl="0" eaLnBrk="1" fontAlgn="base" latinLnBrk="0" hangingPunct="1">
                <a:lnSpc>
                  <a:spcPct val="100000"/>
                </a:lnSpc>
                <a:spcBef>
                  <a:spcPct val="0"/>
                </a:spcBef>
                <a:spcAft>
                  <a:spcPct val="0"/>
                </a:spcAft>
                <a:buClrTx/>
                <a:buSzTx/>
                <a:buFontTx/>
                <a:buNone/>
                <a:tabLst/>
                <a:defRPr/>
              </a:pPr>
              <a:t>33</a:t>
            </a:fld>
            <a:endParaRPr kumimoji="0" lang="en-US" altLang="en-US" sz="1600" b="0" i="0" u="none" strike="noStrike" kern="1200" cap="none" spc="0" normalizeH="0" baseline="0" noProof="0" dirty="0">
              <a:ln>
                <a:noFill/>
              </a:ln>
              <a:solidFill>
                <a:srgbClr val="000000"/>
              </a:solidFill>
              <a:effectLst/>
              <a:uLnTx/>
              <a:uFillTx/>
              <a:latin typeface="Garamond" panose="02020404030301010803" pitchFamily="18" charset="0"/>
              <a:ea typeface="ＭＳ Ｐゴシック" panose="020B0600070205080204" pitchFamily="34" charset="-128"/>
              <a:cs typeface="+mn-cs"/>
            </a:endParaRPr>
          </a:p>
        </p:txBody>
      </p:sp>
    </p:spTree>
    <p:extLst>
      <p:ext uri="{BB962C8B-B14F-4D97-AF65-F5344CB8AC3E}">
        <p14:creationId xmlns:p14="http://schemas.microsoft.com/office/powerpoint/2010/main" val="4278146774"/>
      </p:ext>
    </p:extLst>
  </p:cSld>
  <p:clrMapOvr>
    <a:masterClrMapping/>
  </p:clrMapOvr>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3" name="Rectangle 2"/>
          <p:cNvSpPr>
            <a:spLocks noChangeArrowheads="1"/>
          </p:cNvSpPr>
          <p:nvPr>
            <p:custDataLst>
              <p:tags r:id="rId2"/>
            </p:custDataLst>
          </p:nvPr>
        </p:nvSpPr>
        <p:spPr bwMode="auto">
          <a:xfrm>
            <a:off x="533400" y="1066800"/>
            <a:ext cx="8077200" cy="51816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pPr marL="342900" marR="0" lvl="0" indent="-342900" algn="l" defTabSz="914400" rtl="0" eaLnBrk="0" fontAlgn="base" latinLnBrk="0" hangingPunct="0">
              <a:lnSpc>
                <a:spcPct val="100000"/>
              </a:lnSpc>
              <a:spcBef>
                <a:spcPct val="20000"/>
              </a:spcBef>
              <a:spcAft>
                <a:spcPct val="0"/>
              </a:spcAft>
              <a:buClrTx/>
              <a:buSzTx/>
              <a:buFontTx/>
              <a:buNone/>
              <a:tabLst/>
              <a:defRPr/>
            </a:pPr>
            <a:endParaRPr kumimoji="0" lang="en-US" sz="3200" b="0" i="0" u="none" strike="noStrike" kern="1200" cap="none" spc="0" normalizeH="0" baseline="0" noProof="0" dirty="0">
              <a:ln>
                <a:noFill/>
              </a:ln>
              <a:solidFill>
                <a:srgbClr val="000000"/>
              </a:solidFill>
              <a:effectLst/>
              <a:uLnTx/>
              <a:uFillTx/>
              <a:latin typeface="Calibri" pitchFamily="34" charset="0"/>
              <a:ea typeface="MS PGothic" pitchFamily="34" charset="-128"/>
              <a:cs typeface="Arial" pitchFamily="34" charset="0"/>
            </a:endParaRPr>
          </a:p>
          <a:p>
            <a:pPr marL="342900" marR="0" lvl="0" indent="-342900" algn="l" defTabSz="914400" rtl="0" eaLnBrk="0" fontAlgn="base" latinLnBrk="0" hangingPunct="0">
              <a:lnSpc>
                <a:spcPct val="100000"/>
              </a:lnSpc>
              <a:spcBef>
                <a:spcPct val="20000"/>
              </a:spcBef>
              <a:spcAft>
                <a:spcPct val="0"/>
              </a:spcAft>
              <a:buClrTx/>
              <a:buSzTx/>
              <a:buFontTx/>
              <a:buNone/>
              <a:tabLst/>
              <a:defRPr/>
            </a:pPr>
            <a:endParaRPr kumimoji="0" lang="en-US" sz="3200" b="0" i="0" u="none" strike="noStrike" kern="1200" cap="none" spc="0" normalizeH="0" baseline="0" noProof="0" dirty="0">
              <a:ln>
                <a:noFill/>
              </a:ln>
              <a:solidFill>
                <a:srgbClr val="000000"/>
              </a:solidFill>
              <a:effectLst/>
              <a:uLnTx/>
              <a:uFillTx/>
              <a:latin typeface="Calibri" pitchFamily="34" charset="0"/>
              <a:ea typeface="MS PGothic" pitchFamily="34" charset="-128"/>
              <a:cs typeface="Arial" pitchFamily="34" charset="0"/>
            </a:endParaRPr>
          </a:p>
          <a:p>
            <a:pPr marL="342900" marR="0" lvl="0" indent="-342900" algn="l" defTabSz="914400" rtl="0" eaLnBrk="0" fontAlgn="base" latinLnBrk="0" hangingPunct="0">
              <a:lnSpc>
                <a:spcPct val="100000"/>
              </a:lnSpc>
              <a:spcBef>
                <a:spcPct val="20000"/>
              </a:spcBef>
              <a:spcAft>
                <a:spcPct val="0"/>
              </a:spcAft>
              <a:buClrTx/>
              <a:buSzTx/>
              <a:buFontTx/>
              <a:buNone/>
              <a:tabLst/>
              <a:defRPr/>
            </a:pPr>
            <a:endParaRPr kumimoji="0" lang="en-US" sz="3200" b="0" i="0" u="none" strike="noStrike" kern="1200" cap="none" spc="0" normalizeH="0" baseline="0" noProof="0" dirty="0">
              <a:ln>
                <a:noFill/>
              </a:ln>
              <a:solidFill>
                <a:srgbClr val="000000"/>
              </a:solidFill>
              <a:effectLst/>
              <a:uLnTx/>
              <a:uFillTx/>
              <a:latin typeface="Calibri" pitchFamily="34" charset="0"/>
              <a:ea typeface="MS PGothic" pitchFamily="34" charset="-128"/>
              <a:cs typeface="Arial" pitchFamily="34" charset="0"/>
            </a:endParaRPr>
          </a:p>
        </p:txBody>
      </p:sp>
      <p:sp>
        <p:nvSpPr>
          <p:cNvPr id="64514" name="Rectangle 3"/>
          <p:cNvSpPr>
            <a:spLocks noGrp="1" noChangeArrowheads="1"/>
          </p:cNvSpPr>
          <p:nvPr>
            <p:ph type="title"/>
            <p:custDataLst>
              <p:tags r:id="rId3"/>
            </p:custDataLst>
          </p:nvPr>
        </p:nvSpPr>
        <p:spPr/>
        <p:txBody>
          <a:bodyPr/>
          <a:lstStyle/>
          <a:p>
            <a:r>
              <a:rPr lang="en-US" dirty="0"/>
              <a:t>Direct Mapped Cache Hardware</a:t>
            </a:r>
            <a:endParaRPr lang="en-US" dirty="0">
              <a:latin typeface="Consolas" pitchFamily="49" charset="0"/>
            </a:endParaRPr>
          </a:p>
        </p:txBody>
      </p:sp>
      <p:graphicFrame>
        <p:nvGraphicFramePr>
          <p:cNvPr id="64517" name="Object 2"/>
          <p:cNvGraphicFramePr>
            <a:graphicFrameLocks noGrp="1" noChangeAspect="1"/>
          </p:cNvGraphicFramePr>
          <p:nvPr>
            <p:ph idx="1"/>
            <p:custDataLst>
              <p:tags r:id="rId4"/>
            </p:custDataLst>
          </p:nvPr>
        </p:nvGraphicFramePr>
        <p:xfrm>
          <a:off x="1865313" y="1219200"/>
          <a:ext cx="5853112" cy="4662488"/>
        </p:xfrm>
        <a:graphic>
          <a:graphicData uri="http://schemas.openxmlformats.org/presentationml/2006/ole">
            <mc:AlternateContent xmlns:mc="http://schemas.openxmlformats.org/markup-compatibility/2006">
              <mc:Choice xmlns:v="urn:schemas-microsoft-com:vml" Requires="v">
                <p:oleObj spid="_x0000_s3263" name="VISIO" r:id="rId9" imgW="3003804" imgH="2392680" progId="Visio.Drawing.6">
                  <p:embed/>
                </p:oleObj>
              </mc:Choice>
              <mc:Fallback>
                <p:oleObj name="VISIO" r:id="rId9" imgW="3003804" imgH="2392680" progId="Visio.Drawing.6">
                  <p:embed/>
                  <p:pic>
                    <p:nvPicPr>
                      <p:cNvPr id="64517" name="Object 2"/>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865313" y="1219200"/>
                        <a:ext cx="5853112" cy="466248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oleObj>
              </mc:Fallback>
            </mc:AlternateContent>
          </a:graphicData>
        </a:graphic>
      </p:graphicFrame>
      <p:sp>
        <p:nvSpPr>
          <p:cNvPr id="64515" name="Rectangle 4"/>
          <p:cNvSpPr>
            <a:spLocks noChangeArrowheads="1"/>
          </p:cNvSpPr>
          <p:nvPr>
            <p:custDataLst>
              <p:tags r:id="rId5"/>
            </p:custDataLst>
          </p:nvPr>
        </p:nvSpPr>
        <p:spPr bwMode="auto">
          <a:xfrm>
            <a:off x="0" y="1230313"/>
            <a:ext cx="184150" cy="3683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nchor="ctr">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de-DE" sz="1800" b="0" i="0" u="none" strike="noStrike" kern="1200" cap="none" spc="0" normalizeH="0" baseline="0" noProof="0">
              <a:ln>
                <a:noFill/>
              </a:ln>
              <a:solidFill>
                <a:srgbClr val="000000"/>
              </a:solidFill>
              <a:effectLst/>
              <a:uLnTx/>
              <a:uFillTx/>
              <a:latin typeface="Verdana" pitchFamily="34" charset="0"/>
              <a:ea typeface="MS PGothic" pitchFamily="34" charset="-128"/>
              <a:cs typeface="+mn-cs"/>
            </a:endParaRPr>
          </a:p>
        </p:txBody>
      </p:sp>
      <p:sp>
        <p:nvSpPr>
          <p:cNvPr id="64516" name="Rectangle 5"/>
          <p:cNvSpPr>
            <a:spLocks noChangeArrowheads="1"/>
          </p:cNvSpPr>
          <p:nvPr>
            <p:custDataLst>
              <p:tags r:id="rId6"/>
            </p:custDataLst>
          </p:nvPr>
        </p:nvSpPr>
        <p:spPr bwMode="auto">
          <a:xfrm>
            <a:off x="0" y="673100"/>
            <a:ext cx="184150" cy="3683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nchor="ctr">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de-DE" sz="1800" b="0" i="0" u="none" strike="noStrike" kern="1200" cap="none" spc="0" normalizeH="0" baseline="0" noProof="0">
              <a:ln>
                <a:noFill/>
              </a:ln>
              <a:solidFill>
                <a:srgbClr val="000000"/>
              </a:solidFill>
              <a:effectLst/>
              <a:uLnTx/>
              <a:uFillTx/>
              <a:latin typeface="Verdana" pitchFamily="34" charset="0"/>
              <a:ea typeface="MS PGothic" pitchFamily="34" charset="-128"/>
              <a:cs typeface="+mn-cs"/>
            </a:endParaRPr>
          </a:p>
        </p:txBody>
      </p:sp>
      <p:sp>
        <p:nvSpPr>
          <p:cNvPr id="7" name="Slide Number Placeholder 3">
            <a:extLst>
              <a:ext uri="{FF2B5EF4-FFF2-40B4-BE49-F238E27FC236}">
                <a16:creationId xmlns:a16="http://schemas.microsoft.com/office/drawing/2014/main" id="{2AF1002A-17A7-B645-96CB-75917AEF4C7C}"/>
              </a:ext>
            </a:extLst>
          </p:cNvPr>
          <p:cNvSpPr>
            <a:spLocks noGrp="1"/>
          </p:cNvSpPr>
          <p:nvPr>
            <p:ph type="sldNum" sz="quarter" idx="11"/>
          </p:nvPr>
        </p:nvSpPr>
        <p:spPr>
          <a:xfrm>
            <a:off x="6777038" y="6318250"/>
            <a:ext cx="2133600" cy="4572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04C23605-ED41-994F-A93A-EA98B2475F88}" type="slidenum">
              <a:rPr kumimoji="0" lang="en-US" altLang="en-US" sz="1600" b="0" i="0" u="none" strike="noStrike" kern="1200" cap="none" spc="0" normalizeH="0" baseline="0" noProof="0" smtClean="0">
                <a:ln>
                  <a:noFill/>
                </a:ln>
                <a:solidFill>
                  <a:srgbClr val="000000"/>
                </a:solidFill>
                <a:effectLst/>
                <a:uLnTx/>
                <a:uFillTx/>
                <a:latin typeface="Garamond" panose="02020404030301010803" pitchFamily="18" charset="0"/>
                <a:ea typeface="ＭＳ Ｐゴシック" panose="020B0600070205080204" pitchFamily="34" charset="-128"/>
                <a:cs typeface="+mn-cs"/>
              </a:rPr>
              <a:pPr marL="0" marR="0" lvl="0" indent="0" algn="r" defTabSz="914400" rtl="0" eaLnBrk="1" fontAlgn="base" latinLnBrk="0" hangingPunct="1">
                <a:lnSpc>
                  <a:spcPct val="100000"/>
                </a:lnSpc>
                <a:spcBef>
                  <a:spcPct val="0"/>
                </a:spcBef>
                <a:spcAft>
                  <a:spcPct val="0"/>
                </a:spcAft>
                <a:buClrTx/>
                <a:buSzTx/>
                <a:buFontTx/>
                <a:buNone/>
                <a:tabLst/>
                <a:defRPr/>
              </a:pPr>
              <a:t>34</a:t>
            </a:fld>
            <a:endParaRPr kumimoji="0" lang="en-US" altLang="en-US" sz="1600" b="0" i="0" u="none" strike="noStrike" kern="1200" cap="none" spc="0" normalizeH="0" baseline="0" noProof="0" dirty="0">
              <a:ln>
                <a:noFill/>
              </a:ln>
              <a:solidFill>
                <a:srgbClr val="000000"/>
              </a:solidFill>
              <a:effectLst/>
              <a:uLnTx/>
              <a:uFillTx/>
              <a:latin typeface="Garamond" panose="02020404030301010803" pitchFamily="18" charset="0"/>
              <a:ea typeface="ＭＳ Ｐゴシック" panose="020B0600070205080204" pitchFamily="34" charset="-128"/>
              <a:cs typeface="+mn-cs"/>
            </a:endParaRPr>
          </a:p>
        </p:txBody>
      </p:sp>
    </p:spTree>
    <p:extLst>
      <p:ext uri="{BB962C8B-B14F-4D97-AF65-F5344CB8AC3E}">
        <p14:creationId xmlns:p14="http://schemas.microsoft.com/office/powerpoint/2010/main" val="3720822098"/>
      </p:ext>
    </p:extLst>
  </p:cSld>
  <p:clrMapOvr>
    <a:masterClrMapping/>
  </p:clrMapOvr>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228600" y="0"/>
            <a:ext cx="8213725" cy="914400"/>
          </a:xfrm>
        </p:spPr>
        <p:txBody>
          <a:bodyPr anchor="ctr"/>
          <a:lstStyle/>
          <a:p>
            <a:r>
              <a:rPr lang="en-US" dirty="0">
                <a:latin typeface="Garamond" charset="0"/>
                <a:ea typeface="Garamond" charset="0"/>
                <a:cs typeface="Garamond" charset="0"/>
              </a:rPr>
              <a:t>Direct Mapped Cache Performance</a:t>
            </a:r>
            <a:endParaRPr lang="de-CH" dirty="0">
              <a:latin typeface="Garamond" charset="0"/>
              <a:ea typeface="Garamond" charset="0"/>
              <a:cs typeface="Garamond" charset="0"/>
            </a:endParaRPr>
          </a:p>
        </p:txBody>
      </p:sp>
      <p:sp>
        <p:nvSpPr>
          <p:cNvPr id="6" name="Content Placeholder 5"/>
          <p:cNvSpPr>
            <a:spLocks noGrp="1"/>
          </p:cNvSpPr>
          <p:nvPr>
            <p:ph idx="1"/>
          </p:nvPr>
        </p:nvSpPr>
        <p:spPr>
          <a:xfrm>
            <a:off x="488950" y="4038599"/>
            <a:ext cx="3600000" cy="2362201"/>
          </a:xfrm>
          <a:solidFill>
            <a:schemeClr val="accent1">
              <a:lumMod val="20000"/>
              <a:lumOff val="80000"/>
            </a:schemeClr>
          </a:solidFill>
          <a:ln>
            <a:solidFill>
              <a:schemeClr val="accent1"/>
            </a:solidFill>
          </a:ln>
        </p:spPr>
        <p:txBody>
          <a:bodyPr/>
          <a:lstStyle/>
          <a:p>
            <a:r>
              <a:rPr lang="de-CH" dirty="0">
                <a:solidFill>
                  <a:schemeClr val="bg2"/>
                </a:solidFill>
              </a:rPr>
              <a:t># MIPS </a:t>
            </a:r>
            <a:r>
              <a:rPr lang="de-CH" dirty="0" err="1">
                <a:solidFill>
                  <a:schemeClr val="bg2"/>
                </a:solidFill>
              </a:rPr>
              <a:t>assembly</a:t>
            </a:r>
            <a:r>
              <a:rPr lang="de-CH" dirty="0">
                <a:solidFill>
                  <a:schemeClr val="bg2"/>
                </a:solidFill>
              </a:rPr>
              <a:t> </a:t>
            </a:r>
            <a:r>
              <a:rPr lang="de-CH" dirty="0" err="1">
                <a:solidFill>
                  <a:schemeClr val="bg2"/>
                </a:solidFill>
              </a:rPr>
              <a:t>code</a:t>
            </a:r>
            <a:endParaRPr lang="de-CH" dirty="0">
              <a:solidFill>
                <a:schemeClr val="bg2"/>
              </a:solidFill>
            </a:endParaRPr>
          </a:p>
          <a:p>
            <a:r>
              <a:rPr lang="de-CH" dirty="0"/>
              <a:t> 	</a:t>
            </a:r>
            <a:r>
              <a:rPr lang="de-CH" b="1" dirty="0" err="1"/>
              <a:t>addi</a:t>
            </a:r>
            <a:r>
              <a:rPr lang="de-CH" dirty="0"/>
              <a:t> $t0, $0, 5</a:t>
            </a:r>
          </a:p>
          <a:p>
            <a:r>
              <a:rPr lang="de-CH" dirty="0" err="1">
                <a:solidFill>
                  <a:schemeClr val="tx2"/>
                </a:solidFill>
              </a:rPr>
              <a:t>loop</a:t>
            </a:r>
            <a:r>
              <a:rPr lang="de-CH" dirty="0"/>
              <a:t>: 	</a:t>
            </a:r>
            <a:r>
              <a:rPr lang="de-CH" b="1" dirty="0" err="1"/>
              <a:t>beq</a:t>
            </a:r>
            <a:r>
              <a:rPr lang="de-CH" dirty="0"/>
              <a:t>  $t0, $0, </a:t>
            </a:r>
            <a:r>
              <a:rPr lang="de-CH" dirty="0" err="1">
                <a:solidFill>
                  <a:schemeClr val="tx2"/>
                </a:solidFill>
              </a:rPr>
              <a:t>done</a:t>
            </a:r>
            <a:endParaRPr lang="de-CH" dirty="0">
              <a:solidFill>
                <a:schemeClr val="tx2"/>
              </a:solidFill>
            </a:endParaRPr>
          </a:p>
          <a:p>
            <a:r>
              <a:rPr lang="de-CH" dirty="0"/>
              <a:t>     	</a:t>
            </a:r>
            <a:r>
              <a:rPr lang="de-CH" b="1" dirty="0" err="1"/>
              <a:t>lw</a:t>
            </a:r>
            <a:r>
              <a:rPr lang="de-CH" dirty="0"/>
              <a:t>   $t1, 0x4($0)</a:t>
            </a:r>
          </a:p>
          <a:p>
            <a:r>
              <a:rPr lang="de-CH" dirty="0"/>
              <a:t>     	</a:t>
            </a:r>
            <a:r>
              <a:rPr lang="de-CH" b="1" dirty="0" err="1"/>
              <a:t>lw</a:t>
            </a:r>
            <a:r>
              <a:rPr lang="de-CH" dirty="0"/>
              <a:t>   $t2, 0xC($0)</a:t>
            </a:r>
          </a:p>
          <a:p>
            <a:r>
              <a:rPr lang="de-CH" dirty="0"/>
              <a:t>     	</a:t>
            </a:r>
            <a:r>
              <a:rPr lang="de-CH" b="1" dirty="0" err="1"/>
              <a:t>lw</a:t>
            </a:r>
            <a:r>
              <a:rPr lang="de-CH" dirty="0"/>
              <a:t>   $t3, 0x8($0)</a:t>
            </a:r>
          </a:p>
          <a:p>
            <a:r>
              <a:rPr lang="de-CH" dirty="0"/>
              <a:t>     	</a:t>
            </a:r>
            <a:r>
              <a:rPr lang="de-CH" b="1" dirty="0" err="1"/>
              <a:t>addi</a:t>
            </a:r>
            <a:r>
              <a:rPr lang="de-CH" dirty="0"/>
              <a:t> $t0, $t0, -1</a:t>
            </a:r>
          </a:p>
          <a:p>
            <a:r>
              <a:rPr lang="de-CH" dirty="0"/>
              <a:t>     	</a:t>
            </a:r>
            <a:r>
              <a:rPr lang="de-CH" b="1" dirty="0"/>
              <a:t>j</a:t>
            </a:r>
            <a:r>
              <a:rPr lang="de-CH" dirty="0"/>
              <a:t>    </a:t>
            </a:r>
            <a:r>
              <a:rPr lang="de-CH" dirty="0" err="1">
                <a:solidFill>
                  <a:schemeClr val="tx2"/>
                </a:solidFill>
              </a:rPr>
              <a:t>loop</a:t>
            </a:r>
            <a:endParaRPr lang="de-CH" dirty="0">
              <a:solidFill>
                <a:schemeClr val="tx2"/>
              </a:solidFill>
            </a:endParaRPr>
          </a:p>
          <a:p>
            <a:r>
              <a:rPr lang="de-CH" dirty="0" err="1">
                <a:solidFill>
                  <a:schemeClr val="tx2"/>
                </a:solidFill>
              </a:rPr>
              <a:t>done</a:t>
            </a:r>
            <a:r>
              <a:rPr lang="de-CH" dirty="0"/>
              <a:t>:</a:t>
            </a:r>
          </a:p>
          <a:p>
            <a:endParaRPr lang="de-CH" dirty="0"/>
          </a:p>
          <a:p>
            <a:endParaRPr lang="de-CH" dirty="0"/>
          </a:p>
        </p:txBody>
      </p:sp>
      <p:graphicFrame>
        <p:nvGraphicFramePr>
          <p:cNvPr id="11" name="Content Placeholder 10"/>
          <p:cNvGraphicFramePr>
            <a:graphicFrameLocks noGrp="1" noChangeAspect="1"/>
          </p:cNvGraphicFramePr>
          <p:nvPr>
            <p:ph idx="10"/>
            <p:custDataLst>
              <p:tags r:id="rId2"/>
            </p:custDataLst>
          </p:nvPr>
        </p:nvGraphicFramePr>
        <p:xfrm>
          <a:off x="1865313" y="990600"/>
          <a:ext cx="5602287" cy="2921000"/>
        </p:xfrm>
        <a:graphic>
          <a:graphicData uri="http://schemas.openxmlformats.org/presentationml/2006/ole">
            <mc:AlternateContent xmlns:mc="http://schemas.openxmlformats.org/markup-compatibility/2006">
              <mc:Choice xmlns:v="urn:schemas-microsoft-com:vml" Requires="v">
                <p:oleObj spid="_x0000_s4287" name="VISIO" r:id="rId5" imgW="2874264" imgH="1498092" progId="Visio.Drawing.6">
                  <p:embed/>
                </p:oleObj>
              </mc:Choice>
              <mc:Fallback>
                <p:oleObj name="VISIO" r:id="rId5" imgW="2874264" imgH="1498092" progId="Visio.Drawing.6">
                  <p:embed/>
                  <p:pic>
                    <p:nvPicPr>
                      <p:cNvPr id="11" name="Content Placeholder 10"/>
                      <p:cNvPicPr>
                        <a:picLocks noGrp="1"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865313" y="990600"/>
                        <a:ext cx="5602287" cy="29210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oleObj>
              </mc:Fallback>
            </mc:AlternateContent>
          </a:graphicData>
        </a:graphic>
      </p:graphicFrame>
      <p:sp>
        <p:nvSpPr>
          <p:cNvPr id="9" name="Text Placeholder 8"/>
          <p:cNvSpPr>
            <a:spLocks noGrp="1"/>
          </p:cNvSpPr>
          <p:nvPr>
            <p:ph type="body" sz="quarter" idx="11"/>
          </p:nvPr>
        </p:nvSpPr>
        <p:spPr>
          <a:xfrm>
            <a:off x="4553306" y="4038597"/>
            <a:ext cx="3870325" cy="2362201"/>
          </a:xfrm>
        </p:spPr>
        <p:txBody>
          <a:bodyPr/>
          <a:lstStyle/>
          <a:p>
            <a:r>
              <a:rPr lang="de-CH" dirty="0">
                <a:solidFill>
                  <a:srgbClr val="0432FF"/>
                </a:solidFill>
              </a:rPr>
              <a:t>Miss Rate 	=</a:t>
            </a:r>
            <a:endParaRPr lang="de-CH" i="0" dirty="0">
              <a:solidFill>
                <a:srgbClr val="0432FF"/>
              </a:solidFill>
            </a:endParaRPr>
          </a:p>
        </p:txBody>
      </p:sp>
      <p:sp>
        <p:nvSpPr>
          <p:cNvPr id="7" name="Slide Number Placeholder 3">
            <a:extLst>
              <a:ext uri="{FF2B5EF4-FFF2-40B4-BE49-F238E27FC236}">
                <a16:creationId xmlns:a16="http://schemas.microsoft.com/office/drawing/2014/main" id="{2AF1002A-17A7-B645-96CB-75917AEF4C7C}"/>
              </a:ext>
            </a:extLst>
          </p:cNvPr>
          <p:cNvSpPr txBox="1">
            <a:spLocks/>
          </p:cNvSpPr>
          <p:nvPr/>
        </p:nvSpPr>
        <p:spPr bwMode="auto">
          <a:xfrm>
            <a:off x="6777038" y="6318250"/>
            <a:ext cx="2133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lvl1pPr marL="0" indent="0" algn="l" rtl="0" eaLnBrk="0" fontAlgn="base" hangingPunct="0">
              <a:lnSpc>
                <a:spcPct val="100000"/>
              </a:lnSpc>
              <a:spcBef>
                <a:spcPct val="20000"/>
              </a:spcBef>
              <a:spcAft>
                <a:spcPts val="600"/>
              </a:spcAft>
              <a:buClr>
                <a:schemeClr val="accent1"/>
              </a:buClr>
              <a:buSzPct val="65000"/>
              <a:buFont typeface="Wingdings" pitchFamily="2" charset="2"/>
              <a:buChar char="n"/>
              <a:defRPr sz="2400" i="1" baseline="0">
                <a:solidFill>
                  <a:schemeClr val="tx1"/>
                </a:solidFill>
                <a:latin typeface="Tahoma" panose="020B0604030504040204" pitchFamily="34" charset="0"/>
                <a:ea typeface="ＭＳ Ｐゴシック" panose="020B0600070205080204" pitchFamily="34" charset="-128"/>
                <a:cs typeface="ＭＳ Ｐゴシック" charset="0"/>
              </a:defRPr>
            </a:lvl1pPr>
            <a:lvl2pPr marL="742950" indent="-285750" algn="l" rtl="0" eaLnBrk="0" fontAlgn="base" hangingPunct="0">
              <a:spcBef>
                <a:spcPct val="20000"/>
              </a:spcBef>
              <a:spcAft>
                <a:spcPct val="0"/>
              </a:spcAft>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lgn="l" rtl="0" eaLnBrk="0" fontAlgn="base" hangingPunct="0">
              <a:spcBef>
                <a:spcPct val="20000"/>
              </a:spcBef>
              <a:spcAft>
                <a:spcPct val="0"/>
              </a:spcAft>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lgn="l" rtl="0" eaLnBrk="0" fontAlgn="base" hangingPunct="0">
              <a:spcBef>
                <a:spcPct val="20000"/>
              </a:spcBef>
              <a:spcAft>
                <a:spcPct val="0"/>
              </a:spcAft>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lgn="l" rtl="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algn="l" rtl="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algn="l" rtl="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algn="l" rtl="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algn="l" rtl="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ts val="600"/>
              </a:spcAft>
              <a:buClrTx/>
              <a:buSzTx/>
              <a:buFontTx/>
              <a:buNone/>
              <a:tabLst/>
              <a:defRPr/>
            </a:pPr>
            <a:fld id="{04C23605-ED41-994F-A93A-EA98B2475F88}" type="slidenum">
              <a:rPr kumimoji="0" lang="en-US" altLang="en-US" sz="1600" b="0" i="0" u="none" strike="noStrike" kern="0" cap="none" spc="0" normalizeH="0" baseline="0" noProof="0" smtClean="0">
                <a:ln>
                  <a:noFill/>
                </a:ln>
                <a:solidFill>
                  <a:srgbClr val="000000"/>
                </a:solidFill>
                <a:effectLst/>
                <a:uLnTx/>
                <a:uFillTx/>
                <a:latin typeface="Garamond" panose="02020404030301010803" pitchFamily="18" charset="0"/>
                <a:ea typeface="ＭＳ Ｐゴシック" panose="020B0600070205080204" pitchFamily="34" charset="-128"/>
              </a:rPr>
              <a:pPr marL="0" marR="0" lvl="0" indent="0" algn="r" defTabSz="914400" rtl="0" eaLnBrk="1" fontAlgn="base" latinLnBrk="0" hangingPunct="1">
                <a:lnSpc>
                  <a:spcPct val="100000"/>
                </a:lnSpc>
                <a:spcBef>
                  <a:spcPct val="0"/>
                </a:spcBef>
                <a:spcAft>
                  <a:spcPts val="600"/>
                </a:spcAft>
                <a:buClrTx/>
                <a:buSzTx/>
                <a:buFontTx/>
                <a:buNone/>
                <a:tabLst/>
                <a:defRPr/>
              </a:pPr>
              <a:t>35</a:t>
            </a:fld>
            <a:endParaRPr kumimoji="0" lang="en-US" altLang="en-US" sz="1600" b="0" i="0" u="none" strike="noStrike" kern="0" cap="none" spc="0" normalizeH="0" baseline="0" noProof="0" dirty="0">
              <a:ln>
                <a:noFill/>
              </a:ln>
              <a:solidFill>
                <a:srgbClr val="000000"/>
              </a:solidFill>
              <a:effectLst/>
              <a:uLnTx/>
              <a:uFillTx/>
              <a:latin typeface="Garamond" panose="02020404030301010803" pitchFamily="18" charset="0"/>
              <a:ea typeface="ＭＳ Ｐゴシック" panose="020B0600070205080204" pitchFamily="34" charset="-128"/>
            </a:endParaRPr>
          </a:p>
        </p:txBody>
      </p:sp>
    </p:spTree>
    <p:extLst>
      <p:ext uri="{BB962C8B-B14F-4D97-AF65-F5344CB8AC3E}">
        <p14:creationId xmlns:p14="http://schemas.microsoft.com/office/powerpoint/2010/main" val="49825570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228600" y="0"/>
            <a:ext cx="8213725" cy="914400"/>
          </a:xfrm>
        </p:spPr>
        <p:txBody>
          <a:bodyPr anchor="ctr"/>
          <a:lstStyle/>
          <a:p>
            <a:r>
              <a:rPr lang="en-US" dirty="0">
                <a:latin typeface="Garamond" charset="0"/>
                <a:ea typeface="Garamond" charset="0"/>
                <a:cs typeface="Garamond" charset="0"/>
              </a:rPr>
              <a:t>Direct Mapped Cache Performance</a:t>
            </a:r>
            <a:endParaRPr lang="de-CH" dirty="0">
              <a:latin typeface="Garamond" charset="0"/>
              <a:ea typeface="Garamond" charset="0"/>
              <a:cs typeface="Garamond" charset="0"/>
            </a:endParaRPr>
          </a:p>
        </p:txBody>
      </p:sp>
      <p:sp>
        <p:nvSpPr>
          <p:cNvPr id="6" name="Content Placeholder 5"/>
          <p:cNvSpPr>
            <a:spLocks noGrp="1"/>
          </p:cNvSpPr>
          <p:nvPr>
            <p:ph idx="1"/>
          </p:nvPr>
        </p:nvSpPr>
        <p:spPr>
          <a:xfrm>
            <a:off x="488950" y="4038599"/>
            <a:ext cx="3600000" cy="2362201"/>
          </a:xfrm>
          <a:solidFill>
            <a:schemeClr val="accent1">
              <a:lumMod val="20000"/>
              <a:lumOff val="80000"/>
            </a:schemeClr>
          </a:solidFill>
          <a:ln>
            <a:solidFill>
              <a:schemeClr val="accent1"/>
            </a:solidFill>
          </a:ln>
        </p:spPr>
        <p:txBody>
          <a:bodyPr/>
          <a:lstStyle/>
          <a:p>
            <a:r>
              <a:rPr lang="de-CH" dirty="0">
                <a:solidFill>
                  <a:schemeClr val="bg2"/>
                </a:solidFill>
              </a:rPr>
              <a:t># MIPS </a:t>
            </a:r>
            <a:r>
              <a:rPr lang="de-CH" dirty="0" err="1">
                <a:solidFill>
                  <a:schemeClr val="bg2"/>
                </a:solidFill>
              </a:rPr>
              <a:t>assembly</a:t>
            </a:r>
            <a:r>
              <a:rPr lang="de-CH" dirty="0">
                <a:solidFill>
                  <a:schemeClr val="bg2"/>
                </a:solidFill>
              </a:rPr>
              <a:t> </a:t>
            </a:r>
            <a:r>
              <a:rPr lang="de-CH" dirty="0" err="1">
                <a:solidFill>
                  <a:schemeClr val="bg2"/>
                </a:solidFill>
              </a:rPr>
              <a:t>code</a:t>
            </a:r>
            <a:endParaRPr lang="de-CH" dirty="0">
              <a:solidFill>
                <a:schemeClr val="bg2"/>
              </a:solidFill>
            </a:endParaRPr>
          </a:p>
          <a:p>
            <a:r>
              <a:rPr lang="de-CH" dirty="0"/>
              <a:t> 	</a:t>
            </a:r>
            <a:r>
              <a:rPr lang="de-CH" b="1" dirty="0" err="1">
                <a:solidFill>
                  <a:schemeClr val="tx2"/>
                </a:solidFill>
              </a:rPr>
              <a:t>addi</a:t>
            </a:r>
            <a:r>
              <a:rPr lang="de-CH" dirty="0">
                <a:solidFill>
                  <a:schemeClr val="tx2"/>
                </a:solidFill>
              </a:rPr>
              <a:t> $t0, $0, 5</a:t>
            </a:r>
          </a:p>
          <a:p>
            <a:r>
              <a:rPr lang="de-CH" dirty="0" err="1">
                <a:solidFill>
                  <a:schemeClr val="tx2"/>
                </a:solidFill>
              </a:rPr>
              <a:t>loop</a:t>
            </a:r>
            <a:r>
              <a:rPr lang="de-CH" dirty="0">
                <a:solidFill>
                  <a:schemeClr val="tx2"/>
                </a:solidFill>
              </a:rPr>
              <a:t>: 	</a:t>
            </a:r>
            <a:r>
              <a:rPr lang="de-CH" b="1" dirty="0" err="1">
                <a:solidFill>
                  <a:schemeClr val="tx2"/>
                </a:solidFill>
              </a:rPr>
              <a:t>beq</a:t>
            </a:r>
            <a:r>
              <a:rPr lang="de-CH" dirty="0">
                <a:solidFill>
                  <a:schemeClr val="tx2"/>
                </a:solidFill>
              </a:rPr>
              <a:t>  $t0, $0, </a:t>
            </a:r>
            <a:r>
              <a:rPr lang="de-CH" dirty="0" err="1">
                <a:solidFill>
                  <a:schemeClr val="tx2"/>
                </a:solidFill>
              </a:rPr>
              <a:t>done</a:t>
            </a:r>
            <a:endParaRPr lang="de-CH" dirty="0">
              <a:solidFill>
                <a:schemeClr val="tx2"/>
              </a:solidFill>
            </a:endParaRPr>
          </a:p>
          <a:p>
            <a:r>
              <a:rPr lang="de-CH" dirty="0">
                <a:solidFill>
                  <a:schemeClr val="tx2"/>
                </a:solidFill>
              </a:rPr>
              <a:t>     	</a:t>
            </a:r>
            <a:r>
              <a:rPr lang="de-CH" b="1" dirty="0" err="1">
                <a:solidFill>
                  <a:schemeClr val="tx2"/>
                </a:solidFill>
              </a:rPr>
              <a:t>lw</a:t>
            </a:r>
            <a:r>
              <a:rPr lang="de-CH" dirty="0">
                <a:solidFill>
                  <a:schemeClr val="tx2"/>
                </a:solidFill>
              </a:rPr>
              <a:t>   $t1, 0x4($0)</a:t>
            </a:r>
          </a:p>
          <a:p>
            <a:r>
              <a:rPr lang="de-CH" dirty="0">
                <a:solidFill>
                  <a:schemeClr val="tx2"/>
                </a:solidFill>
              </a:rPr>
              <a:t>     	</a:t>
            </a:r>
            <a:r>
              <a:rPr lang="de-CH" b="1" dirty="0" err="1">
                <a:solidFill>
                  <a:schemeClr val="tx2"/>
                </a:solidFill>
              </a:rPr>
              <a:t>lw</a:t>
            </a:r>
            <a:r>
              <a:rPr lang="de-CH" dirty="0">
                <a:solidFill>
                  <a:schemeClr val="tx2"/>
                </a:solidFill>
              </a:rPr>
              <a:t>   $t2, 0xC($0)</a:t>
            </a:r>
          </a:p>
          <a:p>
            <a:r>
              <a:rPr lang="de-CH" dirty="0">
                <a:solidFill>
                  <a:schemeClr val="tx2"/>
                </a:solidFill>
              </a:rPr>
              <a:t>     	</a:t>
            </a:r>
            <a:r>
              <a:rPr lang="de-CH" b="1" dirty="0" err="1">
                <a:solidFill>
                  <a:schemeClr val="tx2"/>
                </a:solidFill>
              </a:rPr>
              <a:t>lw</a:t>
            </a:r>
            <a:r>
              <a:rPr lang="de-CH" dirty="0">
                <a:solidFill>
                  <a:schemeClr val="tx2"/>
                </a:solidFill>
              </a:rPr>
              <a:t>   $t3, 0x8($0)</a:t>
            </a:r>
          </a:p>
          <a:p>
            <a:r>
              <a:rPr lang="de-CH" dirty="0">
                <a:solidFill>
                  <a:schemeClr val="tx2"/>
                </a:solidFill>
              </a:rPr>
              <a:t>     	</a:t>
            </a:r>
            <a:r>
              <a:rPr lang="de-CH" b="1" dirty="0" err="1">
                <a:solidFill>
                  <a:schemeClr val="tx2"/>
                </a:solidFill>
              </a:rPr>
              <a:t>addi</a:t>
            </a:r>
            <a:r>
              <a:rPr lang="de-CH" dirty="0">
                <a:solidFill>
                  <a:schemeClr val="tx2"/>
                </a:solidFill>
              </a:rPr>
              <a:t> $t0, $t0, -1</a:t>
            </a:r>
          </a:p>
          <a:p>
            <a:r>
              <a:rPr lang="de-CH" dirty="0">
                <a:solidFill>
                  <a:schemeClr val="tx2"/>
                </a:solidFill>
              </a:rPr>
              <a:t>     	</a:t>
            </a:r>
            <a:r>
              <a:rPr lang="de-CH" b="1" dirty="0">
                <a:solidFill>
                  <a:schemeClr val="tx2"/>
                </a:solidFill>
              </a:rPr>
              <a:t>j</a:t>
            </a:r>
            <a:r>
              <a:rPr lang="de-CH" dirty="0">
                <a:solidFill>
                  <a:schemeClr val="tx2"/>
                </a:solidFill>
              </a:rPr>
              <a:t>    </a:t>
            </a:r>
            <a:r>
              <a:rPr lang="de-CH" dirty="0" err="1">
                <a:solidFill>
                  <a:schemeClr val="tx2"/>
                </a:solidFill>
              </a:rPr>
              <a:t>loop</a:t>
            </a:r>
            <a:endParaRPr lang="de-CH" dirty="0">
              <a:solidFill>
                <a:schemeClr val="tx2"/>
              </a:solidFill>
            </a:endParaRPr>
          </a:p>
          <a:p>
            <a:r>
              <a:rPr lang="de-CH" dirty="0" err="1">
                <a:solidFill>
                  <a:schemeClr val="tx2"/>
                </a:solidFill>
              </a:rPr>
              <a:t>done</a:t>
            </a:r>
            <a:r>
              <a:rPr lang="de-CH" dirty="0">
                <a:solidFill>
                  <a:schemeClr val="tx2"/>
                </a:solidFill>
              </a:rPr>
              <a:t>:</a:t>
            </a:r>
          </a:p>
          <a:p>
            <a:endParaRPr lang="de-CH" dirty="0"/>
          </a:p>
          <a:p>
            <a:endParaRPr lang="de-CH" dirty="0"/>
          </a:p>
        </p:txBody>
      </p:sp>
      <p:graphicFrame>
        <p:nvGraphicFramePr>
          <p:cNvPr id="11" name="Content Placeholder 10"/>
          <p:cNvGraphicFramePr>
            <a:graphicFrameLocks noGrp="1" noChangeAspect="1"/>
          </p:cNvGraphicFramePr>
          <p:nvPr>
            <p:ph idx="10"/>
            <p:custDataLst>
              <p:tags r:id="rId2"/>
            </p:custDataLst>
          </p:nvPr>
        </p:nvGraphicFramePr>
        <p:xfrm>
          <a:off x="1865313" y="990600"/>
          <a:ext cx="5602287" cy="2921000"/>
        </p:xfrm>
        <a:graphic>
          <a:graphicData uri="http://schemas.openxmlformats.org/presentationml/2006/ole">
            <mc:AlternateContent xmlns:mc="http://schemas.openxmlformats.org/markup-compatibility/2006">
              <mc:Choice xmlns:v="urn:schemas-microsoft-com:vml" Requires="v">
                <p:oleObj spid="_x0000_s5311" name="VISIO" r:id="rId4" imgW="2874264" imgH="1498092" progId="Visio.Drawing.6">
                  <p:embed/>
                </p:oleObj>
              </mc:Choice>
              <mc:Fallback>
                <p:oleObj name="VISIO" r:id="rId4" imgW="2874264" imgH="1498092" progId="Visio.Drawing.6">
                  <p:embed/>
                  <p:pic>
                    <p:nvPicPr>
                      <p:cNvPr id="11" name="Content Placeholder 10"/>
                      <p:cNvPicPr>
                        <a:picLocks noGrp="1"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865313" y="990600"/>
                        <a:ext cx="5602287" cy="29210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oleObj>
              </mc:Fallback>
            </mc:AlternateContent>
          </a:graphicData>
        </a:graphic>
      </p:graphicFrame>
      <p:sp>
        <p:nvSpPr>
          <p:cNvPr id="9" name="Text Placeholder 8"/>
          <p:cNvSpPr>
            <a:spLocks noGrp="1"/>
          </p:cNvSpPr>
          <p:nvPr>
            <p:ph type="body" sz="quarter" idx="11"/>
          </p:nvPr>
        </p:nvSpPr>
        <p:spPr>
          <a:xfrm>
            <a:off x="4553306" y="4038597"/>
            <a:ext cx="4101744" cy="2362201"/>
          </a:xfrm>
        </p:spPr>
        <p:txBody>
          <a:bodyPr/>
          <a:lstStyle/>
          <a:p>
            <a:r>
              <a:rPr lang="de-CH" dirty="0">
                <a:solidFill>
                  <a:srgbClr val="0432FF"/>
                </a:solidFill>
              </a:rPr>
              <a:t>Miss Rate 	= 3/15		      		= 20%</a:t>
            </a:r>
          </a:p>
          <a:p>
            <a:r>
              <a:rPr lang="de-CH" i="0" dirty="0">
                <a:solidFill>
                  <a:srgbClr val="FF0000"/>
                </a:solidFill>
              </a:rPr>
              <a:t>Temporal </a:t>
            </a:r>
            <a:r>
              <a:rPr lang="de-CH" i="0" dirty="0" err="1">
                <a:solidFill>
                  <a:srgbClr val="FF0000"/>
                </a:solidFill>
              </a:rPr>
              <a:t>Locality</a:t>
            </a:r>
            <a:br>
              <a:rPr lang="de-CH" i="0" dirty="0">
                <a:solidFill>
                  <a:srgbClr val="FF0000"/>
                </a:solidFill>
              </a:rPr>
            </a:br>
            <a:r>
              <a:rPr lang="de-CH" i="0" dirty="0" err="1">
                <a:solidFill>
                  <a:srgbClr val="FF0000"/>
                </a:solidFill>
              </a:rPr>
              <a:t>Compulsory</a:t>
            </a:r>
            <a:r>
              <a:rPr lang="de-CH" i="0" dirty="0">
                <a:solidFill>
                  <a:srgbClr val="FF0000"/>
                </a:solidFill>
              </a:rPr>
              <a:t> Misses</a:t>
            </a:r>
          </a:p>
        </p:txBody>
      </p:sp>
      <p:sp>
        <p:nvSpPr>
          <p:cNvPr id="7" name="Slide Number Placeholder 3">
            <a:extLst>
              <a:ext uri="{FF2B5EF4-FFF2-40B4-BE49-F238E27FC236}">
                <a16:creationId xmlns:a16="http://schemas.microsoft.com/office/drawing/2014/main" id="{2AF1002A-17A7-B645-96CB-75917AEF4C7C}"/>
              </a:ext>
            </a:extLst>
          </p:cNvPr>
          <p:cNvSpPr txBox="1">
            <a:spLocks/>
          </p:cNvSpPr>
          <p:nvPr/>
        </p:nvSpPr>
        <p:spPr bwMode="auto">
          <a:xfrm>
            <a:off x="6777038" y="6318250"/>
            <a:ext cx="2133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lvl1pPr marL="0" indent="0" algn="l" rtl="0" eaLnBrk="0" fontAlgn="base" hangingPunct="0">
              <a:lnSpc>
                <a:spcPct val="100000"/>
              </a:lnSpc>
              <a:spcBef>
                <a:spcPct val="20000"/>
              </a:spcBef>
              <a:spcAft>
                <a:spcPts val="600"/>
              </a:spcAft>
              <a:buClr>
                <a:schemeClr val="accent1"/>
              </a:buClr>
              <a:buSzPct val="65000"/>
              <a:buFont typeface="Wingdings" pitchFamily="2" charset="2"/>
              <a:buChar char="n"/>
              <a:defRPr sz="2400" i="1" baseline="0">
                <a:solidFill>
                  <a:schemeClr val="tx1"/>
                </a:solidFill>
                <a:latin typeface="Tahoma" panose="020B0604030504040204" pitchFamily="34" charset="0"/>
                <a:ea typeface="ＭＳ Ｐゴシック" panose="020B0600070205080204" pitchFamily="34" charset="-128"/>
                <a:cs typeface="ＭＳ Ｐゴシック" charset="0"/>
              </a:defRPr>
            </a:lvl1pPr>
            <a:lvl2pPr marL="742950" indent="-285750" algn="l" rtl="0" eaLnBrk="0" fontAlgn="base" hangingPunct="0">
              <a:spcBef>
                <a:spcPct val="20000"/>
              </a:spcBef>
              <a:spcAft>
                <a:spcPct val="0"/>
              </a:spcAft>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lgn="l" rtl="0" eaLnBrk="0" fontAlgn="base" hangingPunct="0">
              <a:spcBef>
                <a:spcPct val="20000"/>
              </a:spcBef>
              <a:spcAft>
                <a:spcPct val="0"/>
              </a:spcAft>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lgn="l" rtl="0" eaLnBrk="0" fontAlgn="base" hangingPunct="0">
              <a:spcBef>
                <a:spcPct val="20000"/>
              </a:spcBef>
              <a:spcAft>
                <a:spcPct val="0"/>
              </a:spcAft>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lgn="l" rtl="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algn="l" rtl="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algn="l" rtl="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algn="l" rtl="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algn="l" rtl="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ts val="600"/>
              </a:spcAft>
              <a:buClrTx/>
              <a:buSzTx/>
              <a:buFontTx/>
              <a:buNone/>
              <a:tabLst/>
              <a:defRPr/>
            </a:pPr>
            <a:fld id="{04C23605-ED41-994F-A93A-EA98B2475F88}" type="slidenum">
              <a:rPr kumimoji="0" lang="en-US" altLang="en-US" sz="1600" b="0" i="0" u="none" strike="noStrike" kern="0" cap="none" spc="0" normalizeH="0" baseline="0" noProof="0" smtClean="0">
                <a:ln>
                  <a:noFill/>
                </a:ln>
                <a:solidFill>
                  <a:srgbClr val="000000"/>
                </a:solidFill>
                <a:effectLst/>
                <a:uLnTx/>
                <a:uFillTx/>
                <a:latin typeface="Garamond" panose="02020404030301010803" pitchFamily="18" charset="0"/>
                <a:ea typeface="ＭＳ Ｐゴシック" panose="020B0600070205080204" pitchFamily="34" charset="-128"/>
              </a:rPr>
              <a:pPr marL="0" marR="0" lvl="0" indent="0" algn="r" defTabSz="914400" rtl="0" eaLnBrk="1" fontAlgn="base" latinLnBrk="0" hangingPunct="1">
                <a:lnSpc>
                  <a:spcPct val="100000"/>
                </a:lnSpc>
                <a:spcBef>
                  <a:spcPct val="0"/>
                </a:spcBef>
                <a:spcAft>
                  <a:spcPts val="600"/>
                </a:spcAft>
                <a:buClrTx/>
                <a:buSzTx/>
                <a:buFontTx/>
                <a:buNone/>
                <a:tabLst/>
                <a:defRPr/>
              </a:pPr>
              <a:t>36</a:t>
            </a:fld>
            <a:endParaRPr kumimoji="0" lang="en-US" altLang="en-US" sz="1600" b="0" i="0" u="none" strike="noStrike" kern="0" cap="none" spc="0" normalizeH="0" baseline="0" noProof="0" dirty="0">
              <a:ln>
                <a:noFill/>
              </a:ln>
              <a:solidFill>
                <a:srgbClr val="000000"/>
              </a:solidFill>
              <a:effectLst/>
              <a:uLnTx/>
              <a:uFillTx/>
              <a:latin typeface="Garamond" panose="02020404030301010803" pitchFamily="18" charset="0"/>
              <a:ea typeface="ＭＳ Ｐゴシック" panose="020B0600070205080204" pitchFamily="34" charset="-128"/>
            </a:endParaRPr>
          </a:p>
        </p:txBody>
      </p:sp>
    </p:spTree>
    <p:extLst>
      <p:ext uri="{BB962C8B-B14F-4D97-AF65-F5344CB8AC3E}">
        <p14:creationId xmlns:p14="http://schemas.microsoft.com/office/powerpoint/2010/main" val="801496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228600" y="0"/>
            <a:ext cx="8213725" cy="914400"/>
          </a:xfrm>
        </p:spPr>
        <p:txBody>
          <a:bodyPr anchor="ctr"/>
          <a:lstStyle/>
          <a:p>
            <a:r>
              <a:rPr lang="en-US" dirty="0">
                <a:latin typeface="Garamond" charset="0"/>
                <a:ea typeface="Garamond" charset="0"/>
                <a:cs typeface="Garamond" charset="0"/>
              </a:rPr>
              <a:t>Direct Mapped Cache: Conflict</a:t>
            </a:r>
            <a:endParaRPr lang="de-CH" dirty="0">
              <a:latin typeface="Garamond" charset="0"/>
              <a:ea typeface="Garamond" charset="0"/>
              <a:cs typeface="Garamond" charset="0"/>
            </a:endParaRPr>
          </a:p>
        </p:txBody>
      </p:sp>
      <p:sp>
        <p:nvSpPr>
          <p:cNvPr id="6" name="Content Placeholder 5"/>
          <p:cNvSpPr>
            <a:spLocks noGrp="1"/>
          </p:cNvSpPr>
          <p:nvPr>
            <p:ph idx="1"/>
          </p:nvPr>
        </p:nvSpPr>
        <p:spPr>
          <a:xfrm>
            <a:off x="488950" y="4005261"/>
            <a:ext cx="3600000" cy="2362201"/>
          </a:xfrm>
          <a:solidFill>
            <a:schemeClr val="accent1">
              <a:lumMod val="20000"/>
              <a:lumOff val="80000"/>
            </a:schemeClr>
          </a:solidFill>
          <a:ln>
            <a:solidFill>
              <a:schemeClr val="accent1"/>
            </a:solidFill>
          </a:ln>
        </p:spPr>
        <p:txBody>
          <a:bodyPr/>
          <a:lstStyle/>
          <a:p>
            <a:r>
              <a:rPr lang="de-CH" dirty="0">
                <a:solidFill>
                  <a:schemeClr val="bg2"/>
                </a:solidFill>
              </a:rPr>
              <a:t># MIPS </a:t>
            </a:r>
            <a:r>
              <a:rPr lang="de-CH" dirty="0" err="1">
                <a:solidFill>
                  <a:schemeClr val="bg2"/>
                </a:solidFill>
              </a:rPr>
              <a:t>assembly</a:t>
            </a:r>
            <a:r>
              <a:rPr lang="de-CH" dirty="0">
                <a:solidFill>
                  <a:schemeClr val="bg2"/>
                </a:solidFill>
              </a:rPr>
              <a:t> </a:t>
            </a:r>
            <a:r>
              <a:rPr lang="de-CH" dirty="0" err="1">
                <a:solidFill>
                  <a:schemeClr val="bg2"/>
                </a:solidFill>
              </a:rPr>
              <a:t>code</a:t>
            </a:r>
            <a:endParaRPr lang="de-CH" dirty="0">
              <a:solidFill>
                <a:schemeClr val="bg2"/>
              </a:solidFill>
            </a:endParaRPr>
          </a:p>
          <a:p>
            <a:r>
              <a:rPr lang="de-CH" dirty="0">
                <a:solidFill>
                  <a:schemeClr val="tx2"/>
                </a:solidFill>
              </a:rPr>
              <a:t>     	</a:t>
            </a:r>
            <a:r>
              <a:rPr lang="de-CH" b="1" dirty="0" err="1">
                <a:solidFill>
                  <a:schemeClr val="tx2"/>
                </a:solidFill>
              </a:rPr>
              <a:t>addi</a:t>
            </a:r>
            <a:r>
              <a:rPr lang="de-CH" dirty="0">
                <a:solidFill>
                  <a:schemeClr val="tx2"/>
                </a:solidFill>
              </a:rPr>
              <a:t> $t0, $0, 5</a:t>
            </a:r>
          </a:p>
          <a:p>
            <a:r>
              <a:rPr lang="de-CH" dirty="0" err="1">
                <a:solidFill>
                  <a:schemeClr val="tx2"/>
                </a:solidFill>
              </a:rPr>
              <a:t>loop</a:t>
            </a:r>
            <a:r>
              <a:rPr lang="de-CH" dirty="0">
                <a:solidFill>
                  <a:schemeClr val="tx2"/>
                </a:solidFill>
              </a:rPr>
              <a:t>: 	</a:t>
            </a:r>
            <a:r>
              <a:rPr lang="de-CH" b="1" dirty="0" err="1">
                <a:solidFill>
                  <a:schemeClr val="tx2"/>
                </a:solidFill>
              </a:rPr>
              <a:t>beq</a:t>
            </a:r>
            <a:r>
              <a:rPr lang="de-CH" dirty="0">
                <a:solidFill>
                  <a:schemeClr val="tx2"/>
                </a:solidFill>
              </a:rPr>
              <a:t>  $t0, $0, </a:t>
            </a:r>
            <a:r>
              <a:rPr lang="de-CH" dirty="0" err="1">
                <a:solidFill>
                  <a:schemeClr val="tx2"/>
                </a:solidFill>
              </a:rPr>
              <a:t>done</a:t>
            </a:r>
            <a:endParaRPr lang="de-CH" dirty="0">
              <a:solidFill>
                <a:schemeClr val="tx2"/>
              </a:solidFill>
            </a:endParaRPr>
          </a:p>
          <a:p>
            <a:r>
              <a:rPr lang="de-CH" dirty="0">
                <a:solidFill>
                  <a:schemeClr val="tx2"/>
                </a:solidFill>
              </a:rPr>
              <a:t>      	</a:t>
            </a:r>
            <a:r>
              <a:rPr lang="de-CH" b="1" dirty="0" err="1">
                <a:solidFill>
                  <a:schemeClr val="tx2"/>
                </a:solidFill>
              </a:rPr>
              <a:t>lw</a:t>
            </a:r>
            <a:r>
              <a:rPr lang="de-CH" dirty="0">
                <a:solidFill>
                  <a:schemeClr val="tx2"/>
                </a:solidFill>
              </a:rPr>
              <a:t>   $t1, 0x4($0)</a:t>
            </a:r>
          </a:p>
          <a:p>
            <a:r>
              <a:rPr lang="de-CH" dirty="0">
                <a:solidFill>
                  <a:schemeClr val="tx2"/>
                </a:solidFill>
              </a:rPr>
              <a:t>      	</a:t>
            </a:r>
            <a:r>
              <a:rPr lang="de-CH" b="1" dirty="0" err="1">
                <a:solidFill>
                  <a:schemeClr val="tx2"/>
                </a:solidFill>
              </a:rPr>
              <a:t>lw</a:t>
            </a:r>
            <a:r>
              <a:rPr lang="de-CH" dirty="0">
                <a:solidFill>
                  <a:schemeClr val="tx2"/>
                </a:solidFill>
              </a:rPr>
              <a:t>   $t2, 0x24($0)</a:t>
            </a:r>
          </a:p>
          <a:p>
            <a:r>
              <a:rPr lang="de-CH" dirty="0">
                <a:solidFill>
                  <a:schemeClr val="tx2"/>
                </a:solidFill>
              </a:rPr>
              <a:t>      	</a:t>
            </a:r>
            <a:r>
              <a:rPr lang="de-CH" b="1" dirty="0" err="1">
                <a:solidFill>
                  <a:schemeClr val="tx2"/>
                </a:solidFill>
              </a:rPr>
              <a:t>addi</a:t>
            </a:r>
            <a:r>
              <a:rPr lang="de-CH" dirty="0">
                <a:solidFill>
                  <a:schemeClr val="tx2"/>
                </a:solidFill>
              </a:rPr>
              <a:t> $t0, $t0, -1</a:t>
            </a:r>
          </a:p>
          <a:p>
            <a:r>
              <a:rPr lang="de-CH" dirty="0">
                <a:solidFill>
                  <a:schemeClr val="tx2"/>
                </a:solidFill>
              </a:rPr>
              <a:t>      	</a:t>
            </a:r>
            <a:r>
              <a:rPr lang="de-CH" b="1" dirty="0">
                <a:solidFill>
                  <a:schemeClr val="tx2"/>
                </a:solidFill>
              </a:rPr>
              <a:t>j</a:t>
            </a:r>
            <a:r>
              <a:rPr lang="de-CH" dirty="0">
                <a:solidFill>
                  <a:schemeClr val="tx2"/>
                </a:solidFill>
              </a:rPr>
              <a:t>    </a:t>
            </a:r>
            <a:r>
              <a:rPr lang="de-CH" dirty="0" err="1">
                <a:solidFill>
                  <a:schemeClr val="tx2"/>
                </a:solidFill>
              </a:rPr>
              <a:t>loop</a:t>
            </a:r>
            <a:endParaRPr lang="de-CH" dirty="0">
              <a:solidFill>
                <a:schemeClr val="tx2"/>
              </a:solidFill>
            </a:endParaRPr>
          </a:p>
          <a:p>
            <a:r>
              <a:rPr lang="de-CH" dirty="0" err="1">
                <a:solidFill>
                  <a:schemeClr val="tx2"/>
                </a:solidFill>
              </a:rPr>
              <a:t>done</a:t>
            </a:r>
            <a:r>
              <a:rPr lang="de-CH" dirty="0">
                <a:solidFill>
                  <a:schemeClr val="tx2"/>
                </a:solidFill>
              </a:rPr>
              <a:t>:</a:t>
            </a:r>
          </a:p>
        </p:txBody>
      </p:sp>
      <p:graphicFrame>
        <p:nvGraphicFramePr>
          <p:cNvPr id="3" name="Content Placeholder 2"/>
          <p:cNvGraphicFramePr>
            <a:graphicFrameLocks noGrp="1" noChangeAspect="1"/>
          </p:cNvGraphicFramePr>
          <p:nvPr>
            <p:ph idx="10"/>
            <p:custDataLst>
              <p:tags r:id="rId2"/>
            </p:custDataLst>
          </p:nvPr>
        </p:nvGraphicFramePr>
        <p:xfrm>
          <a:off x="1874838" y="990600"/>
          <a:ext cx="5592762" cy="2922587"/>
        </p:xfrm>
        <a:graphic>
          <a:graphicData uri="http://schemas.openxmlformats.org/presentationml/2006/ole">
            <mc:AlternateContent xmlns:mc="http://schemas.openxmlformats.org/markup-compatibility/2006">
              <mc:Choice xmlns:v="urn:schemas-microsoft-com:vml" Requires="v">
                <p:oleObj spid="_x0000_s6335" name="VISIO" r:id="rId4" imgW="2869482" imgH="1500164" progId="Visio.Drawing.6">
                  <p:embed/>
                </p:oleObj>
              </mc:Choice>
              <mc:Fallback>
                <p:oleObj name="VISIO" r:id="rId4" imgW="2869482" imgH="1500164" progId="Visio.Drawing.6">
                  <p:embed/>
                  <p:pic>
                    <p:nvPicPr>
                      <p:cNvPr id="3" name="Content Placeholder 2"/>
                      <p:cNvPicPr>
                        <a:picLocks noGrp="1"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874838" y="990600"/>
                        <a:ext cx="5592762" cy="292258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oleObj>
              </mc:Fallback>
            </mc:AlternateContent>
          </a:graphicData>
        </a:graphic>
      </p:graphicFrame>
      <p:sp>
        <p:nvSpPr>
          <p:cNvPr id="9" name="Text Placeholder 8"/>
          <p:cNvSpPr>
            <a:spLocks noGrp="1"/>
          </p:cNvSpPr>
          <p:nvPr>
            <p:ph type="body" sz="quarter" idx="11"/>
          </p:nvPr>
        </p:nvSpPr>
        <p:spPr>
          <a:xfrm>
            <a:off x="4553306" y="4005259"/>
            <a:ext cx="3870325" cy="2362201"/>
          </a:xfrm>
        </p:spPr>
        <p:txBody>
          <a:bodyPr/>
          <a:lstStyle/>
          <a:p>
            <a:r>
              <a:rPr lang="de-CH" dirty="0">
                <a:solidFill>
                  <a:srgbClr val="0432FF"/>
                </a:solidFill>
              </a:rPr>
              <a:t>Miss Rate 	=</a:t>
            </a:r>
            <a:endParaRPr lang="de-CH" i="0" dirty="0">
              <a:solidFill>
                <a:srgbClr val="0432FF"/>
              </a:solidFill>
            </a:endParaRPr>
          </a:p>
        </p:txBody>
      </p:sp>
      <p:sp>
        <p:nvSpPr>
          <p:cNvPr id="7" name="Slide Number Placeholder 3">
            <a:extLst>
              <a:ext uri="{FF2B5EF4-FFF2-40B4-BE49-F238E27FC236}">
                <a16:creationId xmlns:a16="http://schemas.microsoft.com/office/drawing/2014/main" id="{2AF1002A-17A7-B645-96CB-75917AEF4C7C}"/>
              </a:ext>
            </a:extLst>
          </p:cNvPr>
          <p:cNvSpPr txBox="1">
            <a:spLocks/>
          </p:cNvSpPr>
          <p:nvPr/>
        </p:nvSpPr>
        <p:spPr bwMode="auto">
          <a:xfrm>
            <a:off x="6777038" y="6318250"/>
            <a:ext cx="2133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lvl1pPr marL="0" indent="0" algn="l" rtl="0" eaLnBrk="0" fontAlgn="base" hangingPunct="0">
              <a:lnSpc>
                <a:spcPct val="100000"/>
              </a:lnSpc>
              <a:spcBef>
                <a:spcPct val="20000"/>
              </a:spcBef>
              <a:spcAft>
                <a:spcPts val="600"/>
              </a:spcAft>
              <a:buClr>
                <a:schemeClr val="accent1"/>
              </a:buClr>
              <a:buSzPct val="65000"/>
              <a:buFont typeface="Wingdings" pitchFamily="2" charset="2"/>
              <a:buChar char="n"/>
              <a:defRPr sz="2400" i="1" baseline="0">
                <a:solidFill>
                  <a:schemeClr val="tx1"/>
                </a:solidFill>
                <a:latin typeface="Tahoma" panose="020B0604030504040204" pitchFamily="34" charset="0"/>
                <a:ea typeface="ＭＳ Ｐゴシック" panose="020B0600070205080204" pitchFamily="34" charset="-128"/>
                <a:cs typeface="ＭＳ Ｐゴシック" charset="0"/>
              </a:defRPr>
            </a:lvl1pPr>
            <a:lvl2pPr marL="742950" indent="-285750" algn="l" rtl="0" eaLnBrk="0" fontAlgn="base" hangingPunct="0">
              <a:spcBef>
                <a:spcPct val="20000"/>
              </a:spcBef>
              <a:spcAft>
                <a:spcPct val="0"/>
              </a:spcAft>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lgn="l" rtl="0" eaLnBrk="0" fontAlgn="base" hangingPunct="0">
              <a:spcBef>
                <a:spcPct val="20000"/>
              </a:spcBef>
              <a:spcAft>
                <a:spcPct val="0"/>
              </a:spcAft>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lgn="l" rtl="0" eaLnBrk="0" fontAlgn="base" hangingPunct="0">
              <a:spcBef>
                <a:spcPct val="20000"/>
              </a:spcBef>
              <a:spcAft>
                <a:spcPct val="0"/>
              </a:spcAft>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lgn="l" rtl="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algn="l" rtl="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algn="l" rtl="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algn="l" rtl="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algn="l" rtl="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ts val="600"/>
              </a:spcAft>
              <a:buClrTx/>
              <a:buSzTx/>
              <a:buFontTx/>
              <a:buNone/>
              <a:tabLst/>
              <a:defRPr/>
            </a:pPr>
            <a:fld id="{04C23605-ED41-994F-A93A-EA98B2475F88}" type="slidenum">
              <a:rPr kumimoji="0" lang="en-US" altLang="en-US" sz="1600" b="0" i="0" u="none" strike="noStrike" kern="0" cap="none" spc="0" normalizeH="0" baseline="0" noProof="0" smtClean="0">
                <a:ln>
                  <a:noFill/>
                </a:ln>
                <a:solidFill>
                  <a:srgbClr val="000000"/>
                </a:solidFill>
                <a:effectLst/>
                <a:uLnTx/>
                <a:uFillTx/>
                <a:latin typeface="Garamond" panose="02020404030301010803" pitchFamily="18" charset="0"/>
                <a:ea typeface="ＭＳ Ｐゴシック" panose="020B0600070205080204" pitchFamily="34" charset="-128"/>
              </a:rPr>
              <a:pPr marL="0" marR="0" lvl="0" indent="0" algn="r" defTabSz="914400" rtl="0" eaLnBrk="1" fontAlgn="base" latinLnBrk="0" hangingPunct="1">
                <a:lnSpc>
                  <a:spcPct val="100000"/>
                </a:lnSpc>
                <a:spcBef>
                  <a:spcPct val="0"/>
                </a:spcBef>
                <a:spcAft>
                  <a:spcPts val="600"/>
                </a:spcAft>
                <a:buClrTx/>
                <a:buSzTx/>
                <a:buFontTx/>
                <a:buNone/>
                <a:tabLst/>
                <a:defRPr/>
              </a:pPr>
              <a:t>37</a:t>
            </a:fld>
            <a:endParaRPr kumimoji="0" lang="en-US" altLang="en-US" sz="1600" b="0" i="0" u="none" strike="noStrike" kern="0" cap="none" spc="0" normalizeH="0" baseline="0" noProof="0" dirty="0">
              <a:ln>
                <a:noFill/>
              </a:ln>
              <a:solidFill>
                <a:srgbClr val="000000"/>
              </a:solidFill>
              <a:effectLst/>
              <a:uLnTx/>
              <a:uFillTx/>
              <a:latin typeface="Garamond" panose="02020404030301010803" pitchFamily="18" charset="0"/>
              <a:ea typeface="ＭＳ Ｐゴシック" panose="020B0600070205080204" pitchFamily="34" charset="-128"/>
            </a:endParaRPr>
          </a:p>
        </p:txBody>
      </p:sp>
    </p:spTree>
    <p:extLst>
      <p:ext uri="{BB962C8B-B14F-4D97-AF65-F5344CB8AC3E}">
        <p14:creationId xmlns:p14="http://schemas.microsoft.com/office/powerpoint/2010/main" val="130459073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228600" y="0"/>
            <a:ext cx="8213725" cy="914400"/>
          </a:xfrm>
        </p:spPr>
        <p:txBody>
          <a:bodyPr anchor="ctr"/>
          <a:lstStyle/>
          <a:p>
            <a:r>
              <a:rPr lang="en-US" dirty="0">
                <a:latin typeface="Garamond" charset="0"/>
                <a:ea typeface="Garamond" charset="0"/>
                <a:cs typeface="Garamond" charset="0"/>
              </a:rPr>
              <a:t>Direct Mapped Cache: Conflict</a:t>
            </a:r>
            <a:endParaRPr lang="de-CH" dirty="0">
              <a:latin typeface="Garamond" charset="0"/>
              <a:ea typeface="Garamond" charset="0"/>
              <a:cs typeface="Garamond" charset="0"/>
            </a:endParaRPr>
          </a:p>
        </p:txBody>
      </p:sp>
      <p:sp>
        <p:nvSpPr>
          <p:cNvPr id="6" name="Content Placeholder 5"/>
          <p:cNvSpPr>
            <a:spLocks noGrp="1"/>
          </p:cNvSpPr>
          <p:nvPr>
            <p:ph idx="1"/>
          </p:nvPr>
        </p:nvSpPr>
        <p:spPr>
          <a:xfrm>
            <a:off x="488950" y="4005261"/>
            <a:ext cx="3600000" cy="2362201"/>
          </a:xfrm>
          <a:solidFill>
            <a:schemeClr val="accent1">
              <a:lumMod val="20000"/>
              <a:lumOff val="80000"/>
            </a:schemeClr>
          </a:solidFill>
          <a:ln>
            <a:solidFill>
              <a:schemeClr val="accent1"/>
            </a:solidFill>
          </a:ln>
        </p:spPr>
        <p:txBody>
          <a:bodyPr/>
          <a:lstStyle/>
          <a:p>
            <a:r>
              <a:rPr lang="de-CH" dirty="0">
                <a:solidFill>
                  <a:schemeClr val="bg2"/>
                </a:solidFill>
              </a:rPr>
              <a:t># MIPS </a:t>
            </a:r>
            <a:r>
              <a:rPr lang="de-CH" dirty="0" err="1">
                <a:solidFill>
                  <a:schemeClr val="bg2"/>
                </a:solidFill>
              </a:rPr>
              <a:t>assembly</a:t>
            </a:r>
            <a:r>
              <a:rPr lang="de-CH" dirty="0">
                <a:solidFill>
                  <a:schemeClr val="bg2"/>
                </a:solidFill>
              </a:rPr>
              <a:t> </a:t>
            </a:r>
            <a:r>
              <a:rPr lang="de-CH" dirty="0" err="1">
                <a:solidFill>
                  <a:schemeClr val="bg2"/>
                </a:solidFill>
              </a:rPr>
              <a:t>code</a:t>
            </a:r>
            <a:endParaRPr lang="de-CH" dirty="0">
              <a:solidFill>
                <a:schemeClr val="bg2"/>
              </a:solidFill>
            </a:endParaRPr>
          </a:p>
          <a:p>
            <a:r>
              <a:rPr lang="de-CH" dirty="0">
                <a:solidFill>
                  <a:schemeClr val="tx2"/>
                </a:solidFill>
              </a:rPr>
              <a:t>     	</a:t>
            </a:r>
            <a:r>
              <a:rPr lang="de-CH" b="1" dirty="0" err="1">
                <a:solidFill>
                  <a:schemeClr val="tx2"/>
                </a:solidFill>
              </a:rPr>
              <a:t>addi</a:t>
            </a:r>
            <a:r>
              <a:rPr lang="de-CH" dirty="0">
                <a:solidFill>
                  <a:schemeClr val="tx2"/>
                </a:solidFill>
              </a:rPr>
              <a:t> $t0, $0, 5</a:t>
            </a:r>
          </a:p>
          <a:p>
            <a:r>
              <a:rPr lang="de-CH" dirty="0" err="1">
                <a:solidFill>
                  <a:schemeClr val="tx2"/>
                </a:solidFill>
              </a:rPr>
              <a:t>loop</a:t>
            </a:r>
            <a:r>
              <a:rPr lang="de-CH" dirty="0">
                <a:solidFill>
                  <a:schemeClr val="tx2"/>
                </a:solidFill>
              </a:rPr>
              <a:t>: 	</a:t>
            </a:r>
            <a:r>
              <a:rPr lang="de-CH" b="1" dirty="0" err="1">
                <a:solidFill>
                  <a:schemeClr val="tx2"/>
                </a:solidFill>
              </a:rPr>
              <a:t>beq</a:t>
            </a:r>
            <a:r>
              <a:rPr lang="de-CH" dirty="0">
                <a:solidFill>
                  <a:schemeClr val="tx2"/>
                </a:solidFill>
              </a:rPr>
              <a:t>  $t0, $0, </a:t>
            </a:r>
            <a:r>
              <a:rPr lang="de-CH" dirty="0" err="1">
                <a:solidFill>
                  <a:schemeClr val="tx2"/>
                </a:solidFill>
              </a:rPr>
              <a:t>done</a:t>
            </a:r>
            <a:endParaRPr lang="de-CH" dirty="0">
              <a:solidFill>
                <a:schemeClr val="tx2"/>
              </a:solidFill>
            </a:endParaRPr>
          </a:p>
          <a:p>
            <a:r>
              <a:rPr lang="de-CH" dirty="0">
                <a:solidFill>
                  <a:schemeClr val="tx2"/>
                </a:solidFill>
              </a:rPr>
              <a:t>      	</a:t>
            </a:r>
            <a:r>
              <a:rPr lang="de-CH" b="1" dirty="0" err="1">
                <a:solidFill>
                  <a:schemeClr val="tx2"/>
                </a:solidFill>
              </a:rPr>
              <a:t>lw</a:t>
            </a:r>
            <a:r>
              <a:rPr lang="de-CH" dirty="0">
                <a:solidFill>
                  <a:schemeClr val="tx2"/>
                </a:solidFill>
              </a:rPr>
              <a:t>   $t1, 0x4($0)</a:t>
            </a:r>
          </a:p>
          <a:p>
            <a:r>
              <a:rPr lang="de-CH" dirty="0">
                <a:solidFill>
                  <a:schemeClr val="tx2"/>
                </a:solidFill>
              </a:rPr>
              <a:t>      	</a:t>
            </a:r>
            <a:r>
              <a:rPr lang="de-CH" b="1" dirty="0" err="1">
                <a:solidFill>
                  <a:schemeClr val="tx2"/>
                </a:solidFill>
              </a:rPr>
              <a:t>lw</a:t>
            </a:r>
            <a:r>
              <a:rPr lang="de-CH" dirty="0">
                <a:solidFill>
                  <a:schemeClr val="tx2"/>
                </a:solidFill>
              </a:rPr>
              <a:t>   $t2, 0x24($0)</a:t>
            </a:r>
          </a:p>
          <a:p>
            <a:r>
              <a:rPr lang="de-CH" dirty="0">
                <a:solidFill>
                  <a:schemeClr val="tx2"/>
                </a:solidFill>
              </a:rPr>
              <a:t>      	</a:t>
            </a:r>
            <a:r>
              <a:rPr lang="de-CH" b="1" dirty="0" err="1">
                <a:solidFill>
                  <a:schemeClr val="tx2"/>
                </a:solidFill>
              </a:rPr>
              <a:t>addi</a:t>
            </a:r>
            <a:r>
              <a:rPr lang="de-CH" dirty="0">
                <a:solidFill>
                  <a:schemeClr val="tx2"/>
                </a:solidFill>
              </a:rPr>
              <a:t> $t0, $t0, -1</a:t>
            </a:r>
          </a:p>
          <a:p>
            <a:r>
              <a:rPr lang="de-CH" dirty="0">
                <a:solidFill>
                  <a:schemeClr val="tx2"/>
                </a:solidFill>
              </a:rPr>
              <a:t>      	</a:t>
            </a:r>
            <a:r>
              <a:rPr lang="de-CH" b="1" dirty="0">
                <a:solidFill>
                  <a:schemeClr val="tx2"/>
                </a:solidFill>
              </a:rPr>
              <a:t>j</a:t>
            </a:r>
            <a:r>
              <a:rPr lang="de-CH" dirty="0">
                <a:solidFill>
                  <a:schemeClr val="tx2"/>
                </a:solidFill>
              </a:rPr>
              <a:t>    </a:t>
            </a:r>
            <a:r>
              <a:rPr lang="de-CH" dirty="0" err="1">
                <a:solidFill>
                  <a:schemeClr val="tx2"/>
                </a:solidFill>
              </a:rPr>
              <a:t>loop</a:t>
            </a:r>
            <a:endParaRPr lang="de-CH" dirty="0">
              <a:solidFill>
                <a:schemeClr val="tx2"/>
              </a:solidFill>
            </a:endParaRPr>
          </a:p>
          <a:p>
            <a:r>
              <a:rPr lang="de-CH" dirty="0" err="1">
                <a:solidFill>
                  <a:schemeClr val="tx2"/>
                </a:solidFill>
              </a:rPr>
              <a:t>done</a:t>
            </a:r>
            <a:r>
              <a:rPr lang="de-CH" dirty="0">
                <a:solidFill>
                  <a:schemeClr val="tx2"/>
                </a:solidFill>
              </a:rPr>
              <a:t>:</a:t>
            </a:r>
          </a:p>
        </p:txBody>
      </p:sp>
      <p:graphicFrame>
        <p:nvGraphicFramePr>
          <p:cNvPr id="3" name="Content Placeholder 2"/>
          <p:cNvGraphicFramePr>
            <a:graphicFrameLocks noGrp="1" noChangeAspect="1"/>
          </p:cNvGraphicFramePr>
          <p:nvPr>
            <p:ph idx="10"/>
            <p:custDataLst>
              <p:tags r:id="rId2"/>
            </p:custDataLst>
          </p:nvPr>
        </p:nvGraphicFramePr>
        <p:xfrm>
          <a:off x="1874838" y="990600"/>
          <a:ext cx="5592762" cy="2922587"/>
        </p:xfrm>
        <a:graphic>
          <a:graphicData uri="http://schemas.openxmlformats.org/presentationml/2006/ole">
            <mc:AlternateContent xmlns:mc="http://schemas.openxmlformats.org/markup-compatibility/2006">
              <mc:Choice xmlns:v="urn:schemas-microsoft-com:vml" Requires="v">
                <p:oleObj spid="_x0000_s7359" name="VISIO" r:id="rId4" imgW="2869482" imgH="1500164" progId="Visio.Drawing.6">
                  <p:embed/>
                </p:oleObj>
              </mc:Choice>
              <mc:Fallback>
                <p:oleObj name="VISIO" r:id="rId4" imgW="2869482" imgH="1500164" progId="Visio.Drawing.6">
                  <p:embed/>
                  <p:pic>
                    <p:nvPicPr>
                      <p:cNvPr id="3" name="Content Placeholder 2"/>
                      <p:cNvPicPr>
                        <a:picLocks noGrp="1"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874838" y="990600"/>
                        <a:ext cx="5592762" cy="292258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oleObj>
              </mc:Fallback>
            </mc:AlternateContent>
          </a:graphicData>
        </a:graphic>
      </p:graphicFrame>
      <p:sp>
        <p:nvSpPr>
          <p:cNvPr id="9" name="Text Placeholder 8"/>
          <p:cNvSpPr>
            <a:spLocks noGrp="1"/>
          </p:cNvSpPr>
          <p:nvPr>
            <p:ph type="body" sz="quarter" idx="11"/>
          </p:nvPr>
        </p:nvSpPr>
        <p:spPr>
          <a:xfrm>
            <a:off x="4553306" y="4005259"/>
            <a:ext cx="3870325" cy="2362201"/>
          </a:xfrm>
        </p:spPr>
        <p:txBody>
          <a:bodyPr/>
          <a:lstStyle/>
          <a:p>
            <a:r>
              <a:rPr lang="de-CH" dirty="0">
                <a:solidFill>
                  <a:srgbClr val="0432FF"/>
                </a:solidFill>
              </a:rPr>
              <a:t>Miss Rate 	= 10/10		= 100%</a:t>
            </a:r>
          </a:p>
          <a:p>
            <a:r>
              <a:rPr lang="de-CH" i="0" dirty="0" err="1">
                <a:solidFill>
                  <a:srgbClr val="FF0000"/>
                </a:solidFill>
              </a:rPr>
              <a:t>Conflict</a:t>
            </a:r>
            <a:r>
              <a:rPr lang="de-CH" i="0" dirty="0">
                <a:solidFill>
                  <a:srgbClr val="FF0000"/>
                </a:solidFill>
              </a:rPr>
              <a:t> Misses</a:t>
            </a:r>
          </a:p>
        </p:txBody>
      </p:sp>
      <p:sp>
        <p:nvSpPr>
          <p:cNvPr id="7" name="Slide Number Placeholder 3">
            <a:extLst>
              <a:ext uri="{FF2B5EF4-FFF2-40B4-BE49-F238E27FC236}">
                <a16:creationId xmlns:a16="http://schemas.microsoft.com/office/drawing/2014/main" id="{2AF1002A-17A7-B645-96CB-75917AEF4C7C}"/>
              </a:ext>
            </a:extLst>
          </p:cNvPr>
          <p:cNvSpPr txBox="1">
            <a:spLocks/>
          </p:cNvSpPr>
          <p:nvPr/>
        </p:nvSpPr>
        <p:spPr bwMode="auto">
          <a:xfrm>
            <a:off x="6777038" y="6318250"/>
            <a:ext cx="2133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lvl1pPr marL="0" indent="0" algn="l" rtl="0" eaLnBrk="0" fontAlgn="base" hangingPunct="0">
              <a:lnSpc>
                <a:spcPct val="100000"/>
              </a:lnSpc>
              <a:spcBef>
                <a:spcPct val="20000"/>
              </a:spcBef>
              <a:spcAft>
                <a:spcPts val="600"/>
              </a:spcAft>
              <a:buClr>
                <a:schemeClr val="accent1"/>
              </a:buClr>
              <a:buSzPct val="65000"/>
              <a:buFont typeface="Wingdings" pitchFamily="2" charset="2"/>
              <a:buChar char="n"/>
              <a:defRPr sz="2400" i="1" baseline="0">
                <a:solidFill>
                  <a:schemeClr val="tx1"/>
                </a:solidFill>
                <a:latin typeface="Tahoma" panose="020B0604030504040204" pitchFamily="34" charset="0"/>
                <a:ea typeface="ＭＳ Ｐゴシック" panose="020B0600070205080204" pitchFamily="34" charset="-128"/>
                <a:cs typeface="ＭＳ Ｐゴシック" charset="0"/>
              </a:defRPr>
            </a:lvl1pPr>
            <a:lvl2pPr marL="742950" indent="-285750" algn="l" rtl="0" eaLnBrk="0" fontAlgn="base" hangingPunct="0">
              <a:spcBef>
                <a:spcPct val="20000"/>
              </a:spcBef>
              <a:spcAft>
                <a:spcPct val="0"/>
              </a:spcAft>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lgn="l" rtl="0" eaLnBrk="0" fontAlgn="base" hangingPunct="0">
              <a:spcBef>
                <a:spcPct val="20000"/>
              </a:spcBef>
              <a:spcAft>
                <a:spcPct val="0"/>
              </a:spcAft>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lgn="l" rtl="0" eaLnBrk="0" fontAlgn="base" hangingPunct="0">
              <a:spcBef>
                <a:spcPct val="20000"/>
              </a:spcBef>
              <a:spcAft>
                <a:spcPct val="0"/>
              </a:spcAft>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lgn="l" rtl="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algn="l" rtl="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algn="l" rtl="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algn="l" rtl="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algn="l" rtl="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ts val="600"/>
              </a:spcAft>
              <a:buClrTx/>
              <a:buSzTx/>
              <a:buFontTx/>
              <a:buNone/>
              <a:tabLst/>
              <a:defRPr/>
            </a:pPr>
            <a:fld id="{04C23605-ED41-994F-A93A-EA98B2475F88}" type="slidenum">
              <a:rPr kumimoji="0" lang="en-US" altLang="en-US" sz="1600" b="0" i="0" u="none" strike="noStrike" kern="0" cap="none" spc="0" normalizeH="0" baseline="0" noProof="0" smtClean="0">
                <a:ln>
                  <a:noFill/>
                </a:ln>
                <a:solidFill>
                  <a:srgbClr val="000000"/>
                </a:solidFill>
                <a:effectLst/>
                <a:uLnTx/>
                <a:uFillTx/>
                <a:latin typeface="Garamond" panose="02020404030301010803" pitchFamily="18" charset="0"/>
                <a:ea typeface="ＭＳ Ｐゴシック" panose="020B0600070205080204" pitchFamily="34" charset="-128"/>
              </a:rPr>
              <a:pPr marL="0" marR="0" lvl="0" indent="0" algn="r" defTabSz="914400" rtl="0" eaLnBrk="1" fontAlgn="base" latinLnBrk="0" hangingPunct="1">
                <a:lnSpc>
                  <a:spcPct val="100000"/>
                </a:lnSpc>
                <a:spcBef>
                  <a:spcPct val="0"/>
                </a:spcBef>
                <a:spcAft>
                  <a:spcPts val="600"/>
                </a:spcAft>
                <a:buClrTx/>
                <a:buSzTx/>
                <a:buFontTx/>
                <a:buNone/>
                <a:tabLst/>
                <a:defRPr/>
              </a:pPr>
              <a:t>38</a:t>
            </a:fld>
            <a:endParaRPr kumimoji="0" lang="en-US" altLang="en-US" sz="1600" b="0" i="0" u="none" strike="noStrike" kern="0" cap="none" spc="0" normalizeH="0" baseline="0" noProof="0" dirty="0">
              <a:ln>
                <a:noFill/>
              </a:ln>
              <a:solidFill>
                <a:srgbClr val="000000"/>
              </a:solidFill>
              <a:effectLst/>
              <a:uLnTx/>
              <a:uFillTx/>
              <a:latin typeface="Garamond" panose="02020404030301010803" pitchFamily="18" charset="0"/>
              <a:ea typeface="ＭＳ Ｐゴシック" panose="020B0600070205080204" pitchFamily="34" charset="-128"/>
            </a:endParaRPr>
          </a:p>
        </p:txBody>
      </p:sp>
    </p:spTree>
    <p:extLst>
      <p:ext uri="{BB962C8B-B14F-4D97-AF65-F5344CB8AC3E}">
        <p14:creationId xmlns:p14="http://schemas.microsoft.com/office/powerpoint/2010/main" val="46547365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3" name="Rectangle 3"/>
          <p:cNvSpPr>
            <a:spLocks noGrp="1" noChangeArrowheads="1"/>
          </p:cNvSpPr>
          <p:nvPr>
            <p:ph type="title"/>
            <p:custDataLst>
              <p:tags r:id="rId2"/>
            </p:custDataLst>
          </p:nvPr>
        </p:nvSpPr>
        <p:spPr/>
        <p:txBody>
          <a:bodyPr/>
          <a:lstStyle/>
          <a:p>
            <a:r>
              <a:rPr lang="en-US" dirty="0"/>
              <a:t>N-Way Set Associative Cache</a:t>
            </a:r>
            <a:endParaRPr lang="en-US" dirty="0">
              <a:latin typeface="Consolas" pitchFamily="49" charset="0"/>
            </a:endParaRPr>
          </a:p>
        </p:txBody>
      </p:sp>
      <p:graphicFrame>
        <p:nvGraphicFramePr>
          <p:cNvPr id="74754" name="Object 2"/>
          <p:cNvGraphicFramePr>
            <a:graphicFrameLocks noGrp="1" noChangeAspect="1"/>
          </p:cNvGraphicFramePr>
          <p:nvPr>
            <p:ph idx="1"/>
            <p:custDataLst>
              <p:tags r:id="rId3"/>
            </p:custDataLst>
          </p:nvPr>
        </p:nvGraphicFramePr>
        <p:xfrm>
          <a:off x="614486" y="1066800"/>
          <a:ext cx="7843714" cy="5259388"/>
        </p:xfrm>
        <a:graphic>
          <a:graphicData uri="http://schemas.openxmlformats.org/presentationml/2006/ole">
            <mc:AlternateContent xmlns:mc="http://schemas.openxmlformats.org/markup-compatibility/2006">
              <mc:Choice xmlns:v="urn:schemas-microsoft-com:vml" Requires="v">
                <p:oleObj spid="_x0000_s8383" name="VISIO" r:id="rId6" imgW="3704844" imgH="2484120" progId="Visio.Drawing.6">
                  <p:embed/>
                </p:oleObj>
              </mc:Choice>
              <mc:Fallback>
                <p:oleObj name="VISIO" r:id="rId6" imgW="3704844" imgH="2484120" progId="Visio.Drawing.6">
                  <p:embed/>
                  <p:pic>
                    <p:nvPicPr>
                      <p:cNvPr id="74754" name="Object 2"/>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14486" y="1066800"/>
                        <a:ext cx="7843714" cy="5259388"/>
                      </a:xfrm>
                      <a:prstGeom prst="rect">
                        <a:avLst/>
                      </a:prstGeom>
                      <a:noFill/>
                      <a:ln>
                        <a:noFill/>
                      </a:ln>
                    </p:spPr>
                  </p:pic>
                </p:oleObj>
              </mc:Fallback>
            </mc:AlternateContent>
          </a:graphicData>
        </a:graphic>
      </p:graphicFrame>
      <p:sp>
        <p:nvSpPr>
          <p:cNvPr id="2" name="Slide Number Placeholder 1"/>
          <p:cNvSpPr>
            <a:spLocks noGrp="1"/>
          </p:cNvSpPr>
          <p:nvPr>
            <p:ph type="sldNum" sz="quarter" idx="11"/>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tabLst/>
              <a:defRPr/>
            </a:pPr>
            <a:fld id="{5492BC37-A118-A54F-AC4D-063C0DBF1266}" type="slidenum">
              <a:rPr kumimoji="0" lang="en-US" altLang="en-US" sz="1600" b="0" i="0" u="none" strike="noStrike" kern="1200" cap="none" spc="0" normalizeH="0" baseline="0" noProof="0" smtClean="0">
                <a:ln>
                  <a:noFill/>
                </a:ln>
                <a:solidFill>
                  <a:srgbClr val="000000"/>
                </a:solidFill>
                <a:effectLst/>
                <a:uLnTx/>
                <a:uFillTx/>
                <a:latin typeface="Garamond" charset="0"/>
                <a:ea typeface="ＭＳ Ｐゴシック" charset="-128"/>
                <a:cs typeface="+mn-cs"/>
              </a:rPr>
              <a:pPr marL="0" marR="0" lvl="0" indent="0" algn="r" defTabSz="914400" rtl="0" eaLnBrk="0" fontAlgn="base" latinLnBrk="0" hangingPunct="0">
                <a:lnSpc>
                  <a:spcPct val="100000"/>
                </a:lnSpc>
                <a:spcBef>
                  <a:spcPct val="0"/>
                </a:spcBef>
                <a:spcAft>
                  <a:spcPct val="0"/>
                </a:spcAft>
                <a:buClrTx/>
                <a:buSzTx/>
                <a:buFontTx/>
                <a:buNone/>
                <a:tabLst/>
                <a:defRPr/>
              </a:pPr>
              <a:t>39</a:t>
            </a:fld>
            <a:endParaRPr kumimoji="0" lang="en-US" altLang="en-US" sz="1600" b="0" i="0" u="none" strike="noStrike" kern="1200" cap="none" spc="0" normalizeH="0" baseline="0" noProof="0">
              <a:ln>
                <a:noFill/>
              </a:ln>
              <a:solidFill>
                <a:srgbClr val="000000"/>
              </a:solidFill>
              <a:effectLst/>
              <a:uLnTx/>
              <a:uFillTx/>
              <a:latin typeface="Garamond" charset="0"/>
              <a:ea typeface="ＭＳ Ｐゴシック" charset="-128"/>
              <a:cs typeface="+mn-cs"/>
            </a:endParaRPr>
          </a:p>
        </p:txBody>
      </p:sp>
    </p:spTree>
    <p:extLst>
      <p:ext uri="{BB962C8B-B14F-4D97-AF65-F5344CB8AC3E}">
        <p14:creationId xmlns:p14="http://schemas.microsoft.com/office/powerpoint/2010/main" val="434512322"/>
      </p:ext>
    </p:extLst>
  </p:cSld>
  <p:clrMapOvr>
    <a:masterClrMapping/>
  </p:clrMapOvr>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228600" y="0"/>
            <a:ext cx="8213725" cy="914400"/>
          </a:xfrm>
        </p:spPr>
        <p:txBody>
          <a:bodyPr anchor="ctr"/>
          <a:lstStyle/>
          <a:p>
            <a:r>
              <a:rPr lang="en-US" dirty="0">
                <a:latin typeface="Garamond" charset="0"/>
                <a:ea typeface="Garamond" charset="0"/>
                <a:cs typeface="Garamond" charset="0"/>
              </a:rPr>
              <a:t>N-way Set Associative Performance</a:t>
            </a:r>
            <a:endParaRPr lang="de-CH" dirty="0">
              <a:latin typeface="Garamond" charset="0"/>
              <a:ea typeface="Garamond" charset="0"/>
              <a:cs typeface="Garamond" charset="0"/>
            </a:endParaRPr>
          </a:p>
        </p:txBody>
      </p:sp>
      <p:sp>
        <p:nvSpPr>
          <p:cNvPr id="6" name="Content Placeholder 5"/>
          <p:cNvSpPr>
            <a:spLocks noGrp="1"/>
          </p:cNvSpPr>
          <p:nvPr>
            <p:ph idx="1"/>
          </p:nvPr>
        </p:nvSpPr>
        <p:spPr>
          <a:xfrm>
            <a:off x="675919" y="1219203"/>
            <a:ext cx="3870325" cy="2362200"/>
          </a:xfrm>
          <a:solidFill>
            <a:schemeClr val="accent1">
              <a:lumMod val="20000"/>
              <a:lumOff val="80000"/>
            </a:schemeClr>
          </a:solidFill>
          <a:ln>
            <a:solidFill>
              <a:schemeClr val="accent1"/>
            </a:solidFill>
          </a:ln>
        </p:spPr>
        <p:txBody>
          <a:bodyPr/>
          <a:lstStyle/>
          <a:p>
            <a:r>
              <a:rPr lang="de-CH" dirty="0">
                <a:solidFill>
                  <a:schemeClr val="bg2"/>
                </a:solidFill>
              </a:rPr>
              <a:t># MIPS </a:t>
            </a:r>
            <a:r>
              <a:rPr lang="de-CH" dirty="0" err="1">
                <a:solidFill>
                  <a:schemeClr val="bg2"/>
                </a:solidFill>
              </a:rPr>
              <a:t>assembly</a:t>
            </a:r>
            <a:r>
              <a:rPr lang="de-CH" dirty="0">
                <a:solidFill>
                  <a:schemeClr val="bg2"/>
                </a:solidFill>
              </a:rPr>
              <a:t> </a:t>
            </a:r>
            <a:r>
              <a:rPr lang="de-CH" dirty="0" err="1">
                <a:solidFill>
                  <a:schemeClr val="bg2"/>
                </a:solidFill>
              </a:rPr>
              <a:t>code</a:t>
            </a:r>
            <a:endParaRPr lang="de-CH" dirty="0">
              <a:solidFill>
                <a:schemeClr val="bg2"/>
              </a:solidFill>
            </a:endParaRPr>
          </a:p>
          <a:p>
            <a:endParaRPr lang="de-CH" dirty="0"/>
          </a:p>
          <a:p>
            <a:r>
              <a:rPr lang="de-CH" dirty="0"/>
              <a:t>     	</a:t>
            </a:r>
            <a:r>
              <a:rPr lang="de-CH" b="1" dirty="0" err="1"/>
              <a:t>addi</a:t>
            </a:r>
            <a:r>
              <a:rPr lang="de-CH" dirty="0"/>
              <a:t> $t0, $0, 5</a:t>
            </a:r>
          </a:p>
          <a:p>
            <a:r>
              <a:rPr lang="de-CH" dirty="0" err="1">
                <a:solidFill>
                  <a:srgbClr val="0432FF"/>
                </a:solidFill>
              </a:rPr>
              <a:t>loop</a:t>
            </a:r>
            <a:r>
              <a:rPr lang="de-CH" dirty="0"/>
              <a:t>: 	</a:t>
            </a:r>
            <a:r>
              <a:rPr lang="de-CH" b="1" dirty="0" err="1"/>
              <a:t>beq</a:t>
            </a:r>
            <a:r>
              <a:rPr lang="de-CH" dirty="0"/>
              <a:t>  $t0, $0, </a:t>
            </a:r>
            <a:r>
              <a:rPr lang="de-CH" dirty="0" err="1">
                <a:solidFill>
                  <a:srgbClr val="0432FF"/>
                </a:solidFill>
              </a:rPr>
              <a:t>done</a:t>
            </a:r>
            <a:endParaRPr lang="de-CH" dirty="0">
              <a:solidFill>
                <a:srgbClr val="0432FF"/>
              </a:solidFill>
            </a:endParaRPr>
          </a:p>
          <a:p>
            <a:r>
              <a:rPr lang="de-CH" dirty="0"/>
              <a:t>      	</a:t>
            </a:r>
            <a:r>
              <a:rPr lang="de-CH" b="1" dirty="0" err="1"/>
              <a:t>lw</a:t>
            </a:r>
            <a:r>
              <a:rPr lang="de-CH" dirty="0"/>
              <a:t>   $t1, 0x4($0)</a:t>
            </a:r>
          </a:p>
          <a:p>
            <a:r>
              <a:rPr lang="de-CH" dirty="0"/>
              <a:t>      	</a:t>
            </a:r>
            <a:r>
              <a:rPr lang="de-CH" b="1" dirty="0" err="1"/>
              <a:t>lw</a:t>
            </a:r>
            <a:r>
              <a:rPr lang="de-CH" dirty="0"/>
              <a:t>   $t2, 0x24($0)</a:t>
            </a:r>
          </a:p>
          <a:p>
            <a:r>
              <a:rPr lang="de-CH" dirty="0"/>
              <a:t>      	</a:t>
            </a:r>
            <a:r>
              <a:rPr lang="de-CH" b="1" dirty="0" err="1"/>
              <a:t>addi</a:t>
            </a:r>
            <a:r>
              <a:rPr lang="de-CH" dirty="0"/>
              <a:t> $t0, $t0, -1</a:t>
            </a:r>
          </a:p>
          <a:p>
            <a:r>
              <a:rPr lang="de-CH" dirty="0"/>
              <a:t>      	</a:t>
            </a:r>
            <a:r>
              <a:rPr lang="de-CH" b="1" dirty="0"/>
              <a:t>j</a:t>
            </a:r>
            <a:r>
              <a:rPr lang="de-CH" dirty="0"/>
              <a:t>    </a:t>
            </a:r>
            <a:r>
              <a:rPr lang="de-CH" dirty="0" err="1">
                <a:solidFill>
                  <a:srgbClr val="0432FF"/>
                </a:solidFill>
              </a:rPr>
              <a:t>loop</a:t>
            </a:r>
            <a:endParaRPr lang="de-CH" dirty="0">
              <a:solidFill>
                <a:srgbClr val="0432FF"/>
              </a:solidFill>
            </a:endParaRPr>
          </a:p>
          <a:p>
            <a:r>
              <a:rPr lang="de-CH" dirty="0" err="1">
                <a:solidFill>
                  <a:srgbClr val="0432FF"/>
                </a:solidFill>
              </a:rPr>
              <a:t>done</a:t>
            </a:r>
            <a:r>
              <a:rPr lang="de-CH" dirty="0"/>
              <a:t>:</a:t>
            </a:r>
          </a:p>
          <a:p>
            <a:endParaRPr lang="de-CH" dirty="0"/>
          </a:p>
          <a:p>
            <a:endParaRPr lang="de-CH" dirty="0"/>
          </a:p>
        </p:txBody>
      </p:sp>
      <p:graphicFrame>
        <p:nvGraphicFramePr>
          <p:cNvPr id="3" name="Content Placeholder 2"/>
          <p:cNvGraphicFramePr>
            <a:graphicFrameLocks noGrp="1" noChangeAspect="1"/>
          </p:cNvGraphicFramePr>
          <p:nvPr>
            <p:ph idx="10"/>
            <p:custDataLst>
              <p:tags r:id="rId2"/>
            </p:custDataLst>
          </p:nvPr>
        </p:nvGraphicFramePr>
        <p:xfrm>
          <a:off x="644169" y="3733802"/>
          <a:ext cx="7684978" cy="2488966"/>
        </p:xfrm>
        <a:graphic>
          <a:graphicData uri="http://schemas.openxmlformats.org/presentationml/2006/ole">
            <mc:AlternateContent xmlns:mc="http://schemas.openxmlformats.org/markup-compatibility/2006">
              <mc:Choice xmlns:v="urn:schemas-microsoft-com:vml" Requires="v">
                <p:oleObj spid="_x0000_s9407" name="VISIO" r:id="rId5" imgW="2574036" imgH="833628" progId="Visio.Drawing.6">
                  <p:embed/>
                </p:oleObj>
              </mc:Choice>
              <mc:Fallback>
                <p:oleObj name="VISIO" r:id="rId5" imgW="2574036" imgH="833628" progId="Visio.Drawing.6">
                  <p:embed/>
                  <p:pic>
                    <p:nvPicPr>
                      <p:cNvPr id="3" name="Content Placeholder 2"/>
                      <p:cNvPicPr>
                        <a:picLocks noGrp="1"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44169" y="3733802"/>
                        <a:ext cx="7684978" cy="2488966"/>
                      </a:xfrm>
                      <a:prstGeom prst="rect">
                        <a:avLst/>
                      </a:prstGeom>
                      <a:noFill/>
                      <a:ln>
                        <a:noFill/>
                      </a:ln>
                    </p:spPr>
                  </p:pic>
                </p:oleObj>
              </mc:Fallback>
            </mc:AlternateContent>
          </a:graphicData>
        </a:graphic>
      </p:graphicFrame>
      <p:sp>
        <p:nvSpPr>
          <p:cNvPr id="9" name="Text Placeholder 8"/>
          <p:cNvSpPr>
            <a:spLocks noGrp="1"/>
          </p:cNvSpPr>
          <p:nvPr>
            <p:ph type="body" sz="quarter" idx="11"/>
          </p:nvPr>
        </p:nvSpPr>
        <p:spPr>
          <a:xfrm>
            <a:off x="4740275" y="1219200"/>
            <a:ext cx="3870325" cy="2362201"/>
          </a:xfrm>
        </p:spPr>
        <p:txBody>
          <a:bodyPr/>
          <a:lstStyle/>
          <a:p>
            <a:pPr marL="342900" indent="-342900">
              <a:spcBef>
                <a:spcPct val="20000"/>
              </a:spcBef>
            </a:pPr>
            <a:r>
              <a:rPr lang="en-US" dirty="0">
                <a:solidFill>
                  <a:srgbClr val="0432FF"/>
                </a:solidFill>
                <a:cs typeface="Arial" pitchFamily="34" charset="0"/>
              </a:rPr>
              <a:t>Miss Rate =</a:t>
            </a:r>
          </a:p>
          <a:p>
            <a:endParaRPr lang="de-CH" dirty="0">
              <a:solidFill>
                <a:srgbClr val="0432FF"/>
              </a:solidFill>
            </a:endParaRPr>
          </a:p>
        </p:txBody>
      </p:sp>
      <p:sp>
        <p:nvSpPr>
          <p:cNvPr id="7" name="Slide Number Placeholder 3">
            <a:extLst>
              <a:ext uri="{FF2B5EF4-FFF2-40B4-BE49-F238E27FC236}">
                <a16:creationId xmlns:a16="http://schemas.microsoft.com/office/drawing/2014/main" id="{2AF1002A-17A7-B645-96CB-75917AEF4C7C}"/>
              </a:ext>
            </a:extLst>
          </p:cNvPr>
          <p:cNvSpPr txBox="1">
            <a:spLocks/>
          </p:cNvSpPr>
          <p:nvPr/>
        </p:nvSpPr>
        <p:spPr bwMode="auto">
          <a:xfrm>
            <a:off x="6777038" y="6318250"/>
            <a:ext cx="2133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lvl1pPr marL="0" indent="0" algn="l" rtl="0" eaLnBrk="0" fontAlgn="base" hangingPunct="0">
              <a:lnSpc>
                <a:spcPct val="100000"/>
              </a:lnSpc>
              <a:spcBef>
                <a:spcPct val="20000"/>
              </a:spcBef>
              <a:spcAft>
                <a:spcPts val="600"/>
              </a:spcAft>
              <a:buClr>
                <a:schemeClr val="accent1"/>
              </a:buClr>
              <a:buSzPct val="65000"/>
              <a:buFont typeface="Wingdings" pitchFamily="2" charset="2"/>
              <a:buChar char="n"/>
              <a:defRPr sz="2400" i="1" baseline="0">
                <a:solidFill>
                  <a:schemeClr val="tx1"/>
                </a:solidFill>
                <a:latin typeface="Tahoma" panose="020B0604030504040204" pitchFamily="34" charset="0"/>
                <a:ea typeface="ＭＳ Ｐゴシック" panose="020B0600070205080204" pitchFamily="34" charset="-128"/>
                <a:cs typeface="ＭＳ Ｐゴシック" charset="0"/>
              </a:defRPr>
            </a:lvl1pPr>
            <a:lvl2pPr marL="742950" indent="-285750" algn="l" rtl="0" eaLnBrk="0" fontAlgn="base" hangingPunct="0">
              <a:spcBef>
                <a:spcPct val="20000"/>
              </a:spcBef>
              <a:spcAft>
                <a:spcPct val="0"/>
              </a:spcAft>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lgn="l" rtl="0" eaLnBrk="0" fontAlgn="base" hangingPunct="0">
              <a:spcBef>
                <a:spcPct val="20000"/>
              </a:spcBef>
              <a:spcAft>
                <a:spcPct val="0"/>
              </a:spcAft>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lgn="l" rtl="0" eaLnBrk="0" fontAlgn="base" hangingPunct="0">
              <a:spcBef>
                <a:spcPct val="20000"/>
              </a:spcBef>
              <a:spcAft>
                <a:spcPct val="0"/>
              </a:spcAft>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lgn="l" rtl="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algn="l" rtl="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algn="l" rtl="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algn="l" rtl="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algn="l" rtl="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ts val="600"/>
              </a:spcAft>
              <a:buClrTx/>
              <a:buSzTx/>
              <a:buFontTx/>
              <a:buNone/>
              <a:tabLst/>
              <a:defRPr/>
            </a:pPr>
            <a:fld id="{04C23605-ED41-994F-A93A-EA98B2475F88}" type="slidenum">
              <a:rPr kumimoji="0" lang="en-US" altLang="en-US" sz="1600" b="0" i="0" u="none" strike="noStrike" kern="0" cap="none" spc="0" normalizeH="0" baseline="0" noProof="0" smtClean="0">
                <a:ln>
                  <a:noFill/>
                </a:ln>
                <a:solidFill>
                  <a:srgbClr val="000000"/>
                </a:solidFill>
                <a:effectLst/>
                <a:uLnTx/>
                <a:uFillTx/>
                <a:latin typeface="Garamond" panose="02020404030301010803" pitchFamily="18" charset="0"/>
                <a:ea typeface="ＭＳ Ｐゴシック" panose="020B0600070205080204" pitchFamily="34" charset="-128"/>
              </a:rPr>
              <a:pPr marL="0" marR="0" lvl="0" indent="0" algn="r" defTabSz="914400" rtl="0" eaLnBrk="1" fontAlgn="base" latinLnBrk="0" hangingPunct="1">
                <a:lnSpc>
                  <a:spcPct val="100000"/>
                </a:lnSpc>
                <a:spcBef>
                  <a:spcPct val="0"/>
                </a:spcBef>
                <a:spcAft>
                  <a:spcPts val="600"/>
                </a:spcAft>
                <a:buClrTx/>
                <a:buSzTx/>
                <a:buFontTx/>
                <a:buNone/>
                <a:tabLst/>
                <a:defRPr/>
              </a:pPr>
              <a:t>40</a:t>
            </a:fld>
            <a:endParaRPr kumimoji="0" lang="en-US" altLang="en-US" sz="1600" b="0" i="0" u="none" strike="noStrike" kern="0" cap="none" spc="0" normalizeH="0" baseline="0" noProof="0" dirty="0">
              <a:ln>
                <a:noFill/>
              </a:ln>
              <a:solidFill>
                <a:srgbClr val="000000"/>
              </a:solidFill>
              <a:effectLst/>
              <a:uLnTx/>
              <a:uFillTx/>
              <a:latin typeface="Garamond" panose="02020404030301010803" pitchFamily="18" charset="0"/>
              <a:ea typeface="ＭＳ Ｐゴシック" panose="020B0600070205080204" pitchFamily="34" charset="-128"/>
            </a:endParaRPr>
          </a:p>
        </p:txBody>
      </p:sp>
    </p:spTree>
    <p:extLst>
      <p:ext uri="{BB962C8B-B14F-4D97-AF65-F5344CB8AC3E}">
        <p14:creationId xmlns:p14="http://schemas.microsoft.com/office/powerpoint/2010/main" val="153481890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228600" y="0"/>
            <a:ext cx="8213725" cy="914400"/>
          </a:xfrm>
        </p:spPr>
        <p:txBody>
          <a:bodyPr anchor="ctr"/>
          <a:lstStyle/>
          <a:p>
            <a:r>
              <a:rPr lang="en-US" dirty="0">
                <a:latin typeface="Garamond" charset="0"/>
                <a:ea typeface="Garamond" charset="0"/>
                <a:cs typeface="Garamond" charset="0"/>
              </a:rPr>
              <a:t>N-way Set Associative Performance</a:t>
            </a:r>
            <a:endParaRPr lang="de-CH" dirty="0">
              <a:latin typeface="Garamond" charset="0"/>
              <a:ea typeface="Garamond" charset="0"/>
              <a:cs typeface="Garamond" charset="0"/>
            </a:endParaRPr>
          </a:p>
        </p:txBody>
      </p:sp>
      <p:sp>
        <p:nvSpPr>
          <p:cNvPr id="6" name="Content Placeholder 5"/>
          <p:cNvSpPr>
            <a:spLocks noGrp="1"/>
          </p:cNvSpPr>
          <p:nvPr>
            <p:ph idx="1"/>
          </p:nvPr>
        </p:nvSpPr>
        <p:spPr>
          <a:xfrm>
            <a:off x="675919" y="1219203"/>
            <a:ext cx="3870325" cy="2362200"/>
          </a:xfrm>
          <a:solidFill>
            <a:schemeClr val="accent1">
              <a:lumMod val="20000"/>
              <a:lumOff val="80000"/>
            </a:schemeClr>
          </a:solidFill>
          <a:ln>
            <a:solidFill>
              <a:schemeClr val="accent1"/>
            </a:solidFill>
          </a:ln>
        </p:spPr>
        <p:txBody>
          <a:bodyPr/>
          <a:lstStyle/>
          <a:p>
            <a:r>
              <a:rPr lang="de-CH" dirty="0">
                <a:solidFill>
                  <a:schemeClr val="bg2"/>
                </a:solidFill>
              </a:rPr>
              <a:t># MIPS </a:t>
            </a:r>
            <a:r>
              <a:rPr lang="de-CH" dirty="0" err="1">
                <a:solidFill>
                  <a:schemeClr val="bg2"/>
                </a:solidFill>
              </a:rPr>
              <a:t>assembly</a:t>
            </a:r>
            <a:r>
              <a:rPr lang="de-CH" dirty="0">
                <a:solidFill>
                  <a:schemeClr val="bg2"/>
                </a:solidFill>
              </a:rPr>
              <a:t> </a:t>
            </a:r>
            <a:r>
              <a:rPr lang="de-CH" dirty="0" err="1">
                <a:solidFill>
                  <a:schemeClr val="bg2"/>
                </a:solidFill>
              </a:rPr>
              <a:t>code</a:t>
            </a:r>
            <a:endParaRPr lang="de-CH" dirty="0">
              <a:solidFill>
                <a:schemeClr val="bg2"/>
              </a:solidFill>
            </a:endParaRPr>
          </a:p>
          <a:p>
            <a:endParaRPr lang="de-CH" dirty="0"/>
          </a:p>
          <a:p>
            <a:r>
              <a:rPr lang="de-CH" dirty="0">
                <a:solidFill>
                  <a:schemeClr val="tx2"/>
                </a:solidFill>
              </a:rPr>
              <a:t>     	</a:t>
            </a:r>
            <a:r>
              <a:rPr lang="de-CH" b="1" dirty="0" err="1">
                <a:solidFill>
                  <a:schemeClr val="tx2"/>
                </a:solidFill>
              </a:rPr>
              <a:t>addi</a:t>
            </a:r>
            <a:r>
              <a:rPr lang="de-CH" dirty="0">
                <a:solidFill>
                  <a:schemeClr val="tx2"/>
                </a:solidFill>
              </a:rPr>
              <a:t> $t0, $0, 5</a:t>
            </a:r>
          </a:p>
          <a:p>
            <a:r>
              <a:rPr lang="de-CH" dirty="0" err="1">
                <a:solidFill>
                  <a:schemeClr val="tx2"/>
                </a:solidFill>
              </a:rPr>
              <a:t>loop</a:t>
            </a:r>
            <a:r>
              <a:rPr lang="de-CH" dirty="0">
                <a:solidFill>
                  <a:schemeClr val="tx2"/>
                </a:solidFill>
              </a:rPr>
              <a:t>: 	</a:t>
            </a:r>
            <a:r>
              <a:rPr lang="de-CH" b="1" dirty="0" err="1">
                <a:solidFill>
                  <a:schemeClr val="tx2"/>
                </a:solidFill>
              </a:rPr>
              <a:t>beq</a:t>
            </a:r>
            <a:r>
              <a:rPr lang="de-CH" dirty="0">
                <a:solidFill>
                  <a:schemeClr val="tx2"/>
                </a:solidFill>
              </a:rPr>
              <a:t>  $t0, $0, </a:t>
            </a:r>
            <a:r>
              <a:rPr lang="de-CH" dirty="0" err="1">
                <a:solidFill>
                  <a:schemeClr val="tx2"/>
                </a:solidFill>
              </a:rPr>
              <a:t>done</a:t>
            </a:r>
            <a:endParaRPr lang="de-CH" dirty="0">
              <a:solidFill>
                <a:schemeClr val="tx2"/>
              </a:solidFill>
            </a:endParaRPr>
          </a:p>
          <a:p>
            <a:r>
              <a:rPr lang="de-CH" dirty="0">
                <a:solidFill>
                  <a:schemeClr val="tx2"/>
                </a:solidFill>
              </a:rPr>
              <a:t>      	</a:t>
            </a:r>
            <a:r>
              <a:rPr lang="de-CH" b="1" dirty="0" err="1">
                <a:solidFill>
                  <a:schemeClr val="tx2"/>
                </a:solidFill>
              </a:rPr>
              <a:t>lw</a:t>
            </a:r>
            <a:r>
              <a:rPr lang="de-CH" dirty="0">
                <a:solidFill>
                  <a:schemeClr val="tx2"/>
                </a:solidFill>
              </a:rPr>
              <a:t>   $t1, 0x4($0)</a:t>
            </a:r>
          </a:p>
          <a:p>
            <a:r>
              <a:rPr lang="de-CH" dirty="0">
                <a:solidFill>
                  <a:schemeClr val="tx2"/>
                </a:solidFill>
              </a:rPr>
              <a:t>      	</a:t>
            </a:r>
            <a:r>
              <a:rPr lang="de-CH" b="1" dirty="0" err="1">
                <a:solidFill>
                  <a:schemeClr val="tx2"/>
                </a:solidFill>
              </a:rPr>
              <a:t>lw</a:t>
            </a:r>
            <a:r>
              <a:rPr lang="de-CH" dirty="0">
                <a:solidFill>
                  <a:schemeClr val="tx2"/>
                </a:solidFill>
              </a:rPr>
              <a:t>   $t2, 0x24($0)</a:t>
            </a:r>
          </a:p>
          <a:p>
            <a:r>
              <a:rPr lang="de-CH" dirty="0">
                <a:solidFill>
                  <a:schemeClr val="tx2"/>
                </a:solidFill>
              </a:rPr>
              <a:t>      	</a:t>
            </a:r>
            <a:r>
              <a:rPr lang="de-CH" b="1" dirty="0" err="1">
                <a:solidFill>
                  <a:schemeClr val="tx2"/>
                </a:solidFill>
              </a:rPr>
              <a:t>addi</a:t>
            </a:r>
            <a:r>
              <a:rPr lang="de-CH" dirty="0">
                <a:solidFill>
                  <a:schemeClr val="tx2"/>
                </a:solidFill>
              </a:rPr>
              <a:t> $t0, $t0, -1</a:t>
            </a:r>
          </a:p>
          <a:p>
            <a:r>
              <a:rPr lang="de-CH" dirty="0">
                <a:solidFill>
                  <a:schemeClr val="tx2"/>
                </a:solidFill>
              </a:rPr>
              <a:t>      	</a:t>
            </a:r>
            <a:r>
              <a:rPr lang="de-CH" b="1" dirty="0">
                <a:solidFill>
                  <a:schemeClr val="tx2"/>
                </a:solidFill>
              </a:rPr>
              <a:t>j</a:t>
            </a:r>
            <a:r>
              <a:rPr lang="de-CH" dirty="0">
                <a:solidFill>
                  <a:schemeClr val="tx2"/>
                </a:solidFill>
              </a:rPr>
              <a:t>    </a:t>
            </a:r>
            <a:r>
              <a:rPr lang="de-CH" dirty="0" err="1">
                <a:solidFill>
                  <a:schemeClr val="tx2"/>
                </a:solidFill>
              </a:rPr>
              <a:t>loop</a:t>
            </a:r>
            <a:endParaRPr lang="de-CH" dirty="0">
              <a:solidFill>
                <a:schemeClr val="tx2"/>
              </a:solidFill>
            </a:endParaRPr>
          </a:p>
          <a:p>
            <a:r>
              <a:rPr lang="de-CH" dirty="0" err="1">
                <a:solidFill>
                  <a:schemeClr val="tx2"/>
                </a:solidFill>
              </a:rPr>
              <a:t>done</a:t>
            </a:r>
            <a:r>
              <a:rPr lang="de-CH" dirty="0">
                <a:solidFill>
                  <a:schemeClr val="tx2"/>
                </a:solidFill>
              </a:rPr>
              <a:t>:</a:t>
            </a:r>
          </a:p>
          <a:p>
            <a:endParaRPr lang="de-CH" dirty="0"/>
          </a:p>
          <a:p>
            <a:endParaRPr lang="de-CH" dirty="0"/>
          </a:p>
        </p:txBody>
      </p:sp>
      <p:sp>
        <p:nvSpPr>
          <p:cNvPr id="9" name="Text Placeholder 8"/>
          <p:cNvSpPr>
            <a:spLocks noGrp="1"/>
          </p:cNvSpPr>
          <p:nvPr>
            <p:ph type="body" sz="quarter" idx="11"/>
          </p:nvPr>
        </p:nvSpPr>
        <p:spPr>
          <a:xfrm>
            <a:off x="4740275" y="1219200"/>
            <a:ext cx="3870325" cy="2362201"/>
          </a:xfrm>
        </p:spPr>
        <p:txBody>
          <a:bodyPr/>
          <a:lstStyle/>
          <a:p>
            <a:pPr marL="342900" indent="-342900">
              <a:spcBef>
                <a:spcPct val="20000"/>
              </a:spcBef>
            </a:pPr>
            <a:r>
              <a:rPr lang="en-US" dirty="0">
                <a:solidFill>
                  <a:srgbClr val="0432FF"/>
                </a:solidFill>
                <a:cs typeface="Arial" pitchFamily="34" charset="0"/>
              </a:rPr>
              <a:t>Miss Rate = 2/10 </a:t>
            </a:r>
          </a:p>
          <a:p>
            <a:pPr marL="342900" indent="-342900">
              <a:spcBef>
                <a:spcPct val="20000"/>
              </a:spcBef>
            </a:pPr>
            <a:r>
              <a:rPr lang="en-US" dirty="0">
                <a:solidFill>
                  <a:srgbClr val="0432FF"/>
                </a:solidFill>
                <a:cs typeface="Arial" pitchFamily="34" charset="0"/>
              </a:rPr>
              <a:t>		      = 20%</a:t>
            </a:r>
          </a:p>
          <a:p>
            <a:pPr>
              <a:spcBef>
                <a:spcPct val="20000"/>
              </a:spcBef>
            </a:pPr>
            <a:r>
              <a:rPr lang="en-US" i="0" dirty="0">
                <a:solidFill>
                  <a:schemeClr val="tx1"/>
                </a:solidFill>
                <a:cs typeface="Arial" pitchFamily="34" charset="0"/>
              </a:rPr>
              <a:t>Associativity reduces conflict misses</a:t>
            </a:r>
          </a:p>
          <a:p>
            <a:pPr marL="342900" indent="-342900">
              <a:spcBef>
                <a:spcPct val="20000"/>
              </a:spcBef>
            </a:pPr>
            <a:endParaRPr lang="en-US" dirty="0">
              <a:solidFill>
                <a:schemeClr val="accent2"/>
              </a:solidFill>
              <a:cs typeface="Arial" pitchFamily="34" charset="0"/>
            </a:endParaRPr>
          </a:p>
          <a:p>
            <a:endParaRPr lang="de-CH" dirty="0"/>
          </a:p>
        </p:txBody>
      </p:sp>
      <p:graphicFrame>
        <p:nvGraphicFramePr>
          <p:cNvPr id="7" name="Content Placeholder 2"/>
          <p:cNvGraphicFramePr>
            <a:graphicFrameLocks noGrp="1" noChangeAspect="1"/>
          </p:cNvGraphicFramePr>
          <p:nvPr>
            <p:ph idx="10"/>
            <p:custDataLst>
              <p:tags r:id="rId2"/>
            </p:custDataLst>
          </p:nvPr>
        </p:nvGraphicFramePr>
        <p:xfrm>
          <a:off x="644169" y="3733802"/>
          <a:ext cx="7684978" cy="2488966"/>
        </p:xfrm>
        <a:graphic>
          <a:graphicData uri="http://schemas.openxmlformats.org/presentationml/2006/ole">
            <mc:AlternateContent xmlns:mc="http://schemas.openxmlformats.org/markup-compatibility/2006">
              <mc:Choice xmlns:v="urn:schemas-microsoft-com:vml" Requires="v">
                <p:oleObj spid="_x0000_s10431" name="VISIO" r:id="rId4" imgW="2574036" imgH="833628" progId="Visio.Drawing.6">
                  <p:embed/>
                </p:oleObj>
              </mc:Choice>
              <mc:Fallback>
                <p:oleObj name="VISIO" r:id="rId4" imgW="2574036" imgH="833628" progId="Visio.Drawing.6">
                  <p:embed/>
                  <p:pic>
                    <p:nvPicPr>
                      <p:cNvPr id="7" name="Content Placeholder 2"/>
                      <p:cNvPicPr>
                        <a:picLocks noGrp="1"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44169" y="3733802"/>
                        <a:ext cx="7684978" cy="2488966"/>
                      </a:xfrm>
                      <a:prstGeom prst="rect">
                        <a:avLst/>
                      </a:prstGeom>
                      <a:noFill/>
                      <a:ln>
                        <a:noFill/>
                      </a:ln>
                    </p:spPr>
                  </p:pic>
                </p:oleObj>
              </mc:Fallback>
            </mc:AlternateContent>
          </a:graphicData>
        </a:graphic>
      </p:graphicFrame>
      <p:sp>
        <p:nvSpPr>
          <p:cNvPr id="8" name="Slide Number Placeholder 3">
            <a:extLst>
              <a:ext uri="{FF2B5EF4-FFF2-40B4-BE49-F238E27FC236}">
                <a16:creationId xmlns:a16="http://schemas.microsoft.com/office/drawing/2014/main" id="{2AF1002A-17A7-B645-96CB-75917AEF4C7C}"/>
              </a:ext>
            </a:extLst>
          </p:cNvPr>
          <p:cNvSpPr txBox="1">
            <a:spLocks/>
          </p:cNvSpPr>
          <p:nvPr/>
        </p:nvSpPr>
        <p:spPr bwMode="auto">
          <a:xfrm>
            <a:off x="6777038" y="6318250"/>
            <a:ext cx="2133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lvl1pPr marL="0" indent="0" algn="l" rtl="0" eaLnBrk="0" fontAlgn="base" hangingPunct="0">
              <a:lnSpc>
                <a:spcPct val="100000"/>
              </a:lnSpc>
              <a:spcBef>
                <a:spcPct val="20000"/>
              </a:spcBef>
              <a:spcAft>
                <a:spcPts val="600"/>
              </a:spcAft>
              <a:buClr>
                <a:schemeClr val="accent1"/>
              </a:buClr>
              <a:buSzPct val="65000"/>
              <a:buFont typeface="Wingdings" pitchFamily="2" charset="2"/>
              <a:buChar char="n"/>
              <a:defRPr sz="2400" i="1" baseline="0">
                <a:solidFill>
                  <a:schemeClr val="tx1"/>
                </a:solidFill>
                <a:latin typeface="Tahoma" panose="020B0604030504040204" pitchFamily="34" charset="0"/>
                <a:ea typeface="ＭＳ Ｐゴシック" panose="020B0600070205080204" pitchFamily="34" charset="-128"/>
                <a:cs typeface="ＭＳ Ｐゴシック" charset="0"/>
              </a:defRPr>
            </a:lvl1pPr>
            <a:lvl2pPr marL="742950" indent="-285750" algn="l" rtl="0" eaLnBrk="0" fontAlgn="base" hangingPunct="0">
              <a:spcBef>
                <a:spcPct val="20000"/>
              </a:spcBef>
              <a:spcAft>
                <a:spcPct val="0"/>
              </a:spcAft>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lgn="l" rtl="0" eaLnBrk="0" fontAlgn="base" hangingPunct="0">
              <a:spcBef>
                <a:spcPct val="20000"/>
              </a:spcBef>
              <a:spcAft>
                <a:spcPct val="0"/>
              </a:spcAft>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lgn="l" rtl="0" eaLnBrk="0" fontAlgn="base" hangingPunct="0">
              <a:spcBef>
                <a:spcPct val="20000"/>
              </a:spcBef>
              <a:spcAft>
                <a:spcPct val="0"/>
              </a:spcAft>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lgn="l" rtl="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algn="l" rtl="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algn="l" rtl="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algn="l" rtl="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algn="l" rtl="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ts val="600"/>
              </a:spcAft>
              <a:buClrTx/>
              <a:buSzTx/>
              <a:buFontTx/>
              <a:buNone/>
              <a:tabLst/>
              <a:defRPr/>
            </a:pPr>
            <a:fld id="{04C23605-ED41-994F-A93A-EA98B2475F88}" type="slidenum">
              <a:rPr kumimoji="0" lang="en-US" altLang="en-US" sz="1600" b="0" i="0" u="none" strike="noStrike" kern="0" cap="none" spc="0" normalizeH="0" baseline="0" noProof="0" smtClean="0">
                <a:ln>
                  <a:noFill/>
                </a:ln>
                <a:solidFill>
                  <a:srgbClr val="000000"/>
                </a:solidFill>
                <a:effectLst/>
                <a:uLnTx/>
                <a:uFillTx/>
                <a:latin typeface="Garamond" panose="02020404030301010803" pitchFamily="18" charset="0"/>
                <a:ea typeface="ＭＳ Ｐゴシック" panose="020B0600070205080204" pitchFamily="34" charset="-128"/>
              </a:rPr>
              <a:pPr marL="0" marR="0" lvl="0" indent="0" algn="r" defTabSz="914400" rtl="0" eaLnBrk="1" fontAlgn="base" latinLnBrk="0" hangingPunct="1">
                <a:lnSpc>
                  <a:spcPct val="100000"/>
                </a:lnSpc>
                <a:spcBef>
                  <a:spcPct val="0"/>
                </a:spcBef>
                <a:spcAft>
                  <a:spcPts val="600"/>
                </a:spcAft>
                <a:buClrTx/>
                <a:buSzTx/>
                <a:buFontTx/>
                <a:buNone/>
                <a:tabLst/>
                <a:defRPr/>
              </a:pPr>
              <a:t>41</a:t>
            </a:fld>
            <a:endParaRPr kumimoji="0" lang="en-US" altLang="en-US" sz="1600" b="0" i="0" u="none" strike="noStrike" kern="0" cap="none" spc="0" normalizeH="0" baseline="0" noProof="0" dirty="0">
              <a:ln>
                <a:noFill/>
              </a:ln>
              <a:solidFill>
                <a:srgbClr val="000000"/>
              </a:solidFill>
              <a:effectLst/>
              <a:uLnTx/>
              <a:uFillTx/>
              <a:latin typeface="Garamond" panose="02020404030301010803" pitchFamily="18" charset="0"/>
              <a:ea typeface="ＭＳ Ｐゴシック" panose="020B0600070205080204" pitchFamily="34" charset="-128"/>
            </a:endParaRPr>
          </a:p>
        </p:txBody>
      </p:sp>
    </p:spTree>
    <p:extLst>
      <p:ext uri="{BB962C8B-B14F-4D97-AF65-F5344CB8AC3E}">
        <p14:creationId xmlns:p14="http://schemas.microsoft.com/office/powerpoint/2010/main" val="339823459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7569" name="Title 1">
            <a:extLst>
              <a:ext uri="{FF2B5EF4-FFF2-40B4-BE49-F238E27FC236}">
                <a16:creationId xmlns:a16="http://schemas.microsoft.com/office/drawing/2014/main" id="{E58BA011-5A98-2A4D-B746-9896BCC90F1F}"/>
              </a:ext>
            </a:extLst>
          </p:cNvPr>
          <p:cNvSpPr>
            <a:spLocks noGrp="1" noChangeArrowheads="1"/>
          </p:cNvSpPr>
          <p:nvPr>
            <p:ph type="title"/>
          </p:nvPr>
        </p:nvSpPr>
        <p:spPr/>
        <p:txBody>
          <a:bodyPr/>
          <a:lstStyle/>
          <a:p>
            <a:r>
              <a:rPr lang="en-US" altLang="en-US">
                <a:ea typeface="ＭＳ Ｐゴシック" panose="020B0600070205080204" pitchFamily="34" charset="-128"/>
              </a:rPr>
              <a:t>Cache Size</a:t>
            </a:r>
          </a:p>
        </p:txBody>
      </p:sp>
      <p:sp>
        <p:nvSpPr>
          <p:cNvPr id="14339" name="Content Placeholder 2">
            <a:extLst>
              <a:ext uri="{FF2B5EF4-FFF2-40B4-BE49-F238E27FC236}">
                <a16:creationId xmlns:a16="http://schemas.microsoft.com/office/drawing/2014/main" id="{B523A32A-9C69-E649-85CE-8691E4D7B80D}"/>
              </a:ext>
            </a:extLst>
          </p:cNvPr>
          <p:cNvSpPr>
            <a:spLocks noGrp="1" noChangeArrowheads="1"/>
          </p:cNvSpPr>
          <p:nvPr>
            <p:ph idx="1"/>
          </p:nvPr>
        </p:nvSpPr>
        <p:spPr>
          <a:xfrm>
            <a:off x="228600" y="996950"/>
            <a:ext cx="8839200" cy="5480050"/>
          </a:xfrm>
        </p:spPr>
        <p:txBody>
          <a:bodyPr/>
          <a:lstStyle/>
          <a:p>
            <a:r>
              <a:rPr lang="en-US" altLang="en-US" dirty="0">
                <a:ea typeface="ＭＳ Ｐゴシック" panose="020B0600070205080204" pitchFamily="34" charset="-128"/>
              </a:rPr>
              <a:t>Cache size: total data (not including tag) capacity</a:t>
            </a:r>
          </a:p>
          <a:p>
            <a:pPr lvl="1"/>
            <a:r>
              <a:rPr lang="en-US" altLang="en-US" dirty="0">
                <a:ea typeface="ＭＳ Ｐゴシック" panose="020B0600070205080204" pitchFamily="34" charset="-128"/>
              </a:rPr>
              <a:t> bigger can exploit temporal locality better</a:t>
            </a:r>
          </a:p>
          <a:p>
            <a:pPr lvl="1"/>
            <a:r>
              <a:rPr lang="en-US" altLang="en-US" dirty="0">
                <a:ea typeface="ＭＳ Ｐゴシック" panose="020B0600070205080204" pitchFamily="34" charset="-128"/>
              </a:rPr>
              <a:t> not ALWAYS better</a:t>
            </a:r>
          </a:p>
          <a:p>
            <a:r>
              <a:rPr lang="en-US" altLang="en-US" dirty="0">
                <a:solidFill>
                  <a:srgbClr val="FF0000"/>
                </a:solidFill>
                <a:ea typeface="ＭＳ Ｐゴシック" panose="020B0600070205080204" pitchFamily="34" charset="-128"/>
              </a:rPr>
              <a:t>Too large </a:t>
            </a:r>
            <a:r>
              <a:rPr lang="en-US" altLang="en-US" dirty="0">
                <a:ea typeface="ＭＳ Ｐゴシック" panose="020B0600070205080204" pitchFamily="34" charset="-128"/>
              </a:rPr>
              <a:t>a cache adversely affects hit and miss latency</a:t>
            </a:r>
          </a:p>
          <a:p>
            <a:pPr lvl="1"/>
            <a:r>
              <a:rPr lang="en-US" altLang="en-US" dirty="0">
                <a:ea typeface="ＭＳ Ｐゴシック" panose="020B0600070205080204" pitchFamily="34" charset="-128"/>
              </a:rPr>
              <a:t> smaller is faster =&gt; bigger is slower</a:t>
            </a:r>
          </a:p>
          <a:p>
            <a:pPr lvl="1"/>
            <a:r>
              <a:rPr lang="en-US" altLang="en-US" dirty="0">
                <a:ea typeface="ＭＳ Ｐゴシック" panose="020B0600070205080204" pitchFamily="34" charset="-128"/>
              </a:rPr>
              <a:t> access time may degrade critical path</a:t>
            </a:r>
          </a:p>
          <a:p>
            <a:r>
              <a:rPr lang="en-US" altLang="en-US" dirty="0">
                <a:solidFill>
                  <a:srgbClr val="FF0000"/>
                </a:solidFill>
                <a:ea typeface="ＭＳ Ｐゴシック" panose="020B0600070205080204" pitchFamily="34" charset="-128"/>
              </a:rPr>
              <a:t>Too small </a:t>
            </a:r>
            <a:r>
              <a:rPr lang="en-US" altLang="en-US" dirty="0">
                <a:ea typeface="ＭＳ Ｐゴシック" panose="020B0600070205080204" pitchFamily="34" charset="-128"/>
              </a:rPr>
              <a:t>a cache</a:t>
            </a:r>
          </a:p>
          <a:p>
            <a:pPr lvl="1"/>
            <a:r>
              <a:rPr lang="en-US" altLang="en-US" dirty="0">
                <a:ea typeface="ＭＳ Ｐゴシック" panose="020B0600070205080204" pitchFamily="34" charset="-128"/>
              </a:rPr>
              <a:t> doesn’t</a:t>
            </a:r>
            <a:r>
              <a:rPr lang="en-US" altLang="ja-JP" dirty="0">
                <a:ea typeface="ＭＳ Ｐゴシック" panose="020B0600070205080204" pitchFamily="34" charset="-128"/>
              </a:rPr>
              <a:t> exploit temporal locality well</a:t>
            </a:r>
          </a:p>
          <a:p>
            <a:pPr lvl="1"/>
            <a:r>
              <a:rPr lang="en-US" altLang="en-US" dirty="0">
                <a:ea typeface="ＭＳ Ｐゴシック" panose="020B0600070205080204" pitchFamily="34" charset="-128"/>
              </a:rPr>
              <a:t> useful data replaced often</a:t>
            </a:r>
          </a:p>
          <a:p>
            <a:pPr lvl="1"/>
            <a:endParaRPr lang="en-US" altLang="en-US" dirty="0">
              <a:ea typeface="ＭＳ Ｐゴシック" panose="020B0600070205080204" pitchFamily="34" charset="-128"/>
            </a:endParaRPr>
          </a:p>
          <a:p>
            <a:r>
              <a:rPr lang="en-US" altLang="en-US" dirty="0">
                <a:solidFill>
                  <a:srgbClr val="0000FF"/>
                </a:solidFill>
                <a:ea typeface="ＭＳ Ｐゴシック" panose="020B0600070205080204" pitchFamily="34" charset="-128"/>
              </a:rPr>
              <a:t>Working set</a:t>
            </a:r>
            <a:r>
              <a:rPr lang="en-US" altLang="en-US" dirty="0">
                <a:ea typeface="ＭＳ Ｐゴシック" panose="020B0600070205080204" pitchFamily="34" charset="-128"/>
              </a:rPr>
              <a:t>: the whole set of data                                                    the executing application references </a:t>
            </a:r>
          </a:p>
          <a:p>
            <a:pPr lvl="1"/>
            <a:r>
              <a:rPr lang="en-US" altLang="en-US" dirty="0">
                <a:ea typeface="ＭＳ Ｐゴシック" panose="020B0600070205080204" pitchFamily="34" charset="-128"/>
              </a:rPr>
              <a:t>Within a time interval </a:t>
            </a:r>
          </a:p>
        </p:txBody>
      </p:sp>
      <p:sp>
        <p:nvSpPr>
          <p:cNvPr id="237571" name="Slide Number Placeholder 3">
            <a:extLst>
              <a:ext uri="{FF2B5EF4-FFF2-40B4-BE49-F238E27FC236}">
                <a16:creationId xmlns:a16="http://schemas.microsoft.com/office/drawing/2014/main" id="{5D1F0486-1F36-2247-8EAB-B39AD7E46C17}"/>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A01435A0-8973-A84E-895F-DB1B7E461781}" type="slidenum">
              <a:rPr kumimoji="0" lang="en-US" altLang="en-US" sz="1600" b="0" i="0" u="none" strike="noStrike" kern="1200" cap="none" spc="0" normalizeH="0" baseline="0" noProof="0" smtClean="0">
                <a:ln>
                  <a:noFill/>
                </a:ln>
                <a:solidFill>
                  <a:srgbClr val="000000"/>
                </a:solidFill>
                <a:effectLst/>
                <a:uLnTx/>
                <a:uFillTx/>
                <a:latin typeface="Garamond" panose="02020404030301010803" pitchFamily="18" charset="0"/>
                <a:ea typeface="ＭＳ Ｐゴシック" panose="020B0600070205080204" pitchFamily="34" charset="-128"/>
                <a:cs typeface="+mn-cs"/>
              </a:rPr>
              <a:pPr marL="0" marR="0" lvl="0" indent="0" algn="r" defTabSz="914400" rtl="0" eaLnBrk="1" fontAlgn="base" latinLnBrk="0" hangingPunct="1">
                <a:lnSpc>
                  <a:spcPct val="100000"/>
                </a:lnSpc>
                <a:spcBef>
                  <a:spcPct val="0"/>
                </a:spcBef>
                <a:spcAft>
                  <a:spcPct val="0"/>
                </a:spcAft>
                <a:buClrTx/>
                <a:buSzTx/>
                <a:buFontTx/>
                <a:buNone/>
                <a:tabLst/>
                <a:defRPr/>
              </a:pPr>
              <a:t>42</a:t>
            </a:fld>
            <a:endParaRPr kumimoji="0" lang="en-US" altLang="en-US" sz="1600" b="0" i="0" u="none" strike="noStrike" kern="1200" cap="none" spc="0" normalizeH="0" baseline="0" noProof="0">
              <a:ln>
                <a:noFill/>
              </a:ln>
              <a:solidFill>
                <a:srgbClr val="000000"/>
              </a:solidFill>
              <a:effectLst/>
              <a:uLnTx/>
              <a:uFillTx/>
              <a:latin typeface="Garamond" panose="02020404030301010803" pitchFamily="18" charset="0"/>
              <a:ea typeface="ＭＳ Ｐゴシック" panose="020B0600070205080204" pitchFamily="34" charset="-128"/>
              <a:cs typeface="+mn-cs"/>
            </a:endParaRPr>
          </a:p>
        </p:txBody>
      </p:sp>
      <p:sp>
        <p:nvSpPr>
          <p:cNvPr id="237572" name="Freeform 4">
            <a:extLst>
              <a:ext uri="{FF2B5EF4-FFF2-40B4-BE49-F238E27FC236}">
                <a16:creationId xmlns:a16="http://schemas.microsoft.com/office/drawing/2014/main" id="{BFC1F869-AB86-DD4A-AF97-6DA212C5E1B7}"/>
              </a:ext>
            </a:extLst>
          </p:cNvPr>
          <p:cNvSpPr>
            <a:spLocks/>
          </p:cNvSpPr>
          <p:nvPr/>
        </p:nvSpPr>
        <p:spPr bwMode="auto">
          <a:xfrm>
            <a:off x="5791200" y="3657600"/>
            <a:ext cx="3048000" cy="2286000"/>
          </a:xfrm>
          <a:custGeom>
            <a:avLst/>
            <a:gdLst>
              <a:gd name="T0" fmla="*/ 0 w 1920"/>
              <a:gd name="T1" fmla="*/ 0 h 1440"/>
              <a:gd name="T2" fmla="*/ 0 w 1920"/>
              <a:gd name="T3" fmla="*/ 2147483646 h 1440"/>
              <a:gd name="T4" fmla="*/ 2147483646 w 1920"/>
              <a:gd name="T5" fmla="*/ 2147483646 h 1440"/>
              <a:gd name="T6" fmla="*/ 0 60000 65536"/>
              <a:gd name="T7" fmla="*/ 0 60000 65536"/>
              <a:gd name="T8" fmla="*/ 0 60000 65536"/>
              <a:gd name="T9" fmla="*/ 0 w 1920"/>
              <a:gd name="T10" fmla="*/ 0 h 1440"/>
              <a:gd name="T11" fmla="*/ 1920 w 1920"/>
              <a:gd name="T12" fmla="*/ 1440 h 1440"/>
            </a:gdLst>
            <a:ahLst/>
            <a:cxnLst>
              <a:cxn ang="T6">
                <a:pos x="T0" y="T1"/>
              </a:cxn>
              <a:cxn ang="T7">
                <a:pos x="T2" y="T3"/>
              </a:cxn>
              <a:cxn ang="T8">
                <a:pos x="T4" y="T5"/>
              </a:cxn>
            </a:cxnLst>
            <a:rect l="T9" t="T10" r="T11" b="T12"/>
            <a:pathLst>
              <a:path w="1920" h="1440">
                <a:moveTo>
                  <a:pt x="0" y="0"/>
                </a:moveTo>
                <a:lnTo>
                  <a:pt x="0" y="1440"/>
                </a:lnTo>
                <a:lnTo>
                  <a:pt x="1920" y="1440"/>
                </a:lnTo>
              </a:path>
            </a:pathLst>
          </a:custGeom>
          <a:noFill/>
          <a:ln w="28575">
            <a:solidFill>
              <a:schemeClr val="tx1"/>
            </a:solidFill>
            <a:round/>
            <a:headEnd type="triangle" w="med" len="med"/>
            <a:tailEnd type="triangle" w="med" len="me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237573" name="Text Box 5">
            <a:extLst>
              <a:ext uri="{FF2B5EF4-FFF2-40B4-BE49-F238E27FC236}">
                <a16:creationId xmlns:a16="http://schemas.microsoft.com/office/drawing/2014/main" id="{3D7C93F3-F291-D740-8128-450FEFF22067}"/>
              </a:ext>
            </a:extLst>
          </p:cNvPr>
          <p:cNvSpPr txBox="1">
            <a:spLocks noChangeArrowheads="1"/>
          </p:cNvSpPr>
          <p:nvPr/>
        </p:nvSpPr>
        <p:spPr bwMode="auto">
          <a:xfrm>
            <a:off x="5764213" y="3429000"/>
            <a:ext cx="111601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hit rate</a:t>
            </a:r>
          </a:p>
        </p:txBody>
      </p:sp>
      <p:sp>
        <p:nvSpPr>
          <p:cNvPr id="237574" name="Text Box 6">
            <a:extLst>
              <a:ext uri="{FF2B5EF4-FFF2-40B4-BE49-F238E27FC236}">
                <a16:creationId xmlns:a16="http://schemas.microsoft.com/office/drawing/2014/main" id="{73B42984-9053-6C48-8B5D-F3D2CF59361A}"/>
              </a:ext>
            </a:extLst>
          </p:cNvPr>
          <p:cNvSpPr txBox="1">
            <a:spLocks noChangeArrowheads="1"/>
          </p:cNvSpPr>
          <p:nvPr/>
        </p:nvSpPr>
        <p:spPr bwMode="auto">
          <a:xfrm>
            <a:off x="7869238" y="5973763"/>
            <a:ext cx="1274762"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cache size</a:t>
            </a:r>
          </a:p>
        </p:txBody>
      </p:sp>
      <p:sp>
        <p:nvSpPr>
          <p:cNvPr id="237575" name="Line 8">
            <a:extLst>
              <a:ext uri="{FF2B5EF4-FFF2-40B4-BE49-F238E27FC236}">
                <a16:creationId xmlns:a16="http://schemas.microsoft.com/office/drawing/2014/main" id="{CEAEF386-1872-7C4D-A6B7-59281814802B}"/>
              </a:ext>
            </a:extLst>
          </p:cNvPr>
          <p:cNvSpPr>
            <a:spLocks noChangeShapeType="1"/>
          </p:cNvSpPr>
          <p:nvPr/>
        </p:nvSpPr>
        <p:spPr bwMode="auto">
          <a:xfrm>
            <a:off x="7010400" y="3276600"/>
            <a:ext cx="0" cy="2667000"/>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237576" name="Oval 9">
            <a:extLst>
              <a:ext uri="{FF2B5EF4-FFF2-40B4-BE49-F238E27FC236}">
                <a16:creationId xmlns:a16="http://schemas.microsoft.com/office/drawing/2014/main" id="{C8430FD4-22EA-ED42-9515-F85D6AA5AE9D}"/>
              </a:ext>
            </a:extLst>
          </p:cNvPr>
          <p:cNvSpPr>
            <a:spLocks noChangeArrowheads="1"/>
          </p:cNvSpPr>
          <p:nvPr/>
        </p:nvSpPr>
        <p:spPr bwMode="auto">
          <a:xfrm>
            <a:off x="6934200" y="5867400"/>
            <a:ext cx="152400" cy="152400"/>
          </a:xfrm>
          <a:prstGeom prst="ellipse">
            <a:avLst/>
          </a:pr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237577" name="Text Box 10">
            <a:extLst>
              <a:ext uri="{FF2B5EF4-FFF2-40B4-BE49-F238E27FC236}">
                <a16:creationId xmlns:a16="http://schemas.microsoft.com/office/drawing/2014/main" id="{43D44969-A71D-5C4B-BC1A-798C5AC2782A}"/>
              </a:ext>
            </a:extLst>
          </p:cNvPr>
          <p:cNvSpPr txBox="1">
            <a:spLocks noChangeArrowheads="1"/>
          </p:cNvSpPr>
          <p:nvPr/>
        </p:nvSpPr>
        <p:spPr bwMode="auto">
          <a:xfrm>
            <a:off x="7620000" y="4516438"/>
            <a:ext cx="1347788" cy="581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ja-JP" altLang="en-US" sz="1600" b="0" i="0" u="none" strike="noStrike" kern="1200" cap="none" spc="0" normalizeH="0" baseline="0" noProof="0">
                <a:ln>
                  <a:noFill/>
                </a:ln>
                <a:solidFill>
                  <a:srgbClr val="FF0000"/>
                </a:solidFill>
                <a:effectLst/>
                <a:uLnTx/>
                <a:uFillTx/>
                <a:latin typeface="Arial" panose="020B0604020202020204" pitchFamily="34" charset="0"/>
                <a:ea typeface="ＭＳ Ｐゴシック" panose="020B0600070205080204" pitchFamily="34" charset="-128"/>
                <a:cs typeface="+mn-cs"/>
              </a:rPr>
              <a:t>“</a:t>
            </a:r>
            <a:r>
              <a:rPr kumimoji="0" lang="en-US" altLang="ja-JP" sz="1600" b="0" i="0" u="none" strike="noStrike" kern="1200" cap="none" spc="0" normalizeH="0" baseline="0" noProof="0">
                <a:ln>
                  <a:noFill/>
                </a:ln>
                <a:solidFill>
                  <a:srgbClr val="FF0000"/>
                </a:solidFill>
                <a:effectLst/>
                <a:uLnTx/>
                <a:uFillTx/>
                <a:latin typeface="Arial" panose="020B0604020202020204" pitchFamily="34" charset="0"/>
                <a:ea typeface="ＭＳ Ｐゴシック" panose="020B0600070205080204" pitchFamily="34" charset="-128"/>
                <a:cs typeface="+mn-cs"/>
              </a:rPr>
              <a:t>working set</a:t>
            </a:r>
            <a:r>
              <a:rPr kumimoji="0" lang="ja-JP" altLang="en-US" sz="1600" b="0" i="0" u="none" strike="noStrike" kern="1200" cap="none" spc="0" normalizeH="0" baseline="0" noProof="0">
                <a:ln>
                  <a:noFill/>
                </a:ln>
                <a:solidFill>
                  <a:srgbClr val="FF0000"/>
                </a:solidFill>
                <a:effectLst/>
                <a:uLnTx/>
                <a:uFillTx/>
                <a:latin typeface="Arial" panose="020B0604020202020204" pitchFamily="34" charset="0"/>
                <a:ea typeface="ＭＳ Ｐゴシック" panose="020B0600070205080204" pitchFamily="34" charset="-128"/>
                <a:cs typeface="+mn-cs"/>
              </a:rPr>
              <a:t>”</a:t>
            </a:r>
            <a:endParaRPr kumimoji="0" lang="en-US" altLang="ja-JP" sz="1600" b="0" i="0" u="none" strike="noStrike" kern="1200" cap="none" spc="0" normalizeH="0" baseline="0" noProof="0">
              <a:ln>
                <a:noFill/>
              </a:ln>
              <a:solidFill>
                <a:srgbClr val="FF0000"/>
              </a:solidFill>
              <a:effectLst/>
              <a:uLnTx/>
              <a:uFillTx/>
              <a:latin typeface="Arial" panose="020B0604020202020204" pitchFamily="34" charset="0"/>
              <a:ea typeface="ＭＳ Ｐゴシック" panose="020B0600070205080204" pitchFamily="34" charset="-128"/>
              <a:cs typeface="+mn-cs"/>
            </a:endParaRPr>
          </a:p>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en-US" sz="1600" b="0" i="0" u="none" strike="noStrike" kern="1200" cap="none" spc="0" normalizeH="0" baseline="0" noProof="0">
                <a:ln>
                  <a:noFill/>
                </a:ln>
                <a:solidFill>
                  <a:srgbClr val="FF0000"/>
                </a:solidFill>
                <a:effectLst/>
                <a:uLnTx/>
                <a:uFillTx/>
                <a:latin typeface="Arial" panose="020B0604020202020204" pitchFamily="34" charset="0"/>
                <a:ea typeface="ＭＳ Ｐゴシック" panose="020B0600070205080204" pitchFamily="34" charset="-128"/>
                <a:cs typeface="+mn-cs"/>
              </a:rPr>
              <a:t> size</a:t>
            </a:r>
          </a:p>
        </p:txBody>
      </p:sp>
      <p:sp>
        <p:nvSpPr>
          <p:cNvPr id="237578" name="Freeform 11">
            <a:extLst>
              <a:ext uri="{FF2B5EF4-FFF2-40B4-BE49-F238E27FC236}">
                <a16:creationId xmlns:a16="http://schemas.microsoft.com/office/drawing/2014/main" id="{8C4826B3-0985-3C49-84AB-B1EAE7D5248F}"/>
              </a:ext>
            </a:extLst>
          </p:cNvPr>
          <p:cNvSpPr>
            <a:spLocks/>
          </p:cNvSpPr>
          <p:nvPr/>
        </p:nvSpPr>
        <p:spPr bwMode="auto">
          <a:xfrm>
            <a:off x="7086600" y="4864100"/>
            <a:ext cx="990600" cy="1003300"/>
          </a:xfrm>
          <a:custGeom>
            <a:avLst/>
            <a:gdLst>
              <a:gd name="T0" fmla="*/ 2147483646 w 624"/>
              <a:gd name="T1" fmla="*/ 2147483646 h 632"/>
              <a:gd name="T2" fmla="*/ 2147483646 w 624"/>
              <a:gd name="T3" fmla="*/ 2147483646 h 632"/>
              <a:gd name="T4" fmla="*/ 2147483646 w 624"/>
              <a:gd name="T5" fmla="*/ 2147483646 h 632"/>
              <a:gd name="T6" fmla="*/ 0 w 624"/>
              <a:gd name="T7" fmla="*/ 2147483646 h 632"/>
              <a:gd name="T8" fmla="*/ 0 60000 65536"/>
              <a:gd name="T9" fmla="*/ 0 60000 65536"/>
              <a:gd name="T10" fmla="*/ 0 60000 65536"/>
              <a:gd name="T11" fmla="*/ 0 60000 65536"/>
              <a:gd name="T12" fmla="*/ 0 w 624"/>
              <a:gd name="T13" fmla="*/ 0 h 632"/>
              <a:gd name="T14" fmla="*/ 624 w 624"/>
              <a:gd name="T15" fmla="*/ 632 h 632"/>
            </a:gdLst>
            <a:ahLst/>
            <a:cxnLst>
              <a:cxn ang="T8">
                <a:pos x="T0" y="T1"/>
              </a:cxn>
              <a:cxn ang="T9">
                <a:pos x="T2" y="T3"/>
              </a:cxn>
              <a:cxn ang="T10">
                <a:pos x="T4" y="T5"/>
              </a:cxn>
              <a:cxn ang="T11">
                <a:pos x="T6" y="T7"/>
              </a:cxn>
            </a:cxnLst>
            <a:rect l="T12" t="T13" r="T14" b="T15"/>
            <a:pathLst>
              <a:path w="624" h="632">
                <a:moveTo>
                  <a:pt x="624" y="8"/>
                </a:moveTo>
                <a:cubicBezTo>
                  <a:pt x="484" y="4"/>
                  <a:pt x="344" y="0"/>
                  <a:pt x="288" y="56"/>
                </a:cubicBezTo>
                <a:cubicBezTo>
                  <a:pt x="232" y="112"/>
                  <a:pt x="336" y="248"/>
                  <a:pt x="288" y="344"/>
                </a:cubicBezTo>
                <a:cubicBezTo>
                  <a:pt x="240" y="440"/>
                  <a:pt x="120" y="536"/>
                  <a:pt x="0" y="632"/>
                </a:cubicBezTo>
              </a:path>
            </a:pathLst>
          </a:custGeom>
          <a:noFill/>
          <a:ln w="19050">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237579" name="Freeform 7">
            <a:extLst>
              <a:ext uri="{FF2B5EF4-FFF2-40B4-BE49-F238E27FC236}">
                <a16:creationId xmlns:a16="http://schemas.microsoft.com/office/drawing/2014/main" id="{964B94A7-3167-1D4B-A3F8-44C5018FF361}"/>
              </a:ext>
            </a:extLst>
          </p:cNvPr>
          <p:cNvSpPr>
            <a:spLocks/>
          </p:cNvSpPr>
          <p:nvPr/>
        </p:nvSpPr>
        <p:spPr bwMode="auto">
          <a:xfrm>
            <a:off x="5791200" y="3657600"/>
            <a:ext cx="2895600" cy="2286000"/>
          </a:xfrm>
          <a:custGeom>
            <a:avLst/>
            <a:gdLst>
              <a:gd name="T0" fmla="*/ 0 w 1824"/>
              <a:gd name="T1" fmla="*/ 2147483646 h 1440"/>
              <a:gd name="T2" fmla="*/ 2147483646 w 1824"/>
              <a:gd name="T3" fmla="*/ 2147483646 h 1440"/>
              <a:gd name="T4" fmla="*/ 2147483646 w 1824"/>
              <a:gd name="T5" fmla="*/ 2147483646 h 1440"/>
              <a:gd name="T6" fmla="*/ 2147483646 w 1824"/>
              <a:gd name="T7" fmla="*/ 2147483646 h 1440"/>
              <a:gd name="T8" fmla="*/ 2147483646 w 1824"/>
              <a:gd name="T9" fmla="*/ 0 h 1440"/>
              <a:gd name="T10" fmla="*/ 0 60000 65536"/>
              <a:gd name="T11" fmla="*/ 0 60000 65536"/>
              <a:gd name="T12" fmla="*/ 0 60000 65536"/>
              <a:gd name="T13" fmla="*/ 0 60000 65536"/>
              <a:gd name="T14" fmla="*/ 0 60000 65536"/>
              <a:gd name="T15" fmla="*/ 0 w 1824"/>
              <a:gd name="T16" fmla="*/ 0 h 1440"/>
              <a:gd name="T17" fmla="*/ 1824 w 1824"/>
              <a:gd name="T18" fmla="*/ 1440 h 1440"/>
            </a:gdLst>
            <a:ahLst/>
            <a:cxnLst>
              <a:cxn ang="T10">
                <a:pos x="T0" y="T1"/>
              </a:cxn>
              <a:cxn ang="T11">
                <a:pos x="T2" y="T3"/>
              </a:cxn>
              <a:cxn ang="T12">
                <a:pos x="T4" y="T5"/>
              </a:cxn>
              <a:cxn ang="T13">
                <a:pos x="T6" y="T7"/>
              </a:cxn>
              <a:cxn ang="T14">
                <a:pos x="T8" y="T9"/>
              </a:cxn>
            </a:cxnLst>
            <a:rect l="T15" t="T16" r="T17" b="T18"/>
            <a:pathLst>
              <a:path w="1824" h="1440">
                <a:moveTo>
                  <a:pt x="0" y="1440"/>
                </a:moveTo>
                <a:cubicBezTo>
                  <a:pt x="36" y="1220"/>
                  <a:pt x="72" y="1000"/>
                  <a:pt x="144" y="816"/>
                </a:cubicBezTo>
                <a:cubicBezTo>
                  <a:pt x="216" y="632"/>
                  <a:pt x="318" y="457"/>
                  <a:pt x="432" y="336"/>
                </a:cubicBezTo>
                <a:cubicBezTo>
                  <a:pt x="546" y="215"/>
                  <a:pt x="597" y="146"/>
                  <a:pt x="829" y="90"/>
                </a:cubicBezTo>
                <a:cubicBezTo>
                  <a:pt x="1061" y="34"/>
                  <a:pt x="1617" y="19"/>
                  <a:pt x="1824" y="0"/>
                </a:cubicBezTo>
              </a:path>
            </a:pathLst>
          </a:cu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4339">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4339">
                                            <p:txEl>
                                              <p:pRg st="4" end="4"/>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4339">
                                            <p:txEl>
                                              <p:pRg st="5" end="5"/>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14339">
                                            <p:txEl>
                                              <p:pRg st="6" end="6"/>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4339">
                                            <p:txEl>
                                              <p:pRg st="7" end="7"/>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4339">
                                            <p:txEl>
                                              <p:pRg st="8" end="8"/>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nodeType="clickEffect">
                                  <p:stCondLst>
                                    <p:cond delay="0"/>
                                  </p:stCondLst>
                                  <p:childTnLst>
                                    <p:set>
                                      <p:cBhvr>
                                        <p:cTn id="22" dur="1" fill="hold">
                                          <p:stCondLst>
                                            <p:cond delay="0"/>
                                          </p:stCondLst>
                                        </p:cTn>
                                        <p:tgtEl>
                                          <p:spTgt spid="14339">
                                            <p:txEl>
                                              <p:pRg st="10" end="10"/>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4339">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DB6E018-6540-834B-959B-BE2282F9C93E}"/>
              </a:ext>
            </a:extLst>
          </p:cNvPr>
          <p:cNvSpPr>
            <a:spLocks noGrp="1" noChangeArrowheads="1"/>
          </p:cNvSpPr>
          <p:nvPr>
            <p:ph idx="1"/>
          </p:nvPr>
        </p:nvSpPr>
        <p:spPr>
          <a:xfrm>
            <a:off x="228600" y="901700"/>
            <a:ext cx="8915400" cy="5575300"/>
          </a:xfrm>
        </p:spPr>
        <p:txBody>
          <a:bodyPr/>
          <a:lstStyle/>
          <a:p>
            <a:r>
              <a:rPr lang="en-US" altLang="en-US" dirty="0">
                <a:ea typeface="ＭＳ Ｐゴシック" panose="020B0600070205080204" pitchFamily="34" charset="-128"/>
              </a:rPr>
              <a:t>Block size is the data that is associated with an address tag </a:t>
            </a:r>
          </a:p>
          <a:p>
            <a:pPr marL="344487" lvl="1" indent="0">
              <a:buNone/>
            </a:pPr>
            <a:r>
              <a:rPr lang="en-US" altLang="en-US" dirty="0">
                <a:ea typeface="ＭＳ Ｐゴシック" panose="020B0600070205080204" pitchFamily="34" charset="-128"/>
              </a:rPr>
              <a:t> </a:t>
            </a:r>
          </a:p>
          <a:p>
            <a:pPr lvl="1"/>
            <a:endParaRPr lang="en-US" altLang="en-US" sz="1000" dirty="0">
              <a:ea typeface="ＭＳ Ｐゴシック" panose="020B0600070205080204" pitchFamily="34" charset="-128"/>
            </a:endParaRPr>
          </a:p>
          <a:p>
            <a:r>
              <a:rPr lang="en-US" altLang="en-US" dirty="0">
                <a:solidFill>
                  <a:srgbClr val="FF0000"/>
                </a:solidFill>
                <a:ea typeface="ＭＳ Ｐゴシック" panose="020B0600070205080204" pitchFamily="34" charset="-128"/>
              </a:rPr>
              <a:t>Too small </a:t>
            </a:r>
            <a:r>
              <a:rPr lang="en-US" altLang="en-US" dirty="0">
                <a:ea typeface="ＭＳ Ｐゴシック" panose="020B0600070205080204" pitchFamily="34" charset="-128"/>
              </a:rPr>
              <a:t>blocks</a:t>
            </a:r>
          </a:p>
          <a:p>
            <a:pPr lvl="1"/>
            <a:r>
              <a:rPr lang="en-US" altLang="en-US" dirty="0">
                <a:ea typeface="ＭＳ Ｐゴシック" panose="020B0600070205080204" pitchFamily="34" charset="-128"/>
              </a:rPr>
              <a:t> don’t exploit spatial locality well</a:t>
            </a:r>
          </a:p>
          <a:p>
            <a:pPr lvl="1"/>
            <a:r>
              <a:rPr lang="en-US" altLang="en-US" dirty="0">
                <a:ea typeface="ＭＳ Ｐゴシック" panose="020B0600070205080204" pitchFamily="34" charset="-128"/>
              </a:rPr>
              <a:t> have larger tag overhead</a:t>
            </a:r>
          </a:p>
          <a:p>
            <a:endParaRPr lang="en-US" altLang="en-US" sz="2000" dirty="0">
              <a:ea typeface="ＭＳ Ｐゴシック" panose="020B0600070205080204" pitchFamily="34" charset="-128"/>
            </a:endParaRPr>
          </a:p>
          <a:p>
            <a:r>
              <a:rPr lang="en-US" altLang="en-US" dirty="0">
                <a:solidFill>
                  <a:srgbClr val="FF0000"/>
                </a:solidFill>
                <a:ea typeface="ＭＳ Ｐゴシック" panose="020B0600070205080204" pitchFamily="34" charset="-128"/>
              </a:rPr>
              <a:t>Too large </a:t>
            </a:r>
            <a:r>
              <a:rPr lang="en-US" altLang="en-US" dirty="0">
                <a:ea typeface="ＭＳ Ｐゴシック" panose="020B0600070205080204" pitchFamily="34" charset="-128"/>
              </a:rPr>
              <a:t>blocks</a:t>
            </a:r>
          </a:p>
          <a:p>
            <a:pPr lvl="1"/>
            <a:r>
              <a:rPr lang="en-US" altLang="en-US" dirty="0">
                <a:ea typeface="ＭＳ Ｐゴシック" panose="020B0600070205080204" pitchFamily="34" charset="-128"/>
              </a:rPr>
              <a:t>too few total # of blocks </a:t>
            </a:r>
            <a:r>
              <a:rPr lang="en-US" altLang="en-US" dirty="0">
                <a:ea typeface="ＭＳ Ｐゴシック" panose="020B0600070205080204" pitchFamily="34" charset="-128"/>
                <a:sym typeface="Wingdings" pitchFamily="2" charset="2"/>
              </a:rPr>
              <a:t> less</a:t>
            </a:r>
          </a:p>
          <a:p>
            <a:pPr lvl="2">
              <a:buFont typeface="Wingdings" pitchFamily="2" charset="2"/>
              <a:buNone/>
            </a:pPr>
            <a:r>
              <a:rPr lang="en-US" altLang="en-US" sz="2200" dirty="0">
                <a:ea typeface="ＭＳ Ｐゴシック" panose="020B0600070205080204" pitchFamily="34" charset="-128"/>
                <a:sym typeface="Wingdings" pitchFamily="2" charset="2"/>
              </a:rPr>
              <a:t>temporal locality exploitation</a:t>
            </a:r>
          </a:p>
          <a:p>
            <a:pPr lvl="1"/>
            <a:r>
              <a:rPr lang="en-US" altLang="en-US" dirty="0">
                <a:ea typeface="ＭＳ Ｐゴシック" panose="020B0600070205080204" pitchFamily="34" charset="-128"/>
                <a:sym typeface="Wingdings" pitchFamily="2" charset="2"/>
              </a:rPr>
              <a:t>waste of cache space and bandwidth/energy </a:t>
            </a:r>
          </a:p>
          <a:p>
            <a:pPr lvl="1">
              <a:buFont typeface="Wingdings" pitchFamily="2" charset="2"/>
              <a:buNone/>
            </a:pPr>
            <a:r>
              <a:rPr lang="en-US" altLang="en-US" dirty="0">
                <a:ea typeface="ＭＳ Ｐゴシック" panose="020B0600070205080204" pitchFamily="34" charset="-128"/>
                <a:sym typeface="Wingdings" pitchFamily="2" charset="2"/>
              </a:rPr>
              <a:t>    if spatial locality is not high</a:t>
            </a:r>
            <a:endParaRPr lang="en-US" altLang="en-US" dirty="0">
              <a:ea typeface="ＭＳ Ｐゴシック" panose="020B0600070205080204" pitchFamily="34" charset="-128"/>
            </a:endParaRPr>
          </a:p>
        </p:txBody>
      </p:sp>
      <p:sp>
        <p:nvSpPr>
          <p:cNvPr id="238593" name="Title 1">
            <a:extLst>
              <a:ext uri="{FF2B5EF4-FFF2-40B4-BE49-F238E27FC236}">
                <a16:creationId xmlns:a16="http://schemas.microsoft.com/office/drawing/2014/main" id="{8D4373FB-FD83-2745-8F24-33D875C57300}"/>
              </a:ext>
            </a:extLst>
          </p:cNvPr>
          <p:cNvSpPr>
            <a:spLocks noGrp="1" noChangeArrowheads="1"/>
          </p:cNvSpPr>
          <p:nvPr>
            <p:ph type="title"/>
          </p:nvPr>
        </p:nvSpPr>
        <p:spPr/>
        <p:txBody>
          <a:bodyPr/>
          <a:lstStyle/>
          <a:p>
            <a:r>
              <a:rPr lang="en-US" altLang="en-US">
                <a:ea typeface="ＭＳ Ｐゴシック" panose="020B0600070205080204" pitchFamily="34" charset="-128"/>
              </a:rPr>
              <a:t>Block Size</a:t>
            </a:r>
          </a:p>
        </p:txBody>
      </p:sp>
      <p:sp>
        <p:nvSpPr>
          <p:cNvPr id="238595" name="Slide Number Placeholder 3">
            <a:extLst>
              <a:ext uri="{FF2B5EF4-FFF2-40B4-BE49-F238E27FC236}">
                <a16:creationId xmlns:a16="http://schemas.microsoft.com/office/drawing/2014/main" id="{85A174DD-BE8D-E746-85CC-8D78A75ACE1F}"/>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5A6815B7-7032-EA4D-9E89-475FA7BC4202}" type="slidenum">
              <a:rPr kumimoji="0" lang="en-US" altLang="en-US" sz="1600" b="0" i="0" u="none" strike="noStrike" kern="1200" cap="none" spc="0" normalizeH="0" baseline="0" noProof="0" smtClean="0">
                <a:ln>
                  <a:noFill/>
                </a:ln>
                <a:solidFill>
                  <a:srgbClr val="000000"/>
                </a:solidFill>
                <a:effectLst/>
                <a:uLnTx/>
                <a:uFillTx/>
                <a:latin typeface="Garamond" panose="02020404030301010803" pitchFamily="18" charset="0"/>
                <a:ea typeface="ＭＳ Ｐゴシック" panose="020B0600070205080204" pitchFamily="34" charset="-128"/>
                <a:cs typeface="+mn-cs"/>
              </a:rPr>
              <a:pPr marL="0" marR="0" lvl="0" indent="0" algn="r" defTabSz="914400" rtl="0" eaLnBrk="1" fontAlgn="base" latinLnBrk="0" hangingPunct="1">
                <a:lnSpc>
                  <a:spcPct val="100000"/>
                </a:lnSpc>
                <a:spcBef>
                  <a:spcPct val="0"/>
                </a:spcBef>
                <a:spcAft>
                  <a:spcPct val="0"/>
                </a:spcAft>
                <a:buClrTx/>
                <a:buSzTx/>
                <a:buFontTx/>
                <a:buNone/>
                <a:tabLst/>
                <a:defRPr/>
              </a:pPr>
              <a:t>43</a:t>
            </a:fld>
            <a:endParaRPr kumimoji="0" lang="en-US" altLang="en-US" sz="1600" b="0" i="0" u="none" strike="noStrike" kern="1200" cap="none" spc="0" normalizeH="0" baseline="0" noProof="0">
              <a:ln>
                <a:noFill/>
              </a:ln>
              <a:solidFill>
                <a:srgbClr val="000000"/>
              </a:solidFill>
              <a:effectLst/>
              <a:uLnTx/>
              <a:uFillTx/>
              <a:latin typeface="Garamond" panose="02020404030301010803" pitchFamily="18" charset="0"/>
              <a:ea typeface="ＭＳ Ｐゴシック" panose="020B0600070205080204" pitchFamily="34" charset="-128"/>
              <a:cs typeface="+mn-cs"/>
            </a:endParaRPr>
          </a:p>
        </p:txBody>
      </p:sp>
      <p:grpSp>
        <p:nvGrpSpPr>
          <p:cNvPr id="2" name="组合 1">
            <a:extLst>
              <a:ext uri="{FF2B5EF4-FFF2-40B4-BE49-F238E27FC236}">
                <a16:creationId xmlns:a16="http://schemas.microsoft.com/office/drawing/2014/main" id="{3A08151E-29D5-4CA4-AD36-8ADC3EF79893}"/>
              </a:ext>
            </a:extLst>
          </p:cNvPr>
          <p:cNvGrpSpPr/>
          <p:nvPr/>
        </p:nvGrpSpPr>
        <p:grpSpPr>
          <a:xfrm>
            <a:off x="5181600" y="1752600"/>
            <a:ext cx="3994150" cy="3373438"/>
            <a:chOff x="5075238" y="2590800"/>
            <a:chExt cx="3994150" cy="3373438"/>
          </a:xfrm>
        </p:grpSpPr>
        <p:sp>
          <p:nvSpPr>
            <p:cNvPr id="238596" name="Freeform 4">
              <a:extLst>
                <a:ext uri="{FF2B5EF4-FFF2-40B4-BE49-F238E27FC236}">
                  <a16:creationId xmlns:a16="http://schemas.microsoft.com/office/drawing/2014/main" id="{D02BBFA5-3A40-CE46-AC90-C6996BB7DB1D}"/>
                </a:ext>
              </a:extLst>
            </p:cNvPr>
            <p:cNvSpPr>
              <a:spLocks/>
            </p:cNvSpPr>
            <p:nvPr/>
          </p:nvSpPr>
          <p:spPr bwMode="auto">
            <a:xfrm>
              <a:off x="5659438" y="3032125"/>
              <a:ext cx="3048000" cy="2286000"/>
            </a:xfrm>
            <a:custGeom>
              <a:avLst/>
              <a:gdLst>
                <a:gd name="T0" fmla="*/ 0 w 1920"/>
                <a:gd name="T1" fmla="*/ 0 h 1440"/>
                <a:gd name="T2" fmla="*/ 0 w 1920"/>
                <a:gd name="T3" fmla="*/ 2147483646 h 1440"/>
                <a:gd name="T4" fmla="*/ 2147483646 w 1920"/>
                <a:gd name="T5" fmla="*/ 2147483646 h 1440"/>
                <a:gd name="T6" fmla="*/ 0 60000 65536"/>
                <a:gd name="T7" fmla="*/ 0 60000 65536"/>
                <a:gd name="T8" fmla="*/ 0 60000 65536"/>
                <a:gd name="T9" fmla="*/ 0 w 1920"/>
                <a:gd name="T10" fmla="*/ 0 h 1440"/>
                <a:gd name="T11" fmla="*/ 1920 w 1920"/>
                <a:gd name="T12" fmla="*/ 1440 h 1440"/>
              </a:gdLst>
              <a:ahLst/>
              <a:cxnLst>
                <a:cxn ang="T6">
                  <a:pos x="T0" y="T1"/>
                </a:cxn>
                <a:cxn ang="T7">
                  <a:pos x="T2" y="T3"/>
                </a:cxn>
                <a:cxn ang="T8">
                  <a:pos x="T4" y="T5"/>
                </a:cxn>
              </a:cxnLst>
              <a:rect l="T9" t="T10" r="T11" b="T12"/>
              <a:pathLst>
                <a:path w="1920" h="1440">
                  <a:moveTo>
                    <a:pt x="0" y="0"/>
                  </a:moveTo>
                  <a:lnTo>
                    <a:pt x="0" y="1440"/>
                  </a:lnTo>
                  <a:lnTo>
                    <a:pt x="1920" y="1440"/>
                  </a:lnTo>
                </a:path>
              </a:pathLst>
            </a:custGeom>
            <a:noFill/>
            <a:ln w="28575">
              <a:solidFill>
                <a:schemeClr val="tx1"/>
              </a:solidFill>
              <a:round/>
              <a:headEnd type="triangle" w="med" len="med"/>
              <a:tailEnd type="triangle" w="med" len="me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238597" name="Text Box 5">
              <a:extLst>
                <a:ext uri="{FF2B5EF4-FFF2-40B4-BE49-F238E27FC236}">
                  <a16:creationId xmlns:a16="http://schemas.microsoft.com/office/drawing/2014/main" id="{EC557BC5-9F45-B442-A9D7-E5E12C27C2C6}"/>
                </a:ext>
              </a:extLst>
            </p:cNvPr>
            <p:cNvSpPr txBox="1">
              <a:spLocks noChangeArrowheads="1"/>
            </p:cNvSpPr>
            <p:nvPr/>
          </p:nvSpPr>
          <p:spPr bwMode="auto">
            <a:xfrm>
              <a:off x="5075238" y="2590800"/>
              <a:ext cx="11144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hit rate</a:t>
              </a:r>
            </a:p>
          </p:txBody>
        </p:sp>
        <p:sp>
          <p:nvSpPr>
            <p:cNvPr id="238598" name="Text Box 6">
              <a:extLst>
                <a:ext uri="{FF2B5EF4-FFF2-40B4-BE49-F238E27FC236}">
                  <a16:creationId xmlns:a16="http://schemas.microsoft.com/office/drawing/2014/main" id="{6257B137-3EC1-C440-B0B6-CBFF979E0967}"/>
                </a:ext>
              </a:extLst>
            </p:cNvPr>
            <p:cNvSpPr txBox="1">
              <a:spLocks noChangeArrowheads="1"/>
            </p:cNvSpPr>
            <p:nvPr/>
          </p:nvSpPr>
          <p:spPr bwMode="auto">
            <a:xfrm>
              <a:off x="8347075" y="5318125"/>
              <a:ext cx="722313"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block</a:t>
              </a:r>
            </a:p>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size</a:t>
              </a:r>
            </a:p>
          </p:txBody>
        </p:sp>
        <p:sp>
          <p:nvSpPr>
            <p:cNvPr id="238599" name="Freeform 7">
              <a:extLst>
                <a:ext uri="{FF2B5EF4-FFF2-40B4-BE49-F238E27FC236}">
                  <a16:creationId xmlns:a16="http://schemas.microsoft.com/office/drawing/2014/main" id="{422761CA-5BF9-2C4A-8DF7-08A0E9D7D5EE}"/>
                </a:ext>
              </a:extLst>
            </p:cNvPr>
            <p:cNvSpPr>
              <a:spLocks/>
            </p:cNvSpPr>
            <p:nvPr/>
          </p:nvSpPr>
          <p:spPr bwMode="auto">
            <a:xfrm>
              <a:off x="5659438" y="3048000"/>
              <a:ext cx="2863850" cy="2270125"/>
            </a:xfrm>
            <a:custGeom>
              <a:avLst/>
              <a:gdLst>
                <a:gd name="T0" fmla="*/ 0 w 1804"/>
                <a:gd name="T1" fmla="*/ 2147483646 h 1430"/>
                <a:gd name="T2" fmla="*/ 2147483646 w 1804"/>
                <a:gd name="T3" fmla="*/ 2147483646 h 1430"/>
                <a:gd name="T4" fmla="*/ 2147483646 w 1804"/>
                <a:gd name="T5" fmla="*/ 2147483646 h 1430"/>
                <a:gd name="T6" fmla="*/ 2147483646 w 1804"/>
                <a:gd name="T7" fmla="*/ 2147483646 h 1430"/>
                <a:gd name="T8" fmla="*/ 2147483646 w 1804"/>
                <a:gd name="T9" fmla="*/ 2147483646 h 1430"/>
                <a:gd name="T10" fmla="*/ 0 60000 65536"/>
                <a:gd name="T11" fmla="*/ 0 60000 65536"/>
                <a:gd name="T12" fmla="*/ 0 60000 65536"/>
                <a:gd name="T13" fmla="*/ 0 60000 65536"/>
                <a:gd name="T14" fmla="*/ 0 60000 65536"/>
                <a:gd name="T15" fmla="*/ 0 w 1804"/>
                <a:gd name="T16" fmla="*/ 0 h 1430"/>
                <a:gd name="T17" fmla="*/ 1804 w 1804"/>
                <a:gd name="T18" fmla="*/ 1430 h 1430"/>
              </a:gdLst>
              <a:ahLst/>
              <a:cxnLst>
                <a:cxn ang="T10">
                  <a:pos x="T0" y="T1"/>
                </a:cxn>
                <a:cxn ang="T11">
                  <a:pos x="T2" y="T3"/>
                </a:cxn>
                <a:cxn ang="T12">
                  <a:pos x="T4" y="T5"/>
                </a:cxn>
                <a:cxn ang="T13">
                  <a:pos x="T6" y="T7"/>
                </a:cxn>
                <a:cxn ang="T14">
                  <a:pos x="T8" y="T9"/>
                </a:cxn>
              </a:cxnLst>
              <a:rect l="T15" t="T16" r="T17" b="T18"/>
              <a:pathLst>
                <a:path w="1804" h="1430">
                  <a:moveTo>
                    <a:pt x="0" y="1430"/>
                  </a:moveTo>
                  <a:cubicBezTo>
                    <a:pt x="36" y="1210"/>
                    <a:pt x="52" y="1027"/>
                    <a:pt x="144" y="806"/>
                  </a:cubicBezTo>
                  <a:cubicBezTo>
                    <a:pt x="236" y="585"/>
                    <a:pt x="384" y="212"/>
                    <a:pt x="551" y="106"/>
                  </a:cubicBezTo>
                  <a:cubicBezTo>
                    <a:pt x="718" y="0"/>
                    <a:pt x="937" y="45"/>
                    <a:pt x="1146" y="169"/>
                  </a:cubicBezTo>
                  <a:cubicBezTo>
                    <a:pt x="1355" y="293"/>
                    <a:pt x="1667" y="710"/>
                    <a:pt x="1804" y="852"/>
                  </a:cubicBezTo>
                </a:path>
              </a:pathLst>
            </a:cu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9" fill="hold" nodeType="clickPar">
                      <p:stCondLst>
                        <p:cond delay="indefinite"/>
                      </p:stCondLst>
                      <p:childTnLst>
                        <p:par>
                          <p:cTn id="10" fill="hold" nodeType="withGroup">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8" end="8"/>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10" end="10"/>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0641" name="Title 1">
            <a:extLst>
              <a:ext uri="{FF2B5EF4-FFF2-40B4-BE49-F238E27FC236}">
                <a16:creationId xmlns:a16="http://schemas.microsoft.com/office/drawing/2014/main" id="{8D98BFA0-99B2-F64A-9BD8-B8769CC2928A}"/>
              </a:ext>
            </a:extLst>
          </p:cNvPr>
          <p:cNvSpPr>
            <a:spLocks noGrp="1" noChangeArrowheads="1"/>
          </p:cNvSpPr>
          <p:nvPr>
            <p:ph type="title"/>
          </p:nvPr>
        </p:nvSpPr>
        <p:spPr/>
        <p:txBody>
          <a:bodyPr/>
          <a:lstStyle/>
          <a:p>
            <a:r>
              <a:rPr lang="en-US" altLang="en-US">
                <a:ea typeface="ＭＳ Ｐゴシック" panose="020B0600070205080204" pitchFamily="34" charset="-128"/>
              </a:rPr>
              <a:t>Associativity</a:t>
            </a:r>
          </a:p>
        </p:txBody>
      </p:sp>
      <p:sp>
        <p:nvSpPr>
          <p:cNvPr id="3" name="Content Placeholder 2">
            <a:extLst>
              <a:ext uri="{FF2B5EF4-FFF2-40B4-BE49-F238E27FC236}">
                <a16:creationId xmlns:a16="http://schemas.microsoft.com/office/drawing/2014/main" id="{14E55D8F-6FF8-4E48-8F28-31305B0EF257}"/>
              </a:ext>
            </a:extLst>
          </p:cNvPr>
          <p:cNvSpPr>
            <a:spLocks noGrp="1" noChangeArrowheads="1"/>
          </p:cNvSpPr>
          <p:nvPr>
            <p:ph idx="1"/>
          </p:nvPr>
        </p:nvSpPr>
        <p:spPr>
          <a:xfrm>
            <a:off x="76200" y="914400"/>
            <a:ext cx="9005888" cy="5562600"/>
          </a:xfrm>
        </p:spPr>
        <p:txBody>
          <a:bodyPr/>
          <a:lstStyle/>
          <a:p>
            <a:r>
              <a:rPr lang="en-US" altLang="en-US" dirty="0">
                <a:ea typeface="ＭＳ Ｐゴシック" panose="020B0600070205080204" pitchFamily="34" charset="-128"/>
              </a:rPr>
              <a:t>How many blocks can be present in the same index (i.e., set)?</a:t>
            </a:r>
          </a:p>
          <a:p>
            <a:endParaRPr lang="en-US" altLang="en-US" dirty="0">
              <a:ea typeface="ＭＳ Ｐゴシック" panose="020B0600070205080204" pitchFamily="34" charset="-128"/>
            </a:endParaRPr>
          </a:p>
          <a:p>
            <a:r>
              <a:rPr lang="en-US" altLang="en-US" dirty="0">
                <a:solidFill>
                  <a:srgbClr val="0432FF"/>
                </a:solidFill>
                <a:ea typeface="ＭＳ Ｐゴシック" panose="020B0600070205080204" pitchFamily="34" charset="-128"/>
              </a:rPr>
              <a:t>Larger associativity</a:t>
            </a:r>
          </a:p>
          <a:p>
            <a:pPr lvl="1"/>
            <a:r>
              <a:rPr lang="en-US" altLang="en-US" dirty="0">
                <a:ea typeface="ＭＳ Ｐゴシック" panose="020B0600070205080204" pitchFamily="34" charset="-128"/>
              </a:rPr>
              <a:t>lower miss rate (reduced conflicts)</a:t>
            </a:r>
          </a:p>
          <a:p>
            <a:pPr lvl="1"/>
            <a:r>
              <a:rPr lang="en-US" altLang="en-US" dirty="0">
                <a:ea typeface="ＭＳ Ｐゴシック" panose="020B0600070205080204" pitchFamily="34" charset="-128"/>
              </a:rPr>
              <a:t>higher hit latency and area cost (plus diminishing returns)</a:t>
            </a:r>
          </a:p>
          <a:p>
            <a:endParaRPr lang="en-US" altLang="en-US" dirty="0">
              <a:ea typeface="ＭＳ Ｐゴシック" panose="020B0600070205080204" pitchFamily="34" charset="-128"/>
            </a:endParaRPr>
          </a:p>
          <a:p>
            <a:r>
              <a:rPr lang="en-US" altLang="en-US" dirty="0">
                <a:solidFill>
                  <a:srgbClr val="0432FF"/>
                </a:solidFill>
                <a:ea typeface="ＭＳ Ｐゴシック" panose="020B0600070205080204" pitchFamily="34" charset="-128"/>
              </a:rPr>
              <a:t>Smaller associativity</a:t>
            </a:r>
          </a:p>
          <a:p>
            <a:pPr lvl="1"/>
            <a:r>
              <a:rPr lang="en-US" altLang="en-US" dirty="0">
                <a:ea typeface="ＭＳ Ｐゴシック" panose="020B0600070205080204" pitchFamily="34" charset="-128"/>
              </a:rPr>
              <a:t>lower hit rate</a:t>
            </a:r>
          </a:p>
          <a:p>
            <a:pPr lvl="1"/>
            <a:r>
              <a:rPr lang="en-US" altLang="en-US" dirty="0">
                <a:ea typeface="ＭＳ Ｐゴシック" panose="020B0600070205080204" pitchFamily="34" charset="-128"/>
              </a:rPr>
              <a:t>lower cost</a:t>
            </a:r>
          </a:p>
          <a:p>
            <a:pPr lvl="1"/>
            <a:r>
              <a:rPr lang="en-US" altLang="en-US" dirty="0">
                <a:ea typeface="ＭＳ Ｐゴシック" panose="020B0600070205080204" pitchFamily="34" charset="-128"/>
              </a:rPr>
              <a:t>lower hit latency</a:t>
            </a:r>
          </a:p>
          <a:p>
            <a:pPr lvl="2"/>
            <a:r>
              <a:rPr lang="en-US" altLang="en-US" dirty="0">
                <a:ea typeface="ＭＳ Ｐゴシック" panose="020B0600070205080204" pitchFamily="34" charset="-128"/>
              </a:rPr>
              <a:t>Especially important for L1 caches</a:t>
            </a:r>
          </a:p>
          <a:p>
            <a:pPr marL="344487" lvl="1" indent="0">
              <a:buNone/>
            </a:pPr>
            <a:endParaRPr lang="en-US" altLang="en-US" dirty="0">
              <a:ea typeface="ＭＳ Ｐゴシック" panose="020B0600070205080204" pitchFamily="34" charset="-128"/>
            </a:endParaRPr>
          </a:p>
        </p:txBody>
      </p:sp>
      <p:sp>
        <p:nvSpPr>
          <p:cNvPr id="240643" name="Slide Number Placeholder 3">
            <a:extLst>
              <a:ext uri="{FF2B5EF4-FFF2-40B4-BE49-F238E27FC236}">
                <a16:creationId xmlns:a16="http://schemas.microsoft.com/office/drawing/2014/main" id="{716AA897-F03A-184E-8E70-6932FD3563A2}"/>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E918969F-C166-4549-B472-67EFBC00DC27}" type="slidenum">
              <a:rPr kumimoji="0" lang="en-US" altLang="en-US" sz="1600" b="0" i="0" u="none" strike="noStrike" kern="1200" cap="none" spc="0" normalizeH="0" baseline="0" noProof="0" smtClean="0">
                <a:ln>
                  <a:noFill/>
                </a:ln>
                <a:solidFill>
                  <a:srgbClr val="000000"/>
                </a:solidFill>
                <a:effectLst/>
                <a:uLnTx/>
                <a:uFillTx/>
                <a:latin typeface="Garamond" panose="02020404030301010803" pitchFamily="18" charset="0"/>
                <a:ea typeface="ＭＳ Ｐゴシック" panose="020B0600070205080204" pitchFamily="34" charset="-128"/>
                <a:cs typeface="+mn-cs"/>
              </a:rPr>
              <a:pPr marL="0" marR="0" lvl="0" indent="0" algn="r" defTabSz="914400" rtl="0" eaLnBrk="1" fontAlgn="base" latinLnBrk="0" hangingPunct="1">
                <a:lnSpc>
                  <a:spcPct val="100000"/>
                </a:lnSpc>
                <a:spcBef>
                  <a:spcPct val="0"/>
                </a:spcBef>
                <a:spcAft>
                  <a:spcPct val="0"/>
                </a:spcAft>
                <a:buClrTx/>
                <a:buSzTx/>
                <a:buFontTx/>
                <a:buNone/>
                <a:tabLst/>
                <a:defRPr/>
              </a:pPr>
              <a:t>44</a:t>
            </a:fld>
            <a:endParaRPr kumimoji="0" lang="en-US" altLang="en-US" sz="1600" b="0" i="0" u="none" strike="noStrike" kern="1200" cap="none" spc="0" normalizeH="0" baseline="0" noProof="0">
              <a:ln>
                <a:noFill/>
              </a:ln>
              <a:solidFill>
                <a:srgbClr val="000000"/>
              </a:solidFill>
              <a:effectLst/>
              <a:uLnTx/>
              <a:uFillTx/>
              <a:latin typeface="Garamond" panose="02020404030301010803" pitchFamily="18" charset="0"/>
              <a:ea typeface="ＭＳ Ｐゴシック" panose="020B0600070205080204" pitchFamily="34" charset="-128"/>
              <a:cs typeface="+mn-cs"/>
            </a:endParaRPr>
          </a:p>
        </p:txBody>
      </p:sp>
      <p:sp>
        <p:nvSpPr>
          <p:cNvPr id="240644" name="Freeform 5">
            <a:extLst>
              <a:ext uri="{FF2B5EF4-FFF2-40B4-BE49-F238E27FC236}">
                <a16:creationId xmlns:a16="http://schemas.microsoft.com/office/drawing/2014/main" id="{4BB3A8F6-F064-CF45-8C84-A17B6B90080A}"/>
              </a:ext>
            </a:extLst>
          </p:cNvPr>
          <p:cNvSpPr>
            <a:spLocks/>
          </p:cNvSpPr>
          <p:nvPr/>
        </p:nvSpPr>
        <p:spPr bwMode="auto">
          <a:xfrm>
            <a:off x="5527675" y="3414713"/>
            <a:ext cx="3048000" cy="2286000"/>
          </a:xfrm>
          <a:custGeom>
            <a:avLst/>
            <a:gdLst>
              <a:gd name="T0" fmla="*/ 0 w 1920"/>
              <a:gd name="T1" fmla="*/ 0 h 1440"/>
              <a:gd name="T2" fmla="*/ 0 w 1920"/>
              <a:gd name="T3" fmla="*/ 2147483646 h 1440"/>
              <a:gd name="T4" fmla="*/ 2147483646 w 1920"/>
              <a:gd name="T5" fmla="*/ 2147483646 h 1440"/>
              <a:gd name="T6" fmla="*/ 0 60000 65536"/>
              <a:gd name="T7" fmla="*/ 0 60000 65536"/>
              <a:gd name="T8" fmla="*/ 0 60000 65536"/>
              <a:gd name="T9" fmla="*/ 0 w 1920"/>
              <a:gd name="T10" fmla="*/ 0 h 1440"/>
              <a:gd name="T11" fmla="*/ 1920 w 1920"/>
              <a:gd name="T12" fmla="*/ 1440 h 1440"/>
            </a:gdLst>
            <a:ahLst/>
            <a:cxnLst>
              <a:cxn ang="T6">
                <a:pos x="T0" y="T1"/>
              </a:cxn>
              <a:cxn ang="T7">
                <a:pos x="T2" y="T3"/>
              </a:cxn>
              <a:cxn ang="T8">
                <a:pos x="T4" y="T5"/>
              </a:cxn>
            </a:cxnLst>
            <a:rect l="T9" t="T10" r="T11" b="T12"/>
            <a:pathLst>
              <a:path w="1920" h="1440">
                <a:moveTo>
                  <a:pt x="0" y="0"/>
                </a:moveTo>
                <a:lnTo>
                  <a:pt x="0" y="1440"/>
                </a:lnTo>
                <a:lnTo>
                  <a:pt x="1920" y="1440"/>
                </a:lnTo>
              </a:path>
            </a:pathLst>
          </a:custGeom>
          <a:noFill/>
          <a:ln w="28575">
            <a:solidFill>
              <a:schemeClr val="tx1"/>
            </a:solidFill>
            <a:round/>
            <a:headEnd type="triangle" w="med" len="med"/>
            <a:tailEnd type="triangle" w="med" len="me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240645" name="Text Box 7">
            <a:extLst>
              <a:ext uri="{FF2B5EF4-FFF2-40B4-BE49-F238E27FC236}">
                <a16:creationId xmlns:a16="http://schemas.microsoft.com/office/drawing/2014/main" id="{E8C154C2-076A-D147-B491-1D05E0295438}"/>
              </a:ext>
            </a:extLst>
          </p:cNvPr>
          <p:cNvSpPr txBox="1">
            <a:spLocks noChangeArrowheads="1"/>
          </p:cNvSpPr>
          <p:nvPr/>
        </p:nvSpPr>
        <p:spPr bwMode="auto">
          <a:xfrm>
            <a:off x="7642225" y="5734050"/>
            <a:ext cx="1481138"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associativity</a:t>
            </a:r>
          </a:p>
        </p:txBody>
      </p:sp>
      <p:sp>
        <p:nvSpPr>
          <p:cNvPr id="240646" name="Freeform 8">
            <a:extLst>
              <a:ext uri="{FF2B5EF4-FFF2-40B4-BE49-F238E27FC236}">
                <a16:creationId xmlns:a16="http://schemas.microsoft.com/office/drawing/2014/main" id="{4EB1FF55-ACDA-7F4B-86A8-166C5A3234A3}"/>
              </a:ext>
            </a:extLst>
          </p:cNvPr>
          <p:cNvSpPr>
            <a:spLocks/>
          </p:cNvSpPr>
          <p:nvPr/>
        </p:nvSpPr>
        <p:spPr bwMode="auto">
          <a:xfrm>
            <a:off x="5813425" y="3414713"/>
            <a:ext cx="2609850" cy="852487"/>
          </a:xfrm>
          <a:custGeom>
            <a:avLst/>
            <a:gdLst>
              <a:gd name="T0" fmla="*/ 0 w 1644"/>
              <a:gd name="T1" fmla="*/ 2147483646 h 537"/>
              <a:gd name="T2" fmla="*/ 2147483646 w 1644"/>
              <a:gd name="T3" fmla="*/ 2147483646 h 537"/>
              <a:gd name="T4" fmla="*/ 2147483646 w 1644"/>
              <a:gd name="T5" fmla="*/ 2147483646 h 537"/>
              <a:gd name="T6" fmla="*/ 2147483646 w 1644"/>
              <a:gd name="T7" fmla="*/ 0 h 537"/>
              <a:gd name="T8" fmla="*/ 0 60000 65536"/>
              <a:gd name="T9" fmla="*/ 0 60000 65536"/>
              <a:gd name="T10" fmla="*/ 0 60000 65536"/>
              <a:gd name="T11" fmla="*/ 0 60000 65536"/>
              <a:gd name="T12" fmla="*/ 0 w 1644"/>
              <a:gd name="T13" fmla="*/ 0 h 537"/>
              <a:gd name="T14" fmla="*/ 1644 w 1644"/>
              <a:gd name="T15" fmla="*/ 537 h 537"/>
            </a:gdLst>
            <a:ahLst/>
            <a:cxnLst>
              <a:cxn ang="T8">
                <a:pos x="T0" y="T1"/>
              </a:cxn>
              <a:cxn ang="T9">
                <a:pos x="T2" y="T3"/>
              </a:cxn>
              <a:cxn ang="T10">
                <a:pos x="T4" y="T5"/>
              </a:cxn>
              <a:cxn ang="T11">
                <a:pos x="T6" y="T7"/>
              </a:cxn>
            </a:cxnLst>
            <a:rect l="T12" t="T13" r="T14" b="T15"/>
            <a:pathLst>
              <a:path w="1644" h="537">
                <a:moveTo>
                  <a:pt x="0" y="537"/>
                </a:moveTo>
                <a:cubicBezTo>
                  <a:pt x="35" y="492"/>
                  <a:pt x="101" y="341"/>
                  <a:pt x="209" y="267"/>
                </a:cubicBezTo>
                <a:cubicBezTo>
                  <a:pt x="317" y="193"/>
                  <a:pt x="410" y="134"/>
                  <a:pt x="649" y="90"/>
                </a:cubicBezTo>
                <a:cubicBezTo>
                  <a:pt x="888" y="46"/>
                  <a:pt x="1437" y="19"/>
                  <a:pt x="1644" y="0"/>
                </a:cubicBezTo>
              </a:path>
            </a:pathLst>
          </a:cu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240647" name="Text Box 6">
            <a:extLst>
              <a:ext uri="{FF2B5EF4-FFF2-40B4-BE49-F238E27FC236}">
                <a16:creationId xmlns:a16="http://schemas.microsoft.com/office/drawing/2014/main" id="{B7008063-7CC5-0243-9A0B-D2F1C89F08DF}"/>
              </a:ext>
            </a:extLst>
          </p:cNvPr>
          <p:cNvSpPr txBox="1">
            <a:spLocks noChangeArrowheads="1"/>
          </p:cNvSpPr>
          <p:nvPr/>
        </p:nvSpPr>
        <p:spPr bwMode="auto">
          <a:xfrm>
            <a:off x="4724400" y="3130550"/>
            <a:ext cx="11160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hit rate</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8" end="8"/>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9" end="9"/>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10" end="10"/>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1905" name="Rectangle 4">
            <a:extLst>
              <a:ext uri="{FF2B5EF4-FFF2-40B4-BE49-F238E27FC236}">
                <a16:creationId xmlns:a16="http://schemas.microsoft.com/office/drawing/2014/main" id="{D72907E6-9C3A-2445-B0DF-6040E291D61B}"/>
              </a:ext>
            </a:extLst>
          </p:cNvPr>
          <p:cNvSpPr>
            <a:spLocks noGrp="1" noChangeArrowheads="1"/>
          </p:cNvSpPr>
          <p:nvPr>
            <p:ph type="ctrTitle"/>
          </p:nvPr>
        </p:nvSpPr>
        <p:spPr>
          <a:xfrm>
            <a:off x="457200" y="1143000"/>
            <a:ext cx="8229600" cy="2209799"/>
          </a:xfrm>
        </p:spPr>
        <p:txBody>
          <a:bodyPr anchor="ctr"/>
          <a:lstStyle/>
          <a:p>
            <a:pPr algn="ctr" eaLnBrk="1" hangingPunct="1"/>
            <a:r>
              <a:rPr lang="en-US" altLang="en-US" sz="4400" dirty="0">
                <a:ea typeface="ＭＳ Ｐゴシック" panose="020B0600070205080204" pitchFamily="34" charset="-128"/>
              </a:rPr>
              <a:t>Cache in a Multi-Core CPU</a:t>
            </a:r>
          </a:p>
        </p:txBody>
      </p:sp>
      <p:sp>
        <p:nvSpPr>
          <p:cNvPr id="251906" name="Rectangle 5">
            <a:extLst>
              <a:ext uri="{FF2B5EF4-FFF2-40B4-BE49-F238E27FC236}">
                <a16:creationId xmlns:a16="http://schemas.microsoft.com/office/drawing/2014/main" id="{DD1573CE-B090-D34E-98AB-A4557B171C21}"/>
              </a:ext>
            </a:extLst>
          </p:cNvPr>
          <p:cNvSpPr>
            <a:spLocks noGrp="1" noChangeArrowheads="1"/>
          </p:cNvSpPr>
          <p:nvPr>
            <p:ph type="subTitle" idx="1"/>
          </p:nvPr>
        </p:nvSpPr>
        <p:spPr>
          <a:xfrm>
            <a:off x="685800" y="3581400"/>
            <a:ext cx="7848600" cy="2900363"/>
          </a:xfrm>
        </p:spPr>
        <p:txBody>
          <a:bodyPr/>
          <a:lstStyle/>
          <a:p>
            <a:pPr eaLnBrk="1" hangingPunct="1"/>
            <a:endParaRPr lang="en-US" altLang="en-US" i="1" dirty="0">
              <a:ea typeface="ＭＳ Ｐゴシック" panose="020B0600070205080204" pitchFamily="34" charset="-128"/>
            </a:endParaRPr>
          </a:p>
          <a:p>
            <a:pPr eaLnBrk="1" hangingPunct="1"/>
            <a:endParaRPr lang="en-US" altLang="en-US" dirty="0">
              <a:ea typeface="ＭＳ Ｐゴシック" panose="020B0600070205080204" pitchFamily="34" charset="-128"/>
            </a:endParaRPr>
          </a:p>
          <a:p>
            <a:pPr eaLnBrk="1" hangingPunct="1"/>
            <a:endParaRPr lang="en-US" altLang="en-US" dirty="0">
              <a:ea typeface="ＭＳ Ｐゴシック" panose="020B0600070205080204" pitchFamily="34" charset="-128"/>
            </a:endParaRPr>
          </a:p>
          <a:p>
            <a:pPr eaLnBrk="1" hangingPunct="1"/>
            <a:endParaRPr lang="en-US" altLang="en-US" dirty="0">
              <a:ea typeface="ＭＳ Ｐゴシック" panose="020B0600070205080204" pitchFamily="34" charset="-128"/>
            </a:endParaRPr>
          </a:p>
        </p:txBody>
      </p:sp>
    </p:spTree>
  </p:cSld>
  <p:clrMapOvr>
    <a:masterClrMapping/>
  </p:clrMapOvr>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Title 1">
            <a:extLst>
              <a:ext uri="{FF2B5EF4-FFF2-40B4-BE49-F238E27FC236}">
                <a16:creationId xmlns:a16="http://schemas.microsoft.com/office/drawing/2014/main" id="{75D33769-4216-4B8D-A36C-0FF74A63BAE4}"/>
              </a:ext>
            </a:extLst>
          </p:cNvPr>
          <p:cNvSpPr>
            <a:spLocks noGrp="1" noChangeArrowheads="1"/>
          </p:cNvSpPr>
          <p:nvPr>
            <p:ph type="title"/>
          </p:nvPr>
        </p:nvSpPr>
        <p:spPr/>
        <p:txBody>
          <a:bodyPr/>
          <a:lstStyle/>
          <a:p>
            <a:r>
              <a:rPr lang="en-US" altLang="zh-CN" dirty="0">
                <a:ea typeface="ＭＳ Ｐゴシック" panose="020B0600070205080204" pitchFamily="34" charset="-128"/>
              </a:rPr>
              <a:t>Recall: Multi-Core over Large Superscalar</a:t>
            </a:r>
          </a:p>
        </p:txBody>
      </p:sp>
      <p:sp>
        <p:nvSpPr>
          <p:cNvPr id="3" name="Content Placeholder 2">
            <a:extLst>
              <a:ext uri="{FF2B5EF4-FFF2-40B4-BE49-F238E27FC236}">
                <a16:creationId xmlns:a16="http://schemas.microsoft.com/office/drawing/2014/main" id="{65E796DB-F6B7-4816-8402-3FC97FFBD1E2}"/>
              </a:ext>
            </a:extLst>
          </p:cNvPr>
          <p:cNvSpPr>
            <a:spLocks noGrp="1" noChangeArrowheads="1"/>
          </p:cNvSpPr>
          <p:nvPr>
            <p:ph idx="1"/>
          </p:nvPr>
        </p:nvSpPr>
        <p:spPr>
          <a:xfrm>
            <a:off x="228600" y="996950"/>
            <a:ext cx="8610600" cy="4489450"/>
          </a:xfrm>
        </p:spPr>
        <p:txBody>
          <a:bodyPr/>
          <a:lstStyle/>
          <a:p>
            <a:r>
              <a:rPr lang="en-US" altLang="zh-CN" b="1" dirty="0">
                <a:ea typeface="ＭＳ Ｐゴシック" panose="020B0600070205080204" pitchFamily="34" charset="-128"/>
              </a:rPr>
              <a:t>Technology push</a:t>
            </a:r>
          </a:p>
          <a:p>
            <a:pPr lvl="1"/>
            <a:r>
              <a:rPr lang="en-US" altLang="zh-CN" dirty="0">
                <a:solidFill>
                  <a:srgbClr val="FF0000"/>
                </a:solidFill>
                <a:ea typeface="ＭＳ Ｐゴシック" panose="020B0600070205080204" pitchFamily="34" charset="-128"/>
              </a:rPr>
              <a:t>Instruction issue queue </a:t>
            </a:r>
            <a:r>
              <a:rPr lang="en-US" altLang="zh-CN" dirty="0">
                <a:ea typeface="ＭＳ Ｐゴシック" panose="020B0600070205080204" pitchFamily="34" charset="-128"/>
              </a:rPr>
              <a:t>size limits the cycle time of the superscalar, </a:t>
            </a:r>
            <a:r>
              <a:rPr lang="en-US" altLang="zh-CN" dirty="0" err="1">
                <a:ea typeface="ＭＳ Ｐゴシック" panose="020B0600070205080204" pitchFamily="34" charset="-128"/>
              </a:rPr>
              <a:t>OoO</a:t>
            </a:r>
            <a:r>
              <a:rPr lang="en-US" altLang="zh-CN" dirty="0">
                <a:ea typeface="ＭＳ Ｐゴシック" panose="020B0600070205080204" pitchFamily="34" charset="-128"/>
              </a:rPr>
              <a:t> processor </a:t>
            </a:r>
            <a:r>
              <a:rPr lang="en-US" altLang="zh-CN" dirty="0">
                <a:ea typeface="ＭＳ Ｐゴシック" panose="020B0600070205080204" pitchFamily="34" charset="-128"/>
                <a:sym typeface="Wingdings" panose="05000000000000000000" pitchFamily="2" charset="2"/>
              </a:rPr>
              <a:t> diminishing performance</a:t>
            </a:r>
          </a:p>
          <a:p>
            <a:pPr lvl="2"/>
            <a:r>
              <a:rPr lang="en-US" altLang="zh-CN" dirty="0">
                <a:ea typeface="ＭＳ Ｐゴシック" panose="020B0600070205080204" pitchFamily="34" charset="-128"/>
                <a:sym typeface="Wingdings" panose="05000000000000000000" pitchFamily="2" charset="2"/>
              </a:rPr>
              <a:t>Quadratic increase in complexity with issue width</a:t>
            </a:r>
          </a:p>
          <a:p>
            <a:pPr lvl="1"/>
            <a:r>
              <a:rPr lang="en-US" altLang="zh-CN" dirty="0">
                <a:solidFill>
                  <a:srgbClr val="FF0000"/>
                </a:solidFill>
                <a:ea typeface="ＭＳ Ｐゴシック" panose="020B0600070205080204" pitchFamily="34" charset="-128"/>
                <a:sym typeface="Wingdings" panose="05000000000000000000" pitchFamily="2" charset="2"/>
              </a:rPr>
              <a:t>Large, multi-ported register files </a:t>
            </a:r>
            <a:r>
              <a:rPr lang="en-US" altLang="zh-CN" dirty="0">
                <a:ea typeface="ＭＳ Ｐゴシック" panose="020B0600070205080204" pitchFamily="34" charset="-128"/>
                <a:sym typeface="Wingdings" panose="05000000000000000000" pitchFamily="2" charset="2"/>
              </a:rPr>
              <a:t>to support large instruction windows and issue widths  more resources, reduced frequency or longer RF access, diminishing performance</a:t>
            </a:r>
          </a:p>
          <a:p>
            <a:endParaRPr lang="en-US" altLang="zh-CN" b="1" dirty="0">
              <a:ea typeface="ＭＳ Ｐゴシック" panose="020B0600070205080204" pitchFamily="34" charset="-128"/>
              <a:sym typeface="Wingdings" panose="05000000000000000000" pitchFamily="2" charset="2"/>
            </a:endParaRPr>
          </a:p>
          <a:p>
            <a:r>
              <a:rPr lang="en-US" altLang="zh-CN" b="1" dirty="0">
                <a:ea typeface="ＭＳ Ｐゴシック" panose="020B0600070205080204" pitchFamily="34" charset="-128"/>
                <a:sym typeface="Wingdings" panose="05000000000000000000" pitchFamily="2" charset="2"/>
              </a:rPr>
              <a:t>Application pull</a:t>
            </a:r>
          </a:p>
          <a:p>
            <a:pPr lvl="1"/>
            <a:r>
              <a:rPr lang="en-US" altLang="zh-CN" dirty="0">
                <a:ea typeface="ＭＳ Ｐゴシック" panose="020B0600070205080204" pitchFamily="34" charset="-128"/>
                <a:sym typeface="Wingdings" panose="05000000000000000000" pitchFamily="2" charset="2"/>
              </a:rPr>
              <a:t>Multiple applications run together on your CPU</a:t>
            </a:r>
          </a:p>
          <a:p>
            <a:pPr marL="344487" lvl="1" indent="0">
              <a:buNone/>
            </a:pPr>
            <a:endParaRPr lang="en-US" altLang="zh-CN" dirty="0">
              <a:ea typeface="ＭＳ Ｐゴシック" panose="020B0600070205080204" pitchFamily="34" charset="-128"/>
            </a:endParaRPr>
          </a:p>
        </p:txBody>
      </p:sp>
      <p:sp>
        <p:nvSpPr>
          <p:cNvPr id="17412" name="Slide Number Placeholder 3">
            <a:extLst>
              <a:ext uri="{FF2B5EF4-FFF2-40B4-BE49-F238E27FC236}">
                <a16:creationId xmlns:a16="http://schemas.microsoft.com/office/drawing/2014/main" id="{153C3344-C68A-495F-98A0-711268686B90}"/>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65000"/>
              <a:buFont typeface="Wingdings" panose="05000000000000000000"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anose="05000000000000000000"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anose="05000000000000000000"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anose="05000000000000000000"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anose="05000000000000000000"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a:spcBef>
                <a:spcPct val="0"/>
              </a:spcBef>
              <a:buClrTx/>
              <a:buSzTx/>
              <a:buFontTx/>
              <a:buNone/>
            </a:pPr>
            <a:fld id="{ED4C911C-0645-4DA3-8D9A-7CEC1DE91C97}" type="slidenum">
              <a:rPr lang="en-US" altLang="zh-CN" sz="1600" smtClean="0">
                <a:solidFill>
                  <a:srgbClr val="000000"/>
                </a:solidFill>
                <a:latin typeface="Garamond" panose="02020404030301010803" pitchFamily="18" charset="0"/>
              </a:rPr>
              <a:pPr>
                <a:spcBef>
                  <a:spcPct val="0"/>
                </a:spcBef>
                <a:buClrTx/>
                <a:buSzTx/>
                <a:buFontTx/>
                <a:buNone/>
              </a:pPr>
              <a:t>46</a:t>
            </a:fld>
            <a:endParaRPr lang="en-US" altLang="zh-CN" sz="1600">
              <a:solidFill>
                <a:srgbClr val="000000"/>
              </a:solidFill>
              <a:latin typeface="Garamond" panose="02020404030301010803" pitchFamily="18" charset="0"/>
            </a:endParaRPr>
          </a:p>
        </p:txBody>
      </p:sp>
      <p:sp>
        <p:nvSpPr>
          <p:cNvPr id="2" name="矩形 1">
            <a:extLst>
              <a:ext uri="{FF2B5EF4-FFF2-40B4-BE49-F238E27FC236}">
                <a16:creationId xmlns:a16="http://schemas.microsoft.com/office/drawing/2014/main" id="{97F53708-2115-4F8D-8B9B-19D8A6FC7DD9}"/>
              </a:ext>
            </a:extLst>
          </p:cNvPr>
          <p:cNvSpPr/>
          <p:nvPr/>
        </p:nvSpPr>
        <p:spPr>
          <a:xfrm>
            <a:off x="381000" y="5948918"/>
            <a:ext cx="8305800" cy="369332"/>
          </a:xfrm>
          <a:prstGeom prst="rect">
            <a:avLst/>
          </a:prstGeom>
        </p:spPr>
        <p:txBody>
          <a:bodyPr wrap="square">
            <a:spAutoFit/>
          </a:bodyPr>
          <a:lstStyle/>
          <a:p>
            <a:r>
              <a:rPr lang="en-US" altLang="zh-CN" dirty="0" err="1"/>
              <a:t>Olukotun</a:t>
            </a:r>
            <a:r>
              <a:rPr lang="en-US" altLang="zh-CN" dirty="0"/>
              <a:t> et al., </a:t>
            </a:r>
            <a:r>
              <a:rPr lang="ja-JP" altLang="en-US" dirty="0"/>
              <a:t>“</a:t>
            </a:r>
            <a:r>
              <a:rPr lang="en-US" altLang="ja-JP" dirty="0"/>
              <a:t>The Case for a Single-Chip Multiprocessor,</a:t>
            </a:r>
            <a:r>
              <a:rPr lang="ja-JP" altLang="en-US" dirty="0"/>
              <a:t>”</a:t>
            </a:r>
            <a:r>
              <a:rPr lang="en-US" altLang="ja-JP" dirty="0"/>
              <a:t> ASPLOS 1996.</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2" end="2"/>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Title 1">
            <a:extLst>
              <a:ext uri="{FF2B5EF4-FFF2-40B4-BE49-F238E27FC236}">
                <a16:creationId xmlns:a16="http://schemas.microsoft.com/office/drawing/2014/main" id="{75D33769-4216-4B8D-A36C-0FF74A63BAE4}"/>
              </a:ext>
            </a:extLst>
          </p:cNvPr>
          <p:cNvSpPr>
            <a:spLocks noGrp="1" noChangeArrowheads="1"/>
          </p:cNvSpPr>
          <p:nvPr>
            <p:ph type="title"/>
          </p:nvPr>
        </p:nvSpPr>
        <p:spPr/>
        <p:txBody>
          <a:bodyPr/>
          <a:lstStyle/>
          <a:p>
            <a:r>
              <a:rPr lang="en-US" altLang="zh-CN" dirty="0">
                <a:ea typeface="ＭＳ Ｐゴシック" panose="020B0600070205080204" pitchFamily="34" charset="-128"/>
              </a:rPr>
              <a:t>Challenge from Multi-core CPU</a:t>
            </a:r>
          </a:p>
        </p:txBody>
      </p:sp>
      <p:sp>
        <p:nvSpPr>
          <p:cNvPr id="3" name="Content Placeholder 2">
            <a:extLst>
              <a:ext uri="{FF2B5EF4-FFF2-40B4-BE49-F238E27FC236}">
                <a16:creationId xmlns:a16="http://schemas.microsoft.com/office/drawing/2014/main" id="{65E796DB-F6B7-4816-8402-3FC97FFBD1E2}"/>
              </a:ext>
            </a:extLst>
          </p:cNvPr>
          <p:cNvSpPr>
            <a:spLocks noGrp="1" noChangeArrowheads="1"/>
          </p:cNvSpPr>
          <p:nvPr>
            <p:ph idx="1"/>
          </p:nvPr>
        </p:nvSpPr>
        <p:spPr>
          <a:xfrm>
            <a:off x="228600" y="996950"/>
            <a:ext cx="8610600" cy="4489450"/>
          </a:xfrm>
        </p:spPr>
        <p:txBody>
          <a:bodyPr/>
          <a:lstStyle/>
          <a:p>
            <a:r>
              <a:rPr lang="en-US" altLang="zh-CN" dirty="0">
                <a:ea typeface="ＭＳ Ｐゴシック" panose="020B0600070205080204" pitchFamily="34" charset="-128"/>
              </a:rPr>
              <a:t>Cache is needed to relieve the negative effect of long memory latency. </a:t>
            </a:r>
          </a:p>
          <a:p>
            <a:endParaRPr lang="en-US" altLang="zh-CN" dirty="0">
              <a:ea typeface="ＭＳ Ｐゴシック" panose="020B0600070205080204" pitchFamily="34" charset="-128"/>
            </a:endParaRPr>
          </a:p>
          <a:p>
            <a:r>
              <a:rPr lang="en-US" altLang="zh-CN" b="1" dirty="0">
                <a:ea typeface="ＭＳ Ｐゴシック" panose="020B0600070205080204" pitchFamily="34" charset="-128"/>
              </a:rPr>
              <a:t>How to design cache for multiple cores?</a:t>
            </a:r>
          </a:p>
          <a:p>
            <a:pPr lvl="1"/>
            <a:r>
              <a:rPr lang="en-US" altLang="zh-CN" dirty="0">
                <a:solidFill>
                  <a:srgbClr val="FF0000"/>
                </a:solidFill>
                <a:ea typeface="ＭＳ Ｐゴシック" panose="020B0600070205080204" pitchFamily="34" charset="-128"/>
              </a:rPr>
              <a:t>Cores want a consistent view of memory. </a:t>
            </a:r>
          </a:p>
          <a:p>
            <a:pPr lvl="1"/>
            <a:endParaRPr lang="en-US" altLang="zh-CN" b="1" dirty="0">
              <a:ea typeface="ＭＳ Ｐゴシック" panose="020B0600070205080204" pitchFamily="34" charset="-128"/>
            </a:endParaRPr>
          </a:p>
          <a:p>
            <a:pPr marL="344487" lvl="1" indent="0">
              <a:buNone/>
            </a:pPr>
            <a:endParaRPr lang="en-US" altLang="zh-CN" dirty="0">
              <a:ea typeface="ＭＳ Ｐゴシック" panose="020B0600070205080204" pitchFamily="34" charset="-128"/>
            </a:endParaRPr>
          </a:p>
        </p:txBody>
      </p:sp>
      <p:sp>
        <p:nvSpPr>
          <p:cNvPr id="17412" name="Slide Number Placeholder 3">
            <a:extLst>
              <a:ext uri="{FF2B5EF4-FFF2-40B4-BE49-F238E27FC236}">
                <a16:creationId xmlns:a16="http://schemas.microsoft.com/office/drawing/2014/main" id="{153C3344-C68A-495F-98A0-711268686B90}"/>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65000"/>
              <a:buFont typeface="Wingdings" panose="05000000000000000000"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anose="05000000000000000000"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anose="05000000000000000000"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anose="05000000000000000000"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anose="05000000000000000000"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a:spcBef>
                <a:spcPct val="0"/>
              </a:spcBef>
              <a:buClrTx/>
              <a:buSzTx/>
              <a:buFontTx/>
              <a:buNone/>
            </a:pPr>
            <a:fld id="{ED4C911C-0645-4DA3-8D9A-7CEC1DE91C97}" type="slidenum">
              <a:rPr lang="en-US" altLang="zh-CN" sz="1600" smtClean="0">
                <a:solidFill>
                  <a:srgbClr val="000000"/>
                </a:solidFill>
                <a:latin typeface="Garamond" panose="02020404030301010803" pitchFamily="18" charset="0"/>
              </a:rPr>
              <a:pPr>
                <a:spcBef>
                  <a:spcPct val="0"/>
                </a:spcBef>
                <a:buClrTx/>
                <a:buSzTx/>
                <a:buFontTx/>
                <a:buNone/>
              </a:pPr>
              <a:t>47</a:t>
            </a:fld>
            <a:endParaRPr lang="en-US" altLang="zh-CN" sz="1600">
              <a:solidFill>
                <a:srgbClr val="000000"/>
              </a:solidFill>
              <a:latin typeface="Garamond" panose="02020404030301010803" pitchFamily="18" charset="0"/>
            </a:endParaRPr>
          </a:p>
        </p:txBody>
      </p:sp>
    </p:spTree>
    <p:extLst>
      <p:ext uri="{BB962C8B-B14F-4D97-AF65-F5344CB8AC3E}">
        <p14:creationId xmlns:p14="http://schemas.microsoft.com/office/powerpoint/2010/main" val="721744615"/>
      </p:ext>
    </p:extLst>
  </p:cSld>
  <p:clrMapOvr>
    <a:masterClrMapping/>
  </p:clrMapOvr>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7" name="Title 1">
            <a:extLst>
              <a:ext uri="{FF2B5EF4-FFF2-40B4-BE49-F238E27FC236}">
                <a16:creationId xmlns:a16="http://schemas.microsoft.com/office/drawing/2014/main" id="{136129BF-49C1-3146-8167-FC53B2977DC0}"/>
              </a:ext>
            </a:extLst>
          </p:cNvPr>
          <p:cNvSpPr>
            <a:spLocks noGrp="1" noChangeArrowheads="1"/>
          </p:cNvSpPr>
          <p:nvPr>
            <p:ph type="title"/>
          </p:nvPr>
        </p:nvSpPr>
        <p:spPr/>
        <p:txBody>
          <a:bodyPr/>
          <a:lstStyle/>
          <a:p>
            <a:r>
              <a:rPr lang="en-US" altLang="en-US" dirty="0">
                <a:ea typeface="ＭＳ Ｐゴシック" panose="020B0600070205080204" pitchFamily="34" charset="-128"/>
              </a:rPr>
              <a:t>Caches in a Multi-Core System</a:t>
            </a:r>
          </a:p>
        </p:txBody>
      </p:sp>
      <p:sp>
        <p:nvSpPr>
          <p:cNvPr id="96259" name="Slide Number Placeholder 3">
            <a:extLst>
              <a:ext uri="{FF2B5EF4-FFF2-40B4-BE49-F238E27FC236}">
                <a16:creationId xmlns:a16="http://schemas.microsoft.com/office/drawing/2014/main" id="{3CF51693-0E8C-8B4F-BBC5-E6BB250BF584}"/>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E670B748-E268-E246-9A86-A53D1EA23BB3}" type="slidenum">
              <a:rPr kumimoji="0" lang="en-US" altLang="en-US" sz="1600" b="0" i="0" u="none" strike="noStrike" kern="1200" cap="none" spc="0" normalizeH="0" baseline="0" noProof="0" smtClean="0">
                <a:ln>
                  <a:noFill/>
                </a:ln>
                <a:solidFill>
                  <a:srgbClr val="000000"/>
                </a:solidFill>
                <a:effectLst/>
                <a:uLnTx/>
                <a:uFillTx/>
                <a:latin typeface="Garamond" panose="02020404030301010803" pitchFamily="18" charset="0"/>
                <a:ea typeface="ＭＳ Ｐゴシック" panose="020B0600070205080204" pitchFamily="34" charset="-128"/>
                <a:cs typeface="+mn-cs"/>
              </a:rPr>
              <a:pPr marL="0" marR="0" lvl="0" indent="0" algn="r" defTabSz="914400" rtl="0" eaLnBrk="1" fontAlgn="base" latinLnBrk="0" hangingPunct="1">
                <a:lnSpc>
                  <a:spcPct val="100000"/>
                </a:lnSpc>
                <a:spcBef>
                  <a:spcPct val="0"/>
                </a:spcBef>
                <a:spcAft>
                  <a:spcPct val="0"/>
                </a:spcAft>
                <a:buClrTx/>
                <a:buSzTx/>
                <a:buFontTx/>
                <a:buNone/>
                <a:tabLst/>
                <a:defRPr/>
              </a:pPr>
              <a:t>48</a:t>
            </a:fld>
            <a:endParaRPr kumimoji="0" lang="en-US" altLang="en-US" sz="1600" b="0" i="0" u="none" strike="noStrike" kern="1200" cap="none" spc="0" normalizeH="0" baseline="0" noProof="0">
              <a:ln>
                <a:noFill/>
              </a:ln>
              <a:solidFill>
                <a:srgbClr val="000000"/>
              </a:solidFill>
              <a:effectLst/>
              <a:uLnTx/>
              <a:uFillTx/>
              <a:latin typeface="Garamond" panose="02020404030301010803" pitchFamily="18" charset="0"/>
              <a:ea typeface="ＭＳ Ｐゴシック" panose="020B0600070205080204" pitchFamily="34" charset="-128"/>
              <a:cs typeface="+mn-cs"/>
            </a:endParaRPr>
          </a:p>
        </p:txBody>
      </p:sp>
      <p:pic>
        <p:nvPicPr>
          <p:cNvPr id="96260" name="Content Placeholder 6" descr="barcelona-die-photo-color.jpg">
            <a:extLst>
              <a:ext uri="{FF2B5EF4-FFF2-40B4-BE49-F238E27FC236}">
                <a16:creationId xmlns:a16="http://schemas.microsoft.com/office/drawing/2014/main" id="{07411B7E-B791-8340-993A-7C3C2999D0D9}"/>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338263" y="1255712"/>
            <a:ext cx="4876800" cy="4756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6261" name="Rounded Rectangle 33">
            <a:extLst>
              <a:ext uri="{FF2B5EF4-FFF2-40B4-BE49-F238E27FC236}">
                <a16:creationId xmlns:a16="http://schemas.microsoft.com/office/drawing/2014/main" id="{32D05419-C419-2542-96C2-7BF893CCEDDC}"/>
              </a:ext>
            </a:extLst>
          </p:cNvPr>
          <p:cNvSpPr>
            <a:spLocks noChangeArrowheads="1"/>
          </p:cNvSpPr>
          <p:nvPr/>
        </p:nvSpPr>
        <p:spPr bwMode="auto">
          <a:xfrm rot="5400000">
            <a:off x="4213225" y="1992313"/>
            <a:ext cx="1603375" cy="1219200"/>
          </a:xfrm>
          <a:prstGeom prst="roundRect">
            <a:avLst>
              <a:gd name="adj" fmla="val 16667"/>
            </a:avLst>
          </a:prstGeom>
          <a:noFill/>
          <a:ln w="44450">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96262" name="TextBox 34">
            <a:extLst>
              <a:ext uri="{FF2B5EF4-FFF2-40B4-BE49-F238E27FC236}">
                <a16:creationId xmlns:a16="http://schemas.microsoft.com/office/drawing/2014/main" id="{E2F7DE95-1E96-8246-9EF2-B59AF2A9CCD3}"/>
              </a:ext>
            </a:extLst>
          </p:cNvPr>
          <p:cNvSpPr txBox="1">
            <a:spLocks noChangeArrowheads="1"/>
          </p:cNvSpPr>
          <p:nvPr/>
        </p:nvSpPr>
        <p:spPr bwMode="auto">
          <a:xfrm>
            <a:off x="4400550" y="2409825"/>
            <a:ext cx="1233488" cy="430212"/>
          </a:xfrm>
          <a:prstGeom prst="rect">
            <a:avLst/>
          </a:prstGeom>
          <a:solidFill>
            <a:srgbClr val="C0C0C0">
              <a:alpha val="54117"/>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2200" b="1" i="0" u="none" strike="noStrike" kern="1200" cap="none" spc="0" normalizeH="0" baseline="0" noProof="0">
                <a:ln>
                  <a:noFill/>
                </a:ln>
                <a:solidFill>
                  <a:srgbClr val="FFFFFF"/>
                </a:solidFill>
                <a:effectLst/>
                <a:uLnTx/>
                <a:uFillTx/>
                <a:latin typeface="Arial" panose="020B0604020202020204" pitchFamily="34" charset="0"/>
                <a:ea typeface="ＭＳ Ｐゴシック" panose="020B0600070205080204" pitchFamily="34" charset="-128"/>
                <a:cs typeface="+mn-cs"/>
              </a:rPr>
              <a:t>CORE 1</a:t>
            </a:r>
          </a:p>
        </p:txBody>
      </p:sp>
      <p:sp>
        <p:nvSpPr>
          <p:cNvPr id="96263" name="Rectangle 35">
            <a:extLst>
              <a:ext uri="{FF2B5EF4-FFF2-40B4-BE49-F238E27FC236}">
                <a16:creationId xmlns:a16="http://schemas.microsoft.com/office/drawing/2014/main" id="{35AAAA04-DB49-EC43-906F-B1B7F8BE4AE0}"/>
              </a:ext>
            </a:extLst>
          </p:cNvPr>
          <p:cNvSpPr>
            <a:spLocks noChangeArrowheads="1"/>
          </p:cNvSpPr>
          <p:nvPr/>
        </p:nvSpPr>
        <p:spPr bwMode="auto">
          <a:xfrm rot="5400000">
            <a:off x="2880519" y="2383631"/>
            <a:ext cx="1603375" cy="427037"/>
          </a:xfrm>
          <a:prstGeom prst="rect">
            <a:avLst/>
          </a:prstGeom>
          <a:noFill/>
          <a:ln w="44450">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96264" name="TextBox 36">
            <a:extLst>
              <a:ext uri="{FF2B5EF4-FFF2-40B4-BE49-F238E27FC236}">
                <a16:creationId xmlns:a16="http://schemas.microsoft.com/office/drawing/2014/main" id="{A7616839-A2F8-BB44-8893-E8F379355483}"/>
              </a:ext>
            </a:extLst>
          </p:cNvPr>
          <p:cNvSpPr txBox="1">
            <a:spLocks noChangeArrowheads="1"/>
          </p:cNvSpPr>
          <p:nvPr/>
        </p:nvSpPr>
        <p:spPr bwMode="auto">
          <a:xfrm rot="5400000">
            <a:off x="2920206" y="2423319"/>
            <a:ext cx="1531937" cy="368300"/>
          </a:xfrm>
          <a:prstGeom prst="rect">
            <a:avLst/>
          </a:prstGeom>
          <a:solidFill>
            <a:srgbClr val="C0C0C0">
              <a:alpha val="49019"/>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1" i="0" u="none" strike="noStrike" kern="1200" cap="none" spc="0" normalizeH="0" baseline="0" noProof="0">
                <a:ln>
                  <a:noFill/>
                </a:ln>
                <a:solidFill>
                  <a:srgbClr val="FFFFFF"/>
                </a:solidFill>
                <a:effectLst/>
                <a:uLnTx/>
                <a:uFillTx/>
                <a:latin typeface="Arial" panose="020B0604020202020204" pitchFamily="34" charset="0"/>
                <a:ea typeface="ＭＳ Ｐゴシック" panose="020B0600070205080204" pitchFamily="34" charset="-128"/>
                <a:cs typeface="+mn-cs"/>
              </a:rPr>
              <a:t>L2 CACHE 0</a:t>
            </a:r>
          </a:p>
        </p:txBody>
      </p:sp>
      <p:sp>
        <p:nvSpPr>
          <p:cNvPr id="96265" name="Rectangle 37">
            <a:extLst>
              <a:ext uri="{FF2B5EF4-FFF2-40B4-BE49-F238E27FC236}">
                <a16:creationId xmlns:a16="http://schemas.microsoft.com/office/drawing/2014/main" id="{3A4BBC0F-C6D6-1E44-86BB-45DB38C5EECD}"/>
              </a:ext>
            </a:extLst>
          </p:cNvPr>
          <p:cNvSpPr>
            <a:spLocks noChangeArrowheads="1"/>
          </p:cNvSpPr>
          <p:nvPr/>
        </p:nvSpPr>
        <p:spPr bwMode="auto">
          <a:xfrm rot="5400000">
            <a:off x="-568325" y="3275012"/>
            <a:ext cx="4756150" cy="717550"/>
          </a:xfrm>
          <a:prstGeom prst="rect">
            <a:avLst/>
          </a:prstGeom>
          <a:noFill/>
          <a:ln w="50800">
            <a:solidFill>
              <a:srgbClr val="00FF00"/>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96266" name="TextBox 38">
            <a:extLst>
              <a:ext uri="{FF2B5EF4-FFF2-40B4-BE49-F238E27FC236}">
                <a16:creationId xmlns:a16="http://schemas.microsoft.com/office/drawing/2014/main" id="{6F61D607-7521-DB46-83C9-A4CACE64991E}"/>
              </a:ext>
            </a:extLst>
          </p:cNvPr>
          <p:cNvSpPr txBox="1">
            <a:spLocks noChangeArrowheads="1"/>
          </p:cNvSpPr>
          <p:nvPr/>
        </p:nvSpPr>
        <p:spPr bwMode="auto">
          <a:xfrm rot="5400000">
            <a:off x="246063" y="3392487"/>
            <a:ext cx="3113087" cy="461963"/>
          </a:xfrm>
          <a:prstGeom prst="rect">
            <a:avLst/>
          </a:prstGeom>
          <a:solidFill>
            <a:srgbClr val="C0C0C0">
              <a:alpha val="49019"/>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2400" b="1" i="0" u="none" strike="noStrike" kern="1200" cap="none" spc="0" normalizeH="0" baseline="0" noProof="0">
                <a:ln>
                  <a:noFill/>
                </a:ln>
                <a:solidFill>
                  <a:srgbClr val="FFFFFF"/>
                </a:solidFill>
                <a:effectLst/>
                <a:uLnTx/>
                <a:uFillTx/>
                <a:latin typeface="Arial" panose="020B0604020202020204" pitchFamily="34" charset="0"/>
                <a:ea typeface="ＭＳ Ｐゴシック" panose="020B0600070205080204" pitchFamily="34" charset="-128"/>
                <a:cs typeface="+mn-cs"/>
              </a:rPr>
              <a:t>SHARED L3 CACHE</a:t>
            </a:r>
          </a:p>
        </p:txBody>
      </p:sp>
      <p:sp>
        <p:nvSpPr>
          <p:cNvPr id="96267" name="Rectangle 39">
            <a:extLst>
              <a:ext uri="{FF2B5EF4-FFF2-40B4-BE49-F238E27FC236}">
                <a16:creationId xmlns:a16="http://schemas.microsoft.com/office/drawing/2014/main" id="{0AE27D2A-8BB6-C941-9156-B70F7D84F2F2}"/>
              </a:ext>
            </a:extLst>
          </p:cNvPr>
          <p:cNvSpPr>
            <a:spLocks noChangeArrowheads="1"/>
          </p:cNvSpPr>
          <p:nvPr/>
        </p:nvSpPr>
        <p:spPr bwMode="auto">
          <a:xfrm rot="5400000">
            <a:off x="3513138" y="3406774"/>
            <a:ext cx="4756150" cy="454025"/>
          </a:xfrm>
          <a:prstGeom prst="rect">
            <a:avLst/>
          </a:prstGeom>
          <a:noFill/>
          <a:ln w="50800">
            <a:solidFill>
              <a:srgbClr val="00FF00"/>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96268" name="TextBox 40">
            <a:extLst>
              <a:ext uri="{FF2B5EF4-FFF2-40B4-BE49-F238E27FC236}">
                <a16:creationId xmlns:a16="http://schemas.microsoft.com/office/drawing/2014/main" id="{5676BB46-3FFD-214B-AF13-E81D9475910D}"/>
              </a:ext>
            </a:extLst>
          </p:cNvPr>
          <p:cNvSpPr txBox="1">
            <a:spLocks noChangeArrowheads="1"/>
          </p:cNvSpPr>
          <p:nvPr/>
        </p:nvSpPr>
        <p:spPr bwMode="auto">
          <a:xfrm rot="5400000">
            <a:off x="4415632" y="3394868"/>
            <a:ext cx="2940050" cy="461963"/>
          </a:xfrm>
          <a:prstGeom prst="rect">
            <a:avLst/>
          </a:prstGeom>
          <a:solidFill>
            <a:srgbClr val="C0C0C0">
              <a:alpha val="49019"/>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2400" b="1" i="0" u="none" strike="noStrike" kern="1200" cap="none" spc="0" normalizeH="0" baseline="0" noProof="0">
                <a:ln>
                  <a:noFill/>
                </a:ln>
                <a:solidFill>
                  <a:srgbClr val="FFFFFF"/>
                </a:solidFill>
                <a:effectLst/>
                <a:uLnTx/>
                <a:uFillTx/>
                <a:latin typeface="Arial" panose="020B0604020202020204" pitchFamily="34" charset="0"/>
                <a:ea typeface="ＭＳ Ｐゴシック" panose="020B0600070205080204" pitchFamily="34" charset="-128"/>
                <a:cs typeface="+mn-cs"/>
              </a:rPr>
              <a:t>DRAM INTERFACE</a:t>
            </a:r>
          </a:p>
        </p:txBody>
      </p:sp>
      <p:pic>
        <p:nvPicPr>
          <p:cNvPr id="96269" name="Picture 37" descr="samsung-dimm-better.jpg">
            <a:extLst>
              <a:ext uri="{FF2B5EF4-FFF2-40B4-BE49-F238E27FC236}">
                <a16:creationId xmlns:a16="http://schemas.microsoft.com/office/drawing/2014/main" id="{DE1616CE-47C3-C047-B4AC-90D1270965D7}"/>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6530975" y="1066800"/>
            <a:ext cx="1312863" cy="5194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6270" name="Rounded Rectangle 42">
            <a:extLst>
              <a:ext uri="{FF2B5EF4-FFF2-40B4-BE49-F238E27FC236}">
                <a16:creationId xmlns:a16="http://schemas.microsoft.com/office/drawing/2014/main" id="{37270059-E030-7E47-9710-53B51884A8B1}"/>
              </a:ext>
            </a:extLst>
          </p:cNvPr>
          <p:cNvSpPr>
            <a:spLocks noChangeArrowheads="1"/>
          </p:cNvSpPr>
          <p:nvPr/>
        </p:nvSpPr>
        <p:spPr bwMode="auto">
          <a:xfrm rot="5400000">
            <a:off x="2004219" y="1983581"/>
            <a:ext cx="1601788" cy="1219200"/>
          </a:xfrm>
          <a:prstGeom prst="roundRect">
            <a:avLst>
              <a:gd name="adj" fmla="val 16667"/>
            </a:avLst>
          </a:prstGeom>
          <a:noFill/>
          <a:ln w="44450">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96271" name="TextBox 43">
            <a:extLst>
              <a:ext uri="{FF2B5EF4-FFF2-40B4-BE49-F238E27FC236}">
                <a16:creationId xmlns:a16="http://schemas.microsoft.com/office/drawing/2014/main" id="{8CF29544-6922-2340-8FBD-D8C0A897E82B}"/>
              </a:ext>
            </a:extLst>
          </p:cNvPr>
          <p:cNvSpPr txBox="1">
            <a:spLocks noChangeArrowheads="1"/>
          </p:cNvSpPr>
          <p:nvPr/>
        </p:nvSpPr>
        <p:spPr bwMode="auto">
          <a:xfrm>
            <a:off x="2190750" y="2401887"/>
            <a:ext cx="1235075" cy="430213"/>
          </a:xfrm>
          <a:prstGeom prst="rect">
            <a:avLst/>
          </a:prstGeom>
          <a:solidFill>
            <a:srgbClr val="C0C0C0">
              <a:alpha val="54117"/>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2200" b="1" i="0" u="none" strike="noStrike" kern="1200" cap="none" spc="0" normalizeH="0" baseline="0" noProof="0">
                <a:ln>
                  <a:noFill/>
                </a:ln>
                <a:solidFill>
                  <a:srgbClr val="FFFFFF"/>
                </a:solidFill>
                <a:effectLst/>
                <a:uLnTx/>
                <a:uFillTx/>
                <a:latin typeface="Arial" panose="020B0604020202020204" pitchFamily="34" charset="0"/>
                <a:ea typeface="ＭＳ Ｐゴシック" panose="020B0600070205080204" pitchFamily="34" charset="-128"/>
                <a:cs typeface="+mn-cs"/>
              </a:rPr>
              <a:t>CORE 0</a:t>
            </a:r>
          </a:p>
        </p:txBody>
      </p:sp>
      <p:sp>
        <p:nvSpPr>
          <p:cNvPr id="96272" name="Rounded Rectangle 44">
            <a:extLst>
              <a:ext uri="{FF2B5EF4-FFF2-40B4-BE49-F238E27FC236}">
                <a16:creationId xmlns:a16="http://schemas.microsoft.com/office/drawing/2014/main" id="{12578ED2-9196-6C43-9641-538F886385AD}"/>
              </a:ext>
            </a:extLst>
          </p:cNvPr>
          <p:cNvSpPr>
            <a:spLocks noChangeArrowheads="1"/>
          </p:cNvSpPr>
          <p:nvPr/>
        </p:nvSpPr>
        <p:spPr bwMode="auto">
          <a:xfrm rot="5400000">
            <a:off x="2014537" y="4170363"/>
            <a:ext cx="1603375" cy="1219200"/>
          </a:xfrm>
          <a:prstGeom prst="roundRect">
            <a:avLst>
              <a:gd name="adj" fmla="val 16667"/>
            </a:avLst>
          </a:prstGeom>
          <a:noFill/>
          <a:ln w="44450">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96273" name="TextBox 45">
            <a:extLst>
              <a:ext uri="{FF2B5EF4-FFF2-40B4-BE49-F238E27FC236}">
                <a16:creationId xmlns:a16="http://schemas.microsoft.com/office/drawing/2014/main" id="{E3529F73-EE34-7F4B-99BD-038399D4C2A3}"/>
              </a:ext>
            </a:extLst>
          </p:cNvPr>
          <p:cNvSpPr txBox="1">
            <a:spLocks noChangeArrowheads="1"/>
          </p:cNvSpPr>
          <p:nvPr/>
        </p:nvSpPr>
        <p:spPr bwMode="auto">
          <a:xfrm>
            <a:off x="2201863" y="4587875"/>
            <a:ext cx="1235075" cy="430212"/>
          </a:xfrm>
          <a:prstGeom prst="rect">
            <a:avLst/>
          </a:prstGeom>
          <a:solidFill>
            <a:srgbClr val="C0C0C0">
              <a:alpha val="54117"/>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2200" b="1" i="0" u="none" strike="noStrike" kern="1200" cap="none" spc="0" normalizeH="0" baseline="0" noProof="0">
                <a:ln>
                  <a:noFill/>
                </a:ln>
                <a:solidFill>
                  <a:srgbClr val="FFFFFF"/>
                </a:solidFill>
                <a:effectLst/>
                <a:uLnTx/>
                <a:uFillTx/>
                <a:latin typeface="Arial" panose="020B0604020202020204" pitchFamily="34" charset="0"/>
                <a:ea typeface="ＭＳ Ｐゴシック" panose="020B0600070205080204" pitchFamily="34" charset="-128"/>
                <a:cs typeface="+mn-cs"/>
              </a:rPr>
              <a:t>CORE 2</a:t>
            </a:r>
          </a:p>
        </p:txBody>
      </p:sp>
      <p:sp>
        <p:nvSpPr>
          <p:cNvPr id="96274" name="Rounded Rectangle 46">
            <a:extLst>
              <a:ext uri="{FF2B5EF4-FFF2-40B4-BE49-F238E27FC236}">
                <a16:creationId xmlns:a16="http://schemas.microsoft.com/office/drawing/2014/main" id="{CAE93378-144D-0448-B7D1-9B49A81A1D95}"/>
              </a:ext>
            </a:extLst>
          </p:cNvPr>
          <p:cNvSpPr>
            <a:spLocks noChangeArrowheads="1"/>
          </p:cNvSpPr>
          <p:nvPr/>
        </p:nvSpPr>
        <p:spPr bwMode="auto">
          <a:xfrm rot="5400000">
            <a:off x="4202112" y="4165600"/>
            <a:ext cx="1603375" cy="1219200"/>
          </a:xfrm>
          <a:prstGeom prst="roundRect">
            <a:avLst>
              <a:gd name="adj" fmla="val 16667"/>
            </a:avLst>
          </a:prstGeom>
          <a:noFill/>
          <a:ln w="44450">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96275" name="TextBox 47">
            <a:extLst>
              <a:ext uri="{FF2B5EF4-FFF2-40B4-BE49-F238E27FC236}">
                <a16:creationId xmlns:a16="http://schemas.microsoft.com/office/drawing/2014/main" id="{9AD1AB8C-8E85-4045-9FCD-9C4F6EFE6A52}"/>
              </a:ext>
            </a:extLst>
          </p:cNvPr>
          <p:cNvSpPr txBox="1">
            <a:spLocks noChangeArrowheads="1"/>
          </p:cNvSpPr>
          <p:nvPr/>
        </p:nvSpPr>
        <p:spPr bwMode="auto">
          <a:xfrm>
            <a:off x="4389438" y="4583112"/>
            <a:ext cx="1235075" cy="430213"/>
          </a:xfrm>
          <a:prstGeom prst="rect">
            <a:avLst/>
          </a:prstGeom>
          <a:solidFill>
            <a:srgbClr val="C0C0C0">
              <a:alpha val="54117"/>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2200" b="1" i="0" u="none" strike="noStrike" kern="1200" cap="none" spc="0" normalizeH="0" baseline="0" noProof="0">
                <a:ln>
                  <a:noFill/>
                </a:ln>
                <a:solidFill>
                  <a:srgbClr val="FFFFFF"/>
                </a:solidFill>
                <a:effectLst/>
                <a:uLnTx/>
                <a:uFillTx/>
                <a:latin typeface="Arial" panose="020B0604020202020204" pitchFamily="34" charset="0"/>
                <a:ea typeface="ＭＳ Ｐゴシック" panose="020B0600070205080204" pitchFamily="34" charset="-128"/>
                <a:cs typeface="+mn-cs"/>
              </a:rPr>
              <a:t>CORE 3</a:t>
            </a:r>
          </a:p>
        </p:txBody>
      </p:sp>
      <p:sp>
        <p:nvSpPr>
          <p:cNvPr id="96276" name="Rectangle 48">
            <a:extLst>
              <a:ext uri="{FF2B5EF4-FFF2-40B4-BE49-F238E27FC236}">
                <a16:creationId xmlns:a16="http://schemas.microsoft.com/office/drawing/2014/main" id="{6D2F5537-DC36-C44C-B65E-86DDDF93E245}"/>
              </a:ext>
            </a:extLst>
          </p:cNvPr>
          <p:cNvSpPr>
            <a:spLocks noChangeArrowheads="1"/>
          </p:cNvSpPr>
          <p:nvPr/>
        </p:nvSpPr>
        <p:spPr bwMode="auto">
          <a:xfrm rot="5400000">
            <a:off x="3364707" y="2383631"/>
            <a:ext cx="1601787" cy="428625"/>
          </a:xfrm>
          <a:prstGeom prst="rect">
            <a:avLst/>
          </a:prstGeom>
          <a:noFill/>
          <a:ln w="44450">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96277" name="TextBox 49">
            <a:extLst>
              <a:ext uri="{FF2B5EF4-FFF2-40B4-BE49-F238E27FC236}">
                <a16:creationId xmlns:a16="http://schemas.microsoft.com/office/drawing/2014/main" id="{1960EEB2-2AF2-3746-A927-92A6D59D2479}"/>
              </a:ext>
            </a:extLst>
          </p:cNvPr>
          <p:cNvSpPr txBox="1">
            <a:spLocks noChangeArrowheads="1"/>
          </p:cNvSpPr>
          <p:nvPr/>
        </p:nvSpPr>
        <p:spPr bwMode="auto">
          <a:xfrm rot="5400000">
            <a:off x="3404394" y="2413793"/>
            <a:ext cx="1530350" cy="369888"/>
          </a:xfrm>
          <a:prstGeom prst="rect">
            <a:avLst/>
          </a:prstGeom>
          <a:solidFill>
            <a:srgbClr val="C0C0C0">
              <a:alpha val="49019"/>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1" i="0" u="none" strike="noStrike" kern="1200" cap="none" spc="0" normalizeH="0" baseline="0" noProof="0">
                <a:ln>
                  <a:noFill/>
                </a:ln>
                <a:solidFill>
                  <a:srgbClr val="FFFFFF"/>
                </a:solidFill>
                <a:effectLst/>
                <a:uLnTx/>
                <a:uFillTx/>
                <a:latin typeface="Arial" panose="020B0604020202020204" pitchFamily="34" charset="0"/>
                <a:ea typeface="ＭＳ Ｐゴシック" panose="020B0600070205080204" pitchFamily="34" charset="-128"/>
                <a:cs typeface="+mn-cs"/>
              </a:rPr>
              <a:t>L2 CACHE 1</a:t>
            </a:r>
          </a:p>
        </p:txBody>
      </p:sp>
      <p:sp>
        <p:nvSpPr>
          <p:cNvPr id="96278" name="Rectangle 50">
            <a:extLst>
              <a:ext uri="{FF2B5EF4-FFF2-40B4-BE49-F238E27FC236}">
                <a16:creationId xmlns:a16="http://schemas.microsoft.com/office/drawing/2014/main" id="{9D41DAA6-BC67-2F4C-80B8-38DE9694078D}"/>
              </a:ext>
            </a:extLst>
          </p:cNvPr>
          <p:cNvSpPr>
            <a:spLocks noChangeArrowheads="1"/>
          </p:cNvSpPr>
          <p:nvPr/>
        </p:nvSpPr>
        <p:spPr bwMode="auto">
          <a:xfrm rot="5400000">
            <a:off x="2881313" y="4556125"/>
            <a:ext cx="1601787" cy="427037"/>
          </a:xfrm>
          <a:prstGeom prst="rect">
            <a:avLst/>
          </a:prstGeom>
          <a:noFill/>
          <a:ln w="44450">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96279" name="TextBox 51">
            <a:extLst>
              <a:ext uri="{FF2B5EF4-FFF2-40B4-BE49-F238E27FC236}">
                <a16:creationId xmlns:a16="http://schemas.microsoft.com/office/drawing/2014/main" id="{CBB4DF04-7DF0-2C43-8D0F-D5140265A845}"/>
              </a:ext>
            </a:extLst>
          </p:cNvPr>
          <p:cNvSpPr txBox="1">
            <a:spLocks noChangeArrowheads="1"/>
          </p:cNvSpPr>
          <p:nvPr/>
        </p:nvSpPr>
        <p:spPr bwMode="auto">
          <a:xfrm rot="5400000">
            <a:off x="2921000" y="4586287"/>
            <a:ext cx="1530350" cy="368300"/>
          </a:xfrm>
          <a:prstGeom prst="rect">
            <a:avLst/>
          </a:prstGeom>
          <a:solidFill>
            <a:srgbClr val="C0C0C0">
              <a:alpha val="49019"/>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1" i="0" u="none" strike="noStrike" kern="1200" cap="none" spc="0" normalizeH="0" baseline="0" noProof="0">
                <a:ln>
                  <a:noFill/>
                </a:ln>
                <a:solidFill>
                  <a:srgbClr val="FFFFFF"/>
                </a:solidFill>
                <a:effectLst/>
                <a:uLnTx/>
                <a:uFillTx/>
                <a:latin typeface="Arial" panose="020B0604020202020204" pitchFamily="34" charset="0"/>
                <a:ea typeface="ＭＳ Ｐゴシック" panose="020B0600070205080204" pitchFamily="34" charset="-128"/>
                <a:cs typeface="+mn-cs"/>
              </a:rPr>
              <a:t>L2 CACHE 2</a:t>
            </a:r>
          </a:p>
        </p:txBody>
      </p:sp>
      <p:sp>
        <p:nvSpPr>
          <p:cNvPr id="96280" name="Rectangle 52">
            <a:extLst>
              <a:ext uri="{FF2B5EF4-FFF2-40B4-BE49-F238E27FC236}">
                <a16:creationId xmlns:a16="http://schemas.microsoft.com/office/drawing/2014/main" id="{43815F60-14D4-0949-A031-73BAB1A90EC5}"/>
              </a:ext>
            </a:extLst>
          </p:cNvPr>
          <p:cNvSpPr>
            <a:spLocks noChangeArrowheads="1"/>
          </p:cNvSpPr>
          <p:nvPr/>
        </p:nvSpPr>
        <p:spPr bwMode="auto">
          <a:xfrm rot="5400000">
            <a:off x="3354388" y="4556125"/>
            <a:ext cx="1601787" cy="427037"/>
          </a:xfrm>
          <a:prstGeom prst="rect">
            <a:avLst/>
          </a:prstGeom>
          <a:noFill/>
          <a:ln w="44450">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96281" name="TextBox 53">
            <a:extLst>
              <a:ext uri="{FF2B5EF4-FFF2-40B4-BE49-F238E27FC236}">
                <a16:creationId xmlns:a16="http://schemas.microsoft.com/office/drawing/2014/main" id="{B7479D42-E3DB-314B-8968-2E1E3130B72A}"/>
              </a:ext>
            </a:extLst>
          </p:cNvPr>
          <p:cNvSpPr txBox="1">
            <a:spLocks noChangeArrowheads="1"/>
          </p:cNvSpPr>
          <p:nvPr/>
        </p:nvSpPr>
        <p:spPr bwMode="auto">
          <a:xfrm rot="5400000">
            <a:off x="3394075" y="4586287"/>
            <a:ext cx="1530350" cy="368300"/>
          </a:xfrm>
          <a:prstGeom prst="rect">
            <a:avLst/>
          </a:prstGeom>
          <a:solidFill>
            <a:srgbClr val="C0C0C0">
              <a:alpha val="49019"/>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1" i="0" u="none" strike="noStrike" kern="1200" cap="none" spc="0" normalizeH="0" baseline="0" noProof="0">
                <a:ln>
                  <a:noFill/>
                </a:ln>
                <a:solidFill>
                  <a:srgbClr val="FFFFFF"/>
                </a:solidFill>
                <a:effectLst/>
                <a:uLnTx/>
                <a:uFillTx/>
                <a:latin typeface="Arial" panose="020B0604020202020204" pitchFamily="34" charset="0"/>
                <a:ea typeface="ＭＳ Ｐゴシック" panose="020B0600070205080204" pitchFamily="34" charset="-128"/>
                <a:cs typeface="+mn-cs"/>
              </a:rPr>
              <a:t>L2 CACHE 3</a:t>
            </a:r>
          </a:p>
        </p:txBody>
      </p:sp>
      <p:sp>
        <p:nvSpPr>
          <p:cNvPr id="96282" name="Rectangle 54">
            <a:extLst>
              <a:ext uri="{FF2B5EF4-FFF2-40B4-BE49-F238E27FC236}">
                <a16:creationId xmlns:a16="http://schemas.microsoft.com/office/drawing/2014/main" id="{F69D0E61-03FB-FC45-A208-CF5E9DC9900D}"/>
              </a:ext>
            </a:extLst>
          </p:cNvPr>
          <p:cNvSpPr>
            <a:spLocks noChangeArrowheads="1"/>
          </p:cNvSpPr>
          <p:nvPr/>
        </p:nvSpPr>
        <p:spPr bwMode="auto">
          <a:xfrm rot="5400000">
            <a:off x="4795837" y="3051175"/>
            <a:ext cx="354013" cy="1258888"/>
          </a:xfrm>
          <a:prstGeom prst="rect">
            <a:avLst/>
          </a:prstGeom>
          <a:noFill/>
          <a:ln w="38100">
            <a:solidFill>
              <a:srgbClr val="00FF00"/>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cxnSp>
        <p:nvCxnSpPr>
          <p:cNvPr id="96283" name="Straight Arrow Connector 48">
            <a:extLst>
              <a:ext uri="{FF2B5EF4-FFF2-40B4-BE49-F238E27FC236}">
                <a16:creationId xmlns:a16="http://schemas.microsoft.com/office/drawing/2014/main" id="{069ADEEB-1E64-4F49-A3AA-57FD58B5FCAE}"/>
              </a:ext>
            </a:extLst>
          </p:cNvPr>
          <p:cNvCxnSpPr>
            <a:cxnSpLocks noChangeShapeType="1"/>
          </p:cNvCxnSpPr>
          <p:nvPr/>
        </p:nvCxnSpPr>
        <p:spPr bwMode="auto">
          <a:xfrm>
            <a:off x="6215063" y="3503612"/>
            <a:ext cx="420687" cy="1588"/>
          </a:xfrm>
          <a:prstGeom prst="straightConnector1">
            <a:avLst/>
          </a:prstGeom>
          <a:noFill/>
          <a:ln w="38100">
            <a:solidFill>
              <a:schemeClr val="tx1"/>
            </a:solidFill>
            <a:round/>
            <a:headEnd type="triangle" w="med" len="med"/>
            <a:tailEnd type="triangle" w="med" len="med"/>
          </a:ln>
          <a:extLst>
            <a:ext uri="{909E8E84-426E-40DD-AFC4-6F175D3DCCD1}">
              <a14:hiddenFill xmlns:a14="http://schemas.microsoft.com/office/drawing/2010/main">
                <a:noFill/>
              </a14:hiddenFill>
            </a:ext>
          </a:extLst>
        </p:spPr>
      </p:cxnSp>
      <p:sp>
        <p:nvSpPr>
          <p:cNvPr id="96284" name="Rectangle 56">
            <a:extLst>
              <a:ext uri="{FF2B5EF4-FFF2-40B4-BE49-F238E27FC236}">
                <a16:creationId xmlns:a16="http://schemas.microsoft.com/office/drawing/2014/main" id="{051F947B-CBA8-D04F-9898-A2E00614E8C7}"/>
              </a:ext>
            </a:extLst>
          </p:cNvPr>
          <p:cNvSpPr>
            <a:spLocks noChangeArrowheads="1"/>
          </p:cNvSpPr>
          <p:nvPr/>
        </p:nvSpPr>
        <p:spPr bwMode="auto">
          <a:xfrm rot="5400000">
            <a:off x="4894263" y="3300412"/>
            <a:ext cx="4756150" cy="666750"/>
          </a:xfrm>
          <a:prstGeom prst="rect">
            <a:avLst/>
          </a:prstGeom>
          <a:noFill/>
          <a:ln w="50800">
            <a:solidFill>
              <a:srgbClr val="00FF00"/>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96285" name="TextBox 57">
            <a:extLst>
              <a:ext uri="{FF2B5EF4-FFF2-40B4-BE49-F238E27FC236}">
                <a16:creationId xmlns:a16="http://schemas.microsoft.com/office/drawing/2014/main" id="{6FF85335-7D8C-4742-BEC6-C350247B493A}"/>
              </a:ext>
            </a:extLst>
          </p:cNvPr>
          <p:cNvSpPr txBox="1">
            <a:spLocks noChangeArrowheads="1"/>
          </p:cNvSpPr>
          <p:nvPr/>
        </p:nvSpPr>
        <p:spPr bwMode="auto">
          <a:xfrm rot="5400000">
            <a:off x="5968206" y="3450431"/>
            <a:ext cx="2640013" cy="523875"/>
          </a:xfrm>
          <a:prstGeom prst="rect">
            <a:avLst/>
          </a:prstGeom>
          <a:solidFill>
            <a:srgbClr val="C0C0C0">
              <a:alpha val="49019"/>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2800" b="1" i="0" u="none" strike="noStrike" kern="1200" cap="none" spc="0" normalizeH="0" baseline="0" noProof="0">
                <a:ln>
                  <a:noFill/>
                </a:ln>
                <a:solidFill>
                  <a:srgbClr val="FFFFFF"/>
                </a:solidFill>
                <a:effectLst/>
                <a:uLnTx/>
                <a:uFillTx/>
                <a:latin typeface="Arial" panose="020B0604020202020204" pitchFamily="34" charset="0"/>
                <a:ea typeface="ＭＳ Ｐゴシック" panose="020B0600070205080204" pitchFamily="34" charset="-128"/>
                <a:cs typeface="+mn-cs"/>
              </a:rPr>
              <a:t>DRAM BANKS</a:t>
            </a:r>
          </a:p>
        </p:txBody>
      </p:sp>
      <p:sp>
        <p:nvSpPr>
          <p:cNvPr id="96286" name="Rectangle 58">
            <a:extLst>
              <a:ext uri="{FF2B5EF4-FFF2-40B4-BE49-F238E27FC236}">
                <a16:creationId xmlns:a16="http://schemas.microsoft.com/office/drawing/2014/main" id="{290F65C4-9051-FB4F-BE74-C99907B2A60D}"/>
              </a:ext>
            </a:extLst>
          </p:cNvPr>
          <p:cNvSpPr>
            <a:spLocks noChangeArrowheads="1"/>
          </p:cNvSpPr>
          <p:nvPr/>
        </p:nvSpPr>
        <p:spPr bwMode="auto">
          <a:xfrm rot="5400000">
            <a:off x="6284912" y="3176588"/>
            <a:ext cx="320675" cy="654050"/>
          </a:xfrm>
          <a:prstGeom prst="rect">
            <a:avLst/>
          </a:prstGeom>
          <a:noFill/>
          <a:ln w="50800">
            <a:solidFill>
              <a:srgbClr val="00FF00"/>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1" name="TextBox 60">
            <a:extLst>
              <a:ext uri="{FF2B5EF4-FFF2-40B4-BE49-F238E27FC236}">
                <a16:creationId xmlns:a16="http://schemas.microsoft.com/office/drawing/2014/main" id="{2F0F65C1-A2D3-004D-906F-F2702322D28D}"/>
              </a:ext>
            </a:extLst>
          </p:cNvPr>
          <p:cNvSpPr txBox="1"/>
          <p:nvPr/>
        </p:nvSpPr>
        <p:spPr>
          <a:xfrm>
            <a:off x="4310063" y="3459162"/>
            <a:ext cx="1417637" cy="365125"/>
          </a:xfrm>
          <a:prstGeom prst="rect">
            <a:avLst/>
          </a:prstGeom>
          <a:solidFill>
            <a:srgbClr val="C0C0C0">
              <a:alpha val="51000"/>
            </a:srgbClr>
          </a:solidFill>
        </p:spPr>
        <p:txBody>
          <a:bodyP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250" b="1" i="0" u="none" strike="noStrike" kern="1200" cap="none" spc="0" normalizeH="0" baseline="0" noProof="0" dirty="0">
                <a:ln>
                  <a:noFill/>
                </a:ln>
                <a:solidFill>
                  <a:srgbClr val="FFFFFF"/>
                </a:solidFill>
                <a:effectLst/>
                <a:uLnTx/>
                <a:uFillTx/>
                <a:latin typeface="Arial" charset="0"/>
                <a:ea typeface=""/>
                <a:cs typeface="+mn-cs"/>
              </a:rPr>
              <a:t>DRAM MEMORY CONTROLLER</a:t>
            </a:r>
          </a:p>
        </p:txBody>
      </p:sp>
    </p:spTree>
    <p:extLst>
      <p:ext uri="{BB962C8B-B14F-4D97-AF65-F5344CB8AC3E}">
        <p14:creationId xmlns:p14="http://schemas.microsoft.com/office/powerpoint/2010/main" val="2467516204"/>
      </p:ext>
    </p:extLst>
  </p:cSld>
  <p:clrMapOvr>
    <a:masterClrMapping/>
  </p:clrMapOvr>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3953" name="Title 1">
            <a:extLst>
              <a:ext uri="{FF2B5EF4-FFF2-40B4-BE49-F238E27FC236}">
                <a16:creationId xmlns:a16="http://schemas.microsoft.com/office/drawing/2014/main" id="{930AA7BE-584C-B246-A2B6-8D189FFD3E74}"/>
              </a:ext>
            </a:extLst>
          </p:cNvPr>
          <p:cNvSpPr>
            <a:spLocks noGrp="1" noChangeArrowheads="1"/>
          </p:cNvSpPr>
          <p:nvPr>
            <p:ph type="title"/>
          </p:nvPr>
        </p:nvSpPr>
        <p:spPr/>
        <p:txBody>
          <a:bodyPr/>
          <a:lstStyle/>
          <a:p>
            <a:r>
              <a:rPr lang="en-US" altLang="en-US" dirty="0">
                <a:ea typeface="ＭＳ Ｐゴシック" panose="020B0600070205080204" pitchFamily="34" charset="-128"/>
              </a:rPr>
              <a:t>Caches in Multi-Core CPU</a:t>
            </a:r>
          </a:p>
        </p:txBody>
      </p:sp>
      <p:sp>
        <p:nvSpPr>
          <p:cNvPr id="3" name="Content Placeholder 2">
            <a:extLst>
              <a:ext uri="{FF2B5EF4-FFF2-40B4-BE49-F238E27FC236}">
                <a16:creationId xmlns:a16="http://schemas.microsoft.com/office/drawing/2014/main" id="{FED09651-EBFB-BE4A-8B3E-E7E9924367FF}"/>
              </a:ext>
            </a:extLst>
          </p:cNvPr>
          <p:cNvSpPr>
            <a:spLocks noGrp="1" noChangeArrowheads="1"/>
          </p:cNvSpPr>
          <p:nvPr>
            <p:ph idx="1"/>
          </p:nvPr>
        </p:nvSpPr>
        <p:spPr>
          <a:xfrm>
            <a:off x="228600" y="914400"/>
            <a:ext cx="8610600" cy="5562600"/>
          </a:xfrm>
        </p:spPr>
        <p:txBody>
          <a:bodyPr/>
          <a:lstStyle/>
          <a:p>
            <a:r>
              <a:rPr lang="en-US" altLang="en-US" dirty="0">
                <a:ea typeface="ＭＳ Ｐゴシック" panose="020B0600070205080204" pitchFamily="34" charset="-128"/>
              </a:rPr>
              <a:t>Cache efficiency becomes even more important in a multi-core/multi-threaded system</a:t>
            </a:r>
          </a:p>
          <a:p>
            <a:pPr lvl="1"/>
            <a:r>
              <a:rPr lang="en-US" altLang="en-US" dirty="0">
                <a:solidFill>
                  <a:srgbClr val="FF0000"/>
                </a:solidFill>
                <a:ea typeface="ＭＳ Ｐゴシック" panose="020B0600070205080204" pitchFamily="34" charset="-128"/>
              </a:rPr>
              <a:t>Memory bandwidth is at premium</a:t>
            </a:r>
          </a:p>
          <a:p>
            <a:pPr lvl="1"/>
            <a:r>
              <a:rPr lang="en-US" altLang="en-US" dirty="0">
                <a:solidFill>
                  <a:srgbClr val="FF0000"/>
                </a:solidFill>
                <a:ea typeface="ＭＳ Ｐゴシック" panose="020B0600070205080204" pitchFamily="34" charset="-128"/>
              </a:rPr>
              <a:t>Cache space is a limited resource across cores/threads</a:t>
            </a:r>
          </a:p>
          <a:p>
            <a:pPr lvl="1"/>
            <a:endParaRPr lang="en-US" altLang="en-US" dirty="0">
              <a:ea typeface="ＭＳ Ｐゴシック" panose="020B0600070205080204" pitchFamily="34" charset="-128"/>
            </a:endParaRPr>
          </a:p>
          <a:p>
            <a:r>
              <a:rPr lang="en-US" altLang="en-US" dirty="0">
                <a:ea typeface="ＭＳ Ｐゴシック" panose="020B0600070205080204" pitchFamily="34" charset="-128"/>
              </a:rPr>
              <a:t>How do we design the caches in a multi-core system?</a:t>
            </a:r>
          </a:p>
          <a:p>
            <a:endParaRPr lang="en-US" altLang="en-US" dirty="0">
              <a:ea typeface="ＭＳ Ｐゴシック" panose="020B0600070205080204" pitchFamily="34" charset="-128"/>
            </a:endParaRPr>
          </a:p>
          <a:p>
            <a:r>
              <a:rPr lang="en-US" altLang="en-US" dirty="0">
                <a:ea typeface="ＭＳ Ｐゴシック" panose="020B0600070205080204" pitchFamily="34" charset="-128"/>
              </a:rPr>
              <a:t>Many decisions:</a:t>
            </a:r>
          </a:p>
          <a:p>
            <a:pPr lvl="1"/>
            <a:r>
              <a:rPr lang="en-US" altLang="en-US" dirty="0">
                <a:ea typeface="ＭＳ Ｐゴシック" panose="020B0600070205080204" pitchFamily="34" charset="-128"/>
              </a:rPr>
              <a:t>Shared vs. private caches</a:t>
            </a:r>
          </a:p>
          <a:p>
            <a:pPr lvl="1"/>
            <a:r>
              <a:rPr lang="en-US" altLang="en-US" dirty="0">
                <a:ea typeface="ＭＳ Ｐゴシック" panose="020B0600070205080204" pitchFamily="34" charset="-128"/>
              </a:rPr>
              <a:t>How to preserve coherence and consistence?</a:t>
            </a:r>
          </a:p>
          <a:p>
            <a:pPr lvl="1"/>
            <a:endParaRPr lang="en-US" altLang="en-US" dirty="0">
              <a:ea typeface="ＭＳ Ｐゴシック" panose="020B0600070205080204" pitchFamily="34" charset="-128"/>
            </a:endParaRPr>
          </a:p>
        </p:txBody>
      </p:sp>
      <p:sp>
        <p:nvSpPr>
          <p:cNvPr id="253955" name="Slide Number Placeholder 3">
            <a:extLst>
              <a:ext uri="{FF2B5EF4-FFF2-40B4-BE49-F238E27FC236}">
                <a16:creationId xmlns:a16="http://schemas.microsoft.com/office/drawing/2014/main" id="{129719B7-C950-C743-B805-6671882DA871}"/>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fld id="{23576236-E578-2449-BC66-E93C06966B05}" type="slidenum">
              <a:rPr kumimoji="0" lang="en-US" altLang="en-US" sz="1600" b="0" i="0" u="none" strike="noStrike" kern="1200" cap="none" spc="0" normalizeH="0" baseline="0" noProof="0" smtClean="0">
                <a:ln>
                  <a:noFill/>
                </a:ln>
                <a:solidFill>
                  <a:srgbClr val="000000"/>
                </a:solidFill>
                <a:effectLst/>
                <a:uLnTx/>
                <a:uFillTx/>
                <a:latin typeface="Garamond" panose="02020404030301010803" pitchFamily="18" charset="0"/>
                <a:ea typeface="ＭＳ Ｐゴシック" panose="020B0600070205080204" pitchFamily="34" charset="-128"/>
                <a:cs typeface="+mn-cs"/>
              </a:rPr>
              <a:pPr marL="0" marR="0" lvl="0" indent="0" algn="r" defTabSz="914400" rtl="0" eaLnBrk="0" fontAlgn="base" latinLnBrk="0" hangingPunct="0">
                <a:lnSpc>
                  <a:spcPct val="100000"/>
                </a:lnSpc>
                <a:spcBef>
                  <a:spcPct val="0"/>
                </a:spcBef>
                <a:spcAft>
                  <a:spcPct val="0"/>
                </a:spcAft>
                <a:buClrTx/>
                <a:buSzTx/>
                <a:buFontTx/>
                <a:buNone/>
                <a:tabLst/>
                <a:defRPr/>
              </a:pPr>
              <a:t>49</a:t>
            </a:fld>
            <a:endParaRPr kumimoji="0" lang="en-US" altLang="en-US" sz="1600" b="0" i="0" u="none" strike="noStrike" kern="1200" cap="none" spc="0" normalizeH="0" baseline="0" noProof="0">
              <a:ln>
                <a:noFill/>
              </a:ln>
              <a:solidFill>
                <a:srgbClr val="000000"/>
              </a:solidFill>
              <a:effectLst/>
              <a:uLnTx/>
              <a:uFillTx/>
              <a:latin typeface="Garamond" panose="02020404030301010803" pitchFamily="18" charset="0"/>
              <a:ea typeface="ＭＳ Ｐゴシック" panose="020B0600070205080204" pitchFamily="34" charset="-128"/>
              <a:cs typeface="+mn-cs"/>
            </a:endParaRPr>
          </a:p>
        </p:txBody>
      </p:sp>
      <p:sp>
        <p:nvSpPr>
          <p:cNvPr id="5" name="Rectangle 36">
            <a:extLst>
              <a:ext uri="{FF2B5EF4-FFF2-40B4-BE49-F238E27FC236}">
                <a16:creationId xmlns:a16="http://schemas.microsoft.com/office/drawing/2014/main" id="{B77A35CD-73E0-4125-A88A-1744EC64B215}"/>
              </a:ext>
            </a:extLst>
          </p:cNvPr>
          <p:cNvSpPr/>
          <p:nvPr/>
        </p:nvSpPr>
        <p:spPr>
          <a:xfrm flipV="1">
            <a:off x="609600" y="4191000"/>
            <a:ext cx="3657600" cy="533400"/>
          </a:xfrm>
          <a:prstGeom prst="rect">
            <a:avLst/>
          </a:prstGeom>
          <a:noFill/>
          <a:ln w="762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4977" name="Title 1">
            <a:extLst>
              <a:ext uri="{FF2B5EF4-FFF2-40B4-BE49-F238E27FC236}">
                <a16:creationId xmlns:a16="http://schemas.microsoft.com/office/drawing/2014/main" id="{44BA07C6-DF44-434B-84AA-660BB9447C66}"/>
              </a:ext>
            </a:extLst>
          </p:cNvPr>
          <p:cNvSpPr>
            <a:spLocks noGrp="1" noChangeArrowheads="1"/>
          </p:cNvSpPr>
          <p:nvPr>
            <p:ph type="title"/>
          </p:nvPr>
        </p:nvSpPr>
        <p:spPr/>
        <p:txBody>
          <a:bodyPr/>
          <a:lstStyle/>
          <a:p>
            <a:r>
              <a:rPr lang="en-US" altLang="en-US">
                <a:ea typeface="ＭＳ Ｐゴシック" panose="020B0600070205080204" pitchFamily="34" charset="-128"/>
              </a:rPr>
              <a:t>Private vs. Shared Caches</a:t>
            </a:r>
          </a:p>
        </p:txBody>
      </p:sp>
      <p:sp>
        <p:nvSpPr>
          <p:cNvPr id="254978" name="Content Placeholder 2">
            <a:extLst>
              <a:ext uri="{FF2B5EF4-FFF2-40B4-BE49-F238E27FC236}">
                <a16:creationId xmlns:a16="http://schemas.microsoft.com/office/drawing/2014/main" id="{39AB2200-4B7C-4A41-AE4D-C1EF18381E8C}"/>
              </a:ext>
            </a:extLst>
          </p:cNvPr>
          <p:cNvSpPr>
            <a:spLocks noGrp="1" noChangeArrowheads="1"/>
          </p:cNvSpPr>
          <p:nvPr>
            <p:ph idx="1"/>
          </p:nvPr>
        </p:nvSpPr>
        <p:spPr>
          <a:xfrm>
            <a:off x="228600" y="914400"/>
            <a:ext cx="8610600" cy="5276850"/>
          </a:xfrm>
        </p:spPr>
        <p:txBody>
          <a:bodyPr/>
          <a:lstStyle/>
          <a:p>
            <a:r>
              <a:rPr lang="en-US" altLang="en-US" b="1" dirty="0">
                <a:solidFill>
                  <a:srgbClr val="0000FF"/>
                </a:solidFill>
                <a:ea typeface="ＭＳ Ｐゴシック" panose="020B0600070205080204" pitchFamily="34" charset="-128"/>
              </a:rPr>
              <a:t>Private</a:t>
            </a:r>
            <a:r>
              <a:rPr lang="en-US" altLang="en-US" b="1" dirty="0">
                <a:ea typeface="ＭＳ Ｐゴシック" panose="020B0600070205080204" pitchFamily="34" charset="-128"/>
              </a:rPr>
              <a:t> cache</a:t>
            </a:r>
            <a:r>
              <a:rPr lang="en-US" altLang="en-US" dirty="0">
                <a:ea typeface="ＭＳ Ｐゴシック" panose="020B0600070205080204" pitchFamily="34" charset="-128"/>
              </a:rPr>
              <a:t>: </a:t>
            </a:r>
          </a:p>
          <a:p>
            <a:pPr lvl="1"/>
            <a:r>
              <a:rPr lang="en-US" altLang="en-US" dirty="0">
                <a:ea typeface="ＭＳ Ｐゴシック" panose="020B0600070205080204" pitchFamily="34" charset="-128"/>
              </a:rPr>
              <a:t>Cache belongs to one core (a shared block can be in multiple caches)</a:t>
            </a:r>
          </a:p>
          <a:p>
            <a:r>
              <a:rPr lang="en-US" altLang="en-US" b="1" dirty="0">
                <a:solidFill>
                  <a:srgbClr val="0000FF"/>
                </a:solidFill>
                <a:ea typeface="ＭＳ Ｐゴシック" panose="020B0600070205080204" pitchFamily="34" charset="-128"/>
              </a:rPr>
              <a:t>Shared</a:t>
            </a:r>
            <a:r>
              <a:rPr lang="en-US" altLang="en-US" b="1" dirty="0">
                <a:ea typeface="ＭＳ Ｐゴシック" panose="020B0600070205080204" pitchFamily="34" charset="-128"/>
              </a:rPr>
              <a:t> cache</a:t>
            </a:r>
            <a:r>
              <a:rPr lang="en-US" altLang="en-US" dirty="0">
                <a:ea typeface="ＭＳ Ｐゴシック" panose="020B0600070205080204" pitchFamily="34" charset="-128"/>
              </a:rPr>
              <a:t>: </a:t>
            </a:r>
          </a:p>
          <a:p>
            <a:pPr lvl="1"/>
            <a:r>
              <a:rPr lang="en-US" altLang="en-US" dirty="0">
                <a:ea typeface="ＭＳ Ｐゴシック" panose="020B0600070205080204" pitchFamily="34" charset="-128"/>
              </a:rPr>
              <a:t>Cache is shared by multiple cores.</a:t>
            </a:r>
          </a:p>
        </p:txBody>
      </p:sp>
      <p:sp>
        <p:nvSpPr>
          <p:cNvPr id="254979" name="Slide Number Placeholder 3">
            <a:extLst>
              <a:ext uri="{FF2B5EF4-FFF2-40B4-BE49-F238E27FC236}">
                <a16:creationId xmlns:a16="http://schemas.microsoft.com/office/drawing/2014/main" id="{2F17D401-E98F-924C-9FAF-AAC1031F350D}"/>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895D6428-BA48-BA43-84B4-68B15A4351C9}" type="slidenum">
              <a:rPr kumimoji="0" lang="en-US" altLang="en-US" sz="1600" b="0" i="0" u="none" strike="noStrike" kern="1200" cap="none" spc="0" normalizeH="0" baseline="0" noProof="0" smtClean="0">
                <a:ln>
                  <a:noFill/>
                </a:ln>
                <a:solidFill>
                  <a:srgbClr val="000000"/>
                </a:solidFill>
                <a:effectLst/>
                <a:uLnTx/>
                <a:uFillTx/>
                <a:latin typeface="Garamond" panose="02020404030301010803" pitchFamily="18" charset="0"/>
                <a:ea typeface="ＭＳ Ｐゴシック" panose="020B0600070205080204" pitchFamily="34" charset="-128"/>
                <a:cs typeface="+mn-cs"/>
              </a:rPr>
              <a:pPr marL="0" marR="0" lvl="0" indent="0" algn="r" defTabSz="914400" rtl="0" eaLnBrk="1" fontAlgn="base" latinLnBrk="0" hangingPunct="1">
                <a:lnSpc>
                  <a:spcPct val="100000"/>
                </a:lnSpc>
                <a:spcBef>
                  <a:spcPct val="0"/>
                </a:spcBef>
                <a:spcAft>
                  <a:spcPct val="0"/>
                </a:spcAft>
                <a:buClrTx/>
                <a:buSzTx/>
                <a:buFontTx/>
                <a:buNone/>
                <a:tabLst/>
                <a:defRPr/>
              </a:pPr>
              <a:t>50</a:t>
            </a:fld>
            <a:endParaRPr kumimoji="0" lang="en-US" altLang="en-US" sz="1600" b="0" i="0" u="none" strike="noStrike" kern="1200" cap="none" spc="0" normalizeH="0" baseline="0" noProof="0">
              <a:ln>
                <a:noFill/>
              </a:ln>
              <a:solidFill>
                <a:srgbClr val="000000"/>
              </a:solidFill>
              <a:effectLst/>
              <a:uLnTx/>
              <a:uFillTx/>
              <a:latin typeface="Garamond" panose="02020404030301010803" pitchFamily="18" charset="0"/>
              <a:ea typeface="ＭＳ Ｐゴシック" panose="020B0600070205080204" pitchFamily="34" charset="-128"/>
              <a:cs typeface="+mn-cs"/>
            </a:endParaRPr>
          </a:p>
        </p:txBody>
      </p:sp>
      <p:grpSp>
        <p:nvGrpSpPr>
          <p:cNvPr id="254980" name="Group 74">
            <a:extLst>
              <a:ext uri="{FF2B5EF4-FFF2-40B4-BE49-F238E27FC236}">
                <a16:creationId xmlns:a16="http://schemas.microsoft.com/office/drawing/2014/main" id="{B24A1427-3EAF-2D4C-97CA-DCBB6F586109}"/>
              </a:ext>
            </a:extLst>
          </p:cNvPr>
          <p:cNvGrpSpPr>
            <a:grpSpLocks/>
          </p:cNvGrpSpPr>
          <p:nvPr/>
        </p:nvGrpSpPr>
        <p:grpSpPr bwMode="auto">
          <a:xfrm>
            <a:off x="609600" y="3276600"/>
            <a:ext cx="3573462" cy="3111500"/>
            <a:chOff x="395288" y="2852738"/>
            <a:chExt cx="4667250" cy="3111500"/>
          </a:xfrm>
        </p:grpSpPr>
        <p:sp>
          <p:nvSpPr>
            <p:cNvPr id="255005" name="Rectangle 3">
              <a:extLst>
                <a:ext uri="{FF2B5EF4-FFF2-40B4-BE49-F238E27FC236}">
                  <a16:creationId xmlns:a16="http://schemas.microsoft.com/office/drawing/2014/main" id="{C1898021-3972-F546-B466-4BD34407EAE7}"/>
                </a:ext>
              </a:extLst>
            </p:cNvPr>
            <p:cNvSpPr>
              <a:spLocks noChangeArrowheads="1"/>
            </p:cNvSpPr>
            <p:nvPr/>
          </p:nvSpPr>
          <p:spPr bwMode="auto">
            <a:xfrm>
              <a:off x="684213" y="2968625"/>
              <a:ext cx="806450" cy="808038"/>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255006" name="Text Box 4">
              <a:extLst>
                <a:ext uri="{FF2B5EF4-FFF2-40B4-BE49-F238E27FC236}">
                  <a16:creationId xmlns:a16="http://schemas.microsoft.com/office/drawing/2014/main" id="{E136E412-2EB5-454D-940D-21975B2418B7}"/>
                </a:ext>
              </a:extLst>
            </p:cNvPr>
            <p:cNvSpPr txBox="1">
              <a:spLocks noChangeArrowheads="1"/>
            </p:cNvSpPr>
            <p:nvPr/>
          </p:nvSpPr>
          <p:spPr bwMode="auto">
            <a:xfrm>
              <a:off x="609600" y="3222625"/>
              <a:ext cx="988626"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2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CORE 0</a:t>
              </a:r>
            </a:p>
          </p:txBody>
        </p:sp>
        <p:sp>
          <p:nvSpPr>
            <p:cNvPr id="255007" name="Rectangle 5">
              <a:extLst>
                <a:ext uri="{FF2B5EF4-FFF2-40B4-BE49-F238E27FC236}">
                  <a16:creationId xmlns:a16="http://schemas.microsoft.com/office/drawing/2014/main" id="{B7C25612-5323-9B4D-890C-723DE203146C}"/>
                </a:ext>
              </a:extLst>
            </p:cNvPr>
            <p:cNvSpPr>
              <a:spLocks noChangeArrowheads="1"/>
            </p:cNvSpPr>
            <p:nvPr/>
          </p:nvSpPr>
          <p:spPr bwMode="auto">
            <a:xfrm>
              <a:off x="1778000" y="2968625"/>
              <a:ext cx="806450" cy="808038"/>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255008" name="Text Box 6">
              <a:extLst>
                <a:ext uri="{FF2B5EF4-FFF2-40B4-BE49-F238E27FC236}">
                  <a16:creationId xmlns:a16="http://schemas.microsoft.com/office/drawing/2014/main" id="{3D3B1FAD-8E65-AD4F-81E6-C7A22F2EC633}"/>
                </a:ext>
              </a:extLst>
            </p:cNvPr>
            <p:cNvSpPr txBox="1">
              <a:spLocks noChangeArrowheads="1"/>
            </p:cNvSpPr>
            <p:nvPr/>
          </p:nvSpPr>
          <p:spPr bwMode="auto">
            <a:xfrm>
              <a:off x="1703388" y="3222625"/>
              <a:ext cx="988626"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2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CORE 1</a:t>
              </a:r>
            </a:p>
          </p:txBody>
        </p:sp>
        <p:sp>
          <p:nvSpPr>
            <p:cNvPr id="255009" name="Rectangle 7">
              <a:extLst>
                <a:ext uri="{FF2B5EF4-FFF2-40B4-BE49-F238E27FC236}">
                  <a16:creationId xmlns:a16="http://schemas.microsoft.com/office/drawing/2014/main" id="{D346043A-88F7-DE43-BBD5-6AD793DC0BB2}"/>
                </a:ext>
              </a:extLst>
            </p:cNvPr>
            <p:cNvSpPr>
              <a:spLocks noChangeArrowheads="1"/>
            </p:cNvSpPr>
            <p:nvPr/>
          </p:nvSpPr>
          <p:spPr bwMode="auto">
            <a:xfrm>
              <a:off x="2873375" y="2968625"/>
              <a:ext cx="806450" cy="808038"/>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255010" name="Text Box 8">
              <a:extLst>
                <a:ext uri="{FF2B5EF4-FFF2-40B4-BE49-F238E27FC236}">
                  <a16:creationId xmlns:a16="http://schemas.microsoft.com/office/drawing/2014/main" id="{9BD17BB4-E3E5-E348-8EDD-6A24712423EF}"/>
                </a:ext>
              </a:extLst>
            </p:cNvPr>
            <p:cNvSpPr txBox="1">
              <a:spLocks noChangeArrowheads="1"/>
            </p:cNvSpPr>
            <p:nvPr/>
          </p:nvSpPr>
          <p:spPr bwMode="auto">
            <a:xfrm>
              <a:off x="2798762" y="3222625"/>
              <a:ext cx="988626"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2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CORE 2</a:t>
              </a:r>
            </a:p>
          </p:txBody>
        </p:sp>
        <p:sp>
          <p:nvSpPr>
            <p:cNvPr id="255011" name="Rectangle 9">
              <a:extLst>
                <a:ext uri="{FF2B5EF4-FFF2-40B4-BE49-F238E27FC236}">
                  <a16:creationId xmlns:a16="http://schemas.microsoft.com/office/drawing/2014/main" id="{F80CB8DC-B687-C643-90CD-7669951198FE}"/>
                </a:ext>
              </a:extLst>
            </p:cNvPr>
            <p:cNvSpPr>
              <a:spLocks noChangeArrowheads="1"/>
            </p:cNvSpPr>
            <p:nvPr/>
          </p:nvSpPr>
          <p:spPr bwMode="auto">
            <a:xfrm>
              <a:off x="3967163" y="2968625"/>
              <a:ext cx="806450" cy="808038"/>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255012" name="Text Box 10">
              <a:extLst>
                <a:ext uri="{FF2B5EF4-FFF2-40B4-BE49-F238E27FC236}">
                  <a16:creationId xmlns:a16="http://schemas.microsoft.com/office/drawing/2014/main" id="{5F4B9089-77F3-3941-8AD5-984665B7F2B0}"/>
                </a:ext>
              </a:extLst>
            </p:cNvPr>
            <p:cNvSpPr txBox="1">
              <a:spLocks noChangeArrowheads="1"/>
            </p:cNvSpPr>
            <p:nvPr/>
          </p:nvSpPr>
          <p:spPr bwMode="auto">
            <a:xfrm>
              <a:off x="3892550" y="3222625"/>
              <a:ext cx="988626"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2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CORE 3</a:t>
              </a:r>
            </a:p>
          </p:txBody>
        </p:sp>
        <p:sp>
          <p:nvSpPr>
            <p:cNvPr id="255013" name="Rectangle 11">
              <a:extLst>
                <a:ext uri="{FF2B5EF4-FFF2-40B4-BE49-F238E27FC236}">
                  <a16:creationId xmlns:a16="http://schemas.microsoft.com/office/drawing/2014/main" id="{45D9F555-3EBE-634D-AE92-C22A9015953B}"/>
                </a:ext>
              </a:extLst>
            </p:cNvPr>
            <p:cNvSpPr>
              <a:spLocks noChangeArrowheads="1"/>
            </p:cNvSpPr>
            <p:nvPr/>
          </p:nvSpPr>
          <p:spPr bwMode="auto">
            <a:xfrm>
              <a:off x="684213" y="4062413"/>
              <a:ext cx="806450" cy="808037"/>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255014" name="Rectangle 13">
              <a:extLst>
                <a:ext uri="{FF2B5EF4-FFF2-40B4-BE49-F238E27FC236}">
                  <a16:creationId xmlns:a16="http://schemas.microsoft.com/office/drawing/2014/main" id="{F13B1E40-8440-B646-BE43-B75A89F2739E}"/>
                </a:ext>
              </a:extLst>
            </p:cNvPr>
            <p:cNvSpPr>
              <a:spLocks noChangeArrowheads="1"/>
            </p:cNvSpPr>
            <p:nvPr/>
          </p:nvSpPr>
          <p:spPr bwMode="auto">
            <a:xfrm>
              <a:off x="1809750" y="4062413"/>
              <a:ext cx="806450" cy="808037"/>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255015" name="Text Box 14">
              <a:extLst>
                <a:ext uri="{FF2B5EF4-FFF2-40B4-BE49-F238E27FC236}">
                  <a16:creationId xmlns:a16="http://schemas.microsoft.com/office/drawing/2014/main" id="{5B2E5C84-12D7-F742-9058-72541D7450C9}"/>
                </a:ext>
              </a:extLst>
            </p:cNvPr>
            <p:cNvSpPr txBox="1">
              <a:spLocks noChangeArrowheads="1"/>
            </p:cNvSpPr>
            <p:nvPr/>
          </p:nvSpPr>
          <p:spPr bwMode="auto">
            <a:xfrm>
              <a:off x="1751013" y="4144963"/>
              <a:ext cx="942566"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2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    L2 </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2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CACHE</a:t>
              </a:r>
            </a:p>
          </p:txBody>
        </p:sp>
        <p:sp>
          <p:nvSpPr>
            <p:cNvPr id="255016" name="Rectangle 15">
              <a:extLst>
                <a:ext uri="{FF2B5EF4-FFF2-40B4-BE49-F238E27FC236}">
                  <a16:creationId xmlns:a16="http://schemas.microsoft.com/office/drawing/2014/main" id="{1076100A-2794-6B49-A4F9-813DEDBC2973}"/>
                </a:ext>
              </a:extLst>
            </p:cNvPr>
            <p:cNvSpPr>
              <a:spLocks noChangeArrowheads="1"/>
            </p:cNvSpPr>
            <p:nvPr/>
          </p:nvSpPr>
          <p:spPr bwMode="auto">
            <a:xfrm>
              <a:off x="2903538" y="4064000"/>
              <a:ext cx="806450" cy="808038"/>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255017" name="Text Box 16">
              <a:extLst>
                <a:ext uri="{FF2B5EF4-FFF2-40B4-BE49-F238E27FC236}">
                  <a16:creationId xmlns:a16="http://schemas.microsoft.com/office/drawing/2014/main" id="{F2A16FBA-CB08-2F4B-9456-BB95B0423944}"/>
                </a:ext>
              </a:extLst>
            </p:cNvPr>
            <p:cNvSpPr txBox="1">
              <a:spLocks noChangeArrowheads="1"/>
            </p:cNvSpPr>
            <p:nvPr/>
          </p:nvSpPr>
          <p:spPr bwMode="auto">
            <a:xfrm>
              <a:off x="2844799" y="4146550"/>
              <a:ext cx="942566"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2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    L2 </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2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CACHE</a:t>
              </a:r>
            </a:p>
          </p:txBody>
        </p:sp>
        <p:sp>
          <p:nvSpPr>
            <p:cNvPr id="255018" name="Rectangle 17">
              <a:extLst>
                <a:ext uri="{FF2B5EF4-FFF2-40B4-BE49-F238E27FC236}">
                  <a16:creationId xmlns:a16="http://schemas.microsoft.com/office/drawing/2014/main" id="{63CD1E11-7E54-9D42-B116-4681879B8370}"/>
                </a:ext>
              </a:extLst>
            </p:cNvPr>
            <p:cNvSpPr>
              <a:spLocks noChangeArrowheads="1"/>
            </p:cNvSpPr>
            <p:nvPr/>
          </p:nvSpPr>
          <p:spPr bwMode="auto">
            <a:xfrm>
              <a:off x="3968750" y="4064000"/>
              <a:ext cx="806450" cy="808038"/>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255019" name="Text Box 18">
              <a:extLst>
                <a:ext uri="{FF2B5EF4-FFF2-40B4-BE49-F238E27FC236}">
                  <a16:creationId xmlns:a16="http://schemas.microsoft.com/office/drawing/2014/main" id="{F647A6BF-D6D5-C84A-B20B-71B84710ED8B}"/>
                </a:ext>
              </a:extLst>
            </p:cNvPr>
            <p:cNvSpPr txBox="1">
              <a:spLocks noChangeArrowheads="1"/>
            </p:cNvSpPr>
            <p:nvPr/>
          </p:nvSpPr>
          <p:spPr bwMode="auto">
            <a:xfrm>
              <a:off x="3910013" y="4146550"/>
              <a:ext cx="942566"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2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    L2 </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2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CACHE</a:t>
              </a:r>
            </a:p>
          </p:txBody>
        </p:sp>
        <p:sp>
          <p:nvSpPr>
            <p:cNvPr id="255020" name="Line 19">
              <a:extLst>
                <a:ext uri="{FF2B5EF4-FFF2-40B4-BE49-F238E27FC236}">
                  <a16:creationId xmlns:a16="http://schemas.microsoft.com/office/drawing/2014/main" id="{FE852DCA-E739-1943-816E-31D8117F286D}"/>
                </a:ext>
              </a:extLst>
            </p:cNvPr>
            <p:cNvSpPr>
              <a:spLocks noChangeShapeType="1"/>
            </p:cNvSpPr>
            <p:nvPr/>
          </p:nvSpPr>
          <p:spPr bwMode="auto">
            <a:xfrm>
              <a:off x="1087438" y="3776663"/>
              <a:ext cx="0" cy="287337"/>
            </a:xfrm>
            <a:prstGeom prst="line">
              <a:avLst/>
            </a:prstGeom>
            <a:noFill/>
            <a:ln w="9525">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255021" name="Line 20">
              <a:extLst>
                <a:ext uri="{FF2B5EF4-FFF2-40B4-BE49-F238E27FC236}">
                  <a16:creationId xmlns:a16="http://schemas.microsoft.com/office/drawing/2014/main" id="{6D3C1797-AE43-6341-9D24-E5F029317A22}"/>
                </a:ext>
              </a:extLst>
            </p:cNvPr>
            <p:cNvSpPr>
              <a:spLocks noChangeShapeType="1"/>
            </p:cNvSpPr>
            <p:nvPr/>
          </p:nvSpPr>
          <p:spPr bwMode="auto">
            <a:xfrm>
              <a:off x="2181225" y="3776663"/>
              <a:ext cx="0" cy="287337"/>
            </a:xfrm>
            <a:prstGeom prst="line">
              <a:avLst/>
            </a:prstGeom>
            <a:noFill/>
            <a:ln w="9525">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255022" name="Line 21">
              <a:extLst>
                <a:ext uri="{FF2B5EF4-FFF2-40B4-BE49-F238E27FC236}">
                  <a16:creationId xmlns:a16="http://schemas.microsoft.com/office/drawing/2014/main" id="{272F7E89-371D-AC47-9550-81BA8EE25151}"/>
                </a:ext>
              </a:extLst>
            </p:cNvPr>
            <p:cNvSpPr>
              <a:spLocks noChangeShapeType="1"/>
            </p:cNvSpPr>
            <p:nvPr/>
          </p:nvSpPr>
          <p:spPr bwMode="auto">
            <a:xfrm>
              <a:off x="3276600" y="3776663"/>
              <a:ext cx="0" cy="287337"/>
            </a:xfrm>
            <a:prstGeom prst="line">
              <a:avLst/>
            </a:prstGeom>
            <a:noFill/>
            <a:ln w="9525">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255023" name="Line 22">
              <a:extLst>
                <a:ext uri="{FF2B5EF4-FFF2-40B4-BE49-F238E27FC236}">
                  <a16:creationId xmlns:a16="http://schemas.microsoft.com/office/drawing/2014/main" id="{457C10DF-4CA8-AD4C-91AC-E31C661C507A}"/>
                </a:ext>
              </a:extLst>
            </p:cNvPr>
            <p:cNvSpPr>
              <a:spLocks noChangeShapeType="1"/>
            </p:cNvSpPr>
            <p:nvPr/>
          </p:nvSpPr>
          <p:spPr bwMode="auto">
            <a:xfrm>
              <a:off x="4370388" y="3776663"/>
              <a:ext cx="0" cy="287337"/>
            </a:xfrm>
            <a:prstGeom prst="line">
              <a:avLst/>
            </a:prstGeom>
            <a:noFill/>
            <a:ln w="9525">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255024" name="Rectangle 23">
              <a:extLst>
                <a:ext uri="{FF2B5EF4-FFF2-40B4-BE49-F238E27FC236}">
                  <a16:creationId xmlns:a16="http://schemas.microsoft.com/office/drawing/2014/main" id="{B9632FB2-9C2B-604C-B287-B757DB5DC68B}"/>
                </a:ext>
              </a:extLst>
            </p:cNvPr>
            <p:cNvSpPr>
              <a:spLocks noChangeArrowheads="1"/>
            </p:cNvSpPr>
            <p:nvPr/>
          </p:nvSpPr>
          <p:spPr bwMode="auto">
            <a:xfrm>
              <a:off x="1144588" y="5216525"/>
              <a:ext cx="3168650" cy="6350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255025" name="Text Box 24">
              <a:extLst>
                <a:ext uri="{FF2B5EF4-FFF2-40B4-BE49-F238E27FC236}">
                  <a16:creationId xmlns:a16="http://schemas.microsoft.com/office/drawing/2014/main" id="{88C62309-1E13-B64D-8A5A-8084807095B3}"/>
                </a:ext>
              </a:extLst>
            </p:cNvPr>
            <p:cNvSpPr txBox="1">
              <a:spLocks noChangeArrowheads="1"/>
            </p:cNvSpPr>
            <p:nvPr/>
          </p:nvSpPr>
          <p:spPr bwMode="auto">
            <a:xfrm>
              <a:off x="1117599" y="5387975"/>
              <a:ext cx="3213266"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2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DRAM MEMORY CONTROLLER</a:t>
              </a:r>
            </a:p>
          </p:txBody>
        </p:sp>
        <p:sp>
          <p:nvSpPr>
            <p:cNvPr id="255026" name="Line 25">
              <a:extLst>
                <a:ext uri="{FF2B5EF4-FFF2-40B4-BE49-F238E27FC236}">
                  <a16:creationId xmlns:a16="http://schemas.microsoft.com/office/drawing/2014/main" id="{C740DFCD-14C6-104D-A2A1-BE8077D27125}"/>
                </a:ext>
              </a:extLst>
            </p:cNvPr>
            <p:cNvSpPr>
              <a:spLocks noChangeShapeType="1"/>
            </p:cNvSpPr>
            <p:nvPr/>
          </p:nvSpPr>
          <p:spPr bwMode="auto">
            <a:xfrm>
              <a:off x="2181225" y="4870450"/>
              <a:ext cx="0" cy="346075"/>
            </a:xfrm>
            <a:prstGeom prst="line">
              <a:avLst/>
            </a:prstGeom>
            <a:noFill/>
            <a:ln w="9525">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255027" name="Line 26">
              <a:extLst>
                <a:ext uri="{FF2B5EF4-FFF2-40B4-BE49-F238E27FC236}">
                  <a16:creationId xmlns:a16="http://schemas.microsoft.com/office/drawing/2014/main" id="{4ABC10AD-607C-FD4D-947E-1480A3952930}"/>
                </a:ext>
              </a:extLst>
            </p:cNvPr>
            <p:cNvSpPr>
              <a:spLocks noChangeShapeType="1"/>
            </p:cNvSpPr>
            <p:nvPr/>
          </p:nvSpPr>
          <p:spPr bwMode="auto">
            <a:xfrm>
              <a:off x="3289300" y="4870450"/>
              <a:ext cx="0" cy="346075"/>
            </a:xfrm>
            <a:prstGeom prst="line">
              <a:avLst/>
            </a:prstGeom>
            <a:noFill/>
            <a:ln w="9525">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255028" name="Line 27">
              <a:extLst>
                <a:ext uri="{FF2B5EF4-FFF2-40B4-BE49-F238E27FC236}">
                  <a16:creationId xmlns:a16="http://schemas.microsoft.com/office/drawing/2014/main" id="{FFF6FA2B-2C7F-8D49-BAD8-B07DBAE8B8FA}"/>
                </a:ext>
              </a:extLst>
            </p:cNvPr>
            <p:cNvSpPr>
              <a:spLocks noChangeShapeType="1"/>
            </p:cNvSpPr>
            <p:nvPr/>
          </p:nvSpPr>
          <p:spPr bwMode="auto">
            <a:xfrm>
              <a:off x="4197350" y="4870450"/>
              <a:ext cx="0" cy="346075"/>
            </a:xfrm>
            <a:prstGeom prst="line">
              <a:avLst/>
            </a:prstGeom>
            <a:noFill/>
            <a:ln w="9525">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255029" name="Line 28">
              <a:extLst>
                <a:ext uri="{FF2B5EF4-FFF2-40B4-BE49-F238E27FC236}">
                  <a16:creationId xmlns:a16="http://schemas.microsoft.com/office/drawing/2014/main" id="{B48C2D70-5D27-6041-9FCF-2E3AC61EE5D9}"/>
                </a:ext>
              </a:extLst>
            </p:cNvPr>
            <p:cNvSpPr>
              <a:spLocks noChangeShapeType="1"/>
            </p:cNvSpPr>
            <p:nvPr/>
          </p:nvSpPr>
          <p:spPr bwMode="auto">
            <a:xfrm>
              <a:off x="1317625" y="4870450"/>
              <a:ext cx="0" cy="346075"/>
            </a:xfrm>
            <a:prstGeom prst="line">
              <a:avLst/>
            </a:prstGeom>
            <a:noFill/>
            <a:ln w="9525">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255030" name="Rounded Rectangle 97">
              <a:extLst>
                <a:ext uri="{FF2B5EF4-FFF2-40B4-BE49-F238E27FC236}">
                  <a16:creationId xmlns:a16="http://schemas.microsoft.com/office/drawing/2014/main" id="{D437B674-C7DF-624E-A6AD-ABCFDBB56C7E}"/>
                </a:ext>
              </a:extLst>
            </p:cNvPr>
            <p:cNvSpPr>
              <a:spLocks noChangeArrowheads="1"/>
            </p:cNvSpPr>
            <p:nvPr/>
          </p:nvSpPr>
          <p:spPr bwMode="auto">
            <a:xfrm>
              <a:off x="395288" y="2852738"/>
              <a:ext cx="4667250" cy="3111500"/>
            </a:xfrm>
            <a:prstGeom prst="roundRect">
              <a:avLst>
                <a:gd name="adj" fmla="val 16667"/>
              </a:avLst>
            </a:prstGeom>
            <a:noFill/>
            <a:ln w="25400">
              <a:solidFill>
                <a:srgbClr val="008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marL="381000" indent="-381000">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marL="381000" marR="0" lvl="0" indent="-381000" algn="ctr" defTabSz="914400" rtl="0" eaLnBrk="0" fontAlgn="base" latinLnBrk="0" hangingPunct="0">
                <a:lnSpc>
                  <a:spcPct val="100000"/>
                </a:lnSpc>
                <a:spcBef>
                  <a:spcPct val="20000"/>
                </a:spcBef>
                <a:spcAft>
                  <a:spcPct val="0"/>
                </a:spcAft>
                <a:buClrTx/>
                <a:buSzTx/>
                <a:buFontTx/>
                <a:buChar char="•"/>
                <a:tabLst/>
                <a:defRPr/>
              </a:pPr>
              <a:endParaRPr kumimoji="0" lang="en-US" altLang="en-US" sz="20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255031" name="Rectangle 56">
              <a:extLst>
                <a:ext uri="{FF2B5EF4-FFF2-40B4-BE49-F238E27FC236}">
                  <a16:creationId xmlns:a16="http://schemas.microsoft.com/office/drawing/2014/main" id="{61BA1C6D-4C7B-E340-A268-7F57A7975C7D}"/>
                </a:ext>
              </a:extLst>
            </p:cNvPr>
            <p:cNvSpPr>
              <a:spLocks noChangeArrowheads="1"/>
            </p:cNvSpPr>
            <p:nvPr/>
          </p:nvSpPr>
          <p:spPr bwMode="auto">
            <a:xfrm>
              <a:off x="1144588" y="5214938"/>
              <a:ext cx="3168650" cy="635000"/>
            </a:xfrm>
            <a:prstGeom prst="rect">
              <a:avLst/>
            </a:prstGeom>
            <a:noFill/>
            <a:ln w="317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sp>
        <p:nvSpPr>
          <p:cNvPr id="254981" name="Text Box 14">
            <a:extLst>
              <a:ext uri="{FF2B5EF4-FFF2-40B4-BE49-F238E27FC236}">
                <a16:creationId xmlns:a16="http://schemas.microsoft.com/office/drawing/2014/main" id="{0556AA47-6051-394E-A9E4-191E1FA3CAE8}"/>
              </a:ext>
            </a:extLst>
          </p:cNvPr>
          <p:cNvSpPr txBox="1">
            <a:spLocks noChangeArrowheads="1"/>
          </p:cNvSpPr>
          <p:nvPr/>
        </p:nvSpPr>
        <p:spPr bwMode="auto">
          <a:xfrm>
            <a:off x="785812" y="4568825"/>
            <a:ext cx="720725"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2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    L2 </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2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CACHE</a:t>
            </a:r>
          </a:p>
        </p:txBody>
      </p:sp>
      <p:grpSp>
        <p:nvGrpSpPr>
          <p:cNvPr id="254982" name="Group 76">
            <a:extLst>
              <a:ext uri="{FF2B5EF4-FFF2-40B4-BE49-F238E27FC236}">
                <a16:creationId xmlns:a16="http://schemas.microsoft.com/office/drawing/2014/main" id="{D0CDA16B-75BA-7E46-998F-70F75E7881AD}"/>
              </a:ext>
            </a:extLst>
          </p:cNvPr>
          <p:cNvGrpSpPr>
            <a:grpSpLocks/>
          </p:cNvGrpSpPr>
          <p:nvPr/>
        </p:nvGrpSpPr>
        <p:grpSpPr bwMode="auto">
          <a:xfrm>
            <a:off x="4832350" y="3314700"/>
            <a:ext cx="3573462" cy="3111500"/>
            <a:chOff x="395288" y="2852738"/>
            <a:chExt cx="4667250" cy="3111500"/>
          </a:xfrm>
        </p:grpSpPr>
        <p:sp>
          <p:nvSpPr>
            <p:cNvPr id="254984" name="Rectangle 3">
              <a:extLst>
                <a:ext uri="{FF2B5EF4-FFF2-40B4-BE49-F238E27FC236}">
                  <a16:creationId xmlns:a16="http://schemas.microsoft.com/office/drawing/2014/main" id="{DDF20DA4-7D4B-F540-AE64-AFA027C8FAF2}"/>
                </a:ext>
              </a:extLst>
            </p:cNvPr>
            <p:cNvSpPr>
              <a:spLocks noChangeArrowheads="1"/>
            </p:cNvSpPr>
            <p:nvPr/>
          </p:nvSpPr>
          <p:spPr bwMode="auto">
            <a:xfrm>
              <a:off x="684213" y="2968625"/>
              <a:ext cx="806450" cy="808038"/>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254985" name="Text Box 4">
              <a:extLst>
                <a:ext uri="{FF2B5EF4-FFF2-40B4-BE49-F238E27FC236}">
                  <a16:creationId xmlns:a16="http://schemas.microsoft.com/office/drawing/2014/main" id="{37081304-DBDF-6549-A12C-8957043195E5}"/>
                </a:ext>
              </a:extLst>
            </p:cNvPr>
            <p:cNvSpPr txBox="1">
              <a:spLocks noChangeArrowheads="1"/>
            </p:cNvSpPr>
            <p:nvPr/>
          </p:nvSpPr>
          <p:spPr bwMode="auto">
            <a:xfrm>
              <a:off x="609600" y="3222625"/>
              <a:ext cx="988626"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2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CORE 0</a:t>
              </a:r>
            </a:p>
          </p:txBody>
        </p:sp>
        <p:sp>
          <p:nvSpPr>
            <p:cNvPr id="254986" name="Rectangle 5">
              <a:extLst>
                <a:ext uri="{FF2B5EF4-FFF2-40B4-BE49-F238E27FC236}">
                  <a16:creationId xmlns:a16="http://schemas.microsoft.com/office/drawing/2014/main" id="{24AEDA8E-DCD2-5F44-9571-A9D057D91288}"/>
                </a:ext>
              </a:extLst>
            </p:cNvPr>
            <p:cNvSpPr>
              <a:spLocks noChangeArrowheads="1"/>
            </p:cNvSpPr>
            <p:nvPr/>
          </p:nvSpPr>
          <p:spPr bwMode="auto">
            <a:xfrm>
              <a:off x="1778000" y="2968625"/>
              <a:ext cx="806450" cy="808038"/>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254987" name="Text Box 6">
              <a:extLst>
                <a:ext uri="{FF2B5EF4-FFF2-40B4-BE49-F238E27FC236}">
                  <a16:creationId xmlns:a16="http://schemas.microsoft.com/office/drawing/2014/main" id="{B8586D80-261D-6B4D-97E8-E8074A9677C3}"/>
                </a:ext>
              </a:extLst>
            </p:cNvPr>
            <p:cNvSpPr txBox="1">
              <a:spLocks noChangeArrowheads="1"/>
            </p:cNvSpPr>
            <p:nvPr/>
          </p:nvSpPr>
          <p:spPr bwMode="auto">
            <a:xfrm>
              <a:off x="1703388" y="3222625"/>
              <a:ext cx="988626"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2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CORE 1</a:t>
              </a:r>
            </a:p>
          </p:txBody>
        </p:sp>
        <p:sp>
          <p:nvSpPr>
            <p:cNvPr id="254988" name="Rectangle 7">
              <a:extLst>
                <a:ext uri="{FF2B5EF4-FFF2-40B4-BE49-F238E27FC236}">
                  <a16:creationId xmlns:a16="http://schemas.microsoft.com/office/drawing/2014/main" id="{1B7498E1-9E3D-A04C-9177-76512476F22E}"/>
                </a:ext>
              </a:extLst>
            </p:cNvPr>
            <p:cNvSpPr>
              <a:spLocks noChangeArrowheads="1"/>
            </p:cNvSpPr>
            <p:nvPr/>
          </p:nvSpPr>
          <p:spPr bwMode="auto">
            <a:xfrm>
              <a:off x="2873375" y="2968625"/>
              <a:ext cx="806450" cy="808038"/>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254989" name="Text Box 8">
              <a:extLst>
                <a:ext uri="{FF2B5EF4-FFF2-40B4-BE49-F238E27FC236}">
                  <a16:creationId xmlns:a16="http://schemas.microsoft.com/office/drawing/2014/main" id="{A88F6D3B-F44A-D74D-BB43-087E5E66901A}"/>
                </a:ext>
              </a:extLst>
            </p:cNvPr>
            <p:cNvSpPr txBox="1">
              <a:spLocks noChangeArrowheads="1"/>
            </p:cNvSpPr>
            <p:nvPr/>
          </p:nvSpPr>
          <p:spPr bwMode="auto">
            <a:xfrm>
              <a:off x="2798762" y="3222625"/>
              <a:ext cx="988626"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2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CORE 2</a:t>
              </a:r>
            </a:p>
          </p:txBody>
        </p:sp>
        <p:sp>
          <p:nvSpPr>
            <p:cNvPr id="254990" name="Rectangle 9">
              <a:extLst>
                <a:ext uri="{FF2B5EF4-FFF2-40B4-BE49-F238E27FC236}">
                  <a16:creationId xmlns:a16="http://schemas.microsoft.com/office/drawing/2014/main" id="{5866987C-2601-C546-A51B-81CC00092A44}"/>
                </a:ext>
              </a:extLst>
            </p:cNvPr>
            <p:cNvSpPr>
              <a:spLocks noChangeArrowheads="1"/>
            </p:cNvSpPr>
            <p:nvPr/>
          </p:nvSpPr>
          <p:spPr bwMode="auto">
            <a:xfrm>
              <a:off x="3967163" y="2968625"/>
              <a:ext cx="806450" cy="808038"/>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254991" name="Text Box 10">
              <a:extLst>
                <a:ext uri="{FF2B5EF4-FFF2-40B4-BE49-F238E27FC236}">
                  <a16:creationId xmlns:a16="http://schemas.microsoft.com/office/drawing/2014/main" id="{9C9624C6-5CFA-254C-8910-57FB1862E008}"/>
                </a:ext>
              </a:extLst>
            </p:cNvPr>
            <p:cNvSpPr txBox="1">
              <a:spLocks noChangeArrowheads="1"/>
            </p:cNvSpPr>
            <p:nvPr/>
          </p:nvSpPr>
          <p:spPr bwMode="auto">
            <a:xfrm>
              <a:off x="3892550" y="3222625"/>
              <a:ext cx="988626"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2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CORE 3</a:t>
              </a:r>
            </a:p>
          </p:txBody>
        </p:sp>
        <p:sp>
          <p:nvSpPr>
            <p:cNvPr id="254992" name="Rectangle 11">
              <a:extLst>
                <a:ext uri="{FF2B5EF4-FFF2-40B4-BE49-F238E27FC236}">
                  <a16:creationId xmlns:a16="http://schemas.microsoft.com/office/drawing/2014/main" id="{9A489BFB-DDB9-0447-BF61-D2EF904F3724}"/>
                </a:ext>
              </a:extLst>
            </p:cNvPr>
            <p:cNvSpPr>
              <a:spLocks noChangeArrowheads="1"/>
            </p:cNvSpPr>
            <p:nvPr/>
          </p:nvSpPr>
          <p:spPr bwMode="auto">
            <a:xfrm>
              <a:off x="684213" y="4062413"/>
              <a:ext cx="4089400" cy="808037"/>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254993" name="Line 19">
              <a:extLst>
                <a:ext uri="{FF2B5EF4-FFF2-40B4-BE49-F238E27FC236}">
                  <a16:creationId xmlns:a16="http://schemas.microsoft.com/office/drawing/2014/main" id="{B671D906-8814-9649-BCA8-D3A6D019C60D}"/>
                </a:ext>
              </a:extLst>
            </p:cNvPr>
            <p:cNvSpPr>
              <a:spLocks noChangeShapeType="1"/>
            </p:cNvSpPr>
            <p:nvPr/>
          </p:nvSpPr>
          <p:spPr bwMode="auto">
            <a:xfrm>
              <a:off x="1087438" y="3776663"/>
              <a:ext cx="0" cy="287337"/>
            </a:xfrm>
            <a:prstGeom prst="line">
              <a:avLst/>
            </a:prstGeom>
            <a:noFill/>
            <a:ln w="9525">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254994" name="Line 20">
              <a:extLst>
                <a:ext uri="{FF2B5EF4-FFF2-40B4-BE49-F238E27FC236}">
                  <a16:creationId xmlns:a16="http://schemas.microsoft.com/office/drawing/2014/main" id="{680EC38C-05A1-3A41-B3AA-E41B546FD4F7}"/>
                </a:ext>
              </a:extLst>
            </p:cNvPr>
            <p:cNvSpPr>
              <a:spLocks noChangeShapeType="1"/>
            </p:cNvSpPr>
            <p:nvPr/>
          </p:nvSpPr>
          <p:spPr bwMode="auto">
            <a:xfrm>
              <a:off x="2181225" y="3776663"/>
              <a:ext cx="0" cy="287337"/>
            </a:xfrm>
            <a:prstGeom prst="line">
              <a:avLst/>
            </a:prstGeom>
            <a:noFill/>
            <a:ln w="9525">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254995" name="Line 21">
              <a:extLst>
                <a:ext uri="{FF2B5EF4-FFF2-40B4-BE49-F238E27FC236}">
                  <a16:creationId xmlns:a16="http://schemas.microsoft.com/office/drawing/2014/main" id="{9E84F957-B8D4-6045-999B-88F6857EA7E8}"/>
                </a:ext>
              </a:extLst>
            </p:cNvPr>
            <p:cNvSpPr>
              <a:spLocks noChangeShapeType="1"/>
            </p:cNvSpPr>
            <p:nvPr/>
          </p:nvSpPr>
          <p:spPr bwMode="auto">
            <a:xfrm>
              <a:off x="3276600" y="3776663"/>
              <a:ext cx="0" cy="287337"/>
            </a:xfrm>
            <a:prstGeom prst="line">
              <a:avLst/>
            </a:prstGeom>
            <a:noFill/>
            <a:ln w="9525">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254996" name="Line 22">
              <a:extLst>
                <a:ext uri="{FF2B5EF4-FFF2-40B4-BE49-F238E27FC236}">
                  <a16:creationId xmlns:a16="http://schemas.microsoft.com/office/drawing/2014/main" id="{7F34C7BA-5AC8-864C-BACB-0EEBF4097653}"/>
                </a:ext>
              </a:extLst>
            </p:cNvPr>
            <p:cNvSpPr>
              <a:spLocks noChangeShapeType="1"/>
            </p:cNvSpPr>
            <p:nvPr/>
          </p:nvSpPr>
          <p:spPr bwMode="auto">
            <a:xfrm>
              <a:off x="4370388" y="3776663"/>
              <a:ext cx="0" cy="287337"/>
            </a:xfrm>
            <a:prstGeom prst="line">
              <a:avLst/>
            </a:prstGeom>
            <a:noFill/>
            <a:ln w="9525">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254997" name="Rectangle 23">
              <a:extLst>
                <a:ext uri="{FF2B5EF4-FFF2-40B4-BE49-F238E27FC236}">
                  <a16:creationId xmlns:a16="http://schemas.microsoft.com/office/drawing/2014/main" id="{64E766A9-F132-144C-A5C2-CC191A1E6E55}"/>
                </a:ext>
              </a:extLst>
            </p:cNvPr>
            <p:cNvSpPr>
              <a:spLocks noChangeArrowheads="1"/>
            </p:cNvSpPr>
            <p:nvPr/>
          </p:nvSpPr>
          <p:spPr bwMode="auto">
            <a:xfrm>
              <a:off x="1144588" y="5216525"/>
              <a:ext cx="3168650" cy="6350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254998" name="Text Box 24">
              <a:extLst>
                <a:ext uri="{FF2B5EF4-FFF2-40B4-BE49-F238E27FC236}">
                  <a16:creationId xmlns:a16="http://schemas.microsoft.com/office/drawing/2014/main" id="{82BEA00D-2905-1549-AB4A-859AA100878A}"/>
                </a:ext>
              </a:extLst>
            </p:cNvPr>
            <p:cNvSpPr txBox="1">
              <a:spLocks noChangeArrowheads="1"/>
            </p:cNvSpPr>
            <p:nvPr/>
          </p:nvSpPr>
          <p:spPr bwMode="auto">
            <a:xfrm>
              <a:off x="1117599" y="5387975"/>
              <a:ext cx="3213266"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2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DRAM MEMORY CONTROLLER</a:t>
              </a:r>
            </a:p>
          </p:txBody>
        </p:sp>
        <p:sp>
          <p:nvSpPr>
            <p:cNvPr id="254999" name="Line 25">
              <a:extLst>
                <a:ext uri="{FF2B5EF4-FFF2-40B4-BE49-F238E27FC236}">
                  <a16:creationId xmlns:a16="http://schemas.microsoft.com/office/drawing/2014/main" id="{AD3D7D2F-A69C-9F4E-A8BE-10D17763B149}"/>
                </a:ext>
              </a:extLst>
            </p:cNvPr>
            <p:cNvSpPr>
              <a:spLocks noChangeShapeType="1"/>
            </p:cNvSpPr>
            <p:nvPr/>
          </p:nvSpPr>
          <p:spPr bwMode="auto">
            <a:xfrm>
              <a:off x="2181225" y="4870450"/>
              <a:ext cx="0" cy="346075"/>
            </a:xfrm>
            <a:prstGeom prst="line">
              <a:avLst/>
            </a:prstGeom>
            <a:noFill/>
            <a:ln w="9525">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255000" name="Line 26">
              <a:extLst>
                <a:ext uri="{FF2B5EF4-FFF2-40B4-BE49-F238E27FC236}">
                  <a16:creationId xmlns:a16="http://schemas.microsoft.com/office/drawing/2014/main" id="{B910D3DC-CF89-7746-8AD0-2E887C8DF985}"/>
                </a:ext>
              </a:extLst>
            </p:cNvPr>
            <p:cNvSpPr>
              <a:spLocks noChangeShapeType="1"/>
            </p:cNvSpPr>
            <p:nvPr/>
          </p:nvSpPr>
          <p:spPr bwMode="auto">
            <a:xfrm>
              <a:off x="3289300" y="4870450"/>
              <a:ext cx="0" cy="346075"/>
            </a:xfrm>
            <a:prstGeom prst="line">
              <a:avLst/>
            </a:prstGeom>
            <a:noFill/>
            <a:ln w="9525">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255001" name="Line 27">
              <a:extLst>
                <a:ext uri="{FF2B5EF4-FFF2-40B4-BE49-F238E27FC236}">
                  <a16:creationId xmlns:a16="http://schemas.microsoft.com/office/drawing/2014/main" id="{6E393AC7-61E5-6647-AC11-547E99884371}"/>
                </a:ext>
              </a:extLst>
            </p:cNvPr>
            <p:cNvSpPr>
              <a:spLocks noChangeShapeType="1"/>
            </p:cNvSpPr>
            <p:nvPr/>
          </p:nvSpPr>
          <p:spPr bwMode="auto">
            <a:xfrm>
              <a:off x="4197350" y="4870450"/>
              <a:ext cx="0" cy="346075"/>
            </a:xfrm>
            <a:prstGeom prst="line">
              <a:avLst/>
            </a:prstGeom>
            <a:noFill/>
            <a:ln w="9525">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255002" name="Line 28">
              <a:extLst>
                <a:ext uri="{FF2B5EF4-FFF2-40B4-BE49-F238E27FC236}">
                  <a16:creationId xmlns:a16="http://schemas.microsoft.com/office/drawing/2014/main" id="{4B70561C-5745-5848-9A0A-811EA9330C53}"/>
                </a:ext>
              </a:extLst>
            </p:cNvPr>
            <p:cNvSpPr>
              <a:spLocks noChangeShapeType="1"/>
            </p:cNvSpPr>
            <p:nvPr/>
          </p:nvSpPr>
          <p:spPr bwMode="auto">
            <a:xfrm>
              <a:off x="1317625" y="4870450"/>
              <a:ext cx="0" cy="346075"/>
            </a:xfrm>
            <a:prstGeom prst="line">
              <a:avLst/>
            </a:prstGeom>
            <a:noFill/>
            <a:ln w="9525">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255003" name="Rounded Rectangle 97">
              <a:extLst>
                <a:ext uri="{FF2B5EF4-FFF2-40B4-BE49-F238E27FC236}">
                  <a16:creationId xmlns:a16="http://schemas.microsoft.com/office/drawing/2014/main" id="{B7F9A12D-74E3-1D45-B21B-23462C604639}"/>
                </a:ext>
              </a:extLst>
            </p:cNvPr>
            <p:cNvSpPr>
              <a:spLocks noChangeArrowheads="1"/>
            </p:cNvSpPr>
            <p:nvPr/>
          </p:nvSpPr>
          <p:spPr bwMode="auto">
            <a:xfrm>
              <a:off x="395288" y="2852738"/>
              <a:ext cx="4667250" cy="3111500"/>
            </a:xfrm>
            <a:prstGeom prst="roundRect">
              <a:avLst>
                <a:gd name="adj" fmla="val 16667"/>
              </a:avLst>
            </a:prstGeom>
            <a:noFill/>
            <a:ln w="25400">
              <a:solidFill>
                <a:srgbClr val="008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marL="381000" indent="-381000">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marL="381000" marR="0" lvl="0" indent="-381000" algn="ctr" defTabSz="914400" rtl="0" eaLnBrk="0" fontAlgn="base" latinLnBrk="0" hangingPunct="0">
                <a:lnSpc>
                  <a:spcPct val="100000"/>
                </a:lnSpc>
                <a:spcBef>
                  <a:spcPct val="20000"/>
                </a:spcBef>
                <a:spcAft>
                  <a:spcPct val="0"/>
                </a:spcAft>
                <a:buClrTx/>
                <a:buSzTx/>
                <a:buFontTx/>
                <a:buChar char="•"/>
                <a:tabLst/>
                <a:defRPr/>
              </a:pPr>
              <a:endParaRPr kumimoji="0" lang="en-US" altLang="en-US" sz="20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255004" name="Rectangle 56">
              <a:extLst>
                <a:ext uri="{FF2B5EF4-FFF2-40B4-BE49-F238E27FC236}">
                  <a16:creationId xmlns:a16="http://schemas.microsoft.com/office/drawing/2014/main" id="{420640B8-9197-474C-B8B0-26185754941D}"/>
                </a:ext>
              </a:extLst>
            </p:cNvPr>
            <p:cNvSpPr>
              <a:spLocks noChangeArrowheads="1"/>
            </p:cNvSpPr>
            <p:nvPr/>
          </p:nvSpPr>
          <p:spPr bwMode="auto">
            <a:xfrm>
              <a:off x="1144588" y="5214938"/>
              <a:ext cx="3168650" cy="635000"/>
            </a:xfrm>
            <a:prstGeom prst="rect">
              <a:avLst/>
            </a:prstGeom>
            <a:noFill/>
            <a:ln w="317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sp>
        <p:nvSpPr>
          <p:cNvPr id="254983" name="Text Box 14">
            <a:extLst>
              <a:ext uri="{FF2B5EF4-FFF2-40B4-BE49-F238E27FC236}">
                <a16:creationId xmlns:a16="http://schemas.microsoft.com/office/drawing/2014/main" id="{2A5E8279-BE81-3548-88E8-46783B7F9A66}"/>
              </a:ext>
            </a:extLst>
          </p:cNvPr>
          <p:cNvSpPr txBox="1">
            <a:spLocks noChangeArrowheads="1"/>
          </p:cNvSpPr>
          <p:nvPr/>
        </p:nvSpPr>
        <p:spPr bwMode="auto">
          <a:xfrm>
            <a:off x="6230937" y="4681537"/>
            <a:ext cx="720725"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2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    L2 </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2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CACHE</a:t>
            </a:r>
          </a:p>
        </p:txBody>
      </p:sp>
    </p:spTree>
  </p:cSld>
  <p:clrMapOvr>
    <a:masterClrMapping/>
  </p:clrMapOvr>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01" name="Title 1">
            <a:extLst>
              <a:ext uri="{FF2B5EF4-FFF2-40B4-BE49-F238E27FC236}">
                <a16:creationId xmlns:a16="http://schemas.microsoft.com/office/drawing/2014/main" id="{B52B3FD7-B48E-C648-AF68-01C319321CFA}"/>
              </a:ext>
            </a:extLst>
          </p:cNvPr>
          <p:cNvSpPr>
            <a:spLocks noGrp="1" noChangeArrowheads="1"/>
          </p:cNvSpPr>
          <p:nvPr>
            <p:ph type="title"/>
          </p:nvPr>
        </p:nvSpPr>
        <p:spPr>
          <a:xfrm>
            <a:off x="228600" y="152400"/>
            <a:ext cx="8915400" cy="1066800"/>
          </a:xfrm>
        </p:spPr>
        <p:txBody>
          <a:bodyPr/>
          <a:lstStyle/>
          <a:p>
            <a:r>
              <a:rPr lang="en-US" altLang="en-US">
                <a:ea typeface="ＭＳ Ｐゴシック" panose="020B0600070205080204" pitchFamily="34" charset="-128"/>
              </a:rPr>
              <a:t>Resource Sharing Concept and Advantages</a:t>
            </a:r>
          </a:p>
        </p:txBody>
      </p:sp>
      <p:sp>
        <p:nvSpPr>
          <p:cNvPr id="3" name="Content Placeholder 2">
            <a:extLst>
              <a:ext uri="{FF2B5EF4-FFF2-40B4-BE49-F238E27FC236}">
                <a16:creationId xmlns:a16="http://schemas.microsoft.com/office/drawing/2014/main" id="{CB53D295-5FAD-7E43-8370-769DBACD7363}"/>
              </a:ext>
            </a:extLst>
          </p:cNvPr>
          <p:cNvSpPr>
            <a:spLocks noGrp="1" noChangeArrowheads="1"/>
          </p:cNvSpPr>
          <p:nvPr>
            <p:ph idx="1"/>
          </p:nvPr>
        </p:nvSpPr>
        <p:spPr>
          <a:xfrm>
            <a:off x="228600" y="914400"/>
            <a:ext cx="8915400" cy="5562600"/>
          </a:xfrm>
        </p:spPr>
        <p:txBody>
          <a:bodyPr/>
          <a:lstStyle/>
          <a:p>
            <a:r>
              <a:rPr lang="en-US" altLang="en-US" b="1" dirty="0">
                <a:ea typeface="ＭＳ Ｐゴシック" panose="020B0600070205080204" pitchFamily="34" charset="-128"/>
              </a:rPr>
              <a:t>Idea</a:t>
            </a:r>
            <a:r>
              <a:rPr lang="en-US" altLang="en-US" dirty="0">
                <a:ea typeface="ＭＳ Ｐゴシック" panose="020B0600070205080204" pitchFamily="34" charset="-128"/>
              </a:rPr>
              <a:t>: </a:t>
            </a:r>
            <a:r>
              <a:rPr lang="en-US" altLang="en-US" dirty="0">
                <a:solidFill>
                  <a:srgbClr val="0000FF"/>
                </a:solidFill>
                <a:ea typeface="ＭＳ Ｐゴシック" panose="020B0600070205080204" pitchFamily="34" charset="-128"/>
              </a:rPr>
              <a:t>Instead of dedicating a hardware resource to a hardware context, allow multiple contexts to use it</a:t>
            </a:r>
          </a:p>
          <a:p>
            <a:pPr lvl="1"/>
            <a:r>
              <a:rPr lang="en-US" altLang="en-US" dirty="0">
                <a:ea typeface="ＭＳ Ｐゴシック" panose="020B0600070205080204" pitchFamily="34" charset="-128"/>
              </a:rPr>
              <a:t>Example resources: functional units, pipeline, caches, buses, memory</a:t>
            </a:r>
          </a:p>
          <a:p>
            <a:r>
              <a:rPr lang="en-US" altLang="en-US" dirty="0">
                <a:ea typeface="ＭＳ Ｐゴシック" panose="020B0600070205080204" pitchFamily="34" charset="-128"/>
              </a:rPr>
              <a:t>Why?</a:t>
            </a:r>
          </a:p>
          <a:p>
            <a:endParaRPr lang="en-US" altLang="en-US" dirty="0">
              <a:ea typeface="ＭＳ Ｐゴシック" panose="020B0600070205080204" pitchFamily="34" charset="-128"/>
            </a:endParaRPr>
          </a:p>
          <a:p>
            <a:pPr>
              <a:buFont typeface="Wingdings" pitchFamily="2" charset="2"/>
              <a:buNone/>
            </a:pPr>
            <a:r>
              <a:rPr lang="en-US" altLang="en-US" dirty="0">
                <a:ea typeface="ＭＳ Ｐゴシック" panose="020B0600070205080204" pitchFamily="34" charset="-128"/>
              </a:rPr>
              <a:t>+ Resource sharing </a:t>
            </a:r>
            <a:r>
              <a:rPr lang="en-US" altLang="en-US" dirty="0">
                <a:solidFill>
                  <a:srgbClr val="0000FF"/>
                </a:solidFill>
                <a:ea typeface="ＭＳ Ｐゴシック" panose="020B0600070205080204" pitchFamily="34" charset="-128"/>
              </a:rPr>
              <a:t>improves utilization/efficiency </a:t>
            </a:r>
            <a:r>
              <a:rPr lang="en-US" altLang="en-US" dirty="0">
                <a:solidFill>
                  <a:srgbClr val="0000FF"/>
                </a:solidFill>
                <a:ea typeface="ＭＳ Ｐゴシック" panose="020B0600070205080204" pitchFamily="34" charset="-128"/>
                <a:sym typeface="Wingdings" pitchFamily="2" charset="2"/>
              </a:rPr>
              <a:t> throughput</a:t>
            </a:r>
            <a:endParaRPr lang="en-US" altLang="en-US" dirty="0">
              <a:solidFill>
                <a:srgbClr val="0000FF"/>
              </a:solidFill>
              <a:ea typeface="ＭＳ Ｐゴシック" panose="020B0600070205080204" pitchFamily="34" charset="-128"/>
            </a:endParaRPr>
          </a:p>
          <a:p>
            <a:pPr lvl="1"/>
            <a:r>
              <a:rPr lang="en-US" altLang="en-US" dirty="0">
                <a:ea typeface="ＭＳ Ｐゴシック" panose="020B0600070205080204" pitchFamily="34" charset="-128"/>
              </a:rPr>
              <a:t>When a resource is left idle by one thread, another thread can use it; no need to replicate shared data</a:t>
            </a:r>
          </a:p>
          <a:p>
            <a:pPr>
              <a:buFont typeface="Wingdings" pitchFamily="2" charset="2"/>
              <a:buNone/>
            </a:pPr>
            <a:r>
              <a:rPr lang="en-US" altLang="en-US" dirty="0">
                <a:ea typeface="ＭＳ Ｐゴシック" panose="020B0600070205080204" pitchFamily="34" charset="-128"/>
              </a:rPr>
              <a:t>+ </a:t>
            </a:r>
            <a:r>
              <a:rPr lang="en-US" altLang="en-US" dirty="0">
                <a:solidFill>
                  <a:srgbClr val="0000FF"/>
                </a:solidFill>
                <a:ea typeface="ＭＳ Ｐゴシック" panose="020B0600070205080204" pitchFamily="34" charset="-128"/>
              </a:rPr>
              <a:t>Reduces communication latency</a:t>
            </a:r>
          </a:p>
          <a:p>
            <a:pPr lvl="1"/>
            <a:r>
              <a:rPr lang="en-US" altLang="en-US" dirty="0">
                <a:ea typeface="ＭＳ Ｐゴシック" panose="020B0600070205080204" pitchFamily="34" charset="-128"/>
              </a:rPr>
              <a:t>For example, data shared between multiple threads can be kept in the same cache in multithreaded processors</a:t>
            </a:r>
          </a:p>
          <a:p>
            <a:pPr>
              <a:buFont typeface="Wingdings" pitchFamily="2" charset="2"/>
              <a:buNone/>
            </a:pPr>
            <a:r>
              <a:rPr lang="en-US" altLang="en-US" dirty="0">
                <a:ea typeface="ＭＳ Ｐゴシック" panose="020B0600070205080204" pitchFamily="34" charset="-128"/>
              </a:rPr>
              <a:t>+ </a:t>
            </a:r>
            <a:r>
              <a:rPr lang="en-US" altLang="en-US" dirty="0">
                <a:solidFill>
                  <a:srgbClr val="0000FF"/>
                </a:solidFill>
                <a:ea typeface="ＭＳ Ｐゴシック" panose="020B0600070205080204" pitchFamily="34" charset="-128"/>
              </a:rPr>
              <a:t>Compatible with the shared memory programming model</a:t>
            </a:r>
          </a:p>
          <a:p>
            <a:endParaRPr lang="en-US" altLang="en-US" dirty="0">
              <a:ea typeface="ＭＳ Ｐゴシック" panose="020B0600070205080204" pitchFamily="34" charset="-128"/>
            </a:endParaRPr>
          </a:p>
          <a:p>
            <a:endParaRPr lang="en-US" altLang="en-US" dirty="0">
              <a:ea typeface="ＭＳ Ｐゴシック" panose="020B0600070205080204" pitchFamily="34" charset="-128"/>
            </a:endParaRPr>
          </a:p>
          <a:p>
            <a:endParaRPr lang="en-US" altLang="en-US" dirty="0">
              <a:ea typeface="ＭＳ Ｐゴシック" panose="020B0600070205080204" pitchFamily="34" charset="-128"/>
            </a:endParaRPr>
          </a:p>
        </p:txBody>
      </p:sp>
      <p:sp>
        <p:nvSpPr>
          <p:cNvPr id="256003" name="Slide Number Placeholder 3">
            <a:extLst>
              <a:ext uri="{FF2B5EF4-FFF2-40B4-BE49-F238E27FC236}">
                <a16:creationId xmlns:a16="http://schemas.microsoft.com/office/drawing/2014/main" id="{FFE3F9FA-0DF2-9149-AE84-DF8A02432431}"/>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44141715-CD8F-4D4F-A2FD-F3B4D166C822}" type="slidenum">
              <a:rPr kumimoji="0" lang="en-US" altLang="en-US" sz="1600" b="0" i="0" u="none" strike="noStrike" kern="1200" cap="none" spc="0" normalizeH="0" baseline="0" noProof="0" smtClean="0">
                <a:ln>
                  <a:noFill/>
                </a:ln>
                <a:solidFill>
                  <a:srgbClr val="000000"/>
                </a:solidFill>
                <a:effectLst/>
                <a:uLnTx/>
                <a:uFillTx/>
                <a:latin typeface="Garamond" panose="02020404030301010803" pitchFamily="18" charset="0"/>
                <a:ea typeface="ＭＳ Ｐゴシック" panose="020B0600070205080204" pitchFamily="34" charset="-128"/>
                <a:cs typeface="+mn-cs"/>
              </a:rPr>
              <a:pPr marL="0" marR="0" lvl="0" indent="0" algn="r" defTabSz="914400" rtl="0" eaLnBrk="1" fontAlgn="base" latinLnBrk="0" hangingPunct="1">
                <a:lnSpc>
                  <a:spcPct val="100000"/>
                </a:lnSpc>
                <a:spcBef>
                  <a:spcPct val="0"/>
                </a:spcBef>
                <a:spcAft>
                  <a:spcPct val="0"/>
                </a:spcAft>
                <a:buClrTx/>
                <a:buSzTx/>
                <a:buFontTx/>
                <a:buNone/>
                <a:tabLst/>
                <a:defRPr/>
              </a:pPr>
              <a:t>51</a:t>
            </a:fld>
            <a:endParaRPr kumimoji="0" lang="en-US" altLang="en-US" sz="1600" b="0" i="0" u="none" strike="noStrike" kern="1200" cap="none" spc="0" normalizeH="0" baseline="0" noProof="0">
              <a:ln>
                <a:noFill/>
              </a:ln>
              <a:solidFill>
                <a:srgbClr val="000000"/>
              </a:solidFill>
              <a:effectLst/>
              <a:uLnTx/>
              <a:uFillTx/>
              <a:latin typeface="Garamond" panose="02020404030301010803" pitchFamily="18" charset="0"/>
              <a:ea typeface="ＭＳ Ｐゴシック" panose="020B0600070205080204" pitchFamily="34" charset="-128"/>
              <a:cs typeface="+mn-cs"/>
            </a:endParaRP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3" fill="hold" nodeType="clickPar">
                      <p:stCondLst>
                        <p:cond delay="indefinite"/>
                      </p:stCondLst>
                      <p:childTnLst>
                        <p:par>
                          <p:cTn id="14" fill="hold" nodeType="withGroup">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
                                            <p:txEl>
                                              <p:pRg st="6" end="6"/>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7025" name="Title 1">
            <a:extLst>
              <a:ext uri="{FF2B5EF4-FFF2-40B4-BE49-F238E27FC236}">
                <a16:creationId xmlns:a16="http://schemas.microsoft.com/office/drawing/2014/main" id="{7D97BC46-DC34-8C43-A61A-CDB258514C9C}"/>
              </a:ext>
            </a:extLst>
          </p:cNvPr>
          <p:cNvSpPr>
            <a:spLocks noGrp="1" noChangeArrowheads="1"/>
          </p:cNvSpPr>
          <p:nvPr>
            <p:ph type="title"/>
          </p:nvPr>
        </p:nvSpPr>
        <p:spPr/>
        <p:txBody>
          <a:bodyPr/>
          <a:lstStyle/>
          <a:p>
            <a:r>
              <a:rPr lang="en-US" altLang="en-US">
                <a:ea typeface="ＭＳ Ｐゴシック" panose="020B0600070205080204" pitchFamily="34" charset="-128"/>
              </a:rPr>
              <a:t>Resource Sharing Disadvantages</a:t>
            </a:r>
          </a:p>
        </p:txBody>
      </p:sp>
      <p:sp>
        <p:nvSpPr>
          <p:cNvPr id="3" name="Content Placeholder 2">
            <a:extLst>
              <a:ext uri="{FF2B5EF4-FFF2-40B4-BE49-F238E27FC236}">
                <a16:creationId xmlns:a16="http://schemas.microsoft.com/office/drawing/2014/main" id="{F5C0AD66-9212-0A4C-8541-7BD3F3656D98}"/>
              </a:ext>
            </a:extLst>
          </p:cNvPr>
          <p:cNvSpPr>
            <a:spLocks noGrp="1" noChangeArrowheads="1"/>
          </p:cNvSpPr>
          <p:nvPr>
            <p:ph idx="1"/>
          </p:nvPr>
        </p:nvSpPr>
        <p:spPr>
          <a:xfrm>
            <a:off x="260350" y="914400"/>
            <a:ext cx="8915400" cy="5562600"/>
          </a:xfrm>
        </p:spPr>
        <p:txBody>
          <a:bodyPr/>
          <a:lstStyle/>
          <a:p>
            <a:r>
              <a:rPr lang="en-US" altLang="en-US" dirty="0">
                <a:ea typeface="ＭＳ Ｐゴシック" panose="020B0600070205080204" pitchFamily="34" charset="-128"/>
              </a:rPr>
              <a:t>Resource sharing results in </a:t>
            </a:r>
            <a:r>
              <a:rPr lang="en-US" altLang="en-US" dirty="0">
                <a:solidFill>
                  <a:srgbClr val="FF0000"/>
                </a:solidFill>
                <a:ea typeface="ＭＳ Ｐゴシック" panose="020B0600070205080204" pitchFamily="34" charset="-128"/>
              </a:rPr>
              <a:t>contention for resources</a:t>
            </a:r>
          </a:p>
          <a:p>
            <a:pPr lvl="1"/>
            <a:r>
              <a:rPr lang="en-US" altLang="en-US" dirty="0">
                <a:ea typeface="ＭＳ Ｐゴシック" panose="020B0600070205080204" pitchFamily="34" charset="-128"/>
              </a:rPr>
              <a:t>When the resource is not idle, another thread cannot use it</a:t>
            </a:r>
          </a:p>
          <a:p>
            <a:pPr lvl="1"/>
            <a:r>
              <a:rPr lang="en-US" altLang="en-US" dirty="0">
                <a:ea typeface="ＭＳ Ｐゴシック" panose="020B0600070205080204" pitchFamily="34" charset="-128"/>
              </a:rPr>
              <a:t>If space is occupied by one thread, another thread needs to re-occupy it </a:t>
            </a:r>
          </a:p>
          <a:p>
            <a:pPr lvl="1"/>
            <a:endParaRPr lang="en-US" altLang="en-US" sz="1600" dirty="0">
              <a:ea typeface="ＭＳ Ｐゴシック" panose="020B0600070205080204" pitchFamily="34" charset="-128"/>
            </a:endParaRPr>
          </a:p>
          <a:p>
            <a:pPr>
              <a:buFont typeface="Wingdings" pitchFamily="2" charset="2"/>
              <a:buNone/>
            </a:pPr>
            <a:r>
              <a:rPr lang="en-US" altLang="en-US" dirty="0">
                <a:ea typeface="ＭＳ Ｐゴシック" panose="020B0600070205080204" pitchFamily="34" charset="-128"/>
              </a:rPr>
              <a:t>- </a:t>
            </a:r>
            <a:r>
              <a:rPr lang="en-US" altLang="en-US" dirty="0">
                <a:solidFill>
                  <a:srgbClr val="FF0000"/>
                </a:solidFill>
                <a:ea typeface="ＭＳ Ｐゴシック" panose="020B0600070205080204" pitchFamily="34" charset="-128"/>
              </a:rPr>
              <a:t>Sometimes reduces each or some thread</a:t>
            </a:r>
            <a:r>
              <a:rPr lang="ja-JP" altLang="en-US" dirty="0">
                <a:solidFill>
                  <a:srgbClr val="FF0000"/>
                </a:solidFill>
                <a:ea typeface="ＭＳ Ｐゴシック" panose="020B0600070205080204" pitchFamily="34" charset="-128"/>
              </a:rPr>
              <a:t>’</a:t>
            </a:r>
            <a:r>
              <a:rPr lang="en-US" altLang="ja-JP" dirty="0">
                <a:solidFill>
                  <a:srgbClr val="FF0000"/>
                </a:solidFill>
                <a:ea typeface="ＭＳ Ｐゴシック" panose="020B0600070205080204" pitchFamily="34" charset="-128"/>
              </a:rPr>
              <a:t>s performance</a:t>
            </a:r>
          </a:p>
          <a:p>
            <a:pPr>
              <a:buFont typeface="Wingdings" pitchFamily="2" charset="2"/>
              <a:buNone/>
            </a:pPr>
            <a:r>
              <a:rPr lang="en-US" altLang="en-US" sz="2200" dirty="0">
                <a:ea typeface="ＭＳ Ｐゴシック" panose="020B0600070205080204" pitchFamily="34" charset="-128"/>
              </a:rPr>
              <a:t>	- Thread performance can be worse than when it is run alone  </a:t>
            </a:r>
          </a:p>
          <a:p>
            <a:pPr>
              <a:buFont typeface="Wingdings" pitchFamily="2" charset="2"/>
              <a:buNone/>
            </a:pPr>
            <a:r>
              <a:rPr lang="en-US" altLang="en-US" dirty="0">
                <a:ea typeface="ＭＳ Ｐゴシック" panose="020B0600070205080204" pitchFamily="34" charset="-128"/>
              </a:rPr>
              <a:t>- </a:t>
            </a:r>
            <a:r>
              <a:rPr lang="en-US" altLang="en-US" dirty="0">
                <a:solidFill>
                  <a:srgbClr val="FF0000"/>
                </a:solidFill>
                <a:ea typeface="ＭＳ Ｐゴシック" panose="020B0600070205080204" pitchFamily="34" charset="-128"/>
              </a:rPr>
              <a:t>Eliminates performance isolation </a:t>
            </a:r>
            <a:r>
              <a:rPr lang="en-US" altLang="en-US" dirty="0">
                <a:ea typeface="ＭＳ Ｐゴシック" panose="020B0600070205080204" pitchFamily="34" charset="-128"/>
                <a:sym typeface="Wingdings" pitchFamily="2" charset="2"/>
              </a:rPr>
              <a:t> inconsistent performance across runs</a:t>
            </a:r>
            <a:endParaRPr lang="en-US" altLang="en-US" dirty="0">
              <a:ea typeface="ＭＳ Ｐゴシック" panose="020B0600070205080204" pitchFamily="34" charset="-128"/>
            </a:endParaRPr>
          </a:p>
          <a:p>
            <a:pPr>
              <a:buFont typeface="Wingdings" pitchFamily="2" charset="2"/>
              <a:buNone/>
            </a:pPr>
            <a:r>
              <a:rPr lang="en-US" altLang="en-US" sz="2200" dirty="0">
                <a:ea typeface="ＭＳ Ｐゴシック" panose="020B0600070205080204" pitchFamily="34" charset="-128"/>
              </a:rPr>
              <a:t>  - Thread performance depends on co-executing threads</a:t>
            </a:r>
          </a:p>
          <a:p>
            <a:pPr>
              <a:buFont typeface="Wingdings" pitchFamily="2" charset="2"/>
              <a:buNone/>
            </a:pPr>
            <a:r>
              <a:rPr lang="en-US" altLang="en-US" dirty="0">
                <a:ea typeface="ＭＳ Ｐゴシック" panose="020B0600070205080204" pitchFamily="34" charset="-128"/>
              </a:rPr>
              <a:t>  - Uncontrolled (free-for-all) sharing </a:t>
            </a:r>
            <a:r>
              <a:rPr lang="en-US" altLang="en-US" dirty="0">
                <a:solidFill>
                  <a:srgbClr val="FF0000"/>
                </a:solidFill>
                <a:ea typeface="ＭＳ Ｐゴシック" panose="020B0600070205080204" pitchFamily="34" charset="-128"/>
              </a:rPr>
              <a:t>degrades QoS</a:t>
            </a:r>
          </a:p>
          <a:p>
            <a:pPr>
              <a:buFont typeface="Wingdings" pitchFamily="2" charset="2"/>
              <a:buNone/>
            </a:pPr>
            <a:r>
              <a:rPr lang="en-US" altLang="en-US" sz="2200" dirty="0">
                <a:ea typeface="ＭＳ Ｐゴシック" panose="020B0600070205080204" pitchFamily="34" charset="-128"/>
              </a:rPr>
              <a:t>  - Causes unfairness, starvation</a:t>
            </a:r>
          </a:p>
          <a:p>
            <a:pPr>
              <a:buFont typeface="Wingdings" pitchFamily="2" charset="2"/>
              <a:buNone/>
            </a:pPr>
            <a:endParaRPr lang="en-US" altLang="en-US" sz="1600" dirty="0">
              <a:ea typeface="ＭＳ Ｐゴシック" panose="020B0600070205080204" pitchFamily="34" charset="-128"/>
            </a:endParaRPr>
          </a:p>
          <a:p>
            <a:pPr algn="ctr">
              <a:buFont typeface="Wingdings" pitchFamily="2" charset="2"/>
              <a:buNone/>
            </a:pPr>
            <a:r>
              <a:rPr lang="en-US" altLang="en-US" sz="2200" dirty="0">
                <a:solidFill>
                  <a:srgbClr val="FF0000"/>
                </a:solidFill>
                <a:ea typeface="ＭＳ Ｐゴシック" panose="020B0600070205080204" pitchFamily="34" charset="-128"/>
              </a:rPr>
              <a:t>Need to efficiently and fairly utilize shared resources</a:t>
            </a:r>
          </a:p>
        </p:txBody>
      </p:sp>
      <p:sp>
        <p:nvSpPr>
          <p:cNvPr id="257027" name="Slide Number Placeholder 3">
            <a:extLst>
              <a:ext uri="{FF2B5EF4-FFF2-40B4-BE49-F238E27FC236}">
                <a16:creationId xmlns:a16="http://schemas.microsoft.com/office/drawing/2014/main" id="{492A8E6E-9AC0-7C43-BEC6-C5615E88DD08}"/>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6DDB8A29-0F96-5A4A-A630-02DEC368C4D1}" type="slidenum">
              <a:rPr kumimoji="0" lang="en-US" altLang="en-US" sz="1600" b="0" i="0" u="none" strike="noStrike" kern="1200" cap="none" spc="0" normalizeH="0" baseline="0" noProof="0" smtClean="0">
                <a:ln>
                  <a:noFill/>
                </a:ln>
                <a:solidFill>
                  <a:srgbClr val="000000"/>
                </a:solidFill>
                <a:effectLst/>
                <a:uLnTx/>
                <a:uFillTx/>
                <a:latin typeface="Garamond" panose="02020404030301010803" pitchFamily="18" charset="0"/>
                <a:ea typeface="ＭＳ Ｐゴシック" panose="020B0600070205080204" pitchFamily="34" charset="-128"/>
                <a:cs typeface="+mn-cs"/>
              </a:rPr>
              <a:pPr marL="0" marR="0" lvl="0" indent="0" algn="r" defTabSz="914400" rtl="0" eaLnBrk="1" fontAlgn="base" latinLnBrk="0" hangingPunct="1">
                <a:lnSpc>
                  <a:spcPct val="100000"/>
                </a:lnSpc>
                <a:spcBef>
                  <a:spcPct val="0"/>
                </a:spcBef>
                <a:spcAft>
                  <a:spcPct val="0"/>
                </a:spcAft>
                <a:buClrTx/>
                <a:buSzTx/>
                <a:buFontTx/>
                <a:buNone/>
                <a:tabLst/>
                <a:defRPr/>
              </a:pPr>
              <a:t>52</a:t>
            </a:fld>
            <a:endParaRPr kumimoji="0" lang="en-US" altLang="en-US" sz="1600" b="0" i="0" u="none" strike="noStrike" kern="1200" cap="none" spc="0" normalizeH="0" baseline="0" noProof="0">
              <a:ln>
                <a:noFill/>
              </a:ln>
              <a:solidFill>
                <a:srgbClr val="000000"/>
              </a:solidFill>
              <a:effectLst/>
              <a:uLnTx/>
              <a:uFillTx/>
              <a:latin typeface="Garamond" panose="02020404030301010803" pitchFamily="18" charset="0"/>
              <a:ea typeface="ＭＳ Ｐゴシック" panose="020B0600070205080204" pitchFamily="34" charset="-128"/>
              <a:cs typeface="+mn-cs"/>
            </a:endParaRP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9073" name="Title 1">
            <a:extLst>
              <a:ext uri="{FF2B5EF4-FFF2-40B4-BE49-F238E27FC236}">
                <a16:creationId xmlns:a16="http://schemas.microsoft.com/office/drawing/2014/main" id="{4F233A2F-5590-1A4E-B780-787B02ED6907}"/>
              </a:ext>
            </a:extLst>
          </p:cNvPr>
          <p:cNvSpPr>
            <a:spLocks noGrp="1" noChangeArrowheads="1"/>
          </p:cNvSpPr>
          <p:nvPr>
            <p:ph type="title"/>
          </p:nvPr>
        </p:nvSpPr>
        <p:spPr/>
        <p:txBody>
          <a:bodyPr/>
          <a:lstStyle/>
          <a:p>
            <a:r>
              <a:rPr lang="en-US" altLang="en-US" dirty="0">
                <a:ea typeface="ＭＳ Ｐゴシック" panose="020B0600070205080204" pitchFamily="34" charset="-128"/>
              </a:rPr>
              <a:t>Shared Caches Between Cores</a:t>
            </a:r>
          </a:p>
        </p:txBody>
      </p:sp>
      <p:sp>
        <p:nvSpPr>
          <p:cNvPr id="3" name="Content Placeholder 2">
            <a:extLst>
              <a:ext uri="{FF2B5EF4-FFF2-40B4-BE49-F238E27FC236}">
                <a16:creationId xmlns:a16="http://schemas.microsoft.com/office/drawing/2014/main" id="{82CB4CF2-47C1-BA4E-9B65-8ED293AAF93B}"/>
              </a:ext>
            </a:extLst>
          </p:cNvPr>
          <p:cNvSpPr>
            <a:spLocks noGrp="1" noChangeArrowheads="1"/>
          </p:cNvSpPr>
          <p:nvPr>
            <p:ph idx="1"/>
          </p:nvPr>
        </p:nvSpPr>
        <p:spPr>
          <a:xfrm>
            <a:off x="228600" y="914400"/>
            <a:ext cx="8610600" cy="5562600"/>
          </a:xfrm>
        </p:spPr>
        <p:txBody>
          <a:bodyPr/>
          <a:lstStyle/>
          <a:p>
            <a:r>
              <a:rPr lang="en-US" altLang="en-US" b="1" dirty="0">
                <a:ea typeface="ＭＳ Ｐゴシック" panose="020B0600070205080204" pitchFamily="34" charset="-128"/>
              </a:rPr>
              <a:t>Advantages</a:t>
            </a:r>
            <a:r>
              <a:rPr lang="en-US" altLang="en-US" dirty="0">
                <a:ea typeface="ＭＳ Ｐゴシック" panose="020B0600070205080204" pitchFamily="34" charset="-128"/>
              </a:rPr>
              <a:t>:</a:t>
            </a:r>
          </a:p>
          <a:p>
            <a:pPr lvl="1"/>
            <a:r>
              <a:rPr lang="en-US" altLang="en-US" sz="1800" dirty="0">
                <a:ea typeface="ＭＳ Ｐゴシック" panose="020B0600070205080204" pitchFamily="34" charset="-128"/>
              </a:rPr>
              <a:t>High effective capacity</a:t>
            </a:r>
          </a:p>
          <a:p>
            <a:pPr lvl="1"/>
            <a:r>
              <a:rPr lang="en-US" altLang="en-US" sz="1800" dirty="0">
                <a:solidFill>
                  <a:srgbClr val="0000FF"/>
                </a:solidFill>
                <a:ea typeface="ＭＳ Ｐゴシック" panose="020B0600070205080204" pitchFamily="34" charset="-128"/>
              </a:rPr>
              <a:t>Dynamic partitioning </a:t>
            </a:r>
            <a:r>
              <a:rPr lang="en-US" altLang="en-US" sz="1800" dirty="0">
                <a:ea typeface="ＭＳ Ｐゴシック" panose="020B0600070205080204" pitchFamily="34" charset="-128"/>
              </a:rPr>
              <a:t>of available cache space</a:t>
            </a:r>
          </a:p>
          <a:p>
            <a:pPr lvl="2"/>
            <a:r>
              <a:rPr lang="en-US" altLang="en-US" sz="1800" dirty="0">
                <a:ea typeface="ＭＳ Ｐゴシック" panose="020B0600070205080204" pitchFamily="34" charset="-128"/>
              </a:rPr>
              <a:t>No fragmentation due to static partitioning</a:t>
            </a:r>
          </a:p>
          <a:p>
            <a:pPr lvl="2"/>
            <a:r>
              <a:rPr lang="en-US" altLang="en-US" sz="1800" dirty="0">
                <a:ea typeface="ＭＳ Ｐゴシック" panose="020B0600070205080204" pitchFamily="34" charset="-128"/>
              </a:rPr>
              <a:t>If one core does not utilize some space, another core can</a:t>
            </a:r>
          </a:p>
          <a:p>
            <a:pPr lvl="1"/>
            <a:r>
              <a:rPr lang="en-US" altLang="en-US" sz="1800" dirty="0">
                <a:solidFill>
                  <a:srgbClr val="0000FF"/>
                </a:solidFill>
                <a:ea typeface="ＭＳ Ｐゴシック" panose="020B0600070205080204" pitchFamily="34" charset="-128"/>
              </a:rPr>
              <a:t>Easier to maintain coherence (a cache block is in a single location)</a:t>
            </a:r>
          </a:p>
          <a:p>
            <a:pPr lvl="1"/>
            <a:endParaRPr lang="en-US" altLang="en-US" dirty="0">
              <a:ea typeface="ＭＳ Ｐゴシック" panose="020B0600070205080204" pitchFamily="34" charset="-128"/>
            </a:endParaRPr>
          </a:p>
          <a:p>
            <a:pPr lvl="1"/>
            <a:endParaRPr lang="en-US" altLang="en-US" dirty="0">
              <a:ea typeface="ＭＳ Ｐゴシック" panose="020B0600070205080204" pitchFamily="34" charset="-128"/>
            </a:endParaRPr>
          </a:p>
          <a:p>
            <a:r>
              <a:rPr lang="en-US" altLang="en-US" b="1" dirty="0">
                <a:ea typeface="ＭＳ Ｐゴシック" panose="020B0600070205080204" pitchFamily="34" charset="-128"/>
              </a:rPr>
              <a:t>Disadvantages</a:t>
            </a:r>
          </a:p>
          <a:p>
            <a:pPr lvl="1"/>
            <a:r>
              <a:rPr lang="en-US" altLang="en-US" sz="1800" dirty="0">
                <a:ea typeface="ＭＳ Ｐゴシック" panose="020B0600070205080204" pitchFamily="34" charset="-128"/>
              </a:rPr>
              <a:t>Slower access (cache not tightly coupled with the core)</a:t>
            </a:r>
          </a:p>
          <a:p>
            <a:pPr lvl="1"/>
            <a:r>
              <a:rPr lang="en-US" altLang="en-US" sz="1800" dirty="0">
                <a:ea typeface="ＭＳ Ｐゴシック" panose="020B0600070205080204" pitchFamily="34" charset="-128"/>
              </a:rPr>
              <a:t>Cores incur </a:t>
            </a:r>
            <a:r>
              <a:rPr lang="en-US" altLang="en-US" sz="1800" dirty="0">
                <a:solidFill>
                  <a:srgbClr val="C00000"/>
                </a:solidFill>
                <a:ea typeface="ＭＳ Ｐゴシック" panose="020B0600070205080204" pitchFamily="34" charset="-128"/>
              </a:rPr>
              <a:t>conflict misses due to other cores</a:t>
            </a:r>
            <a:r>
              <a:rPr lang="ja-JP" altLang="en-US" sz="1800" dirty="0">
                <a:solidFill>
                  <a:srgbClr val="C00000"/>
                </a:solidFill>
                <a:ea typeface="ＭＳ Ｐゴシック" panose="020B0600070205080204" pitchFamily="34" charset="-128"/>
              </a:rPr>
              <a:t>’</a:t>
            </a:r>
            <a:r>
              <a:rPr lang="en-US" altLang="ja-JP" sz="1800" dirty="0">
                <a:solidFill>
                  <a:srgbClr val="C00000"/>
                </a:solidFill>
                <a:ea typeface="ＭＳ Ｐゴシック" panose="020B0600070205080204" pitchFamily="34" charset="-128"/>
              </a:rPr>
              <a:t> accesses</a:t>
            </a:r>
          </a:p>
          <a:p>
            <a:pPr lvl="2"/>
            <a:r>
              <a:rPr lang="en-US" altLang="en-US" sz="1800" dirty="0">
                <a:ea typeface="ＭＳ Ｐゴシック" panose="020B0600070205080204" pitchFamily="34" charset="-128"/>
              </a:rPr>
              <a:t>Misses due to inter-core interference</a:t>
            </a:r>
          </a:p>
          <a:p>
            <a:pPr lvl="2"/>
            <a:r>
              <a:rPr lang="en-US" altLang="en-US" sz="1800" dirty="0">
                <a:ea typeface="ＭＳ Ｐゴシック" panose="020B0600070205080204" pitchFamily="34" charset="-128"/>
              </a:rPr>
              <a:t>Some cores can destroy the hit rate of other cores</a:t>
            </a:r>
          </a:p>
          <a:p>
            <a:pPr lvl="1"/>
            <a:r>
              <a:rPr lang="en-US" altLang="en-US" sz="1800" dirty="0">
                <a:ea typeface="ＭＳ Ｐゴシック" panose="020B0600070205080204" pitchFamily="34" charset="-128"/>
              </a:rPr>
              <a:t>Guaranteeing a minimum level of service (or fairness) to each core is harder (how much space, how much bandwidth?)</a:t>
            </a:r>
          </a:p>
          <a:p>
            <a:pPr lvl="1"/>
            <a:endParaRPr lang="en-US" altLang="en-US" dirty="0">
              <a:ea typeface="ＭＳ Ｐゴシック" panose="020B0600070205080204" pitchFamily="34" charset="-128"/>
            </a:endParaRPr>
          </a:p>
        </p:txBody>
      </p:sp>
      <p:sp>
        <p:nvSpPr>
          <p:cNvPr id="259075" name="Slide Number Placeholder 3">
            <a:extLst>
              <a:ext uri="{FF2B5EF4-FFF2-40B4-BE49-F238E27FC236}">
                <a16:creationId xmlns:a16="http://schemas.microsoft.com/office/drawing/2014/main" id="{1870C7A5-25E1-304B-856D-3E1A74910712}"/>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F84913D5-510A-0840-831F-04915800CA1E}" type="slidenum">
              <a:rPr kumimoji="0" lang="en-US" altLang="en-US" sz="1600" b="0" i="0" u="none" strike="noStrike" kern="1200" cap="none" spc="0" normalizeH="0" baseline="0" noProof="0" smtClean="0">
                <a:ln>
                  <a:noFill/>
                </a:ln>
                <a:solidFill>
                  <a:srgbClr val="000000"/>
                </a:solidFill>
                <a:effectLst/>
                <a:uLnTx/>
                <a:uFillTx/>
                <a:latin typeface="Garamond" panose="02020404030301010803" pitchFamily="18" charset="0"/>
                <a:ea typeface="ＭＳ Ｐゴシック" panose="020B0600070205080204" pitchFamily="34" charset="-128"/>
                <a:cs typeface="+mn-cs"/>
              </a:rPr>
              <a:pPr marL="0" marR="0" lvl="0" indent="0" algn="r" defTabSz="914400" rtl="0" eaLnBrk="1" fontAlgn="base" latinLnBrk="0" hangingPunct="1">
                <a:lnSpc>
                  <a:spcPct val="100000"/>
                </a:lnSpc>
                <a:spcBef>
                  <a:spcPct val="0"/>
                </a:spcBef>
                <a:spcAft>
                  <a:spcPct val="0"/>
                </a:spcAft>
                <a:buClrTx/>
                <a:buSzTx/>
                <a:buFontTx/>
                <a:buNone/>
                <a:tabLst/>
                <a:defRPr/>
              </a:pPr>
              <a:t>53</a:t>
            </a:fld>
            <a:endParaRPr kumimoji="0" lang="en-US" altLang="en-US" sz="1600" b="0" i="0" u="none" strike="noStrike" kern="1200" cap="none" spc="0" normalizeH="0" baseline="0" noProof="0">
              <a:ln>
                <a:noFill/>
              </a:ln>
              <a:solidFill>
                <a:srgbClr val="000000"/>
              </a:solidFill>
              <a:effectLst/>
              <a:uLnTx/>
              <a:uFillTx/>
              <a:latin typeface="Garamond" panose="02020404030301010803" pitchFamily="18" charset="0"/>
              <a:ea typeface="ＭＳ Ｐゴシック" panose="020B0600070205080204" pitchFamily="34" charset="-128"/>
              <a:cs typeface="+mn-cs"/>
            </a:endParaRP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10" end="10"/>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3">
                                            <p:txEl>
                                              <p:pRg st="11" end="11"/>
                                            </p:txEl>
                                          </p:spTgt>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3">
                                            <p:txEl>
                                              <p:pRg st="12" end="12"/>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xEl>
                                              <p:pRg st="13" end="1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3953" name="Title 1">
            <a:extLst>
              <a:ext uri="{FF2B5EF4-FFF2-40B4-BE49-F238E27FC236}">
                <a16:creationId xmlns:a16="http://schemas.microsoft.com/office/drawing/2014/main" id="{930AA7BE-584C-B246-A2B6-8D189FFD3E74}"/>
              </a:ext>
            </a:extLst>
          </p:cNvPr>
          <p:cNvSpPr>
            <a:spLocks noGrp="1" noChangeArrowheads="1"/>
          </p:cNvSpPr>
          <p:nvPr>
            <p:ph type="title"/>
          </p:nvPr>
        </p:nvSpPr>
        <p:spPr/>
        <p:txBody>
          <a:bodyPr/>
          <a:lstStyle/>
          <a:p>
            <a:r>
              <a:rPr lang="en-US" altLang="en-US" dirty="0">
                <a:ea typeface="ＭＳ Ｐゴシック" panose="020B0600070205080204" pitchFamily="34" charset="-128"/>
              </a:rPr>
              <a:t>Caches in Multi-Core CPU</a:t>
            </a:r>
          </a:p>
        </p:txBody>
      </p:sp>
      <p:sp>
        <p:nvSpPr>
          <p:cNvPr id="3" name="Content Placeholder 2">
            <a:extLst>
              <a:ext uri="{FF2B5EF4-FFF2-40B4-BE49-F238E27FC236}">
                <a16:creationId xmlns:a16="http://schemas.microsoft.com/office/drawing/2014/main" id="{FED09651-EBFB-BE4A-8B3E-E7E9924367FF}"/>
              </a:ext>
            </a:extLst>
          </p:cNvPr>
          <p:cNvSpPr>
            <a:spLocks noGrp="1" noChangeArrowheads="1"/>
          </p:cNvSpPr>
          <p:nvPr>
            <p:ph idx="1"/>
          </p:nvPr>
        </p:nvSpPr>
        <p:spPr>
          <a:xfrm>
            <a:off x="228600" y="914400"/>
            <a:ext cx="8610600" cy="4419600"/>
          </a:xfrm>
        </p:spPr>
        <p:txBody>
          <a:bodyPr/>
          <a:lstStyle/>
          <a:p>
            <a:r>
              <a:rPr lang="en-US" altLang="en-US" dirty="0">
                <a:ea typeface="ＭＳ Ｐゴシック" panose="020B0600070205080204" pitchFamily="34" charset="-128"/>
              </a:rPr>
              <a:t>Cache efficiency becomes even more important in a multi-core/multi-threaded system</a:t>
            </a:r>
          </a:p>
          <a:p>
            <a:pPr lvl="1"/>
            <a:r>
              <a:rPr lang="en-US" altLang="en-US" dirty="0">
                <a:solidFill>
                  <a:srgbClr val="FF0000"/>
                </a:solidFill>
                <a:ea typeface="ＭＳ Ｐゴシック" panose="020B0600070205080204" pitchFamily="34" charset="-128"/>
              </a:rPr>
              <a:t>Memory bandwidth is at premium</a:t>
            </a:r>
          </a:p>
          <a:p>
            <a:pPr lvl="1"/>
            <a:r>
              <a:rPr lang="en-US" altLang="en-US" dirty="0">
                <a:solidFill>
                  <a:srgbClr val="FF0000"/>
                </a:solidFill>
                <a:ea typeface="ＭＳ Ｐゴシック" panose="020B0600070205080204" pitchFamily="34" charset="-128"/>
              </a:rPr>
              <a:t>Cache space is a limited resource across cores/threads</a:t>
            </a:r>
          </a:p>
          <a:p>
            <a:pPr lvl="1"/>
            <a:endParaRPr lang="en-US" altLang="en-US" dirty="0">
              <a:ea typeface="ＭＳ Ｐゴシック" panose="020B0600070205080204" pitchFamily="34" charset="-128"/>
            </a:endParaRPr>
          </a:p>
          <a:p>
            <a:r>
              <a:rPr lang="en-US" altLang="en-US" dirty="0">
                <a:ea typeface="ＭＳ Ｐゴシック" panose="020B0600070205080204" pitchFamily="34" charset="-128"/>
              </a:rPr>
              <a:t>How do we design the caches in a multi-core system?</a:t>
            </a:r>
          </a:p>
          <a:p>
            <a:endParaRPr lang="en-US" altLang="en-US" dirty="0">
              <a:ea typeface="ＭＳ Ｐゴシック" panose="020B0600070205080204" pitchFamily="34" charset="-128"/>
            </a:endParaRPr>
          </a:p>
          <a:p>
            <a:r>
              <a:rPr lang="en-US" altLang="en-US" dirty="0">
                <a:ea typeface="ＭＳ Ｐゴシック" panose="020B0600070205080204" pitchFamily="34" charset="-128"/>
              </a:rPr>
              <a:t>Many decisions:</a:t>
            </a:r>
          </a:p>
          <a:p>
            <a:pPr lvl="1"/>
            <a:r>
              <a:rPr lang="en-US" altLang="en-US" dirty="0">
                <a:ea typeface="ＭＳ Ｐゴシック" panose="020B0600070205080204" pitchFamily="34" charset="-128"/>
              </a:rPr>
              <a:t>Shared vs. private caches</a:t>
            </a:r>
          </a:p>
          <a:p>
            <a:pPr lvl="1"/>
            <a:r>
              <a:rPr lang="en-US" altLang="en-US" dirty="0">
                <a:ea typeface="ＭＳ Ｐゴシック" panose="020B0600070205080204" pitchFamily="34" charset="-128"/>
              </a:rPr>
              <a:t>How to preserve coherence and consistence?</a:t>
            </a:r>
          </a:p>
          <a:p>
            <a:pPr lvl="1"/>
            <a:endParaRPr lang="en-US" altLang="en-US" dirty="0">
              <a:ea typeface="ＭＳ Ｐゴシック" panose="020B0600070205080204" pitchFamily="34" charset="-128"/>
            </a:endParaRPr>
          </a:p>
        </p:txBody>
      </p:sp>
      <p:sp>
        <p:nvSpPr>
          <p:cNvPr id="253955" name="Slide Number Placeholder 3">
            <a:extLst>
              <a:ext uri="{FF2B5EF4-FFF2-40B4-BE49-F238E27FC236}">
                <a16:creationId xmlns:a16="http://schemas.microsoft.com/office/drawing/2014/main" id="{129719B7-C950-C743-B805-6671882DA871}"/>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fld id="{23576236-E578-2449-BC66-E93C06966B05}" type="slidenum">
              <a:rPr kumimoji="0" lang="en-US" altLang="en-US" sz="1600" b="0" i="0" u="none" strike="noStrike" kern="1200" cap="none" spc="0" normalizeH="0" baseline="0" noProof="0" smtClean="0">
                <a:ln>
                  <a:noFill/>
                </a:ln>
                <a:solidFill>
                  <a:srgbClr val="000000"/>
                </a:solidFill>
                <a:effectLst/>
                <a:uLnTx/>
                <a:uFillTx/>
                <a:latin typeface="Garamond" panose="02020404030301010803" pitchFamily="18" charset="0"/>
                <a:ea typeface="ＭＳ Ｐゴシック" panose="020B0600070205080204" pitchFamily="34" charset="-128"/>
                <a:cs typeface="+mn-cs"/>
              </a:rPr>
              <a:pPr marL="0" marR="0" lvl="0" indent="0" algn="r" defTabSz="914400" rtl="0" eaLnBrk="0" fontAlgn="base" latinLnBrk="0" hangingPunct="0">
                <a:lnSpc>
                  <a:spcPct val="100000"/>
                </a:lnSpc>
                <a:spcBef>
                  <a:spcPct val="0"/>
                </a:spcBef>
                <a:spcAft>
                  <a:spcPct val="0"/>
                </a:spcAft>
                <a:buClrTx/>
                <a:buSzTx/>
                <a:buFontTx/>
                <a:buNone/>
                <a:tabLst/>
                <a:defRPr/>
              </a:pPr>
              <a:t>54</a:t>
            </a:fld>
            <a:endParaRPr kumimoji="0" lang="en-US" altLang="en-US" sz="1600" b="0" i="0" u="none" strike="noStrike" kern="1200" cap="none" spc="0" normalizeH="0" baseline="0" noProof="0">
              <a:ln>
                <a:noFill/>
              </a:ln>
              <a:solidFill>
                <a:srgbClr val="000000"/>
              </a:solidFill>
              <a:effectLst/>
              <a:uLnTx/>
              <a:uFillTx/>
              <a:latin typeface="Garamond" panose="02020404030301010803" pitchFamily="18" charset="0"/>
              <a:ea typeface="ＭＳ Ｐゴシック" panose="020B0600070205080204" pitchFamily="34" charset="-128"/>
              <a:cs typeface="+mn-cs"/>
            </a:endParaRPr>
          </a:p>
        </p:txBody>
      </p:sp>
      <p:sp>
        <p:nvSpPr>
          <p:cNvPr id="5" name="Rectangle 36">
            <a:extLst>
              <a:ext uri="{FF2B5EF4-FFF2-40B4-BE49-F238E27FC236}">
                <a16:creationId xmlns:a16="http://schemas.microsoft.com/office/drawing/2014/main" id="{B77A35CD-73E0-4125-A88A-1744EC64B215}"/>
              </a:ext>
            </a:extLst>
          </p:cNvPr>
          <p:cNvSpPr/>
          <p:nvPr/>
        </p:nvSpPr>
        <p:spPr>
          <a:xfrm flipV="1">
            <a:off x="533400" y="4648200"/>
            <a:ext cx="6172200" cy="457200"/>
          </a:xfrm>
          <a:prstGeom prst="rect">
            <a:avLst/>
          </a:prstGeom>
          <a:noFill/>
          <a:ln w="762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853963667"/>
      </p:ext>
    </p:extLst>
  </p:cSld>
  <p:clrMapOvr>
    <a:masterClrMapping/>
  </p:clrMapOvr>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5" name="Title 1"/>
          <p:cNvSpPr>
            <a:spLocks noGrp="1"/>
          </p:cNvSpPr>
          <p:nvPr>
            <p:ph type="title"/>
          </p:nvPr>
        </p:nvSpPr>
        <p:spPr/>
        <p:txBody>
          <a:bodyPr/>
          <a:lstStyle/>
          <a:p>
            <a:r>
              <a:rPr lang="en-US" altLang="en-US" dirty="0">
                <a:ea typeface="ＭＳ Ｐゴシック" charset="-128"/>
              </a:rPr>
              <a:t>Memory Consistency vs. Cache Coherence</a:t>
            </a:r>
          </a:p>
        </p:txBody>
      </p:sp>
      <p:sp>
        <p:nvSpPr>
          <p:cNvPr id="3" name="Content Placeholder 2"/>
          <p:cNvSpPr>
            <a:spLocks noGrp="1"/>
          </p:cNvSpPr>
          <p:nvPr>
            <p:ph idx="1"/>
          </p:nvPr>
        </p:nvSpPr>
        <p:spPr>
          <a:xfrm>
            <a:off x="228600" y="1143000"/>
            <a:ext cx="8610600" cy="3510136"/>
          </a:xfrm>
        </p:spPr>
        <p:txBody>
          <a:bodyPr/>
          <a:lstStyle/>
          <a:p>
            <a:r>
              <a:rPr lang="en-US" altLang="en-US" b="1" dirty="0">
                <a:ea typeface="ＭＳ Ｐゴシック" charset="-128"/>
              </a:rPr>
              <a:t>Coherence</a:t>
            </a:r>
            <a:r>
              <a:rPr lang="en-US" altLang="en-US" dirty="0">
                <a:ea typeface="ＭＳ Ｐゴシック" charset="-128"/>
              </a:rPr>
              <a:t> is about ordering of operations from different processors </a:t>
            </a:r>
            <a:r>
              <a:rPr lang="en-US" altLang="en-US" dirty="0">
                <a:solidFill>
                  <a:srgbClr val="0000FF"/>
                </a:solidFill>
                <a:ea typeface="ＭＳ Ｐゴシック" charset="-128"/>
              </a:rPr>
              <a:t>to</a:t>
            </a:r>
            <a:r>
              <a:rPr lang="en-US" altLang="en-US" dirty="0">
                <a:ea typeface="ＭＳ Ｐゴシック" charset="-128"/>
              </a:rPr>
              <a:t> </a:t>
            </a:r>
            <a:r>
              <a:rPr lang="en-US" altLang="en-US" dirty="0">
                <a:solidFill>
                  <a:srgbClr val="0000FF"/>
                </a:solidFill>
                <a:ea typeface="ＭＳ Ｐゴシック" charset="-128"/>
              </a:rPr>
              <a:t>the same memory location</a:t>
            </a:r>
          </a:p>
          <a:p>
            <a:pPr lvl="1"/>
            <a:r>
              <a:rPr lang="en-US" altLang="en-US" dirty="0">
                <a:ea typeface="ＭＳ Ｐゴシック" charset="-128"/>
              </a:rPr>
              <a:t>Local ordering of accesses to </a:t>
            </a:r>
            <a:r>
              <a:rPr lang="en-US" altLang="en-US" i="1" dirty="0">
                <a:ea typeface="ＭＳ Ｐゴシック" charset="-128"/>
              </a:rPr>
              <a:t>each</a:t>
            </a:r>
            <a:r>
              <a:rPr lang="en-US" altLang="en-US" dirty="0">
                <a:ea typeface="ＭＳ Ｐゴシック" charset="-128"/>
              </a:rPr>
              <a:t> cache </a:t>
            </a:r>
            <a:r>
              <a:rPr lang="en-US" altLang="en-US" i="1" dirty="0">
                <a:ea typeface="ＭＳ Ｐゴシック" charset="-128"/>
              </a:rPr>
              <a:t>block</a:t>
            </a:r>
          </a:p>
          <a:p>
            <a:pPr lvl="1"/>
            <a:endParaRPr lang="en-US" altLang="en-US" i="1" dirty="0">
              <a:ea typeface="ＭＳ Ｐゴシック" charset="-128"/>
            </a:endParaRPr>
          </a:p>
          <a:p>
            <a:r>
              <a:rPr lang="en-US" altLang="en-US" b="1" dirty="0">
                <a:ea typeface="ＭＳ Ｐゴシック" charset="-128"/>
              </a:rPr>
              <a:t>Consistency</a:t>
            </a:r>
            <a:r>
              <a:rPr lang="en-US" altLang="en-US" dirty="0">
                <a:ea typeface="ＭＳ Ｐゴシック" charset="-128"/>
              </a:rPr>
              <a:t> is about ordering of </a:t>
            </a:r>
            <a:r>
              <a:rPr lang="en-US" altLang="en-US" dirty="0">
                <a:solidFill>
                  <a:srgbClr val="0000FF"/>
                </a:solidFill>
                <a:ea typeface="ＭＳ Ｐゴシック" charset="-128"/>
              </a:rPr>
              <a:t>all memory operations </a:t>
            </a:r>
            <a:r>
              <a:rPr lang="en-US" altLang="en-US" dirty="0">
                <a:ea typeface="ＭＳ Ｐゴシック" charset="-128"/>
              </a:rPr>
              <a:t>from different processors (i.e., to different memory locations)</a:t>
            </a:r>
          </a:p>
          <a:p>
            <a:pPr lvl="1"/>
            <a:r>
              <a:rPr lang="en-US" altLang="en-US" dirty="0">
                <a:ea typeface="ＭＳ Ｐゴシック" charset="-128"/>
              </a:rPr>
              <a:t>Global ordering of accesses to </a:t>
            </a:r>
            <a:r>
              <a:rPr lang="en-US" altLang="en-US" i="1" dirty="0">
                <a:ea typeface="ＭＳ Ｐゴシック" charset="-128"/>
              </a:rPr>
              <a:t>all</a:t>
            </a:r>
            <a:r>
              <a:rPr lang="en-US" altLang="en-US" dirty="0">
                <a:ea typeface="ＭＳ Ｐゴシック" charset="-128"/>
              </a:rPr>
              <a:t> memory </a:t>
            </a:r>
            <a:r>
              <a:rPr lang="en-US" altLang="en-US" i="1" dirty="0">
                <a:ea typeface="ＭＳ Ｐゴシック" charset="-128"/>
              </a:rPr>
              <a:t>locations</a:t>
            </a:r>
          </a:p>
          <a:p>
            <a:pPr lvl="1"/>
            <a:endParaRPr lang="en-US" altLang="en-US" dirty="0">
              <a:ea typeface="ＭＳ Ｐゴシック" charset="-128"/>
            </a:endParaRPr>
          </a:p>
        </p:txBody>
      </p:sp>
      <p:sp>
        <p:nvSpPr>
          <p:cNvPr id="62467" name="Slide Number Placeholder 3"/>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charset="0"/>
                <a:ea typeface="ＭＳ Ｐゴシック" charset="-128"/>
              </a:defRPr>
            </a:lvl1pPr>
            <a:lvl2pPr marL="742950" indent="-285750" eaLnBrk="0" hangingPunct="0">
              <a:defRPr sz="2400">
                <a:solidFill>
                  <a:schemeClr val="tx1"/>
                </a:solidFill>
                <a:latin typeface="Arial" charset="0"/>
                <a:ea typeface="ＭＳ Ｐゴシック" charset="-128"/>
              </a:defRPr>
            </a:lvl2pPr>
            <a:lvl3pPr marL="1143000" indent="-228600" eaLnBrk="0" hangingPunct="0">
              <a:defRPr sz="2400">
                <a:solidFill>
                  <a:schemeClr val="tx1"/>
                </a:solidFill>
                <a:latin typeface="Arial" charset="0"/>
                <a:ea typeface="ＭＳ Ｐゴシック" charset="-128"/>
              </a:defRPr>
            </a:lvl3pPr>
            <a:lvl4pPr marL="1600200" indent="-228600" eaLnBrk="0" hangingPunct="0">
              <a:defRPr sz="2400">
                <a:solidFill>
                  <a:schemeClr val="tx1"/>
                </a:solidFill>
                <a:latin typeface="Arial" charset="0"/>
                <a:ea typeface="ＭＳ Ｐゴシック" charset="-128"/>
              </a:defRPr>
            </a:lvl4pPr>
            <a:lvl5pPr marL="2057400" indent="-228600" eaLnBrk="0" hangingPunct="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17E70BB5-019B-AB4A-8562-E21B04001561}" type="slidenum">
              <a:rPr kumimoji="0" lang="en-US" altLang="en-US" sz="1600" b="0" i="0" u="none" strike="noStrike" kern="1200" cap="none" spc="0" normalizeH="0" baseline="0" noProof="0">
                <a:ln>
                  <a:noFill/>
                </a:ln>
                <a:solidFill>
                  <a:srgbClr val="000000"/>
                </a:solidFill>
                <a:effectLst/>
                <a:uLnTx/>
                <a:uFillTx/>
                <a:latin typeface="Garamond" charset="0"/>
                <a:ea typeface="ＭＳ Ｐゴシック"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55</a:t>
            </a:fld>
            <a:endParaRPr kumimoji="0" lang="en-US" altLang="en-US" sz="1600" b="0" i="0" u="none" strike="noStrike" kern="1200" cap="none" spc="0" normalizeH="0" baseline="0" noProof="0">
              <a:ln>
                <a:noFill/>
              </a:ln>
              <a:solidFill>
                <a:srgbClr val="000000"/>
              </a:solidFill>
              <a:effectLst/>
              <a:uLnTx/>
              <a:uFillTx/>
              <a:latin typeface="Garamond" charset="0"/>
              <a:ea typeface="ＭＳ Ｐゴシック" charset="-128"/>
              <a:cs typeface="+mn-cs"/>
            </a:endParaRPr>
          </a:p>
        </p:txBody>
      </p:sp>
      <p:sp>
        <p:nvSpPr>
          <p:cNvPr id="5" name="Rectangle 36">
            <a:extLst>
              <a:ext uri="{FF2B5EF4-FFF2-40B4-BE49-F238E27FC236}">
                <a16:creationId xmlns:a16="http://schemas.microsoft.com/office/drawing/2014/main" id="{C5165292-86F2-4EB6-BFB9-13881FF12A51}"/>
              </a:ext>
            </a:extLst>
          </p:cNvPr>
          <p:cNvSpPr/>
          <p:nvPr/>
        </p:nvSpPr>
        <p:spPr>
          <a:xfrm flipV="1">
            <a:off x="152400" y="1143000"/>
            <a:ext cx="8458200" cy="1219200"/>
          </a:xfrm>
          <a:prstGeom prst="rect">
            <a:avLst/>
          </a:prstGeom>
          <a:noFill/>
          <a:ln w="762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713611678"/>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89" name="Title 4"/>
          <p:cNvSpPr>
            <a:spLocks noGrp="1"/>
          </p:cNvSpPr>
          <p:nvPr>
            <p:ph type="ctrTitle"/>
          </p:nvPr>
        </p:nvSpPr>
        <p:spPr>
          <a:xfrm>
            <a:off x="457200" y="1143000"/>
            <a:ext cx="8229600" cy="2209800"/>
          </a:xfrm>
        </p:spPr>
        <p:txBody>
          <a:bodyPr anchor="ctr"/>
          <a:lstStyle/>
          <a:p>
            <a:pPr algn="ctr"/>
            <a:r>
              <a:rPr lang="en-US" altLang="en-US" sz="4400">
                <a:ea typeface="ＭＳ Ｐゴシック" charset="-128"/>
              </a:rPr>
              <a:t>Cache Coherence</a:t>
            </a:r>
          </a:p>
        </p:txBody>
      </p:sp>
    </p:spTree>
    <p:extLst>
      <p:ext uri="{BB962C8B-B14F-4D97-AF65-F5344CB8AC3E}">
        <p14:creationId xmlns:p14="http://schemas.microsoft.com/office/powerpoint/2010/main" val="343088728"/>
      </p:ext>
    </p:extLst>
  </p:cSld>
  <p:clrMapOvr>
    <a:masterClrMapping/>
  </p:clrMapOvr>
  <p:transition/>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5" name="Title 1"/>
          <p:cNvSpPr>
            <a:spLocks noGrp="1"/>
          </p:cNvSpPr>
          <p:nvPr>
            <p:ph type="title"/>
          </p:nvPr>
        </p:nvSpPr>
        <p:spPr/>
        <p:txBody>
          <a:bodyPr/>
          <a:lstStyle/>
          <a:p>
            <a:r>
              <a:rPr lang="en-US" altLang="en-US" dirty="0">
                <a:ea typeface="ＭＳ Ｐゴシック" charset="-128"/>
              </a:rPr>
              <a:t>Features of Cache Coherence </a:t>
            </a:r>
          </a:p>
        </p:txBody>
      </p:sp>
      <p:sp>
        <p:nvSpPr>
          <p:cNvPr id="93186" name="Content Placeholder 2"/>
          <p:cNvSpPr>
            <a:spLocks noGrp="1"/>
          </p:cNvSpPr>
          <p:nvPr>
            <p:ph idx="1"/>
          </p:nvPr>
        </p:nvSpPr>
        <p:spPr>
          <a:xfrm>
            <a:off x="0" y="959918"/>
            <a:ext cx="9074150" cy="956347"/>
          </a:xfrm>
        </p:spPr>
        <p:txBody>
          <a:bodyPr/>
          <a:lstStyle/>
          <a:p>
            <a:r>
              <a:rPr lang="en-US" altLang="en-US" b="1" dirty="0">
                <a:ea typeface="ＭＳ Ｐゴシック" charset="-128"/>
              </a:rPr>
              <a:t>Cache Coherence</a:t>
            </a:r>
            <a:r>
              <a:rPr lang="en-US" altLang="en-US" dirty="0">
                <a:ea typeface="ＭＳ Ｐゴシック" charset="-128"/>
              </a:rPr>
              <a:t>: Multiple cores have a consistent state of the last written value from any core to a memory address.</a:t>
            </a:r>
          </a:p>
          <a:p>
            <a:pPr lvl="1"/>
            <a:r>
              <a:rPr lang="en-US" altLang="en-US" dirty="0">
                <a:solidFill>
                  <a:srgbClr val="0000FF"/>
                </a:solidFill>
                <a:ea typeface="ＭＳ Ｐゴシック" charset="-128"/>
              </a:rPr>
              <a:t>Program order preservation</a:t>
            </a:r>
            <a:r>
              <a:rPr lang="en-US" altLang="en-US" dirty="0">
                <a:ea typeface="ＭＳ Ｐゴシック" charset="-128"/>
              </a:rPr>
              <a:t>: core </a:t>
            </a:r>
            <a:r>
              <a:rPr lang="en-US" altLang="en-US" dirty="0">
                <a:latin typeface="Arial Narrow" panose="020B0606020202030204" pitchFamily="34" charset="0"/>
                <a:ea typeface="ＭＳ Ｐゴシック" charset="-128"/>
              </a:rPr>
              <a:t>C</a:t>
            </a:r>
            <a:r>
              <a:rPr lang="en-US" altLang="en-US" dirty="0">
                <a:ea typeface="ＭＳ Ｐゴシック" charset="-128"/>
              </a:rPr>
              <a:t> </a:t>
            </a:r>
            <a:r>
              <a:rPr lang="en-US" altLang="en-US" dirty="0">
                <a:solidFill>
                  <a:srgbClr val="92D050"/>
                </a:solidFill>
                <a:ea typeface="ＭＳ Ｐゴシック" charset="-128"/>
              </a:rPr>
              <a:t>writes</a:t>
            </a:r>
            <a:r>
              <a:rPr lang="en-US" altLang="en-US" dirty="0">
                <a:ea typeface="ＭＳ Ｐゴシック" charset="-128"/>
              </a:rPr>
              <a:t> to the address and then </a:t>
            </a:r>
            <a:r>
              <a:rPr lang="en-US" altLang="en-US" dirty="0">
                <a:solidFill>
                  <a:srgbClr val="92D050"/>
                </a:solidFill>
                <a:ea typeface="ＭＳ Ｐゴシック" charset="-128"/>
              </a:rPr>
              <a:t>reads</a:t>
            </a:r>
            <a:r>
              <a:rPr lang="en-US" altLang="en-US" dirty="0">
                <a:ea typeface="ＭＳ Ｐゴシック" charset="-128"/>
              </a:rPr>
              <a:t> from the same address, </a:t>
            </a:r>
            <a:r>
              <a:rPr lang="en-US" altLang="en-US" dirty="0">
                <a:latin typeface="Arial Narrow" panose="020B0606020202030204" pitchFamily="34" charset="0"/>
                <a:ea typeface="ＭＳ Ｐゴシック" charset="-128"/>
              </a:rPr>
              <a:t>C</a:t>
            </a:r>
            <a:r>
              <a:rPr lang="en-US" altLang="en-US" dirty="0">
                <a:ea typeface="ＭＳ Ｐゴシック" charset="-128"/>
              </a:rPr>
              <a:t> gets value written.</a:t>
            </a:r>
            <a:endParaRPr lang="en-US" altLang="en-US" dirty="0">
              <a:solidFill>
                <a:srgbClr val="0000FF"/>
              </a:solidFill>
              <a:ea typeface="ＭＳ Ｐゴシック" charset="-128"/>
            </a:endParaRPr>
          </a:p>
          <a:p>
            <a:pPr lvl="1"/>
            <a:endParaRPr lang="en-US" altLang="en-US" dirty="0">
              <a:solidFill>
                <a:srgbClr val="0000FF"/>
              </a:solidFill>
              <a:ea typeface="ＭＳ Ｐゴシック" charset="-128"/>
            </a:endParaRPr>
          </a:p>
          <a:p>
            <a:pPr lvl="1"/>
            <a:endParaRPr lang="en-US" altLang="en-US" dirty="0">
              <a:solidFill>
                <a:srgbClr val="0000FF"/>
              </a:solidFill>
              <a:ea typeface="ＭＳ Ｐゴシック" charset="-128"/>
            </a:endParaRPr>
          </a:p>
          <a:p>
            <a:pPr lvl="1"/>
            <a:r>
              <a:rPr lang="en-US" altLang="en-US" dirty="0">
                <a:solidFill>
                  <a:srgbClr val="0000FF"/>
                </a:solidFill>
                <a:ea typeface="ＭＳ Ｐゴシック" charset="-128"/>
              </a:rPr>
              <a:t>Coherent memory view</a:t>
            </a:r>
            <a:r>
              <a:rPr lang="en-US" altLang="en-US" dirty="0">
                <a:ea typeface="ＭＳ Ｐゴシック" charset="-128"/>
              </a:rPr>
              <a:t>: if </a:t>
            </a:r>
            <a:r>
              <a:rPr lang="en-US" altLang="en-US" dirty="0">
                <a:latin typeface="Arial Narrow" panose="020B0606020202030204" pitchFamily="34" charset="0"/>
                <a:ea typeface="ＭＳ Ｐゴシック" charset="-128"/>
              </a:rPr>
              <a:t>C1</a:t>
            </a:r>
            <a:r>
              <a:rPr lang="en-US" altLang="en-US" dirty="0">
                <a:ea typeface="ＭＳ Ｐゴシック" charset="-128"/>
              </a:rPr>
              <a:t> performs “</a:t>
            </a:r>
            <a:r>
              <a:rPr lang="en-US" altLang="en-US" dirty="0">
                <a:latin typeface="Arial Narrow" panose="020B0606020202030204" pitchFamily="34" charset="0"/>
                <a:ea typeface="ＭＳ Ｐゴシック" charset="-128"/>
              </a:rPr>
              <a:t>mem[X] = 1</a:t>
            </a:r>
            <a:r>
              <a:rPr lang="en-US" altLang="en-US" dirty="0">
                <a:ea typeface="ＭＳ Ｐゴシック" charset="-128"/>
              </a:rPr>
              <a:t>”, after a sufficient time, </a:t>
            </a:r>
            <a:r>
              <a:rPr lang="en-US" altLang="en-US" dirty="0">
                <a:latin typeface="Arial Narrow" panose="020B0606020202030204" pitchFamily="34" charset="0"/>
                <a:ea typeface="ＭＳ Ｐゴシック" charset="-128"/>
              </a:rPr>
              <a:t>C2</a:t>
            </a:r>
            <a:r>
              <a:rPr lang="en-US" altLang="en-US" dirty="0">
                <a:ea typeface="ＭＳ Ｐゴシック" charset="-128"/>
              </a:rPr>
              <a:t> will read 1 from “</a:t>
            </a:r>
            <a:r>
              <a:rPr lang="en-US" altLang="en-US" dirty="0">
                <a:latin typeface="Arial Narrow" panose="020B0606020202030204" pitchFamily="34" charset="0"/>
                <a:ea typeface="ＭＳ Ｐゴシック" charset="-128"/>
              </a:rPr>
              <a:t>mem[X]</a:t>
            </a:r>
            <a:r>
              <a:rPr lang="en-US" altLang="en-US" dirty="0">
                <a:ea typeface="ＭＳ Ｐゴシック" charset="-128"/>
              </a:rPr>
              <a:t>”. </a:t>
            </a:r>
          </a:p>
          <a:p>
            <a:pPr lvl="1"/>
            <a:endParaRPr lang="en-US" altLang="en-US" dirty="0">
              <a:solidFill>
                <a:srgbClr val="0000FF"/>
              </a:solidFill>
              <a:ea typeface="ＭＳ Ｐゴシック" charset="-128"/>
            </a:endParaRPr>
          </a:p>
          <a:p>
            <a:pPr lvl="1"/>
            <a:endParaRPr lang="en-US" altLang="en-US" dirty="0">
              <a:solidFill>
                <a:srgbClr val="0000FF"/>
              </a:solidFill>
              <a:ea typeface="ＭＳ Ｐゴシック" charset="-128"/>
            </a:endParaRPr>
          </a:p>
          <a:p>
            <a:pPr lvl="1"/>
            <a:r>
              <a:rPr lang="en-US" altLang="en-US" dirty="0">
                <a:solidFill>
                  <a:srgbClr val="0000FF"/>
                </a:solidFill>
                <a:ea typeface="ＭＳ Ｐゴシック" charset="-128"/>
              </a:rPr>
              <a:t>Write serialization</a:t>
            </a:r>
            <a:r>
              <a:rPr lang="en-US" altLang="en-US" dirty="0">
                <a:ea typeface="ＭＳ Ｐゴシック" charset="-128"/>
              </a:rPr>
              <a:t>: writes to the same address by different processors are seen in </a:t>
            </a:r>
            <a:r>
              <a:rPr lang="en-US" altLang="en-US" dirty="0">
                <a:solidFill>
                  <a:srgbClr val="0432FF"/>
                </a:solidFill>
                <a:ea typeface="ＭＳ Ｐゴシック" charset="-128"/>
              </a:rPr>
              <a:t>same order </a:t>
            </a:r>
            <a:r>
              <a:rPr lang="en-US" altLang="en-US" dirty="0">
                <a:ea typeface="ＭＳ Ｐゴシック" charset="-128"/>
              </a:rPr>
              <a:t>by all processors. </a:t>
            </a:r>
          </a:p>
          <a:p>
            <a:pPr lvl="1"/>
            <a:endParaRPr lang="en-US" altLang="en-US" dirty="0">
              <a:solidFill>
                <a:srgbClr val="0000FF"/>
              </a:solidFill>
              <a:ea typeface="ＭＳ Ｐゴシック" charset="-128"/>
            </a:endParaRPr>
          </a:p>
        </p:txBody>
      </p:sp>
      <p:grpSp>
        <p:nvGrpSpPr>
          <p:cNvPr id="12" name="组合 11">
            <a:extLst>
              <a:ext uri="{FF2B5EF4-FFF2-40B4-BE49-F238E27FC236}">
                <a16:creationId xmlns:a16="http://schemas.microsoft.com/office/drawing/2014/main" id="{361752CF-DA48-4B75-A1E5-E4098E363F2C}"/>
              </a:ext>
            </a:extLst>
          </p:cNvPr>
          <p:cNvGrpSpPr/>
          <p:nvPr/>
        </p:nvGrpSpPr>
        <p:grpSpPr>
          <a:xfrm>
            <a:off x="3124200" y="2434937"/>
            <a:ext cx="2599531" cy="994063"/>
            <a:chOff x="3124200" y="2434937"/>
            <a:chExt cx="2599531" cy="994063"/>
          </a:xfrm>
        </p:grpSpPr>
        <p:sp>
          <p:nvSpPr>
            <p:cNvPr id="35" name="Oval 7">
              <a:extLst>
                <a:ext uri="{FF2B5EF4-FFF2-40B4-BE49-F238E27FC236}">
                  <a16:creationId xmlns:a16="http://schemas.microsoft.com/office/drawing/2014/main" id="{2F82C923-5420-4658-A632-DD3E6A0E15EB}"/>
                </a:ext>
              </a:extLst>
            </p:cNvPr>
            <p:cNvSpPr>
              <a:spLocks noChangeArrowheads="1"/>
            </p:cNvSpPr>
            <p:nvPr/>
          </p:nvSpPr>
          <p:spPr bwMode="auto">
            <a:xfrm>
              <a:off x="3124200" y="2667000"/>
              <a:ext cx="609600" cy="533400"/>
            </a:xfrm>
            <a:prstGeom prst="ellipse">
              <a:avLst/>
            </a:prstGeom>
            <a:solidFill>
              <a:srgbClr val="CCECFF"/>
            </a:solidFill>
            <a:ln w="12700">
              <a:solidFill>
                <a:schemeClr val="tx1"/>
              </a:solidFill>
              <a:round/>
              <a:headEnd/>
              <a:tailEnd/>
            </a:ln>
          </p:spPr>
          <p:txBody>
            <a:bodyPr wrap="none" anchor="ctr"/>
            <a:lstStyle>
              <a:lvl1pPr eaLnBrk="0" hangingPunct="0">
                <a:defRPr sz="2400">
                  <a:solidFill>
                    <a:schemeClr val="tx1"/>
                  </a:solidFill>
                  <a:latin typeface="Arial" charset="0"/>
                  <a:ea typeface="ＭＳ Ｐゴシック" charset="-128"/>
                </a:defRPr>
              </a:lvl1pPr>
              <a:lvl2pPr marL="742950" indent="-285750" eaLnBrk="0" hangingPunct="0">
                <a:defRPr sz="2400">
                  <a:solidFill>
                    <a:schemeClr val="tx1"/>
                  </a:solidFill>
                  <a:latin typeface="Arial" charset="0"/>
                  <a:ea typeface="ＭＳ Ｐゴシック" charset="-128"/>
                </a:defRPr>
              </a:lvl2pPr>
              <a:lvl3pPr marL="1143000" indent="-228600" eaLnBrk="0" hangingPunct="0">
                <a:defRPr sz="2400">
                  <a:solidFill>
                    <a:schemeClr val="tx1"/>
                  </a:solidFill>
                  <a:latin typeface="Arial" charset="0"/>
                  <a:ea typeface="ＭＳ Ｐゴシック" charset="-128"/>
                </a:defRPr>
              </a:lvl3pPr>
              <a:lvl4pPr marL="1600200" indent="-228600" eaLnBrk="0" hangingPunct="0">
                <a:defRPr sz="2400">
                  <a:solidFill>
                    <a:schemeClr val="tx1"/>
                  </a:solidFill>
                  <a:latin typeface="Arial" charset="0"/>
                  <a:ea typeface="ＭＳ Ｐゴシック" charset="-128"/>
                </a:defRPr>
              </a:lvl4pPr>
              <a:lvl5pPr marL="2057400" indent="-228600" eaLnBrk="0" hangingPunct="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dirty="0">
                  <a:ln>
                    <a:noFill/>
                  </a:ln>
                  <a:solidFill>
                    <a:srgbClr val="000000"/>
                  </a:solidFill>
                  <a:effectLst/>
                  <a:uLnTx/>
                  <a:uFillTx/>
                  <a:latin typeface="Arial" charset="0"/>
                  <a:ea typeface="ＭＳ Ｐゴシック" charset="-128"/>
                  <a:cs typeface="+mn-cs"/>
                </a:rPr>
                <a:t>C</a:t>
              </a:r>
            </a:p>
          </p:txBody>
        </p:sp>
        <p:sp>
          <p:nvSpPr>
            <p:cNvPr id="36" name="Rectangle 11">
              <a:extLst>
                <a:ext uri="{FF2B5EF4-FFF2-40B4-BE49-F238E27FC236}">
                  <a16:creationId xmlns:a16="http://schemas.microsoft.com/office/drawing/2014/main" id="{BC66029B-1F8C-4B26-B4E7-B43EFCAA5E06}"/>
                </a:ext>
              </a:extLst>
            </p:cNvPr>
            <p:cNvSpPr>
              <a:spLocks noChangeArrowheads="1"/>
            </p:cNvSpPr>
            <p:nvPr/>
          </p:nvSpPr>
          <p:spPr bwMode="auto">
            <a:xfrm>
              <a:off x="4953000" y="2590800"/>
              <a:ext cx="770731" cy="687574"/>
            </a:xfrm>
            <a:prstGeom prst="rect">
              <a:avLst/>
            </a:prstGeom>
            <a:solidFill>
              <a:schemeClr val="bg1">
                <a:lumMod val="95000"/>
              </a:schemeClr>
            </a:solidFill>
            <a:ln w="25400">
              <a:solidFill>
                <a:schemeClr val="tx1"/>
              </a:solidFill>
              <a:miter lim="800000"/>
              <a:headEnd/>
              <a:tailEnd/>
            </a:ln>
          </p:spPr>
          <p:txBody>
            <a:bodyPr wrap="none" anchor="ctr"/>
            <a:lstStyle>
              <a:lvl1pPr eaLnBrk="0" hangingPunct="0">
                <a:defRPr sz="2400">
                  <a:solidFill>
                    <a:schemeClr val="tx1"/>
                  </a:solidFill>
                  <a:latin typeface="Arial" charset="0"/>
                  <a:ea typeface="ＭＳ Ｐゴシック" charset="-128"/>
                </a:defRPr>
              </a:lvl1pPr>
              <a:lvl2pPr marL="742950" indent="-285750" eaLnBrk="0" hangingPunct="0">
                <a:defRPr sz="2400">
                  <a:solidFill>
                    <a:schemeClr val="tx1"/>
                  </a:solidFill>
                  <a:latin typeface="Arial" charset="0"/>
                  <a:ea typeface="ＭＳ Ｐゴシック" charset="-128"/>
                </a:defRPr>
              </a:lvl2pPr>
              <a:lvl3pPr marL="1143000" indent="-228600" eaLnBrk="0" hangingPunct="0">
                <a:defRPr sz="2400">
                  <a:solidFill>
                    <a:schemeClr val="tx1"/>
                  </a:solidFill>
                  <a:latin typeface="Arial" charset="0"/>
                  <a:ea typeface="ＭＳ Ｐゴシック" charset="-128"/>
                </a:defRPr>
              </a:lvl3pPr>
              <a:lvl4pPr marL="1600200" indent="-228600" eaLnBrk="0" hangingPunct="0">
                <a:defRPr sz="2400">
                  <a:solidFill>
                    <a:schemeClr val="tx1"/>
                  </a:solidFill>
                  <a:latin typeface="Arial" charset="0"/>
                  <a:ea typeface="ＭＳ Ｐゴシック" charset="-128"/>
                </a:defRPr>
              </a:lvl4pPr>
              <a:lvl5pPr marL="2057400" indent="-228600" eaLnBrk="0" hangingPunct="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en-US" sz="1600" b="0" i="0" u="none" strike="noStrike" kern="1200" cap="none" spc="0" normalizeH="0" baseline="0" noProof="0" dirty="0">
                  <a:ln>
                    <a:noFill/>
                  </a:ln>
                  <a:solidFill>
                    <a:srgbClr val="000000"/>
                  </a:solidFill>
                  <a:effectLst/>
                  <a:uLnTx/>
                  <a:uFillTx/>
                  <a:latin typeface="Arial Narrow" panose="020B0606020202030204" pitchFamily="34" charset="0"/>
                </a:rPr>
                <a:t>Memory</a:t>
              </a:r>
              <a:endParaRPr kumimoji="0" lang="en-US" altLang="en-US" sz="1800" b="0" i="0" u="none" strike="noStrike" kern="1200" cap="none" spc="0" normalizeH="0" baseline="0" noProof="0" dirty="0">
                <a:ln>
                  <a:noFill/>
                </a:ln>
                <a:solidFill>
                  <a:srgbClr val="000000"/>
                </a:solidFill>
                <a:effectLst/>
                <a:uLnTx/>
                <a:uFillTx/>
                <a:latin typeface="Arial Narrow" panose="020B0606020202030204" pitchFamily="34" charset="0"/>
              </a:endParaRPr>
            </a:p>
          </p:txBody>
        </p:sp>
        <p:cxnSp>
          <p:nvCxnSpPr>
            <p:cNvPr id="5" name="直接箭头连接符 4">
              <a:extLst>
                <a:ext uri="{FF2B5EF4-FFF2-40B4-BE49-F238E27FC236}">
                  <a16:creationId xmlns:a16="http://schemas.microsoft.com/office/drawing/2014/main" id="{79806B35-526F-4215-9E5D-7E8C6938CE9E}"/>
                </a:ext>
              </a:extLst>
            </p:cNvPr>
            <p:cNvCxnSpPr>
              <a:stCxn id="35" idx="7"/>
            </p:cNvCxnSpPr>
            <p:nvPr/>
          </p:nvCxnSpPr>
          <p:spPr bwMode="auto">
            <a:xfrm flipV="1">
              <a:off x="3644526" y="2743200"/>
              <a:ext cx="1308474" cy="1915"/>
            </a:xfrm>
            <a:prstGeom prst="straightConnector1">
              <a:avLst/>
            </a:prstGeom>
            <a:solidFill>
              <a:srgbClr val="C0C0C0"/>
            </a:solidFill>
            <a:ln w="19050" cap="flat" cmpd="sng" algn="ctr">
              <a:solidFill>
                <a:schemeClr val="accent1"/>
              </a:solidFill>
              <a:prstDash val="solid"/>
              <a:round/>
              <a:headEnd type="none" w="med" len="med"/>
              <a:tailEnd type="triangle"/>
            </a:ln>
            <a:effectLst/>
          </p:spPr>
        </p:cxnSp>
        <p:cxnSp>
          <p:nvCxnSpPr>
            <p:cNvPr id="39" name="直接箭头连接符 38">
              <a:extLst>
                <a:ext uri="{FF2B5EF4-FFF2-40B4-BE49-F238E27FC236}">
                  <a16:creationId xmlns:a16="http://schemas.microsoft.com/office/drawing/2014/main" id="{2C742F81-E467-4893-92C1-8FE7068CA0A9}"/>
                </a:ext>
              </a:extLst>
            </p:cNvPr>
            <p:cNvCxnSpPr>
              <a:cxnSpLocks/>
              <a:endCxn id="35" idx="5"/>
            </p:cNvCxnSpPr>
            <p:nvPr/>
          </p:nvCxnSpPr>
          <p:spPr bwMode="auto">
            <a:xfrm flipH="1">
              <a:off x="3644526" y="3122285"/>
              <a:ext cx="1308474" cy="0"/>
            </a:xfrm>
            <a:prstGeom prst="straightConnector1">
              <a:avLst/>
            </a:prstGeom>
            <a:solidFill>
              <a:srgbClr val="C0C0C0"/>
            </a:solidFill>
            <a:ln w="19050" cap="flat" cmpd="sng" algn="ctr">
              <a:solidFill>
                <a:schemeClr val="accent1"/>
              </a:solidFill>
              <a:prstDash val="solid"/>
              <a:round/>
              <a:headEnd type="none" w="med" len="med"/>
              <a:tailEnd type="triangle"/>
            </a:ln>
            <a:effectLst/>
          </p:spPr>
        </p:cxnSp>
        <p:sp>
          <p:nvSpPr>
            <p:cNvPr id="8" name="矩形 7">
              <a:extLst>
                <a:ext uri="{FF2B5EF4-FFF2-40B4-BE49-F238E27FC236}">
                  <a16:creationId xmlns:a16="http://schemas.microsoft.com/office/drawing/2014/main" id="{0CCE220D-8C0F-4FAF-9896-9260B88E08D2}"/>
                </a:ext>
              </a:extLst>
            </p:cNvPr>
            <p:cNvSpPr/>
            <p:nvPr/>
          </p:nvSpPr>
          <p:spPr>
            <a:xfrm>
              <a:off x="3946017" y="2434937"/>
              <a:ext cx="780919" cy="369332"/>
            </a:xfrm>
            <a:prstGeom prst="rect">
              <a:avLst/>
            </a:prstGeom>
          </p:spPr>
          <p:txBody>
            <a:bodyPr wrap="none">
              <a:spAutoFit/>
            </a:bodyPr>
            <a:lstStyle/>
            <a:p>
              <a:r>
                <a:rPr lang="en-US" altLang="en-US" dirty="0">
                  <a:solidFill>
                    <a:srgbClr val="92D050"/>
                  </a:solidFill>
                  <a:latin typeface="Arial Narrow" panose="020B0606020202030204" pitchFamily="34" charset="0"/>
                  <a:ea typeface="ＭＳ Ｐゴシック" charset="-128"/>
                </a:rPr>
                <a:t>Write 1</a:t>
              </a:r>
              <a:endParaRPr lang="zh-CN" altLang="en-US" dirty="0">
                <a:latin typeface="Arial Narrow" panose="020B0606020202030204" pitchFamily="34" charset="0"/>
              </a:endParaRPr>
            </a:p>
          </p:txBody>
        </p:sp>
        <p:sp>
          <p:nvSpPr>
            <p:cNvPr id="43" name="矩形 42">
              <a:extLst>
                <a:ext uri="{FF2B5EF4-FFF2-40B4-BE49-F238E27FC236}">
                  <a16:creationId xmlns:a16="http://schemas.microsoft.com/office/drawing/2014/main" id="{46C43484-703D-4F8D-807F-C3B3BB7AEDEF}"/>
                </a:ext>
              </a:extLst>
            </p:cNvPr>
            <p:cNvSpPr/>
            <p:nvPr/>
          </p:nvSpPr>
          <p:spPr>
            <a:xfrm>
              <a:off x="3956179" y="3059668"/>
              <a:ext cx="797013" cy="369332"/>
            </a:xfrm>
            <a:prstGeom prst="rect">
              <a:avLst/>
            </a:prstGeom>
          </p:spPr>
          <p:txBody>
            <a:bodyPr wrap="none">
              <a:spAutoFit/>
            </a:bodyPr>
            <a:lstStyle/>
            <a:p>
              <a:r>
                <a:rPr lang="en-US" altLang="en-US" dirty="0">
                  <a:solidFill>
                    <a:srgbClr val="92D050"/>
                  </a:solidFill>
                  <a:latin typeface="Arial Narrow" panose="020B0606020202030204" pitchFamily="34" charset="0"/>
                  <a:ea typeface="ＭＳ Ｐゴシック" charset="-128"/>
                </a:rPr>
                <a:t>Read 1</a:t>
              </a:r>
              <a:endParaRPr lang="zh-CN" altLang="en-US" dirty="0">
                <a:latin typeface="Arial Narrow" panose="020B0606020202030204" pitchFamily="34" charset="0"/>
              </a:endParaRPr>
            </a:p>
          </p:txBody>
        </p:sp>
      </p:grpSp>
      <p:grpSp>
        <p:nvGrpSpPr>
          <p:cNvPr id="11" name="组合 10">
            <a:extLst>
              <a:ext uri="{FF2B5EF4-FFF2-40B4-BE49-F238E27FC236}">
                <a16:creationId xmlns:a16="http://schemas.microsoft.com/office/drawing/2014/main" id="{2DA4C432-36F5-40DE-BC37-F57AD126F854}"/>
              </a:ext>
            </a:extLst>
          </p:cNvPr>
          <p:cNvGrpSpPr/>
          <p:nvPr/>
        </p:nvGrpSpPr>
        <p:grpSpPr>
          <a:xfrm>
            <a:off x="1661967" y="3992823"/>
            <a:ext cx="4586433" cy="922077"/>
            <a:chOff x="1661967" y="3992823"/>
            <a:chExt cx="4586433" cy="922077"/>
          </a:xfrm>
        </p:grpSpPr>
        <p:sp>
          <p:nvSpPr>
            <p:cNvPr id="44" name="Oval 7">
              <a:extLst>
                <a:ext uri="{FF2B5EF4-FFF2-40B4-BE49-F238E27FC236}">
                  <a16:creationId xmlns:a16="http://schemas.microsoft.com/office/drawing/2014/main" id="{25B3A9D7-2CF1-4E32-BF94-C8612EED8627}"/>
                </a:ext>
              </a:extLst>
            </p:cNvPr>
            <p:cNvSpPr>
              <a:spLocks noChangeArrowheads="1"/>
            </p:cNvSpPr>
            <p:nvPr/>
          </p:nvSpPr>
          <p:spPr bwMode="auto">
            <a:xfrm>
              <a:off x="1661967" y="4267200"/>
              <a:ext cx="609600" cy="533400"/>
            </a:xfrm>
            <a:prstGeom prst="ellipse">
              <a:avLst/>
            </a:prstGeom>
            <a:solidFill>
              <a:srgbClr val="CCECFF"/>
            </a:solidFill>
            <a:ln w="12700">
              <a:solidFill>
                <a:schemeClr val="tx1"/>
              </a:solidFill>
              <a:round/>
              <a:headEnd/>
              <a:tailEnd/>
            </a:ln>
          </p:spPr>
          <p:txBody>
            <a:bodyPr wrap="none" anchor="ctr"/>
            <a:lstStyle>
              <a:lvl1pPr eaLnBrk="0" hangingPunct="0">
                <a:defRPr sz="2400">
                  <a:solidFill>
                    <a:schemeClr val="tx1"/>
                  </a:solidFill>
                  <a:latin typeface="Arial" charset="0"/>
                  <a:ea typeface="ＭＳ Ｐゴシック" charset="-128"/>
                </a:defRPr>
              </a:lvl1pPr>
              <a:lvl2pPr marL="742950" indent="-285750" eaLnBrk="0" hangingPunct="0">
                <a:defRPr sz="2400">
                  <a:solidFill>
                    <a:schemeClr val="tx1"/>
                  </a:solidFill>
                  <a:latin typeface="Arial" charset="0"/>
                  <a:ea typeface="ＭＳ Ｐゴシック" charset="-128"/>
                </a:defRPr>
              </a:lvl2pPr>
              <a:lvl3pPr marL="1143000" indent="-228600" eaLnBrk="0" hangingPunct="0">
                <a:defRPr sz="2400">
                  <a:solidFill>
                    <a:schemeClr val="tx1"/>
                  </a:solidFill>
                  <a:latin typeface="Arial" charset="0"/>
                  <a:ea typeface="ＭＳ Ｐゴシック" charset="-128"/>
                </a:defRPr>
              </a:lvl3pPr>
              <a:lvl4pPr marL="1600200" indent="-228600" eaLnBrk="0" hangingPunct="0">
                <a:defRPr sz="2400">
                  <a:solidFill>
                    <a:schemeClr val="tx1"/>
                  </a:solidFill>
                  <a:latin typeface="Arial" charset="0"/>
                  <a:ea typeface="ＭＳ Ｐゴシック" charset="-128"/>
                </a:defRPr>
              </a:lvl4pPr>
              <a:lvl5pPr marL="2057400" indent="-228600" eaLnBrk="0" hangingPunct="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dirty="0">
                  <a:ln>
                    <a:noFill/>
                  </a:ln>
                  <a:solidFill>
                    <a:srgbClr val="000000"/>
                  </a:solidFill>
                  <a:effectLst/>
                  <a:uLnTx/>
                  <a:uFillTx/>
                  <a:latin typeface="Arial" charset="0"/>
                  <a:ea typeface="ＭＳ Ｐゴシック" charset="-128"/>
                  <a:cs typeface="+mn-cs"/>
                </a:rPr>
                <a:t>C1</a:t>
              </a:r>
            </a:p>
          </p:txBody>
        </p:sp>
        <p:sp>
          <p:nvSpPr>
            <p:cNvPr id="45" name="Rectangle 11">
              <a:extLst>
                <a:ext uri="{FF2B5EF4-FFF2-40B4-BE49-F238E27FC236}">
                  <a16:creationId xmlns:a16="http://schemas.microsoft.com/office/drawing/2014/main" id="{7339167E-C779-4920-8A79-FEC95D6807AF}"/>
                </a:ext>
              </a:extLst>
            </p:cNvPr>
            <p:cNvSpPr>
              <a:spLocks noChangeArrowheads="1"/>
            </p:cNvSpPr>
            <p:nvPr/>
          </p:nvSpPr>
          <p:spPr bwMode="auto">
            <a:xfrm>
              <a:off x="3505200" y="4145223"/>
              <a:ext cx="770731" cy="687574"/>
            </a:xfrm>
            <a:prstGeom prst="rect">
              <a:avLst/>
            </a:prstGeom>
            <a:solidFill>
              <a:schemeClr val="bg1">
                <a:lumMod val="95000"/>
              </a:schemeClr>
            </a:solidFill>
            <a:ln w="25400">
              <a:solidFill>
                <a:schemeClr val="tx1"/>
              </a:solidFill>
              <a:miter lim="800000"/>
              <a:headEnd/>
              <a:tailEnd/>
            </a:ln>
          </p:spPr>
          <p:txBody>
            <a:bodyPr wrap="none" anchor="ctr"/>
            <a:lstStyle>
              <a:lvl1pPr eaLnBrk="0" hangingPunct="0">
                <a:defRPr sz="2400">
                  <a:solidFill>
                    <a:schemeClr val="tx1"/>
                  </a:solidFill>
                  <a:latin typeface="Arial" charset="0"/>
                  <a:ea typeface="ＭＳ Ｐゴシック" charset="-128"/>
                </a:defRPr>
              </a:lvl1pPr>
              <a:lvl2pPr marL="742950" indent="-285750" eaLnBrk="0" hangingPunct="0">
                <a:defRPr sz="2400">
                  <a:solidFill>
                    <a:schemeClr val="tx1"/>
                  </a:solidFill>
                  <a:latin typeface="Arial" charset="0"/>
                  <a:ea typeface="ＭＳ Ｐゴシック" charset="-128"/>
                </a:defRPr>
              </a:lvl2pPr>
              <a:lvl3pPr marL="1143000" indent="-228600" eaLnBrk="0" hangingPunct="0">
                <a:defRPr sz="2400">
                  <a:solidFill>
                    <a:schemeClr val="tx1"/>
                  </a:solidFill>
                  <a:latin typeface="Arial" charset="0"/>
                  <a:ea typeface="ＭＳ Ｐゴシック" charset="-128"/>
                </a:defRPr>
              </a:lvl3pPr>
              <a:lvl4pPr marL="1600200" indent="-228600" eaLnBrk="0" hangingPunct="0">
                <a:defRPr sz="2400">
                  <a:solidFill>
                    <a:schemeClr val="tx1"/>
                  </a:solidFill>
                  <a:latin typeface="Arial" charset="0"/>
                  <a:ea typeface="ＭＳ Ｐゴシック" charset="-128"/>
                </a:defRPr>
              </a:lvl4pPr>
              <a:lvl5pPr marL="2057400" indent="-228600" eaLnBrk="0" hangingPunct="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en-US" sz="1600" b="0" i="0" u="none" strike="noStrike" kern="1200" cap="none" spc="0" normalizeH="0" baseline="0" noProof="0" dirty="0">
                  <a:ln>
                    <a:noFill/>
                  </a:ln>
                  <a:solidFill>
                    <a:srgbClr val="000000"/>
                  </a:solidFill>
                  <a:effectLst/>
                  <a:uLnTx/>
                  <a:uFillTx/>
                  <a:latin typeface="Arial Narrow" panose="020B0606020202030204" pitchFamily="34" charset="0"/>
                </a:rPr>
                <a:t>Memory</a:t>
              </a:r>
              <a:endParaRPr kumimoji="0" lang="en-US" altLang="en-US" sz="1800" b="0" i="0" u="none" strike="noStrike" kern="1200" cap="none" spc="0" normalizeH="0" baseline="0" noProof="0" dirty="0">
                <a:ln>
                  <a:noFill/>
                </a:ln>
                <a:solidFill>
                  <a:srgbClr val="000000"/>
                </a:solidFill>
                <a:effectLst/>
                <a:uLnTx/>
                <a:uFillTx/>
                <a:latin typeface="Arial Narrow" panose="020B0606020202030204" pitchFamily="34" charset="0"/>
              </a:endParaRPr>
            </a:p>
          </p:txBody>
        </p:sp>
        <p:cxnSp>
          <p:nvCxnSpPr>
            <p:cNvPr id="46" name="直接箭头连接符 45">
              <a:extLst>
                <a:ext uri="{FF2B5EF4-FFF2-40B4-BE49-F238E27FC236}">
                  <a16:creationId xmlns:a16="http://schemas.microsoft.com/office/drawing/2014/main" id="{46C810EA-D704-468C-9E03-491D2E20FA65}"/>
                </a:ext>
              </a:extLst>
            </p:cNvPr>
            <p:cNvCxnSpPr>
              <a:stCxn id="44" idx="7"/>
            </p:cNvCxnSpPr>
            <p:nvPr/>
          </p:nvCxnSpPr>
          <p:spPr bwMode="auto">
            <a:xfrm flipV="1">
              <a:off x="2182293" y="4343400"/>
              <a:ext cx="1308474" cy="1915"/>
            </a:xfrm>
            <a:prstGeom prst="straightConnector1">
              <a:avLst/>
            </a:prstGeom>
            <a:solidFill>
              <a:srgbClr val="C0C0C0"/>
            </a:solidFill>
            <a:ln w="19050" cap="flat" cmpd="sng" algn="ctr">
              <a:solidFill>
                <a:schemeClr val="accent1"/>
              </a:solidFill>
              <a:prstDash val="solid"/>
              <a:round/>
              <a:headEnd type="none" w="med" len="med"/>
              <a:tailEnd type="triangle"/>
            </a:ln>
            <a:effectLst/>
          </p:spPr>
        </p:cxnSp>
        <p:cxnSp>
          <p:nvCxnSpPr>
            <p:cNvPr id="47" name="直接箭头连接符 46">
              <a:extLst>
                <a:ext uri="{FF2B5EF4-FFF2-40B4-BE49-F238E27FC236}">
                  <a16:creationId xmlns:a16="http://schemas.microsoft.com/office/drawing/2014/main" id="{3D25EB70-1601-47BA-B3B1-36B8105B9C1F}"/>
                </a:ext>
              </a:extLst>
            </p:cNvPr>
            <p:cNvCxnSpPr>
              <a:cxnSpLocks/>
            </p:cNvCxnSpPr>
            <p:nvPr/>
          </p:nvCxnSpPr>
          <p:spPr bwMode="auto">
            <a:xfrm>
              <a:off x="4298763" y="4648200"/>
              <a:ext cx="1340037" cy="0"/>
            </a:xfrm>
            <a:prstGeom prst="straightConnector1">
              <a:avLst/>
            </a:prstGeom>
            <a:solidFill>
              <a:srgbClr val="C0C0C0"/>
            </a:solidFill>
            <a:ln w="19050" cap="flat" cmpd="sng" algn="ctr">
              <a:solidFill>
                <a:schemeClr val="accent1"/>
              </a:solidFill>
              <a:prstDash val="solid"/>
              <a:round/>
              <a:headEnd type="none" w="med" len="med"/>
              <a:tailEnd type="triangle"/>
            </a:ln>
            <a:effectLst/>
          </p:spPr>
        </p:cxnSp>
        <p:sp>
          <p:nvSpPr>
            <p:cNvPr id="48" name="矩形 47">
              <a:extLst>
                <a:ext uri="{FF2B5EF4-FFF2-40B4-BE49-F238E27FC236}">
                  <a16:creationId xmlns:a16="http://schemas.microsoft.com/office/drawing/2014/main" id="{A29D6E7E-7426-44AD-85B0-1EE79DDE4BA5}"/>
                </a:ext>
              </a:extLst>
            </p:cNvPr>
            <p:cNvSpPr/>
            <p:nvPr/>
          </p:nvSpPr>
          <p:spPr>
            <a:xfrm>
              <a:off x="2501902" y="3992823"/>
              <a:ext cx="780919" cy="369332"/>
            </a:xfrm>
            <a:prstGeom prst="rect">
              <a:avLst/>
            </a:prstGeom>
          </p:spPr>
          <p:txBody>
            <a:bodyPr wrap="none">
              <a:spAutoFit/>
            </a:bodyPr>
            <a:lstStyle/>
            <a:p>
              <a:r>
                <a:rPr lang="en-US" altLang="en-US" dirty="0">
                  <a:solidFill>
                    <a:srgbClr val="92D050"/>
                  </a:solidFill>
                  <a:latin typeface="Arial Narrow" panose="020B0606020202030204" pitchFamily="34" charset="0"/>
                  <a:ea typeface="ＭＳ Ｐゴシック" charset="-128"/>
                </a:rPr>
                <a:t>Write 1</a:t>
              </a:r>
              <a:endParaRPr lang="zh-CN" altLang="en-US" dirty="0">
                <a:latin typeface="Arial Narrow" panose="020B0606020202030204" pitchFamily="34" charset="0"/>
              </a:endParaRPr>
            </a:p>
          </p:txBody>
        </p:sp>
        <p:sp>
          <p:nvSpPr>
            <p:cNvPr id="49" name="矩形 48">
              <a:extLst>
                <a:ext uri="{FF2B5EF4-FFF2-40B4-BE49-F238E27FC236}">
                  <a16:creationId xmlns:a16="http://schemas.microsoft.com/office/drawing/2014/main" id="{22C1C35C-EB4A-4D37-8F84-99CD6956CEDD}"/>
                </a:ext>
              </a:extLst>
            </p:cNvPr>
            <p:cNvSpPr/>
            <p:nvPr/>
          </p:nvSpPr>
          <p:spPr>
            <a:xfrm>
              <a:off x="4696043" y="4304344"/>
              <a:ext cx="797013" cy="369332"/>
            </a:xfrm>
            <a:prstGeom prst="rect">
              <a:avLst/>
            </a:prstGeom>
          </p:spPr>
          <p:txBody>
            <a:bodyPr wrap="none">
              <a:spAutoFit/>
            </a:bodyPr>
            <a:lstStyle/>
            <a:p>
              <a:r>
                <a:rPr lang="en-US" altLang="en-US" dirty="0">
                  <a:solidFill>
                    <a:srgbClr val="92D050"/>
                  </a:solidFill>
                  <a:latin typeface="Arial Narrow" panose="020B0606020202030204" pitchFamily="34" charset="0"/>
                  <a:ea typeface="ＭＳ Ｐゴシック" charset="-128"/>
                </a:rPr>
                <a:t>Read 1</a:t>
              </a:r>
              <a:endParaRPr lang="zh-CN" altLang="en-US" dirty="0">
                <a:latin typeface="Arial Narrow" panose="020B0606020202030204" pitchFamily="34" charset="0"/>
              </a:endParaRPr>
            </a:p>
          </p:txBody>
        </p:sp>
        <p:sp>
          <p:nvSpPr>
            <p:cNvPr id="50" name="Oval 7">
              <a:extLst>
                <a:ext uri="{FF2B5EF4-FFF2-40B4-BE49-F238E27FC236}">
                  <a16:creationId xmlns:a16="http://schemas.microsoft.com/office/drawing/2014/main" id="{7454FEAB-C722-4C56-BF07-DC0DCC48D052}"/>
                </a:ext>
              </a:extLst>
            </p:cNvPr>
            <p:cNvSpPr>
              <a:spLocks noChangeArrowheads="1"/>
            </p:cNvSpPr>
            <p:nvPr/>
          </p:nvSpPr>
          <p:spPr bwMode="auto">
            <a:xfrm>
              <a:off x="5638800" y="4381500"/>
              <a:ext cx="609600" cy="533400"/>
            </a:xfrm>
            <a:prstGeom prst="ellipse">
              <a:avLst/>
            </a:prstGeom>
            <a:solidFill>
              <a:srgbClr val="CCECFF"/>
            </a:solidFill>
            <a:ln w="12700">
              <a:solidFill>
                <a:schemeClr val="tx1"/>
              </a:solidFill>
              <a:round/>
              <a:headEnd/>
              <a:tailEnd/>
            </a:ln>
          </p:spPr>
          <p:txBody>
            <a:bodyPr wrap="none" anchor="ctr"/>
            <a:lstStyle>
              <a:lvl1pPr eaLnBrk="0" hangingPunct="0">
                <a:defRPr sz="2400">
                  <a:solidFill>
                    <a:schemeClr val="tx1"/>
                  </a:solidFill>
                  <a:latin typeface="Arial" charset="0"/>
                  <a:ea typeface="ＭＳ Ｐゴシック" charset="-128"/>
                </a:defRPr>
              </a:lvl1pPr>
              <a:lvl2pPr marL="742950" indent="-285750" eaLnBrk="0" hangingPunct="0">
                <a:defRPr sz="2400">
                  <a:solidFill>
                    <a:schemeClr val="tx1"/>
                  </a:solidFill>
                  <a:latin typeface="Arial" charset="0"/>
                  <a:ea typeface="ＭＳ Ｐゴシック" charset="-128"/>
                </a:defRPr>
              </a:lvl2pPr>
              <a:lvl3pPr marL="1143000" indent="-228600" eaLnBrk="0" hangingPunct="0">
                <a:defRPr sz="2400">
                  <a:solidFill>
                    <a:schemeClr val="tx1"/>
                  </a:solidFill>
                  <a:latin typeface="Arial" charset="0"/>
                  <a:ea typeface="ＭＳ Ｐゴシック" charset="-128"/>
                </a:defRPr>
              </a:lvl3pPr>
              <a:lvl4pPr marL="1600200" indent="-228600" eaLnBrk="0" hangingPunct="0">
                <a:defRPr sz="2400">
                  <a:solidFill>
                    <a:schemeClr val="tx1"/>
                  </a:solidFill>
                  <a:latin typeface="Arial" charset="0"/>
                  <a:ea typeface="ＭＳ Ｐゴシック" charset="-128"/>
                </a:defRPr>
              </a:lvl4pPr>
              <a:lvl5pPr marL="2057400" indent="-228600" eaLnBrk="0" hangingPunct="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dirty="0">
                  <a:ln>
                    <a:noFill/>
                  </a:ln>
                  <a:solidFill>
                    <a:srgbClr val="000000"/>
                  </a:solidFill>
                  <a:effectLst/>
                  <a:uLnTx/>
                  <a:uFillTx/>
                  <a:latin typeface="Arial" charset="0"/>
                  <a:ea typeface="ＭＳ Ｐゴシック" charset="-128"/>
                  <a:cs typeface="+mn-cs"/>
                </a:rPr>
                <a:t>C2</a:t>
              </a:r>
            </a:p>
          </p:txBody>
        </p:sp>
      </p:grpSp>
      <p:grpSp>
        <p:nvGrpSpPr>
          <p:cNvPr id="10" name="组合 9">
            <a:extLst>
              <a:ext uri="{FF2B5EF4-FFF2-40B4-BE49-F238E27FC236}">
                <a16:creationId xmlns:a16="http://schemas.microsoft.com/office/drawing/2014/main" id="{1852240A-A58D-42AD-B61F-A07C8B8432CA}"/>
              </a:ext>
            </a:extLst>
          </p:cNvPr>
          <p:cNvGrpSpPr/>
          <p:nvPr/>
        </p:nvGrpSpPr>
        <p:grpSpPr>
          <a:xfrm>
            <a:off x="1828800" y="5481928"/>
            <a:ext cx="4560382" cy="948110"/>
            <a:chOff x="1828800" y="5528750"/>
            <a:chExt cx="4560382" cy="948110"/>
          </a:xfrm>
        </p:grpSpPr>
        <p:sp>
          <p:nvSpPr>
            <p:cNvPr id="52" name="Oval 7">
              <a:extLst>
                <a:ext uri="{FF2B5EF4-FFF2-40B4-BE49-F238E27FC236}">
                  <a16:creationId xmlns:a16="http://schemas.microsoft.com/office/drawing/2014/main" id="{F3DFEDB5-D9E9-41B1-B5E8-10FABA06FE44}"/>
                </a:ext>
              </a:extLst>
            </p:cNvPr>
            <p:cNvSpPr>
              <a:spLocks noChangeArrowheads="1"/>
            </p:cNvSpPr>
            <p:nvPr/>
          </p:nvSpPr>
          <p:spPr bwMode="auto">
            <a:xfrm>
              <a:off x="1828800" y="5785297"/>
              <a:ext cx="609600" cy="533400"/>
            </a:xfrm>
            <a:prstGeom prst="ellipse">
              <a:avLst/>
            </a:prstGeom>
            <a:solidFill>
              <a:srgbClr val="CCECFF"/>
            </a:solidFill>
            <a:ln w="12700">
              <a:solidFill>
                <a:schemeClr val="tx1"/>
              </a:solidFill>
              <a:round/>
              <a:headEnd/>
              <a:tailEnd/>
            </a:ln>
          </p:spPr>
          <p:txBody>
            <a:bodyPr wrap="none" anchor="ctr"/>
            <a:lstStyle>
              <a:lvl1pPr eaLnBrk="0" hangingPunct="0">
                <a:defRPr sz="2400">
                  <a:solidFill>
                    <a:schemeClr val="tx1"/>
                  </a:solidFill>
                  <a:latin typeface="Arial" charset="0"/>
                  <a:ea typeface="ＭＳ Ｐゴシック" charset="-128"/>
                </a:defRPr>
              </a:lvl1pPr>
              <a:lvl2pPr marL="742950" indent="-285750" eaLnBrk="0" hangingPunct="0">
                <a:defRPr sz="2400">
                  <a:solidFill>
                    <a:schemeClr val="tx1"/>
                  </a:solidFill>
                  <a:latin typeface="Arial" charset="0"/>
                  <a:ea typeface="ＭＳ Ｐゴシック" charset="-128"/>
                </a:defRPr>
              </a:lvl2pPr>
              <a:lvl3pPr marL="1143000" indent="-228600" eaLnBrk="0" hangingPunct="0">
                <a:defRPr sz="2400">
                  <a:solidFill>
                    <a:schemeClr val="tx1"/>
                  </a:solidFill>
                  <a:latin typeface="Arial" charset="0"/>
                  <a:ea typeface="ＭＳ Ｐゴシック" charset="-128"/>
                </a:defRPr>
              </a:lvl3pPr>
              <a:lvl4pPr marL="1600200" indent="-228600" eaLnBrk="0" hangingPunct="0">
                <a:defRPr sz="2400">
                  <a:solidFill>
                    <a:schemeClr val="tx1"/>
                  </a:solidFill>
                  <a:latin typeface="Arial" charset="0"/>
                  <a:ea typeface="ＭＳ Ｐゴシック" charset="-128"/>
                </a:defRPr>
              </a:lvl4pPr>
              <a:lvl5pPr marL="2057400" indent="-228600" eaLnBrk="0" hangingPunct="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dirty="0">
                  <a:ln>
                    <a:noFill/>
                  </a:ln>
                  <a:solidFill>
                    <a:srgbClr val="000000"/>
                  </a:solidFill>
                  <a:effectLst/>
                  <a:uLnTx/>
                  <a:uFillTx/>
                  <a:latin typeface="Arial" charset="0"/>
                  <a:ea typeface="ＭＳ Ｐゴシック" charset="-128"/>
                  <a:cs typeface="+mn-cs"/>
                </a:rPr>
                <a:t>C1</a:t>
              </a:r>
            </a:p>
          </p:txBody>
        </p:sp>
        <p:sp>
          <p:nvSpPr>
            <p:cNvPr id="53" name="Rectangle 11">
              <a:extLst>
                <a:ext uri="{FF2B5EF4-FFF2-40B4-BE49-F238E27FC236}">
                  <a16:creationId xmlns:a16="http://schemas.microsoft.com/office/drawing/2014/main" id="{30C2C5A6-3518-4FC9-B678-9A1D8836106C}"/>
                </a:ext>
              </a:extLst>
            </p:cNvPr>
            <p:cNvSpPr>
              <a:spLocks noChangeArrowheads="1"/>
            </p:cNvSpPr>
            <p:nvPr/>
          </p:nvSpPr>
          <p:spPr bwMode="auto">
            <a:xfrm>
              <a:off x="3669514" y="5707183"/>
              <a:ext cx="770731" cy="687574"/>
            </a:xfrm>
            <a:prstGeom prst="rect">
              <a:avLst/>
            </a:prstGeom>
            <a:solidFill>
              <a:schemeClr val="bg1">
                <a:lumMod val="95000"/>
              </a:schemeClr>
            </a:solidFill>
            <a:ln w="25400">
              <a:solidFill>
                <a:schemeClr val="tx1"/>
              </a:solidFill>
              <a:miter lim="800000"/>
              <a:headEnd/>
              <a:tailEnd/>
            </a:ln>
          </p:spPr>
          <p:txBody>
            <a:bodyPr wrap="none" anchor="ctr"/>
            <a:lstStyle>
              <a:lvl1pPr eaLnBrk="0" hangingPunct="0">
                <a:defRPr sz="2400">
                  <a:solidFill>
                    <a:schemeClr val="tx1"/>
                  </a:solidFill>
                  <a:latin typeface="Arial" charset="0"/>
                  <a:ea typeface="ＭＳ Ｐゴシック" charset="-128"/>
                </a:defRPr>
              </a:lvl1pPr>
              <a:lvl2pPr marL="742950" indent="-285750" eaLnBrk="0" hangingPunct="0">
                <a:defRPr sz="2400">
                  <a:solidFill>
                    <a:schemeClr val="tx1"/>
                  </a:solidFill>
                  <a:latin typeface="Arial" charset="0"/>
                  <a:ea typeface="ＭＳ Ｐゴシック" charset="-128"/>
                </a:defRPr>
              </a:lvl2pPr>
              <a:lvl3pPr marL="1143000" indent="-228600" eaLnBrk="0" hangingPunct="0">
                <a:defRPr sz="2400">
                  <a:solidFill>
                    <a:schemeClr val="tx1"/>
                  </a:solidFill>
                  <a:latin typeface="Arial" charset="0"/>
                  <a:ea typeface="ＭＳ Ｐゴシック" charset="-128"/>
                </a:defRPr>
              </a:lvl3pPr>
              <a:lvl4pPr marL="1600200" indent="-228600" eaLnBrk="0" hangingPunct="0">
                <a:defRPr sz="2400">
                  <a:solidFill>
                    <a:schemeClr val="tx1"/>
                  </a:solidFill>
                  <a:latin typeface="Arial" charset="0"/>
                  <a:ea typeface="ＭＳ Ｐゴシック" charset="-128"/>
                </a:defRPr>
              </a:lvl4pPr>
              <a:lvl5pPr marL="2057400" indent="-228600" eaLnBrk="0" hangingPunct="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en-US" sz="1600" b="0" i="0" u="none" strike="noStrike" kern="1200" cap="none" spc="0" normalizeH="0" baseline="0" noProof="0" dirty="0">
                  <a:ln>
                    <a:noFill/>
                  </a:ln>
                  <a:solidFill>
                    <a:srgbClr val="000000"/>
                  </a:solidFill>
                  <a:effectLst/>
                  <a:uLnTx/>
                  <a:uFillTx/>
                  <a:latin typeface="Arial Narrow" panose="020B0606020202030204" pitchFamily="34" charset="0"/>
                </a:rPr>
                <a:t>Memory</a:t>
              </a:r>
              <a:endParaRPr kumimoji="0" lang="en-US" altLang="en-US" sz="1800" b="0" i="0" u="none" strike="noStrike" kern="1200" cap="none" spc="0" normalizeH="0" baseline="0" noProof="0" dirty="0">
                <a:ln>
                  <a:noFill/>
                </a:ln>
                <a:solidFill>
                  <a:srgbClr val="000000"/>
                </a:solidFill>
                <a:effectLst/>
                <a:uLnTx/>
                <a:uFillTx/>
                <a:latin typeface="Arial Narrow" panose="020B0606020202030204" pitchFamily="34" charset="0"/>
              </a:endParaRPr>
            </a:p>
          </p:txBody>
        </p:sp>
        <p:cxnSp>
          <p:nvCxnSpPr>
            <p:cNvPr id="54" name="直接箭头连接符 53">
              <a:extLst>
                <a:ext uri="{FF2B5EF4-FFF2-40B4-BE49-F238E27FC236}">
                  <a16:creationId xmlns:a16="http://schemas.microsoft.com/office/drawing/2014/main" id="{FF41E986-5125-40E9-A20F-5307850203D7}"/>
                </a:ext>
              </a:extLst>
            </p:cNvPr>
            <p:cNvCxnSpPr>
              <a:stCxn id="52" idx="7"/>
            </p:cNvCxnSpPr>
            <p:nvPr/>
          </p:nvCxnSpPr>
          <p:spPr bwMode="auto">
            <a:xfrm flipV="1">
              <a:off x="2349126" y="5861497"/>
              <a:ext cx="1308474" cy="1915"/>
            </a:xfrm>
            <a:prstGeom prst="straightConnector1">
              <a:avLst/>
            </a:prstGeom>
            <a:solidFill>
              <a:srgbClr val="C0C0C0"/>
            </a:solidFill>
            <a:ln w="19050" cap="flat" cmpd="sng" algn="ctr">
              <a:solidFill>
                <a:schemeClr val="accent1"/>
              </a:solidFill>
              <a:prstDash val="solid"/>
              <a:round/>
              <a:headEnd type="none" w="med" len="med"/>
              <a:tailEnd type="triangle"/>
            </a:ln>
            <a:effectLst/>
          </p:spPr>
        </p:cxnSp>
        <p:cxnSp>
          <p:nvCxnSpPr>
            <p:cNvPr id="55" name="直接箭头连接符 54">
              <a:extLst>
                <a:ext uri="{FF2B5EF4-FFF2-40B4-BE49-F238E27FC236}">
                  <a16:creationId xmlns:a16="http://schemas.microsoft.com/office/drawing/2014/main" id="{77C07681-1D6D-41FE-8692-73821F73E261}"/>
                </a:ext>
              </a:extLst>
            </p:cNvPr>
            <p:cNvCxnSpPr>
              <a:cxnSpLocks/>
            </p:cNvCxnSpPr>
            <p:nvPr/>
          </p:nvCxnSpPr>
          <p:spPr bwMode="auto">
            <a:xfrm>
              <a:off x="4439545" y="6210160"/>
              <a:ext cx="1340037" cy="0"/>
            </a:xfrm>
            <a:prstGeom prst="straightConnector1">
              <a:avLst/>
            </a:prstGeom>
            <a:solidFill>
              <a:srgbClr val="C0C0C0"/>
            </a:solidFill>
            <a:ln w="19050" cap="flat" cmpd="sng" algn="ctr">
              <a:solidFill>
                <a:schemeClr val="accent1"/>
              </a:solidFill>
              <a:prstDash val="solid"/>
              <a:round/>
              <a:headEnd type="triangle" w="med" len="med"/>
              <a:tailEnd type="none"/>
            </a:ln>
            <a:effectLst/>
          </p:spPr>
        </p:cxnSp>
        <p:sp>
          <p:nvSpPr>
            <p:cNvPr id="56" name="矩形 55">
              <a:extLst>
                <a:ext uri="{FF2B5EF4-FFF2-40B4-BE49-F238E27FC236}">
                  <a16:creationId xmlns:a16="http://schemas.microsoft.com/office/drawing/2014/main" id="{01404D6B-3692-4430-A4EC-16C393FAB331}"/>
                </a:ext>
              </a:extLst>
            </p:cNvPr>
            <p:cNvSpPr/>
            <p:nvPr/>
          </p:nvSpPr>
          <p:spPr>
            <a:xfrm>
              <a:off x="2651731" y="5528750"/>
              <a:ext cx="780919" cy="369332"/>
            </a:xfrm>
            <a:prstGeom prst="rect">
              <a:avLst/>
            </a:prstGeom>
          </p:spPr>
          <p:txBody>
            <a:bodyPr wrap="none">
              <a:spAutoFit/>
            </a:bodyPr>
            <a:lstStyle/>
            <a:p>
              <a:r>
                <a:rPr lang="en-US" altLang="en-US" dirty="0">
                  <a:solidFill>
                    <a:srgbClr val="92D050"/>
                  </a:solidFill>
                  <a:latin typeface="Arial Narrow" panose="020B0606020202030204" pitchFamily="34" charset="0"/>
                  <a:ea typeface="ＭＳ Ｐゴシック" charset="-128"/>
                </a:rPr>
                <a:t>Write 1</a:t>
              </a:r>
              <a:endParaRPr lang="zh-CN" altLang="en-US" dirty="0">
                <a:latin typeface="Arial Narrow" panose="020B0606020202030204" pitchFamily="34" charset="0"/>
              </a:endParaRPr>
            </a:p>
          </p:txBody>
        </p:sp>
        <p:sp>
          <p:nvSpPr>
            <p:cNvPr id="57" name="矩形 56">
              <a:extLst>
                <a:ext uri="{FF2B5EF4-FFF2-40B4-BE49-F238E27FC236}">
                  <a16:creationId xmlns:a16="http://schemas.microsoft.com/office/drawing/2014/main" id="{83023FFA-D331-4DCA-9A13-7DE485989EF2}"/>
                </a:ext>
              </a:extLst>
            </p:cNvPr>
            <p:cNvSpPr/>
            <p:nvPr/>
          </p:nvSpPr>
          <p:spPr>
            <a:xfrm>
              <a:off x="4836825" y="5866304"/>
              <a:ext cx="780919" cy="369332"/>
            </a:xfrm>
            <a:prstGeom prst="rect">
              <a:avLst/>
            </a:prstGeom>
          </p:spPr>
          <p:txBody>
            <a:bodyPr wrap="none">
              <a:spAutoFit/>
            </a:bodyPr>
            <a:lstStyle/>
            <a:p>
              <a:r>
                <a:rPr lang="en-US" altLang="en-US" dirty="0">
                  <a:solidFill>
                    <a:srgbClr val="92D050"/>
                  </a:solidFill>
                  <a:latin typeface="Arial Narrow" panose="020B0606020202030204" pitchFamily="34" charset="0"/>
                  <a:ea typeface="ＭＳ Ｐゴシック" charset="-128"/>
                </a:rPr>
                <a:t>Write 2</a:t>
              </a:r>
              <a:endParaRPr lang="zh-CN" altLang="en-US" dirty="0">
                <a:latin typeface="Arial Narrow" panose="020B0606020202030204" pitchFamily="34" charset="0"/>
              </a:endParaRPr>
            </a:p>
          </p:txBody>
        </p:sp>
        <p:sp>
          <p:nvSpPr>
            <p:cNvPr id="58" name="Oval 7">
              <a:extLst>
                <a:ext uri="{FF2B5EF4-FFF2-40B4-BE49-F238E27FC236}">
                  <a16:creationId xmlns:a16="http://schemas.microsoft.com/office/drawing/2014/main" id="{3A0E4478-CEE2-4233-8F23-74A86BB7F5DC}"/>
                </a:ext>
              </a:extLst>
            </p:cNvPr>
            <p:cNvSpPr>
              <a:spLocks noChangeArrowheads="1"/>
            </p:cNvSpPr>
            <p:nvPr/>
          </p:nvSpPr>
          <p:spPr bwMode="auto">
            <a:xfrm>
              <a:off x="5779582" y="5943460"/>
              <a:ext cx="609600" cy="533400"/>
            </a:xfrm>
            <a:prstGeom prst="ellipse">
              <a:avLst/>
            </a:prstGeom>
            <a:solidFill>
              <a:srgbClr val="CCECFF"/>
            </a:solidFill>
            <a:ln w="12700">
              <a:solidFill>
                <a:schemeClr val="tx1"/>
              </a:solidFill>
              <a:round/>
              <a:headEnd/>
              <a:tailEnd/>
            </a:ln>
          </p:spPr>
          <p:txBody>
            <a:bodyPr wrap="none" anchor="ctr"/>
            <a:lstStyle>
              <a:lvl1pPr eaLnBrk="0" hangingPunct="0">
                <a:defRPr sz="2400">
                  <a:solidFill>
                    <a:schemeClr val="tx1"/>
                  </a:solidFill>
                  <a:latin typeface="Arial" charset="0"/>
                  <a:ea typeface="ＭＳ Ｐゴシック" charset="-128"/>
                </a:defRPr>
              </a:lvl1pPr>
              <a:lvl2pPr marL="742950" indent="-285750" eaLnBrk="0" hangingPunct="0">
                <a:defRPr sz="2400">
                  <a:solidFill>
                    <a:schemeClr val="tx1"/>
                  </a:solidFill>
                  <a:latin typeface="Arial" charset="0"/>
                  <a:ea typeface="ＭＳ Ｐゴシック" charset="-128"/>
                </a:defRPr>
              </a:lvl2pPr>
              <a:lvl3pPr marL="1143000" indent="-228600" eaLnBrk="0" hangingPunct="0">
                <a:defRPr sz="2400">
                  <a:solidFill>
                    <a:schemeClr val="tx1"/>
                  </a:solidFill>
                  <a:latin typeface="Arial" charset="0"/>
                  <a:ea typeface="ＭＳ Ｐゴシック" charset="-128"/>
                </a:defRPr>
              </a:lvl3pPr>
              <a:lvl4pPr marL="1600200" indent="-228600" eaLnBrk="0" hangingPunct="0">
                <a:defRPr sz="2400">
                  <a:solidFill>
                    <a:schemeClr val="tx1"/>
                  </a:solidFill>
                  <a:latin typeface="Arial" charset="0"/>
                  <a:ea typeface="ＭＳ Ｐゴシック" charset="-128"/>
                </a:defRPr>
              </a:lvl4pPr>
              <a:lvl5pPr marL="2057400" indent="-228600" eaLnBrk="0" hangingPunct="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dirty="0">
                  <a:ln>
                    <a:noFill/>
                  </a:ln>
                  <a:solidFill>
                    <a:srgbClr val="000000"/>
                  </a:solidFill>
                  <a:effectLst/>
                  <a:uLnTx/>
                  <a:uFillTx/>
                  <a:latin typeface="Arial" charset="0"/>
                  <a:ea typeface="ＭＳ Ｐゴシック" charset="-128"/>
                  <a:cs typeface="+mn-cs"/>
                </a:rPr>
                <a:t>C2</a:t>
              </a:r>
            </a:p>
          </p:txBody>
        </p:sp>
      </p:grpSp>
    </p:spTree>
    <p:extLst>
      <p:ext uri="{BB962C8B-B14F-4D97-AF65-F5344CB8AC3E}">
        <p14:creationId xmlns:p14="http://schemas.microsoft.com/office/powerpoint/2010/main" val="355083013"/>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3186">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2"/>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93186">
                                            <p:txEl>
                                              <p:pRg st="4" end="4"/>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93186">
                                            <p:txEl>
                                              <p:pRg st="7" end="7"/>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5" name="Title 1"/>
          <p:cNvSpPr>
            <a:spLocks noGrp="1"/>
          </p:cNvSpPr>
          <p:nvPr>
            <p:ph type="title"/>
          </p:nvPr>
        </p:nvSpPr>
        <p:spPr>
          <a:xfrm>
            <a:off x="38100" y="197879"/>
            <a:ext cx="9067800" cy="1066800"/>
          </a:xfrm>
        </p:spPr>
        <p:txBody>
          <a:bodyPr/>
          <a:lstStyle/>
          <a:p>
            <a:r>
              <a:rPr lang="en-US" altLang="en-US" dirty="0">
                <a:ea typeface="ＭＳ Ｐゴシック" charset="-128"/>
              </a:rPr>
              <a:t>Hardware Architecture for Cache Coherence </a:t>
            </a:r>
          </a:p>
        </p:txBody>
      </p:sp>
      <p:sp>
        <p:nvSpPr>
          <p:cNvPr id="93186" name="Content Placeholder 2"/>
          <p:cNvSpPr>
            <a:spLocks noGrp="1"/>
          </p:cNvSpPr>
          <p:nvPr>
            <p:ph idx="1"/>
          </p:nvPr>
        </p:nvSpPr>
        <p:spPr>
          <a:xfrm>
            <a:off x="-67468" y="960143"/>
            <a:ext cx="8839200" cy="2250109"/>
          </a:xfrm>
        </p:spPr>
        <p:txBody>
          <a:bodyPr/>
          <a:lstStyle/>
          <a:p>
            <a:r>
              <a:rPr lang="en-US" altLang="en-US" b="1" dirty="0">
                <a:ea typeface="ＭＳ Ｐゴシック" charset="-128"/>
              </a:rPr>
              <a:t>Hardware architecture for Cache Coherence</a:t>
            </a:r>
            <a:r>
              <a:rPr lang="en-US" altLang="en-US" dirty="0">
                <a:ea typeface="ＭＳ Ｐゴシック" charset="-128"/>
              </a:rPr>
              <a:t>: </a:t>
            </a:r>
          </a:p>
          <a:p>
            <a:pPr lvl="1"/>
            <a:r>
              <a:rPr lang="en-US" altLang="en-US" dirty="0">
                <a:ea typeface="ＭＳ Ｐゴシック" charset="-128"/>
              </a:rPr>
              <a:t>Cores, caches, interconnect, memory work together to achieve cache coherence from core’s point of view. </a:t>
            </a:r>
          </a:p>
          <a:p>
            <a:pPr lvl="2"/>
            <a:r>
              <a:rPr lang="en-US" altLang="en-US" dirty="0">
                <a:solidFill>
                  <a:srgbClr val="0000FF"/>
                </a:solidFill>
                <a:ea typeface="ＭＳ Ｐゴシック" charset="-128"/>
              </a:rPr>
              <a:t>Cache Tags</a:t>
            </a:r>
            <a:r>
              <a:rPr lang="en-US" altLang="en-US" dirty="0">
                <a:ea typeface="ＭＳ Ｐゴシック" charset="-128"/>
              </a:rPr>
              <a:t>: MESI (</a:t>
            </a:r>
            <a:r>
              <a:rPr lang="en-US" altLang="en-US" b="1" dirty="0">
                <a:solidFill>
                  <a:schemeClr val="accent2"/>
                </a:solidFill>
                <a:latin typeface="Arial Narrow" panose="020B0606020202030204" pitchFamily="34" charset="0"/>
              </a:rPr>
              <a:t>CPU action </a:t>
            </a:r>
            <a:r>
              <a:rPr lang="en-US" altLang="en-US" b="1" dirty="0">
                <a:solidFill>
                  <a:srgbClr val="002060"/>
                </a:solidFill>
                <a:latin typeface="Arial Narrow" panose="020B0606020202030204" pitchFamily="34" charset="0"/>
                <a:sym typeface="Wingdings" panose="05000000000000000000" pitchFamily="2" charset="2"/>
              </a:rPr>
              <a:t> </a:t>
            </a:r>
            <a:r>
              <a:rPr lang="en-US" altLang="en-US" b="1" dirty="0">
                <a:solidFill>
                  <a:srgbClr val="92D050"/>
                </a:solidFill>
                <a:latin typeface="Arial Narrow" panose="020B0606020202030204" pitchFamily="34" charset="0"/>
              </a:rPr>
              <a:t>Bus action</a:t>
            </a:r>
            <a:r>
              <a:rPr lang="en-US" altLang="en-US" b="1" dirty="0">
                <a:solidFill>
                  <a:srgbClr val="002060"/>
                </a:solidFill>
                <a:latin typeface="Arial Narrow" panose="020B0606020202030204" pitchFamily="34" charset="0"/>
              </a:rPr>
              <a:t>, Tags</a:t>
            </a:r>
            <a:r>
              <a:rPr lang="en-US" altLang="en-US" dirty="0">
                <a:ea typeface="ＭＳ Ｐゴシック" charset="-128"/>
              </a:rPr>
              <a:t>)</a:t>
            </a:r>
          </a:p>
          <a:p>
            <a:pPr lvl="2"/>
            <a:r>
              <a:rPr lang="en-US" altLang="en-US" dirty="0">
                <a:solidFill>
                  <a:srgbClr val="0432FF"/>
                </a:solidFill>
                <a:ea typeface="ＭＳ Ｐゴシック" charset="-128"/>
              </a:rPr>
              <a:t>Cache Updating</a:t>
            </a:r>
            <a:r>
              <a:rPr lang="en-US" altLang="en-US" dirty="0">
                <a:ea typeface="ＭＳ Ｐゴシック" charset="-128"/>
              </a:rPr>
              <a:t>: </a:t>
            </a:r>
            <a:r>
              <a:rPr lang="en-US" altLang="en-US" dirty="0" err="1">
                <a:ea typeface="ＭＳ Ｐゴシック" charset="-128"/>
              </a:rPr>
              <a:t>invl</a:t>
            </a:r>
            <a:r>
              <a:rPr lang="en-US" altLang="en-US" dirty="0">
                <a:ea typeface="ＭＳ Ｐゴシック" charset="-128"/>
              </a:rPr>
              <a:t>./update (</a:t>
            </a:r>
            <a:r>
              <a:rPr lang="en-US" altLang="en-US" b="1" dirty="0">
                <a:solidFill>
                  <a:srgbClr val="92D050"/>
                </a:solidFill>
                <a:latin typeface="Arial Narrow" panose="020B0606020202030204" pitchFamily="34" charset="0"/>
              </a:rPr>
              <a:t>Bus action</a:t>
            </a:r>
            <a:r>
              <a:rPr lang="en-US" altLang="en-US" dirty="0">
                <a:ea typeface="ＭＳ Ｐゴシック" charset="-128"/>
              </a:rPr>
              <a:t>)</a:t>
            </a:r>
          </a:p>
          <a:p>
            <a:pPr lvl="2"/>
            <a:r>
              <a:rPr lang="en-US" altLang="en-US" dirty="0">
                <a:solidFill>
                  <a:srgbClr val="0432FF"/>
                </a:solidFill>
                <a:ea typeface="ＭＳ Ｐゴシック" charset="-128"/>
              </a:rPr>
              <a:t>Interconnect</a:t>
            </a:r>
            <a:r>
              <a:rPr lang="en-US" altLang="en-US" dirty="0">
                <a:ea typeface="ＭＳ Ｐゴシック" charset="-128"/>
              </a:rPr>
              <a:t>: Bus/Switch</a:t>
            </a:r>
          </a:p>
        </p:txBody>
      </p:sp>
      <p:grpSp>
        <p:nvGrpSpPr>
          <p:cNvPr id="3" name="组合 2">
            <a:extLst>
              <a:ext uri="{FF2B5EF4-FFF2-40B4-BE49-F238E27FC236}">
                <a16:creationId xmlns:a16="http://schemas.microsoft.com/office/drawing/2014/main" id="{9644AEE6-E5FD-4857-82BA-2910192F46B3}"/>
              </a:ext>
            </a:extLst>
          </p:cNvPr>
          <p:cNvGrpSpPr/>
          <p:nvPr/>
        </p:nvGrpSpPr>
        <p:grpSpPr>
          <a:xfrm>
            <a:off x="4165886" y="2819400"/>
            <a:ext cx="5130514" cy="3701950"/>
            <a:chOff x="4165886" y="2819400"/>
            <a:chExt cx="5130514" cy="3701950"/>
          </a:xfrm>
        </p:grpSpPr>
        <p:sp>
          <p:nvSpPr>
            <p:cNvPr id="93192" name="Oval 7"/>
            <p:cNvSpPr>
              <a:spLocks noChangeArrowheads="1"/>
            </p:cNvSpPr>
            <p:nvPr/>
          </p:nvSpPr>
          <p:spPr bwMode="auto">
            <a:xfrm>
              <a:off x="4465917" y="2819400"/>
              <a:ext cx="749300" cy="749300"/>
            </a:xfrm>
            <a:prstGeom prst="ellipse">
              <a:avLst/>
            </a:prstGeom>
            <a:solidFill>
              <a:schemeClr val="bg1"/>
            </a:solidFill>
            <a:ln w="12700">
              <a:solidFill>
                <a:schemeClr val="tx1"/>
              </a:solidFill>
              <a:round/>
              <a:headEnd/>
              <a:tailEnd/>
            </a:ln>
          </p:spPr>
          <p:txBody>
            <a:bodyPr wrap="none" anchor="ctr"/>
            <a:lstStyle>
              <a:lvl1pPr eaLnBrk="0" hangingPunct="0">
                <a:defRPr sz="2400">
                  <a:solidFill>
                    <a:schemeClr val="tx1"/>
                  </a:solidFill>
                  <a:latin typeface="Arial" charset="0"/>
                  <a:ea typeface="ＭＳ Ｐゴシック" charset="-128"/>
                </a:defRPr>
              </a:lvl1pPr>
              <a:lvl2pPr marL="742950" indent="-285750" eaLnBrk="0" hangingPunct="0">
                <a:defRPr sz="2400">
                  <a:solidFill>
                    <a:schemeClr val="tx1"/>
                  </a:solidFill>
                  <a:latin typeface="Arial" charset="0"/>
                  <a:ea typeface="ＭＳ Ｐゴシック" charset="-128"/>
                </a:defRPr>
              </a:lvl2pPr>
              <a:lvl3pPr marL="1143000" indent="-228600" eaLnBrk="0" hangingPunct="0">
                <a:defRPr sz="2400">
                  <a:solidFill>
                    <a:schemeClr val="tx1"/>
                  </a:solidFill>
                  <a:latin typeface="Arial" charset="0"/>
                  <a:ea typeface="ＭＳ Ｐゴシック" charset="-128"/>
                </a:defRPr>
              </a:lvl3pPr>
              <a:lvl4pPr marL="1600200" indent="-228600" eaLnBrk="0" hangingPunct="0">
                <a:defRPr sz="2400">
                  <a:solidFill>
                    <a:schemeClr val="tx1"/>
                  </a:solidFill>
                  <a:latin typeface="Arial" charset="0"/>
                  <a:ea typeface="ＭＳ Ｐゴシック" charset="-128"/>
                </a:defRPr>
              </a:lvl4pPr>
              <a:lvl5pPr marL="2057400" indent="-228600" eaLnBrk="0" hangingPunct="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charset="0"/>
                <a:ea typeface="ＭＳ Ｐゴシック" charset="-128"/>
                <a:cs typeface="+mn-cs"/>
              </a:endParaRPr>
            </a:p>
          </p:txBody>
        </p:sp>
        <p:sp>
          <p:nvSpPr>
            <p:cNvPr id="93194" name="Line 9"/>
            <p:cNvSpPr>
              <a:spLocks noChangeShapeType="1"/>
            </p:cNvSpPr>
            <p:nvPr/>
          </p:nvSpPr>
          <p:spPr bwMode="auto">
            <a:xfrm>
              <a:off x="4858029" y="3575131"/>
              <a:ext cx="0" cy="3111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charset="0"/>
                <a:ea typeface="ＭＳ Ｐゴシック" charset="-128"/>
                <a:cs typeface="+mn-cs"/>
              </a:endParaRPr>
            </a:p>
          </p:txBody>
        </p:sp>
        <p:sp>
          <p:nvSpPr>
            <p:cNvPr id="93195" name="Line 10"/>
            <p:cNvSpPr>
              <a:spLocks noChangeShapeType="1"/>
            </p:cNvSpPr>
            <p:nvPr/>
          </p:nvSpPr>
          <p:spPr bwMode="auto">
            <a:xfrm>
              <a:off x="4858029" y="4565731"/>
              <a:ext cx="0" cy="36830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charset="0"/>
                <a:ea typeface="ＭＳ Ｐゴシック" charset="-128"/>
                <a:cs typeface="+mn-cs"/>
              </a:endParaRPr>
            </a:p>
          </p:txBody>
        </p:sp>
        <p:sp>
          <p:nvSpPr>
            <p:cNvPr id="93196" name="Rectangle 11"/>
            <p:cNvSpPr>
              <a:spLocks noChangeArrowheads="1"/>
            </p:cNvSpPr>
            <p:nvPr/>
          </p:nvSpPr>
          <p:spPr bwMode="auto">
            <a:xfrm>
              <a:off x="4345268" y="5908507"/>
              <a:ext cx="2897184" cy="612843"/>
            </a:xfrm>
            <a:prstGeom prst="rect">
              <a:avLst/>
            </a:prstGeom>
            <a:solidFill>
              <a:schemeClr val="bg1">
                <a:lumMod val="95000"/>
              </a:schemeClr>
            </a:solidFill>
            <a:ln w="25400">
              <a:solidFill>
                <a:schemeClr val="tx1"/>
              </a:solidFill>
              <a:miter lim="800000"/>
              <a:headEnd/>
              <a:tailEnd/>
            </a:ln>
          </p:spPr>
          <p:txBody>
            <a:bodyPr wrap="none" anchor="ctr"/>
            <a:lstStyle>
              <a:lvl1pPr eaLnBrk="0" hangingPunct="0">
                <a:defRPr sz="2400">
                  <a:solidFill>
                    <a:schemeClr val="tx1"/>
                  </a:solidFill>
                  <a:latin typeface="Arial" charset="0"/>
                  <a:ea typeface="ＭＳ Ｐゴシック" charset="-128"/>
                </a:defRPr>
              </a:lvl1pPr>
              <a:lvl2pPr marL="742950" indent="-285750" eaLnBrk="0" hangingPunct="0">
                <a:defRPr sz="2400">
                  <a:solidFill>
                    <a:schemeClr val="tx1"/>
                  </a:solidFill>
                  <a:latin typeface="Arial" charset="0"/>
                  <a:ea typeface="ＭＳ Ｐゴシック" charset="-128"/>
                </a:defRPr>
              </a:lvl2pPr>
              <a:lvl3pPr marL="1143000" indent="-228600" eaLnBrk="0" hangingPunct="0">
                <a:defRPr sz="2400">
                  <a:solidFill>
                    <a:schemeClr val="tx1"/>
                  </a:solidFill>
                  <a:latin typeface="Arial" charset="0"/>
                  <a:ea typeface="ＭＳ Ｐゴシック" charset="-128"/>
                </a:defRPr>
              </a:lvl3pPr>
              <a:lvl4pPr marL="1600200" indent="-228600" eaLnBrk="0" hangingPunct="0">
                <a:defRPr sz="2400">
                  <a:solidFill>
                    <a:schemeClr val="tx1"/>
                  </a:solidFill>
                  <a:latin typeface="Arial" charset="0"/>
                  <a:ea typeface="ＭＳ Ｐゴシック" charset="-128"/>
                </a:defRPr>
              </a:lvl4pPr>
              <a:lvl5pPr marL="2057400" indent="-228600" eaLnBrk="0" hangingPunct="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charset="0"/>
                <a:ea typeface="ＭＳ Ｐゴシック" charset="-128"/>
                <a:cs typeface="+mn-cs"/>
              </a:endParaRPr>
            </a:p>
          </p:txBody>
        </p:sp>
        <p:sp>
          <p:nvSpPr>
            <p:cNvPr id="93198" name="Rectangle 13"/>
            <p:cNvSpPr>
              <a:spLocks noChangeArrowheads="1"/>
            </p:cNvSpPr>
            <p:nvPr/>
          </p:nvSpPr>
          <p:spPr bwMode="auto">
            <a:xfrm>
              <a:off x="4544765" y="2996406"/>
              <a:ext cx="593112" cy="3667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eaLnBrk="0" hangingPunct="0">
                <a:defRPr sz="2400">
                  <a:solidFill>
                    <a:schemeClr val="tx1"/>
                  </a:solidFill>
                  <a:latin typeface="Arial" charset="0"/>
                  <a:ea typeface="ＭＳ Ｐゴシック" charset="-128"/>
                </a:defRPr>
              </a:lvl1pPr>
              <a:lvl2pPr marL="742950" indent="-285750" eaLnBrk="0" hangingPunct="0">
                <a:defRPr sz="2400">
                  <a:solidFill>
                    <a:schemeClr val="tx1"/>
                  </a:solidFill>
                  <a:latin typeface="Arial" charset="0"/>
                  <a:ea typeface="ＭＳ Ｐゴシック" charset="-128"/>
                </a:defRPr>
              </a:lvl2pPr>
              <a:lvl3pPr marL="1143000" indent="-228600" eaLnBrk="0" hangingPunct="0">
                <a:defRPr sz="2400">
                  <a:solidFill>
                    <a:schemeClr val="tx1"/>
                  </a:solidFill>
                  <a:latin typeface="Arial" charset="0"/>
                  <a:ea typeface="ＭＳ Ｐゴシック" charset="-128"/>
                </a:defRPr>
              </a:lvl3pPr>
              <a:lvl4pPr marL="1600200" indent="-228600" eaLnBrk="0" hangingPunct="0">
                <a:defRPr sz="2400">
                  <a:solidFill>
                    <a:schemeClr val="tx1"/>
                  </a:solidFill>
                  <a:latin typeface="Arial" charset="0"/>
                  <a:ea typeface="ＭＳ Ｐゴシック" charset="-128"/>
                </a:defRPr>
              </a:lvl4pPr>
              <a:lvl5pPr marL="2057400" indent="-228600" eaLnBrk="0" hangingPunct="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dirty="0">
                  <a:ln>
                    <a:noFill/>
                  </a:ln>
                  <a:solidFill>
                    <a:srgbClr val="000000"/>
                  </a:solidFill>
                  <a:effectLst/>
                  <a:uLnTx/>
                  <a:uFillTx/>
                  <a:latin typeface="Arial Narrow" panose="020B0606020202030204" pitchFamily="34" charset="0"/>
                </a:rPr>
                <a:t>Core</a:t>
              </a:r>
            </a:p>
          </p:txBody>
        </p:sp>
        <p:sp>
          <p:nvSpPr>
            <p:cNvPr id="93201" name="AutoShape 16"/>
            <p:cNvSpPr>
              <a:spLocks noChangeArrowheads="1"/>
            </p:cNvSpPr>
            <p:nvPr/>
          </p:nvSpPr>
          <p:spPr bwMode="auto">
            <a:xfrm>
              <a:off x="4260335" y="4946731"/>
              <a:ext cx="3067051" cy="596900"/>
            </a:xfrm>
            <a:prstGeom prst="roundRect">
              <a:avLst>
                <a:gd name="adj" fmla="val 12495"/>
              </a:avLst>
            </a:prstGeom>
            <a:solidFill>
              <a:schemeClr val="bg1"/>
            </a:solidFill>
            <a:ln w="12700">
              <a:solidFill>
                <a:schemeClr val="tx1"/>
              </a:solidFill>
              <a:round/>
              <a:headEnd/>
              <a:tailEnd/>
            </a:ln>
          </p:spPr>
          <p:txBody>
            <a:bodyPr wrap="none" anchor="ctr"/>
            <a:lstStyle>
              <a:lvl1pPr eaLnBrk="0" hangingPunct="0">
                <a:defRPr sz="2400">
                  <a:solidFill>
                    <a:schemeClr val="tx1"/>
                  </a:solidFill>
                  <a:latin typeface="Arial" charset="0"/>
                  <a:ea typeface="ＭＳ Ｐゴシック" charset="-128"/>
                </a:defRPr>
              </a:lvl1pPr>
              <a:lvl2pPr marL="742950" indent="-285750" eaLnBrk="0" hangingPunct="0">
                <a:defRPr sz="2400">
                  <a:solidFill>
                    <a:schemeClr val="tx1"/>
                  </a:solidFill>
                  <a:latin typeface="Arial" charset="0"/>
                  <a:ea typeface="ＭＳ Ｐゴシック" charset="-128"/>
                </a:defRPr>
              </a:lvl2pPr>
              <a:lvl3pPr marL="1143000" indent="-228600" eaLnBrk="0" hangingPunct="0">
                <a:defRPr sz="2400">
                  <a:solidFill>
                    <a:schemeClr val="tx1"/>
                  </a:solidFill>
                  <a:latin typeface="Arial" charset="0"/>
                  <a:ea typeface="ＭＳ Ｐゴシック" charset="-128"/>
                </a:defRPr>
              </a:lvl3pPr>
              <a:lvl4pPr marL="1600200" indent="-228600" eaLnBrk="0" hangingPunct="0">
                <a:defRPr sz="2400">
                  <a:solidFill>
                    <a:schemeClr val="tx1"/>
                  </a:solidFill>
                  <a:latin typeface="Arial" charset="0"/>
                  <a:ea typeface="ＭＳ Ｐゴシック" charset="-128"/>
                </a:defRPr>
              </a:lvl4pPr>
              <a:lvl5pPr marL="2057400" indent="-228600" eaLnBrk="0" hangingPunct="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charset="0"/>
                <a:ea typeface="ＭＳ Ｐゴシック" charset="-128"/>
                <a:cs typeface="+mn-cs"/>
              </a:endParaRPr>
            </a:p>
          </p:txBody>
        </p:sp>
        <p:sp>
          <p:nvSpPr>
            <p:cNvPr id="93202" name="Rectangle 17"/>
            <p:cNvSpPr>
              <a:spLocks noChangeArrowheads="1"/>
            </p:cNvSpPr>
            <p:nvPr/>
          </p:nvSpPr>
          <p:spPr bwMode="auto">
            <a:xfrm>
              <a:off x="4407982" y="5069431"/>
              <a:ext cx="2644775" cy="363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eaLnBrk="0" hangingPunct="0">
                <a:defRPr sz="2400">
                  <a:solidFill>
                    <a:schemeClr val="tx1"/>
                  </a:solidFill>
                  <a:latin typeface="Arial" charset="0"/>
                  <a:ea typeface="ＭＳ Ｐゴシック" charset="-128"/>
                </a:defRPr>
              </a:lvl1pPr>
              <a:lvl2pPr marL="742950" indent="-285750" eaLnBrk="0" hangingPunct="0">
                <a:defRPr sz="2400">
                  <a:solidFill>
                    <a:schemeClr val="tx1"/>
                  </a:solidFill>
                  <a:latin typeface="Arial" charset="0"/>
                  <a:ea typeface="ＭＳ Ｐゴシック" charset="-128"/>
                </a:defRPr>
              </a:lvl2pPr>
              <a:lvl3pPr marL="1143000" indent="-228600" eaLnBrk="0" hangingPunct="0">
                <a:defRPr sz="2400">
                  <a:solidFill>
                    <a:schemeClr val="tx1"/>
                  </a:solidFill>
                  <a:latin typeface="Arial" charset="0"/>
                  <a:ea typeface="ＭＳ Ｐゴシック" charset="-128"/>
                </a:defRPr>
              </a:lvl3pPr>
              <a:lvl4pPr marL="1600200" indent="-228600" eaLnBrk="0" hangingPunct="0">
                <a:defRPr sz="2400">
                  <a:solidFill>
                    <a:schemeClr val="tx1"/>
                  </a:solidFill>
                  <a:latin typeface="Arial" charset="0"/>
                  <a:ea typeface="ＭＳ Ｐゴシック" charset="-128"/>
                </a:defRPr>
              </a:lvl4pPr>
              <a:lvl5pPr marL="2057400" indent="-228600" eaLnBrk="0" hangingPunct="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dirty="0">
                  <a:ln>
                    <a:noFill/>
                  </a:ln>
                  <a:solidFill>
                    <a:srgbClr val="000000"/>
                  </a:solidFill>
                  <a:effectLst/>
                  <a:uLnTx/>
                  <a:uFillTx/>
                  <a:latin typeface="Arial" charset="0"/>
                  <a:ea typeface="ＭＳ Ｐゴシック" charset="-128"/>
                  <a:cs typeface="+mn-cs"/>
                </a:rPr>
                <a:t>Interconnection Network</a:t>
              </a:r>
            </a:p>
          </p:txBody>
        </p:sp>
        <p:sp>
          <p:nvSpPr>
            <p:cNvPr id="93203" name="Line 18"/>
            <p:cNvSpPr>
              <a:spLocks noChangeShapeType="1"/>
            </p:cNvSpPr>
            <p:nvPr/>
          </p:nvSpPr>
          <p:spPr bwMode="auto">
            <a:xfrm>
              <a:off x="5784336" y="5543631"/>
              <a:ext cx="0" cy="36830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charset="0"/>
                <a:ea typeface="ＭＳ Ｐゴシック" charset="-128"/>
                <a:cs typeface="+mn-cs"/>
              </a:endParaRPr>
            </a:p>
          </p:txBody>
        </p:sp>
        <p:sp>
          <p:nvSpPr>
            <p:cNvPr id="93204" name="Rectangle 19"/>
            <p:cNvSpPr>
              <a:spLocks noChangeArrowheads="1"/>
            </p:cNvSpPr>
            <p:nvPr/>
          </p:nvSpPr>
          <p:spPr bwMode="auto">
            <a:xfrm>
              <a:off x="5001698" y="6014375"/>
              <a:ext cx="1565275" cy="363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eaLnBrk="0" hangingPunct="0">
                <a:defRPr sz="2400">
                  <a:solidFill>
                    <a:schemeClr val="tx1"/>
                  </a:solidFill>
                  <a:latin typeface="Arial" charset="0"/>
                  <a:ea typeface="ＭＳ Ｐゴシック" charset="-128"/>
                </a:defRPr>
              </a:lvl1pPr>
              <a:lvl2pPr marL="742950" indent="-285750" eaLnBrk="0" hangingPunct="0">
                <a:defRPr sz="2400">
                  <a:solidFill>
                    <a:schemeClr val="tx1"/>
                  </a:solidFill>
                  <a:latin typeface="Arial" charset="0"/>
                  <a:ea typeface="ＭＳ Ｐゴシック" charset="-128"/>
                </a:defRPr>
              </a:lvl2pPr>
              <a:lvl3pPr marL="1143000" indent="-228600" eaLnBrk="0" hangingPunct="0">
                <a:defRPr sz="2400">
                  <a:solidFill>
                    <a:schemeClr val="tx1"/>
                  </a:solidFill>
                  <a:latin typeface="Arial" charset="0"/>
                  <a:ea typeface="ＭＳ Ｐゴシック" charset="-128"/>
                </a:defRPr>
              </a:lvl3pPr>
              <a:lvl4pPr marL="1600200" indent="-228600" eaLnBrk="0" hangingPunct="0">
                <a:defRPr sz="2400">
                  <a:solidFill>
                    <a:schemeClr val="tx1"/>
                  </a:solidFill>
                  <a:latin typeface="Arial" charset="0"/>
                  <a:ea typeface="ＭＳ Ｐゴシック" charset="-128"/>
                </a:defRPr>
              </a:lvl4pPr>
              <a:lvl5pPr marL="2057400" indent="-228600" eaLnBrk="0" hangingPunct="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dirty="0">
                  <a:ln>
                    <a:noFill/>
                  </a:ln>
                  <a:solidFill>
                    <a:srgbClr val="000000"/>
                  </a:solidFill>
                  <a:effectLst/>
                  <a:uLnTx/>
                  <a:uFillTx/>
                  <a:latin typeface="Arial" charset="0"/>
                  <a:ea typeface="ＭＳ Ｐゴシック" charset="-128"/>
                  <a:cs typeface="+mn-cs"/>
                </a:rPr>
                <a:t>Main Memory</a:t>
              </a:r>
            </a:p>
          </p:txBody>
        </p:sp>
        <p:sp>
          <p:nvSpPr>
            <p:cNvPr id="2" name="矩形: 圆角 1">
              <a:extLst>
                <a:ext uri="{FF2B5EF4-FFF2-40B4-BE49-F238E27FC236}">
                  <a16:creationId xmlns:a16="http://schemas.microsoft.com/office/drawing/2014/main" id="{197A2E7D-E796-4CB6-932C-CE508379E512}"/>
                </a:ext>
              </a:extLst>
            </p:cNvPr>
            <p:cNvSpPr/>
            <p:nvPr/>
          </p:nvSpPr>
          <p:spPr bwMode="auto">
            <a:xfrm>
              <a:off x="4165886" y="3886281"/>
              <a:ext cx="1371569" cy="679450"/>
            </a:xfrm>
            <a:prstGeom prst="roundRect">
              <a:avLst/>
            </a:prstGeom>
            <a:solidFill>
              <a:srgbClr val="CCECFF"/>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zh-CN" altLang="en-US" sz="1800" b="0" i="0" u="none" strike="noStrike" cap="none" normalizeH="0" baseline="0" dirty="0">
                <a:ln>
                  <a:noFill/>
                </a:ln>
                <a:solidFill>
                  <a:schemeClr val="tx1"/>
                </a:solidFill>
                <a:effectLst/>
                <a:latin typeface="Arial Narrow" panose="020B0606020202030204" pitchFamily="34" charset="0"/>
              </a:endParaRPr>
            </a:p>
          </p:txBody>
        </p:sp>
        <p:sp>
          <p:nvSpPr>
            <p:cNvPr id="28" name="Oval 7">
              <a:extLst>
                <a:ext uri="{FF2B5EF4-FFF2-40B4-BE49-F238E27FC236}">
                  <a16:creationId xmlns:a16="http://schemas.microsoft.com/office/drawing/2014/main" id="{5587B5FA-1721-4FBB-9AFA-8039131DFD26}"/>
                </a:ext>
              </a:extLst>
            </p:cNvPr>
            <p:cNvSpPr>
              <a:spLocks noChangeArrowheads="1"/>
            </p:cNvSpPr>
            <p:nvPr/>
          </p:nvSpPr>
          <p:spPr bwMode="auto">
            <a:xfrm>
              <a:off x="6317736" y="2828091"/>
              <a:ext cx="749300" cy="749300"/>
            </a:xfrm>
            <a:prstGeom prst="ellipse">
              <a:avLst/>
            </a:prstGeom>
            <a:solidFill>
              <a:schemeClr val="bg1"/>
            </a:solidFill>
            <a:ln w="12700">
              <a:solidFill>
                <a:schemeClr val="tx1"/>
              </a:solidFill>
              <a:round/>
              <a:headEnd/>
              <a:tailEnd/>
            </a:ln>
          </p:spPr>
          <p:txBody>
            <a:bodyPr wrap="none" anchor="ctr"/>
            <a:lstStyle>
              <a:lvl1pPr eaLnBrk="0" hangingPunct="0">
                <a:defRPr sz="2400">
                  <a:solidFill>
                    <a:schemeClr val="tx1"/>
                  </a:solidFill>
                  <a:latin typeface="Arial" charset="0"/>
                  <a:ea typeface="ＭＳ Ｐゴシック" charset="-128"/>
                </a:defRPr>
              </a:lvl1pPr>
              <a:lvl2pPr marL="742950" indent="-285750" eaLnBrk="0" hangingPunct="0">
                <a:defRPr sz="2400">
                  <a:solidFill>
                    <a:schemeClr val="tx1"/>
                  </a:solidFill>
                  <a:latin typeface="Arial" charset="0"/>
                  <a:ea typeface="ＭＳ Ｐゴシック" charset="-128"/>
                </a:defRPr>
              </a:lvl2pPr>
              <a:lvl3pPr marL="1143000" indent="-228600" eaLnBrk="0" hangingPunct="0">
                <a:defRPr sz="2400">
                  <a:solidFill>
                    <a:schemeClr val="tx1"/>
                  </a:solidFill>
                  <a:latin typeface="Arial" charset="0"/>
                  <a:ea typeface="ＭＳ Ｐゴシック" charset="-128"/>
                </a:defRPr>
              </a:lvl3pPr>
              <a:lvl4pPr marL="1600200" indent="-228600" eaLnBrk="0" hangingPunct="0">
                <a:defRPr sz="2400">
                  <a:solidFill>
                    <a:schemeClr val="tx1"/>
                  </a:solidFill>
                  <a:latin typeface="Arial" charset="0"/>
                  <a:ea typeface="ＭＳ Ｐゴシック" charset="-128"/>
                </a:defRPr>
              </a:lvl4pPr>
              <a:lvl5pPr marL="2057400" indent="-228600" eaLnBrk="0" hangingPunct="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charset="0"/>
                <a:ea typeface="ＭＳ Ｐゴシック" charset="-128"/>
                <a:cs typeface="+mn-cs"/>
              </a:endParaRPr>
            </a:p>
          </p:txBody>
        </p:sp>
        <p:sp>
          <p:nvSpPr>
            <p:cNvPr id="29" name="Line 9">
              <a:extLst>
                <a:ext uri="{FF2B5EF4-FFF2-40B4-BE49-F238E27FC236}">
                  <a16:creationId xmlns:a16="http://schemas.microsoft.com/office/drawing/2014/main" id="{A835B3EC-4E63-4D88-8C33-19534305EB08}"/>
                </a:ext>
              </a:extLst>
            </p:cNvPr>
            <p:cNvSpPr>
              <a:spLocks noChangeShapeType="1"/>
            </p:cNvSpPr>
            <p:nvPr/>
          </p:nvSpPr>
          <p:spPr bwMode="auto">
            <a:xfrm>
              <a:off x="6709848" y="3583822"/>
              <a:ext cx="0" cy="3111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charset="0"/>
                <a:ea typeface="ＭＳ Ｐゴシック" charset="-128"/>
                <a:cs typeface="+mn-cs"/>
              </a:endParaRPr>
            </a:p>
          </p:txBody>
        </p:sp>
        <p:sp>
          <p:nvSpPr>
            <p:cNvPr id="30" name="Line 10">
              <a:extLst>
                <a:ext uri="{FF2B5EF4-FFF2-40B4-BE49-F238E27FC236}">
                  <a16:creationId xmlns:a16="http://schemas.microsoft.com/office/drawing/2014/main" id="{9F801ACD-2793-4362-9D44-A355344348E9}"/>
                </a:ext>
              </a:extLst>
            </p:cNvPr>
            <p:cNvSpPr>
              <a:spLocks noChangeShapeType="1"/>
            </p:cNvSpPr>
            <p:nvPr/>
          </p:nvSpPr>
          <p:spPr bwMode="auto">
            <a:xfrm>
              <a:off x="6709848" y="4574422"/>
              <a:ext cx="0" cy="36830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charset="0"/>
                <a:ea typeface="ＭＳ Ｐゴシック" charset="-128"/>
                <a:cs typeface="+mn-cs"/>
              </a:endParaRPr>
            </a:p>
          </p:txBody>
        </p:sp>
        <p:sp>
          <p:nvSpPr>
            <p:cNvPr id="33" name="Rectangle 13">
              <a:extLst>
                <a:ext uri="{FF2B5EF4-FFF2-40B4-BE49-F238E27FC236}">
                  <a16:creationId xmlns:a16="http://schemas.microsoft.com/office/drawing/2014/main" id="{465E82AB-AB8A-480C-B6D1-40C7981D31D3}"/>
                </a:ext>
              </a:extLst>
            </p:cNvPr>
            <p:cNvSpPr>
              <a:spLocks noChangeArrowheads="1"/>
            </p:cNvSpPr>
            <p:nvPr/>
          </p:nvSpPr>
          <p:spPr bwMode="auto">
            <a:xfrm>
              <a:off x="6378367" y="2996406"/>
              <a:ext cx="593112" cy="3667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eaLnBrk="0" hangingPunct="0">
                <a:defRPr sz="2400">
                  <a:solidFill>
                    <a:schemeClr val="tx1"/>
                  </a:solidFill>
                  <a:latin typeface="Arial" charset="0"/>
                  <a:ea typeface="ＭＳ Ｐゴシック" charset="-128"/>
                </a:defRPr>
              </a:lvl1pPr>
              <a:lvl2pPr marL="742950" indent="-285750" eaLnBrk="0" hangingPunct="0">
                <a:defRPr sz="2400">
                  <a:solidFill>
                    <a:schemeClr val="tx1"/>
                  </a:solidFill>
                  <a:latin typeface="Arial" charset="0"/>
                  <a:ea typeface="ＭＳ Ｐゴシック" charset="-128"/>
                </a:defRPr>
              </a:lvl2pPr>
              <a:lvl3pPr marL="1143000" indent="-228600" eaLnBrk="0" hangingPunct="0">
                <a:defRPr sz="2400">
                  <a:solidFill>
                    <a:schemeClr val="tx1"/>
                  </a:solidFill>
                  <a:latin typeface="Arial" charset="0"/>
                  <a:ea typeface="ＭＳ Ｐゴシック" charset="-128"/>
                </a:defRPr>
              </a:lvl3pPr>
              <a:lvl4pPr marL="1600200" indent="-228600" eaLnBrk="0" hangingPunct="0">
                <a:defRPr sz="2400">
                  <a:solidFill>
                    <a:schemeClr val="tx1"/>
                  </a:solidFill>
                  <a:latin typeface="Arial" charset="0"/>
                  <a:ea typeface="ＭＳ Ｐゴシック" charset="-128"/>
                </a:defRPr>
              </a:lvl4pPr>
              <a:lvl5pPr marL="2057400" indent="-228600" eaLnBrk="0" hangingPunct="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dirty="0">
                  <a:ln>
                    <a:noFill/>
                  </a:ln>
                  <a:solidFill>
                    <a:srgbClr val="000000"/>
                  </a:solidFill>
                  <a:effectLst/>
                  <a:uLnTx/>
                  <a:uFillTx/>
                  <a:latin typeface="Arial Narrow" panose="020B0606020202030204" pitchFamily="34" charset="0"/>
                </a:rPr>
                <a:t>Core</a:t>
              </a:r>
            </a:p>
          </p:txBody>
        </p:sp>
        <p:cxnSp>
          <p:nvCxnSpPr>
            <p:cNvPr id="4" name="直接连接符 3">
              <a:extLst>
                <a:ext uri="{FF2B5EF4-FFF2-40B4-BE49-F238E27FC236}">
                  <a16:creationId xmlns:a16="http://schemas.microsoft.com/office/drawing/2014/main" id="{BA6DEEBE-3B6E-47CA-8AAF-CEBF9F3607D3}"/>
                </a:ext>
              </a:extLst>
            </p:cNvPr>
            <p:cNvCxnSpPr>
              <a:cxnSpLocks/>
            </p:cNvCxnSpPr>
            <p:nvPr/>
          </p:nvCxnSpPr>
          <p:spPr bwMode="auto">
            <a:xfrm>
              <a:off x="7810500" y="3663731"/>
              <a:ext cx="1143000" cy="0"/>
            </a:xfrm>
            <a:prstGeom prst="line">
              <a:avLst/>
            </a:prstGeom>
            <a:solidFill>
              <a:srgbClr val="C0C0C0"/>
            </a:solidFill>
            <a:ln w="9525" cap="flat" cmpd="sng" algn="ctr">
              <a:solidFill>
                <a:schemeClr val="tx1"/>
              </a:solidFill>
              <a:prstDash val="sysDash"/>
              <a:round/>
              <a:headEnd type="none" w="med" len="med"/>
              <a:tailEnd type="none" w="med" len="med"/>
            </a:ln>
            <a:effectLst/>
          </p:spPr>
        </p:cxnSp>
        <p:sp>
          <p:nvSpPr>
            <p:cNvPr id="7" name="矩形 6">
              <a:extLst>
                <a:ext uri="{FF2B5EF4-FFF2-40B4-BE49-F238E27FC236}">
                  <a16:creationId xmlns:a16="http://schemas.microsoft.com/office/drawing/2014/main" id="{D4FF6037-5A17-49AD-B816-40D5E35AE04E}"/>
                </a:ext>
              </a:extLst>
            </p:cNvPr>
            <p:cNvSpPr/>
            <p:nvPr/>
          </p:nvSpPr>
          <p:spPr>
            <a:xfrm>
              <a:off x="7886700" y="2996406"/>
              <a:ext cx="760144" cy="461665"/>
            </a:xfrm>
            <a:prstGeom prst="rect">
              <a:avLst/>
            </a:prstGeom>
          </p:spPr>
          <p:txBody>
            <a:bodyPr wrap="none">
              <a:spAutoFit/>
            </a:bodyPr>
            <a:lstStyle/>
            <a:p>
              <a:r>
                <a:rPr lang="en-US" altLang="en-US" sz="2400" b="1" dirty="0">
                  <a:solidFill>
                    <a:srgbClr val="000000"/>
                  </a:solidFill>
                  <a:latin typeface="Arial Narrow" panose="020B0606020202030204" pitchFamily="34" charset="0"/>
                </a:rPr>
                <a:t>Core</a:t>
              </a:r>
              <a:endParaRPr lang="zh-CN" altLang="en-US" sz="2400" b="1" dirty="0"/>
            </a:p>
          </p:txBody>
        </p:sp>
        <p:cxnSp>
          <p:nvCxnSpPr>
            <p:cNvPr id="24" name="直接连接符 23">
              <a:extLst>
                <a:ext uri="{FF2B5EF4-FFF2-40B4-BE49-F238E27FC236}">
                  <a16:creationId xmlns:a16="http://schemas.microsoft.com/office/drawing/2014/main" id="{F57ECB00-3EDC-4BD8-8541-6C0E9D897200}"/>
                </a:ext>
              </a:extLst>
            </p:cNvPr>
            <p:cNvCxnSpPr>
              <a:cxnSpLocks/>
            </p:cNvCxnSpPr>
            <p:nvPr/>
          </p:nvCxnSpPr>
          <p:spPr bwMode="auto">
            <a:xfrm flipV="1">
              <a:off x="7810500" y="4705131"/>
              <a:ext cx="1143000" cy="8691"/>
            </a:xfrm>
            <a:prstGeom prst="line">
              <a:avLst/>
            </a:prstGeom>
            <a:solidFill>
              <a:srgbClr val="C0C0C0"/>
            </a:solidFill>
            <a:ln w="9525" cap="flat" cmpd="sng" algn="ctr">
              <a:solidFill>
                <a:schemeClr val="tx1"/>
              </a:solidFill>
              <a:prstDash val="sysDash"/>
              <a:round/>
              <a:headEnd type="none" w="med" len="med"/>
              <a:tailEnd type="none" w="med" len="med"/>
            </a:ln>
            <a:effectLst/>
          </p:spPr>
        </p:cxnSp>
        <p:sp>
          <p:nvSpPr>
            <p:cNvPr id="8" name="矩形 7">
              <a:extLst>
                <a:ext uri="{FF2B5EF4-FFF2-40B4-BE49-F238E27FC236}">
                  <a16:creationId xmlns:a16="http://schemas.microsoft.com/office/drawing/2014/main" id="{F05DCBA6-BBD4-4173-8D87-28484B537C09}"/>
                </a:ext>
              </a:extLst>
            </p:cNvPr>
            <p:cNvSpPr/>
            <p:nvPr/>
          </p:nvSpPr>
          <p:spPr>
            <a:xfrm>
              <a:off x="7823995" y="3968531"/>
              <a:ext cx="1066799" cy="461665"/>
            </a:xfrm>
            <a:prstGeom prst="rect">
              <a:avLst/>
            </a:prstGeom>
          </p:spPr>
          <p:txBody>
            <a:bodyPr wrap="square">
              <a:spAutoFit/>
            </a:bodyPr>
            <a:lstStyle/>
            <a:p>
              <a:r>
                <a:rPr lang="en-US" altLang="en-US" sz="2400" b="1" dirty="0">
                  <a:solidFill>
                    <a:srgbClr val="000000"/>
                  </a:solidFill>
                  <a:latin typeface="Arial Narrow" panose="020B0606020202030204" pitchFamily="34" charset="0"/>
                </a:rPr>
                <a:t>Cache</a:t>
              </a:r>
              <a:endParaRPr lang="zh-CN" altLang="en-US" sz="2400" dirty="0"/>
            </a:p>
          </p:txBody>
        </p:sp>
        <p:cxnSp>
          <p:nvCxnSpPr>
            <p:cNvPr id="26" name="直接连接符 25">
              <a:extLst>
                <a:ext uri="{FF2B5EF4-FFF2-40B4-BE49-F238E27FC236}">
                  <a16:creationId xmlns:a16="http://schemas.microsoft.com/office/drawing/2014/main" id="{01FEF2FC-3FDA-4640-BDC9-A42EFF96FBB1}"/>
                </a:ext>
              </a:extLst>
            </p:cNvPr>
            <p:cNvCxnSpPr>
              <a:cxnSpLocks/>
            </p:cNvCxnSpPr>
            <p:nvPr/>
          </p:nvCxnSpPr>
          <p:spPr bwMode="auto">
            <a:xfrm>
              <a:off x="7810500" y="5721131"/>
              <a:ext cx="1080294" cy="0"/>
            </a:xfrm>
            <a:prstGeom prst="line">
              <a:avLst/>
            </a:prstGeom>
            <a:solidFill>
              <a:srgbClr val="C0C0C0"/>
            </a:solidFill>
            <a:ln w="9525" cap="flat" cmpd="sng" algn="ctr">
              <a:solidFill>
                <a:schemeClr val="tx1"/>
              </a:solidFill>
              <a:prstDash val="sysDash"/>
              <a:round/>
              <a:headEnd type="none" w="med" len="med"/>
              <a:tailEnd type="none" w="med" len="med"/>
            </a:ln>
            <a:effectLst/>
          </p:spPr>
        </p:cxnSp>
        <p:sp>
          <p:nvSpPr>
            <p:cNvPr id="31" name="矩形 30">
              <a:extLst>
                <a:ext uri="{FF2B5EF4-FFF2-40B4-BE49-F238E27FC236}">
                  <a16:creationId xmlns:a16="http://schemas.microsoft.com/office/drawing/2014/main" id="{28E701F9-F5F3-4A8F-B748-96B3267DB09D}"/>
                </a:ext>
              </a:extLst>
            </p:cNvPr>
            <p:cNvSpPr/>
            <p:nvPr/>
          </p:nvSpPr>
          <p:spPr>
            <a:xfrm>
              <a:off x="7467599" y="4949610"/>
              <a:ext cx="1828801" cy="461665"/>
            </a:xfrm>
            <a:prstGeom prst="rect">
              <a:avLst/>
            </a:prstGeom>
          </p:spPr>
          <p:txBody>
            <a:bodyPr wrap="square">
              <a:spAutoFit/>
            </a:bodyPr>
            <a:lstStyle/>
            <a:p>
              <a:r>
                <a:rPr lang="en-US" altLang="en-US" sz="2400" b="1" dirty="0">
                  <a:solidFill>
                    <a:srgbClr val="000000"/>
                  </a:solidFill>
                  <a:latin typeface="Arial Narrow" panose="020B0606020202030204" pitchFamily="34" charset="0"/>
                </a:rPr>
                <a:t>Interconnect</a:t>
              </a:r>
              <a:endParaRPr lang="zh-CN" altLang="en-US" sz="2400" dirty="0"/>
            </a:p>
          </p:txBody>
        </p:sp>
        <p:sp>
          <p:nvSpPr>
            <p:cNvPr id="34" name="矩形 33">
              <a:extLst>
                <a:ext uri="{FF2B5EF4-FFF2-40B4-BE49-F238E27FC236}">
                  <a16:creationId xmlns:a16="http://schemas.microsoft.com/office/drawing/2014/main" id="{6960A665-F97D-4ECA-A468-87A02EA7003F}"/>
                </a:ext>
              </a:extLst>
            </p:cNvPr>
            <p:cNvSpPr/>
            <p:nvPr/>
          </p:nvSpPr>
          <p:spPr>
            <a:xfrm>
              <a:off x="7729516" y="5992634"/>
              <a:ext cx="1562100" cy="461665"/>
            </a:xfrm>
            <a:prstGeom prst="rect">
              <a:avLst/>
            </a:prstGeom>
          </p:spPr>
          <p:txBody>
            <a:bodyPr wrap="square">
              <a:spAutoFit/>
            </a:bodyPr>
            <a:lstStyle/>
            <a:p>
              <a:r>
                <a:rPr lang="en-US" altLang="en-US" sz="2400" b="1" dirty="0">
                  <a:solidFill>
                    <a:srgbClr val="000000"/>
                  </a:solidFill>
                  <a:latin typeface="Arial Narrow" panose="020B0606020202030204" pitchFamily="34" charset="0"/>
                </a:rPr>
                <a:t>Memory</a:t>
              </a:r>
              <a:endParaRPr lang="zh-CN" altLang="en-US" sz="2400" dirty="0"/>
            </a:p>
          </p:txBody>
        </p:sp>
        <p:sp>
          <p:nvSpPr>
            <p:cNvPr id="35" name="矩形 34">
              <a:extLst>
                <a:ext uri="{FF2B5EF4-FFF2-40B4-BE49-F238E27FC236}">
                  <a16:creationId xmlns:a16="http://schemas.microsoft.com/office/drawing/2014/main" id="{86E5F786-BF93-42D3-BC7E-18B214997FFB}"/>
                </a:ext>
              </a:extLst>
            </p:cNvPr>
            <p:cNvSpPr/>
            <p:nvPr/>
          </p:nvSpPr>
          <p:spPr>
            <a:xfrm>
              <a:off x="4793737" y="3564106"/>
              <a:ext cx="1066799" cy="307777"/>
            </a:xfrm>
            <a:prstGeom prst="rect">
              <a:avLst/>
            </a:prstGeom>
          </p:spPr>
          <p:txBody>
            <a:bodyPr wrap="square">
              <a:spAutoFit/>
            </a:bodyPr>
            <a:lstStyle/>
            <a:p>
              <a:r>
                <a:rPr lang="en-US" altLang="en-US" sz="1400" b="1" dirty="0">
                  <a:solidFill>
                    <a:schemeClr val="accent2"/>
                  </a:solidFill>
                  <a:latin typeface="Arial Narrow" panose="020B0606020202030204" pitchFamily="34" charset="0"/>
                </a:rPr>
                <a:t>CPU action</a:t>
              </a:r>
              <a:endParaRPr lang="zh-CN" altLang="en-US" sz="1400" dirty="0">
                <a:solidFill>
                  <a:schemeClr val="accent2"/>
                </a:solidFill>
              </a:endParaRPr>
            </a:p>
          </p:txBody>
        </p:sp>
        <p:sp>
          <p:nvSpPr>
            <p:cNvPr id="36" name="矩形 35">
              <a:extLst>
                <a:ext uri="{FF2B5EF4-FFF2-40B4-BE49-F238E27FC236}">
                  <a16:creationId xmlns:a16="http://schemas.microsoft.com/office/drawing/2014/main" id="{8DF4378D-F25F-4ABC-A0F4-8BC9C8A6B640}"/>
                </a:ext>
              </a:extLst>
            </p:cNvPr>
            <p:cNvSpPr/>
            <p:nvPr/>
          </p:nvSpPr>
          <p:spPr>
            <a:xfrm>
              <a:off x="4793737" y="4615157"/>
              <a:ext cx="1066799" cy="307777"/>
            </a:xfrm>
            <a:prstGeom prst="rect">
              <a:avLst/>
            </a:prstGeom>
          </p:spPr>
          <p:txBody>
            <a:bodyPr wrap="square">
              <a:spAutoFit/>
            </a:bodyPr>
            <a:lstStyle/>
            <a:p>
              <a:r>
                <a:rPr lang="en-US" altLang="en-US" sz="1400" b="1" dirty="0">
                  <a:solidFill>
                    <a:srgbClr val="92D050"/>
                  </a:solidFill>
                  <a:latin typeface="Arial Narrow" panose="020B0606020202030204" pitchFamily="34" charset="0"/>
                </a:rPr>
                <a:t>Bus action</a:t>
              </a:r>
              <a:endParaRPr lang="zh-CN" altLang="en-US" sz="1400" dirty="0">
                <a:solidFill>
                  <a:srgbClr val="92D050"/>
                </a:solidFill>
              </a:endParaRPr>
            </a:p>
          </p:txBody>
        </p:sp>
        <p:sp>
          <p:nvSpPr>
            <p:cNvPr id="37" name="矩形 36">
              <a:extLst>
                <a:ext uri="{FF2B5EF4-FFF2-40B4-BE49-F238E27FC236}">
                  <a16:creationId xmlns:a16="http://schemas.microsoft.com/office/drawing/2014/main" id="{72E9687B-3708-4E36-B549-3F0FF11FC43F}"/>
                </a:ext>
              </a:extLst>
            </p:cNvPr>
            <p:cNvSpPr/>
            <p:nvPr/>
          </p:nvSpPr>
          <p:spPr>
            <a:xfrm>
              <a:off x="6666379" y="3582293"/>
              <a:ext cx="1066799" cy="307777"/>
            </a:xfrm>
            <a:prstGeom prst="rect">
              <a:avLst/>
            </a:prstGeom>
          </p:spPr>
          <p:txBody>
            <a:bodyPr wrap="square">
              <a:spAutoFit/>
            </a:bodyPr>
            <a:lstStyle/>
            <a:p>
              <a:r>
                <a:rPr lang="en-US" altLang="en-US" sz="1400" b="1" dirty="0">
                  <a:solidFill>
                    <a:schemeClr val="accent2"/>
                  </a:solidFill>
                  <a:latin typeface="Arial Narrow" panose="020B0606020202030204" pitchFamily="34" charset="0"/>
                </a:rPr>
                <a:t>CPU action</a:t>
              </a:r>
              <a:endParaRPr lang="zh-CN" altLang="en-US" sz="1400" dirty="0">
                <a:solidFill>
                  <a:schemeClr val="accent2"/>
                </a:solidFill>
              </a:endParaRPr>
            </a:p>
          </p:txBody>
        </p:sp>
        <p:sp>
          <p:nvSpPr>
            <p:cNvPr id="38" name="矩形 37">
              <a:extLst>
                <a:ext uri="{FF2B5EF4-FFF2-40B4-BE49-F238E27FC236}">
                  <a16:creationId xmlns:a16="http://schemas.microsoft.com/office/drawing/2014/main" id="{36C32580-47BC-4B1E-8569-30824D536957}"/>
                </a:ext>
              </a:extLst>
            </p:cNvPr>
            <p:cNvSpPr/>
            <p:nvPr/>
          </p:nvSpPr>
          <p:spPr>
            <a:xfrm>
              <a:off x="6666380" y="4615157"/>
              <a:ext cx="1066799" cy="307777"/>
            </a:xfrm>
            <a:prstGeom prst="rect">
              <a:avLst/>
            </a:prstGeom>
          </p:spPr>
          <p:txBody>
            <a:bodyPr wrap="square">
              <a:spAutoFit/>
            </a:bodyPr>
            <a:lstStyle/>
            <a:p>
              <a:r>
                <a:rPr lang="en-US" altLang="en-US" sz="1400" b="1" dirty="0">
                  <a:solidFill>
                    <a:srgbClr val="92D050"/>
                  </a:solidFill>
                  <a:latin typeface="Arial Narrow" panose="020B0606020202030204" pitchFamily="34" charset="0"/>
                </a:rPr>
                <a:t>Bus action</a:t>
              </a:r>
              <a:endParaRPr lang="zh-CN" altLang="en-US" sz="1400" dirty="0">
                <a:solidFill>
                  <a:srgbClr val="92D050"/>
                </a:solidFill>
              </a:endParaRPr>
            </a:p>
          </p:txBody>
        </p:sp>
        <p:sp>
          <p:nvSpPr>
            <p:cNvPr id="40" name="矩形 39">
              <a:extLst>
                <a:ext uri="{FF2B5EF4-FFF2-40B4-BE49-F238E27FC236}">
                  <a16:creationId xmlns:a16="http://schemas.microsoft.com/office/drawing/2014/main" id="{F75686F7-F811-483D-B9DE-9C1320341277}"/>
                </a:ext>
              </a:extLst>
            </p:cNvPr>
            <p:cNvSpPr/>
            <p:nvPr/>
          </p:nvSpPr>
          <p:spPr>
            <a:xfrm>
              <a:off x="4210333" y="3971401"/>
              <a:ext cx="673100" cy="523220"/>
            </a:xfrm>
            <a:prstGeom prst="rect">
              <a:avLst/>
            </a:prstGeom>
            <a:ln w="19050">
              <a:solidFill>
                <a:schemeClr val="tx1"/>
              </a:solidFill>
            </a:ln>
          </p:spPr>
          <p:txBody>
            <a:bodyPr wrap="square">
              <a:spAutoFit/>
            </a:bodyPr>
            <a:lstStyle/>
            <a:p>
              <a:pPr algn="ctr"/>
              <a:r>
                <a:rPr lang="en-US" altLang="en-US" sz="1400" dirty="0">
                  <a:solidFill>
                    <a:srgbClr val="000000"/>
                  </a:solidFill>
                  <a:latin typeface="Arial Narrow" panose="020B0606020202030204" pitchFamily="34" charset="0"/>
                </a:rPr>
                <a:t>Cache blocks</a:t>
              </a:r>
              <a:endParaRPr lang="zh-CN" altLang="en-US" sz="1400" dirty="0"/>
            </a:p>
          </p:txBody>
        </p:sp>
        <p:sp>
          <p:nvSpPr>
            <p:cNvPr id="41" name="矩形 40">
              <a:extLst>
                <a:ext uri="{FF2B5EF4-FFF2-40B4-BE49-F238E27FC236}">
                  <a16:creationId xmlns:a16="http://schemas.microsoft.com/office/drawing/2014/main" id="{49683AD4-BE72-4F90-9161-EAC548022989}"/>
                </a:ext>
              </a:extLst>
            </p:cNvPr>
            <p:cNvSpPr/>
            <p:nvPr/>
          </p:nvSpPr>
          <p:spPr>
            <a:xfrm>
              <a:off x="4927880" y="4072117"/>
              <a:ext cx="533400" cy="307777"/>
            </a:xfrm>
            <a:prstGeom prst="rect">
              <a:avLst/>
            </a:prstGeom>
            <a:ln w="15875" cmpd="sng">
              <a:solidFill>
                <a:schemeClr val="tx1"/>
              </a:solidFill>
            </a:ln>
          </p:spPr>
          <p:txBody>
            <a:bodyPr wrap="square">
              <a:spAutoFit/>
            </a:bodyPr>
            <a:lstStyle/>
            <a:p>
              <a:pPr algn="ctr"/>
              <a:r>
                <a:rPr lang="en-US" altLang="en-US" sz="1400" dirty="0">
                  <a:solidFill>
                    <a:srgbClr val="000000"/>
                  </a:solidFill>
                  <a:latin typeface="Arial Narrow" panose="020B0606020202030204" pitchFamily="34" charset="0"/>
                </a:rPr>
                <a:t>Tags</a:t>
              </a:r>
              <a:endParaRPr lang="zh-CN" altLang="en-US" sz="1400" dirty="0"/>
            </a:p>
          </p:txBody>
        </p:sp>
        <p:sp>
          <p:nvSpPr>
            <p:cNvPr id="42" name="矩形: 圆角 41">
              <a:extLst>
                <a:ext uri="{FF2B5EF4-FFF2-40B4-BE49-F238E27FC236}">
                  <a16:creationId xmlns:a16="http://schemas.microsoft.com/office/drawing/2014/main" id="{F22D4DD0-1D4B-44F4-9DE4-30661D8B8BD3}"/>
                </a:ext>
              </a:extLst>
            </p:cNvPr>
            <p:cNvSpPr/>
            <p:nvPr/>
          </p:nvSpPr>
          <p:spPr bwMode="auto">
            <a:xfrm>
              <a:off x="6024063" y="3902770"/>
              <a:ext cx="1371569" cy="679450"/>
            </a:xfrm>
            <a:prstGeom prst="roundRect">
              <a:avLst/>
            </a:prstGeom>
            <a:solidFill>
              <a:srgbClr val="CCECFF"/>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zh-CN" altLang="en-US" sz="1800" b="0" i="0" u="none" strike="noStrike" cap="none" normalizeH="0" baseline="0" dirty="0">
                <a:ln>
                  <a:noFill/>
                </a:ln>
                <a:solidFill>
                  <a:schemeClr val="tx1"/>
                </a:solidFill>
                <a:effectLst/>
                <a:latin typeface="Arial Narrow" panose="020B0606020202030204" pitchFamily="34" charset="0"/>
              </a:endParaRPr>
            </a:p>
          </p:txBody>
        </p:sp>
        <p:sp>
          <p:nvSpPr>
            <p:cNvPr id="43" name="矩形 42">
              <a:extLst>
                <a:ext uri="{FF2B5EF4-FFF2-40B4-BE49-F238E27FC236}">
                  <a16:creationId xmlns:a16="http://schemas.microsoft.com/office/drawing/2014/main" id="{422FB93B-4539-465E-92DB-F6D383E0CF36}"/>
                </a:ext>
              </a:extLst>
            </p:cNvPr>
            <p:cNvSpPr/>
            <p:nvPr/>
          </p:nvSpPr>
          <p:spPr>
            <a:xfrm>
              <a:off x="6068510" y="3987890"/>
              <a:ext cx="673100" cy="523220"/>
            </a:xfrm>
            <a:prstGeom prst="rect">
              <a:avLst/>
            </a:prstGeom>
            <a:ln w="19050">
              <a:solidFill>
                <a:schemeClr val="tx1"/>
              </a:solidFill>
            </a:ln>
          </p:spPr>
          <p:txBody>
            <a:bodyPr wrap="square">
              <a:spAutoFit/>
            </a:bodyPr>
            <a:lstStyle/>
            <a:p>
              <a:pPr algn="ctr"/>
              <a:r>
                <a:rPr lang="en-US" altLang="en-US" sz="1400" dirty="0">
                  <a:solidFill>
                    <a:srgbClr val="000000"/>
                  </a:solidFill>
                  <a:latin typeface="Arial Narrow" panose="020B0606020202030204" pitchFamily="34" charset="0"/>
                </a:rPr>
                <a:t>Cache blocks</a:t>
              </a:r>
              <a:endParaRPr lang="zh-CN" altLang="en-US" sz="1400" dirty="0"/>
            </a:p>
          </p:txBody>
        </p:sp>
        <p:sp>
          <p:nvSpPr>
            <p:cNvPr id="44" name="矩形 43">
              <a:extLst>
                <a:ext uri="{FF2B5EF4-FFF2-40B4-BE49-F238E27FC236}">
                  <a16:creationId xmlns:a16="http://schemas.microsoft.com/office/drawing/2014/main" id="{1BF1E2DE-29F6-4756-9AB1-CCF2C648E72D}"/>
                </a:ext>
              </a:extLst>
            </p:cNvPr>
            <p:cNvSpPr/>
            <p:nvPr/>
          </p:nvSpPr>
          <p:spPr>
            <a:xfrm>
              <a:off x="6786057" y="4088606"/>
              <a:ext cx="533400" cy="307777"/>
            </a:xfrm>
            <a:prstGeom prst="rect">
              <a:avLst/>
            </a:prstGeom>
            <a:ln w="15875" cmpd="sng">
              <a:solidFill>
                <a:schemeClr val="tx1"/>
              </a:solidFill>
            </a:ln>
          </p:spPr>
          <p:txBody>
            <a:bodyPr wrap="square">
              <a:spAutoFit/>
            </a:bodyPr>
            <a:lstStyle/>
            <a:p>
              <a:pPr algn="ctr"/>
              <a:r>
                <a:rPr lang="en-US" altLang="en-US" sz="1400" dirty="0">
                  <a:solidFill>
                    <a:srgbClr val="000000"/>
                  </a:solidFill>
                  <a:latin typeface="Arial Narrow" panose="020B0606020202030204" pitchFamily="34" charset="0"/>
                </a:rPr>
                <a:t>Tags</a:t>
              </a:r>
              <a:endParaRPr lang="zh-CN" altLang="en-US" sz="1400" dirty="0"/>
            </a:p>
          </p:txBody>
        </p:sp>
      </p:grpSp>
      <p:sp>
        <p:nvSpPr>
          <p:cNvPr id="13" name="矩形 12">
            <a:extLst>
              <a:ext uri="{FF2B5EF4-FFF2-40B4-BE49-F238E27FC236}">
                <a16:creationId xmlns:a16="http://schemas.microsoft.com/office/drawing/2014/main" id="{5EDAB7B2-7E79-4F81-8122-F7494A07F825}"/>
              </a:ext>
            </a:extLst>
          </p:cNvPr>
          <p:cNvSpPr/>
          <p:nvPr/>
        </p:nvSpPr>
        <p:spPr>
          <a:xfrm>
            <a:off x="767082" y="5023094"/>
            <a:ext cx="1882033" cy="1200329"/>
          </a:xfrm>
          <a:prstGeom prst="rect">
            <a:avLst/>
          </a:prstGeom>
        </p:spPr>
        <p:txBody>
          <a:bodyPr wrap="square">
            <a:spAutoFit/>
          </a:bodyPr>
          <a:lstStyle/>
          <a:p>
            <a:r>
              <a:rPr lang="en-US" altLang="zh-CN" b="1" dirty="0">
                <a:ea typeface="ＭＳ Ｐゴシック" charset="-128"/>
              </a:rPr>
              <a:t>R</a:t>
            </a:r>
            <a:r>
              <a:rPr lang="en-US" altLang="zh-CN" dirty="0">
                <a:ea typeface="ＭＳ Ｐゴシック" charset="-128"/>
              </a:rPr>
              <a:t>: read</a:t>
            </a:r>
          </a:p>
          <a:p>
            <a:r>
              <a:rPr lang="en-US" altLang="zh-CN" b="1" dirty="0">
                <a:ea typeface="ＭＳ Ｐゴシック" charset="-128"/>
              </a:rPr>
              <a:t>W</a:t>
            </a:r>
            <a:r>
              <a:rPr lang="en-US" altLang="zh-CN" dirty="0">
                <a:ea typeface="ＭＳ Ｐゴシック" charset="-128"/>
              </a:rPr>
              <a:t>:write</a:t>
            </a:r>
          </a:p>
          <a:p>
            <a:r>
              <a:rPr lang="en-US" altLang="zh-CN" b="1" dirty="0">
                <a:ea typeface="ＭＳ Ｐゴシック" charset="-128"/>
              </a:rPr>
              <a:t>I</a:t>
            </a:r>
            <a:r>
              <a:rPr lang="en-US" altLang="zh-CN" dirty="0">
                <a:ea typeface="ＭＳ Ｐゴシック" charset="-128"/>
              </a:rPr>
              <a:t>: invalidate</a:t>
            </a:r>
          </a:p>
          <a:p>
            <a:r>
              <a:rPr lang="en-US" altLang="zh-CN" b="1" dirty="0">
                <a:ea typeface="ＭＳ Ｐゴシック" charset="-128"/>
              </a:rPr>
              <a:t>U</a:t>
            </a:r>
            <a:r>
              <a:rPr lang="en-US" altLang="zh-CN" dirty="0">
                <a:ea typeface="ＭＳ Ｐゴシック" charset="-128"/>
              </a:rPr>
              <a:t>: update</a:t>
            </a:r>
            <a:endParaRPr lang="zh-CN" altLang="en-US" dirty="0"/>
          </a:p>
        </p:txBody>
      </p:sp>
    </p:spTree>
    <p:extLst>
      <p:ext uri="{BB962C8B-B14F-4D97-AF65-F5344CB8AC3E}">
        <p14:creationId xmlns:p14="http://schemas.microsoft.com/office/powerpoint/2010/main" val="2156172885"/>
      </p:ext>
    </p:extLst>
  </p:cSld>
  <p:clrMapOvr>
    <a:masterClrMapping/>
  </p:clrMapOvr>
  <p:transition/>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5" name="Title 1"/>
          <p:cNvSpPr>
            <a:spLocks noGrp="1"/>
          </p:cNvSpPr>
          <p:nvPr>
            <p:ph type="title"/>
          </p:nvPr>
        </p:nvSpPr>
        <p:spPr>
          <a:xfrm>
            <a:off x="38100" y="197879"/>
            <a:ext cx="9067800" cy="1066800"/>
          </a:xfrm>
        </p:spPr>
        <p:txBody>
          <a:bodyPr/>
          <a:lstStyle/>
          <a:p>
            <a:r>
              <a:rPr lang="en-US" altLang="en-US" dirty="0">
                <a:ea typeface="ＭＳ Ｐゴシック" charset="-128"/>
              </a:rPr>
              <a:t>Cache Coherence: Inter</a:t>
            </a:r>
            <a:r>
              <a:rPr lang="en-US" altLang="zh-CN" dirty="0">
                <a:ea typeface="ＭＳ Ｐゴシック" charset="-128"/>
              </a:rPr>
              <a:t>connect</a:t>
            </a:r>
            <a:endParaRPr lang="en-US" altLang="en-US" dirty="0">
              <a:ea typeface="ＭＳ Ｐゴシック" charset="-128"/>
            </a:endParaRPr>
          </a:p>
        </p:txBody>
      </p:sp>
      <p:sp>
        <p:nvSpPr>
          <p:cNvPr id="93186" name="Content Placeholder 2"/>
          <p:cNvSpPr>
            <a:spLocks noGrp="1"/>
          </p:cNvSpPr>
          <p:nvPr>
            <p:ph idx="1"/>
          </p:nvPr>
        </p:nvSpPr>
        <p:spPr>
          <a:xfrm>
            <a:off x="-1" y="875532"/>
            <a:ext cx="5800107" cy="5372868"/>
          </a:xfrm>
        </p:spPr>
        <p:txBody>
          <a:bodyPr/>
          <a:lstStyle/>
          <a:p>
            <a:r>
              <a:rPr lang="en-US" altLang="en-US" b="1" dirty="0">
                <a:ea typeface="ＭＳ Ｐゴシック" charset="-128"/>
              </a:rPr>
              <a:t>Cache Interconnect</a:t>
            </a:r>
            <a:r>
              <a:rPr lang="en-US" altLang="en-US" dirty="0">
                <a:ea typeface="ＭＳ Ｐゴシック" charset="-128"/>
              </a:rPr>
              <a:t>: cores communicate with each other.  </a:t>
            </a:r>
          </a:p>
          <a:p>
            <a:pPr lvl="1"/>
            <a:r>
              <a:rPr lang="en-US" altLang="zh-CN" dirty="0">
                <a:solidFill>
                  <a:srgbClr val="0432FF"/>
                </a:solidFill>
                <a:ea typeface="ＭＳ Ｐゴシック" charset="-128"/>
              </a:rPr>
              <a:t>Bus</a:t>
            </a:r>
            <a:r>
              <a:rPr lang="en-US" altLang="zh-CN" dirty="0">
                <a:ea typeface="ＭＳ Ｐゴシック" charset="-128"/>
              </a:rPr>
              <a:t>:</a:t>
            </a:r>
            <a:r>
              <a:rPr lang="en-US" altLang="en-US" dirty="0">
                <a:ea typeface="ＭＳ Ｐゴシック" charset="-128"/>
              </a:rPr>
              <a:t> </a:t>
            </a:r>
            <a:endParaRPr lang="en-US" altLang="zh-CN" sz="2000" dirty="0">
              <a:ea typeface="ＭＳ Ｐゴシック" charset="-128"/>
            </a:endParaRPr>
          </a:p>
          <a:p>
            <a:pPr lvl="2"/>
            <a:r>
              <a:rPr lang="en-US" altLang="zh-CN" dirty="0">
                <a:ea typeface="ＭＳ Ｐゴシック" charset="-128"/>
              </a:rPr>
              <a:t>One valid at a time</a:t>
            </a:r>
          </a:p>
          <a:p>
            <a:pPr lvl="2"/>
            <a:r>
              <a:rPr lang="en-US" altLang="en-US" dirty="0">
                <a:ea typeface="ＭＳ Ｐゴシック" charset="-128"/>
              </a:rPr>
              <a:t>Typically used by </a:t>
            </a:r>
            <a:r>
              <a:rPr lang="en-US" altLang="zh-CN" dirty="0">
                <a:ea typeface="ＭＳ Ｐゴシック" charset="-128"/>
              </a:rPr>
              <a:t>Snooping</a:t>
            </a:r>
            <a:endParaRPr lang="en-US" altLang="en-US" dirty="0">
              <a:ea typeface="ＭＳ Ｐゴシック" charset="-128"/>
            </a:endParaRPr>
          </a:p>
          <a:p>
            <a:pPr lvl="1"/>
            <a:r>
              <a:rPr lang="en-US" altLang="zh-CN" dirty="0">
                <a:solidFill>
                  <a:srgbClr val="0432FF"/>
                </a:solidFill>
                <a:ea typeface="ＭＳ Ｐゴシック" charset="-128"/>
              </a:rPr>
              <a:t>Switch</a:t>
            </a:r>
            <a:r>
              <a:rPr lang="en-US" altLang="zh-CN" dirty="0">
                <a:ea typeface="ＭＳ Ｐゴシック" charset="-128"/>
              </a:rPr>
              <a:t>:</a:t>
            </a:r>
            <a:endParaRPr lang="en-US" altLang="zh-CN" sz="2000" dirty="0">
              <a:ea typeface="ＭＳ Ｐゴシック" charset="-128"/>
            </a:endParaRPr>
          </a:p>
          <a:p>
            <a:pPr lvl="2"/>
            <a:r>
              <a:rPr lang="en-US" altLang="en-US" dirty="0">
                <a:ea typeface="ＭＳ Ｐゴシック" charset="-128"/>
              </a:rPr>
              <a:t>Peer-to-peer communication</a:t>
            </a:r>
          </a:p>
          <a:p>
            <a:pPr lvl="2"/>
            <a:r>
              <a:rPr lang="en-US" altLang="en-US" dirty="0">
                <a:ea typeface="ＭＳ Ｐゴシック" charset="-128"/>
              </a:rPr>
              <a:t>Typically used by </a:t>
            </a:r>
            <a:r>
              <a:rPr lang="en-US" altLang="zh-CN" dirty="0">
                <a:ea typeface="ＭＳ Ｐゴシック" charset="-128"/>
              </a:rPr>
              <a:t>directory</a:t>
            </a:r>
            <a:endParaRPr lang="en-US" altLang="en-US" dirty="0">
              <a:ea typeface="ＭＳ Ｐゴシック" charset="-128"/>
            </a:endParaRPr>
          </a:p>
          <a:p>
            <a:pPr lvl="2"/>
            <a:endParaRPr lang="en-US" altLang="zh-CN" dirty="0">
              <a:ea typeface="ＭＳ Ｐゴシック" charset="-128"/>
            </a:endParaRPr>
          </a:p>
          <a:p>
            <a:pPr lvl="2"/>
            <a:endParaRPr lang="en-US" altLang="zh-CN" dirty="0">
              <a:ea typeface="ＭＳ Ｐゴシック" charset="-128"/>
            </a:endParaRPr>
          </a:p>
        </p:txBody>
      </p:sp>
      <p:sp>
        <p:nvSpPr>
          <p:cNvPr id="62" name="Oval 7">
            <a:extLst>
              <a:ext uri="{FF2B5EF4-FFF2-40B4-BE49-F238E27FC236}">
                <a16:creationId xmlns:a16="http://schemas.microsoft.com/office/drawing/2014/main" id="{C3FD745C-6FD2-49C8-8581-9947D0A0173E}"/>
              </a:ext>
            </a:extLst>
          </p:cNvPr>
          <p:cNvSpPr>
            <a:spLocks noChangeArrowheads="1"/>
          </p:cNvSpPr>
          <p:nvPr/>
        </p:nvSpPr>
        <p:spPr bwMode="auto">
          <a:xfrm>
            <a:off x="5791200" y="2590800"/>
            <a:ext cx="749300" cy="749300"/>
          </a:xfrm>
          <a:prstGeom prst="ellipse">
            <a:avLst/>
          </a:prstGeom>
          <a:solidFill>
            <a:schemeClr val="bg1"/>
          </a:solidFill>
          <a:ln w="12700">
            <a:solidFill>
              <a:schemeClr val="tx1"/>
            </a:solidFill>
            <a:round/>
            <a:headEnd/>
            <a:tailEnd/>
          </a:ln>
        </p:spPr>
        <p:txBody>
          <a:bodyPr wrap="none" anchor="ctr"/>
          <a:lstStyle>
            <a:lvl1pPr eaLnBrk="0" hangingPunct="0">
              <a:defRPr sz="2400">
                <a:solidFill>
                  <a:schemeClr val="tx1"/>
                </a:solidFill>
                <a:latin typeface="Arial" charset="0"/>
                <a:ea typeface="ＭＳ Ｐゴシック" charset="-128"/>
              </a:defRPr>
            </a:lvl1pPr>
            <a:lvl2pPr marL="742950" indent="-285750" eaLnBrk="0" hangingPunct="0">
              <a:defRPr sz="2400">
                <a:solidFill>
                  <a:schemeClr val="tx1"/>
                </a:solidFill>
                <a:latin typeface="Arial" charset="0"/>
                <a:ea typeface="ＭＳ Ｐゴシック" charset="-128"/>
              </a:defRPr>
            </a:lvl2pPr>
            <a:lvl3pPr marL="1143000" indent="-228600" eaLnBrk="0" hangingPunct="0">
              <a:defRPr sz="2400">
                <a:solidFill>
                  <a:schemeClr val="tx1"/>
                </a:solidFill>
                <a:latin typeface="Arial" charset="0"/>
                <a:ea typeface="ＭＳ Ｐゴシック" charset="-128"/>
              </a:defRPr>
            </a:lvl3pPr>
            <a:lvl4pPr marL="1600200" indent="-228600" eaLnBrk="0" hangingPunct="0">
              <a:defRPr sz="2400">
                <a:solidFill>
                  <a:schemeClr val="tx1"/>
                </a:solidFill>
                <a:latin typeface="Arial" charset="0"/>
                <a:ea typeface="ＭＳ Ｐゴシック" charset="-128"/>
              </a:defRPr>
            </a:lvl4pPr>
            <a:lvl5pPr marL="2057400" indent="-228600" eaLnBrk="0" hangingPunct="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charset="0"/>
              <a:ea typeface="ＭＳ Ｐゴシック" charset="-128"/>
              <a:cs typeface="+mn-cs"/>
            </a:endParaRPr>
          </a:p>
        </p:txBody>
      </p:sp>
      <p:sp>
        <p:nvSpPr>
          <p:cNvPr id="63" name="Line 9">
            <a:extLst>
              <a:ext uri="{FF2B5EF4-FFF2-40B4-BE49-F238E27FC236}">
                <a16:creationId xmlns:a16="http://schemas.microsoft.com/office/drawing/2014/main" id="{8D004B49-60EF-4C3B-B44D-B0F18B1C6733}"/>
              </a:ext>
            </a:extLst>
          </p:cNvPr>
          <p:cNvSpPr>
            <a:spLocks noChangeShapeType="1"/>
          </p:cNvSpPr>
          <p:nvPr/>
        </p:nvSpPr>
        <p:spPr bwMode="auto">
          <a:xfrm>
            <a:off x="6183312" y="3346531"/>
            <a:ext cx="0" cy="3111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charset="0"/>
              <a:ea typeface="ＭＳ Ｐゴシック" charset="-128"/>
              <a:cs typeface="+mn-cs"/>
            </a:endParaRPr>
          </a:p>
        </p:txBody>
      </p:sp>
      <p:sp>
        <p:nvSpPr>
          <p:cNvPr id="64" name="Line 10">
            <a:extLst>
              <a:ext uri="{FF2B5EF4-FFF2-40B4-BE49-F238E27FC236}">
                <a16:creationId xmlns:a16="http://schemas.microsoft.com/office/drawing/2014/main" id="{78F93EC4-754D-4E17-9CA2-8EBF58ACABE6}"/>
              </a:ext>
            </a:extLst>
          </p:cNvPr>
          <p:cNvSpPr>
            <a:spLocks noChangeShapeType="1"/>
          </p:cNvSpPr>
          <p:nvPr/>
        </p:nvSpPr>
        <p:spPr bwMode="auto">
          <a:xfrm>
            <a:off x="6183312" y="4337131"/>
            <a:ext cx="0" cy="36830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charset="0"/>
              <a:ea typeface="ＭＳ Ｐゴシック" charset="-128"/>
              <a:cs typeface="+mn-cs"/>
            </a:endParaRPr>
          </a:p>
        </p:txBody>
      </p:sp>
      <p:sp>
        <p:nvSpPr>
          <p:cNvPr id="65" name="Rectangle 11">
            <a:extLst>
              <a:ext uri="{FF2B5EF4-FFF2-40B4-BE49-F238E27FC236}">
                <a16:creationId xmlns:a16="http://schemas.microsoft.com/office/drawing/2014/main" id="{2FAB76D7-1805-492E-B58B-4C7C7D98E6C7}"/>
              </a:ext>
            </a:extLst>
          </p:cNvPr>
          <p:cNvSpPr>
            <a:spLocks noChangeArrowheads="1"/>
          </p:cNvSpPr>
          <p:nvPr/>
        </p:nvSpPr>
        <p:spPr bwMode="auto">
          <a:xfrm>
            <a:off x="5670551" y="5679907"/>
            <a:ext cx="2897184" cy="612843"/>
          </a:xfrm>
          <a:prstGeom prst="rect">
            <a:avLst/>
          </a:prstGeom>
          <a:solidFill>
            <a:schemeClr val="bg1">
              <a:lumMod val="95000"/>
            </a:schemeClr>
          </a:solidFill>
          <a:ln w="25400">
            <a:solidFill>
              <a:schemeClr val="tx1"/>
            </a:solidFill>
            <a:miter lim="800000"/>
            <a:headEnd/>
            <a:tailEnd/>
          </a:ln>
        </p:spPr>
        <p:txBody>
          <a:bodyPr wrap="none" anchor="ctr"/>
          <a:lstStyle>
            <a:lvl1pPr eaLnBrk="0" hangingPunct="0">
              <a:defRPr sz="2400">
                <a:solidFill>
                  <a:schemeClr val="tx1"/>
                </a:solidFill>
                <a:latin typeface="Arial" charset="0"/>
                <a:ea typeface="ＭＳ Ｐゴシック" charset="-128"/>
              </a:defRPr>
            </a:lvl1pPr>
            <a:lvl2pPr marL="742950" indent="-285750" eaLnBrk="0" hangingPunct="0">
              <a:defRPr sz="2400">
                <a:solidFill>
                  <a:schemeClr val="tx1"/>
                </a:solidFill>
                <a:latin typeface="Arial" charset="0"/>
                <a:ea typeface="ＭＳ Ｐゴシック" charset="-128"/>
              </a:defRPr>
            </a:lvl2pPr>
            <a:lvl3pPr marL="1143000" indent="-228600" eaLnBrk="0" hangingPunct="0">
              <a:defRPr sz="2400">
                <a:solidFill>
                  <a:schemeClr val="tx1"/>
                </a:solidFill>
                <a:latin typeface="Arial" charset="0"/>
                <a:ea typeface="ＭＳ Ｐゴシック" charset="-128"/>
              </a:defRPr>
            </a:lvl3pPr>
            <a:lvl4pPr marL="1600200" indent="-228600" eaLnBrk="0" hangingPunct="0">
              <a:defRPr sz="2400">
                <a:solidFill>
                  <a:schemeClr val="tx1"/>
                </a:solidFill>
                <a:latin typeface="Arial" charset="0"/>
                <a:ea typeface="ＭＳ Ｐゴシック" charset="-128"/>
              </a:defRPr>
            </a:lvl4pPr>
            <a:lvl5pPr marL="2057400" indent="-228600" eaLnBrk="0" hangingPunct="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charset="0"/>
              <a:ea typeface="ＭＳ Ｐゴシック" charset="-128"/>
              <a:cs typeface="+mn-cs"/>
            </a:endParaRPr>
          </a:p>
        </p:txBody>
      </p:sp>
      <p:sp>
        <p:nvSpPr>
          <p:cNvPr id="66" name="Rectangle 13">
            <a:extLst>
              <a:ext uri="{FF2B5EF4-FFF2-40B4-BE49-F238E27FC236}">
                <a16:creationId xmlns:a16="http://schemas.microsoft.com/office/drawing/2014/main" id="{C81878FC-9DB1-4103-BDCF-371293ED4DC3}"/>
              </a:ext>
            </a:extLst>
          </p:cNvPr>
          <p:cNvSpPr>
            <a:spLocks noChangeArrowheads="1"/>
          </p:cNvSpPr>
          <p:nvPr/>
        </p:nvSpPr>
        <p:spPr bwMode="auto">
          <a:xfrm>
            <a:off x="5870048" y="2767806"/>
            <a:ext cx="593112" cy="3667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eaLnBrk="0" hangingPunct="0">
              <a:defRPr sz="2400">
                <a:solidFill>
                  <a:schemeClr val="tx1"/>
                </a:solidFill>
                <a:latin typeface="Arial" charset="0"/>
                <a:ea typeface="ＭＳ Ｐゴシック" charset="-128"/>
              </a:defRPr>
            </a:lvl1pPr>
            <a:lvl2pPr marL="742950" indent="-285750" eaLnBrk="0" hangingPunct="0">
              <a:defRPr sz="2400">
                <a:solidFill>
                  <a:schemeClr val="tx1"/>
                </a:solidFill>
                <a:latin typeface="Arial" charset="0"/>
                <a:ea typeface="ＭＳ Ｐゴシック" charset="-128"/>
              </a:defRPr>
            </a:lvl2pPr>
            <a:lvl3pPr marL="1143000" indent="-228600" eaLnBrk="0" hangingPunct="0">
              <a:defRPr sz="2400">
                <a:solidFill>
                  <a:schemeClr val="tx1"/>
                </a:solidFill>
                <a:latin typeface="Arial" charset="0"/>
                <a:ea typeface="ＭＳ Ｐゴシック" charset="-128"/>
              </a:defRPr>
            </a:lvl3pPr>
            <a:lvl4pPr marL="1600200" indent="-228600" eaLnBrk="0" hangingPunct="0">
              <a:defRPr sz="2400">
                <a:solidFill>
                  <a:schemeClr val="tx1"/>
                </a:solidFill>
                <a:latin typeface="Arial" charset="0"/>
                <a:ea typeface="ＭＳ Ｐゴシック" charset="-128"/>
              </a:defRPr>
            </a:lvl4pPr>
            <a:lvl5pPr marL="2057400" indent="-228600" eaLnBrk="0" hangingPunct="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dirty="0">
                <a:ln>
                  <a:noFill/>
                </a:ln>
                <a:solidFill>
                  <a:srgbClr val="000000"/>
                </a:solidFill>
                <a:effectLst/>
                <a:uLnTx/>
                <a:uFillTx/>
                <a:latin typeface="Arial Narrow" panose="020B0606020202030204" pitchFamily="34" charset="0"/>
              </a:rPr>
              <a:t>Core</a:t>
            </a:r>
          </a:p>
        </p:txBody>
      </p:sp>
      <p:sp>
        <p:nvSpPr>
          <p:cNvPr id="67" name="AutoShape 16">
            <a:extLst>
              <a:ext uri="{FF2B5EF4-FFF2-40B4-BE49-F238E27FC236}">
                <a16:creationId xmlns:a16="http://schemas.microsoft.com/office/drawing/2014/main" id="{F44B164B-3365-4157-9B91-277598472F54}"/>
              </a:ext>
            </a:extLst>
          </p:cNvPr>
          <p:cNvSpPr>
            <a:spLocks noChangeArrowheads="1"/>
          </p:cNvSpPr>
          <p:nvPr/>
        </p:nvSpPr>
        <p:spPr bwMode="auto">
          <a:xfrm>
            <a:off x="5585618" y="4718131"/>
            <a:ext cx="3067051" cy="596900"/>
          </a:xfrm>
          <a:prstGeom prst="roundRect">
            <a:avLst>
              <a:gd name="adj" fmla="val 12495"/>
            </a:avLst>
          </a:prstGeom>
          <a:solidFill>
            <a:schemeClr val="bg1"/>
          </a:solidFill>
          <a:ln w="12700">
            <a:solidFill>
              <a:schemeClr val="tx1"/>
            </a:solidFill>
            <a:round/>
            <a:headEnd/>
            <a:tailEnd/>
          </a:ln>
        </p:spPr>
        <p:txBody>
          <a:bodyPr wrap="none" anchor="ctr"/>
          <a:lstStyle>
            <a:lvl1pPr eaLnBrk="0" hangingPunct="0">
              <a:defRPr sz="2400">
                <a:solidFill>
                  <a:schemeClr val="tx1"/>
                </a:solidFill>
                <a:latin typeface="Arial" charset="0"/>
                <a:ea typeface="ＭＳ Ｐゴシック" charset="-128"/>
              </a:defRPr>
            </a:lvl1pPr>
            <a:lvl2pPr marL="742950" indent="-285750" eaLnBrk="0" hangingPunct="0">
              <a:defRPr sz="2400">
                <a:solidFill>
                  <a:schemeClr val="tx1"/>
                </a:solidFill>
                <a:latin typeface="Arial" charset="0"/>
                <a:ea typeface="ＭＳ Ｐゴシック" charset="-128"/>
              </a:defRPr>
            </a:lvl2pPr>
            <a:lvl3pPr marL="1143000" indent="-228600" eaLnBrk="0" hangingPunct="0">
              <a:defRPr sz="2400">
                <a:solidFill>
                  <a:schemeClr val="tx1"/>
                </a:solidFill>
                <a:latin typeface="Arial" charset="0"/>
                <a:ea typeface="ＭＳ Ｐゴシック" charset="-128"/>
              </a:defRPr>
            </a:lvl3pPr>
            <a:lvl4pPr marL="1600200" indent="-228600" eaLnBrk="0" hangingPunct="0">
              <a:defRPr sz="2400">
                <a:solidFill>
                  <a:schemeClr val="tx1"/>
                </a:solidFill>
                <a:latin typeface="Arial" charset="0"/>
                <a:ea typeface="ＭＳ Ｐゴシック" charset="-128"/>
              </a:defRPr>
            </a:lvl4pPr>
            <a:lvl5pPr marL="2057400" indent="-228600" eaLnBrk="0" hangingPunct="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charset="0"/>
              <a:ea typeface="ＭＳ Ｐゴシック" charset="-128"/>
              <a:cs typeface="+mn-cs"/>
            </a:endParaRPr>
          </a:p>
        </p:txBody>
      </p:sp>
      <p:sp>
        <p:nvSpPr>
          <p:cNvPr id="68" name="Rectangle 17">
            <a:extLst>
              <a:ext uri="{FF2B5EF4-FFF2-40B4-BE49-F238E27FC236}">
                <a16:creationId xmlns:a16="http://schemas.microsoft.com/office/drawing/2014/main" id="{6726E8FF-1CC8-4E08-8810-8FE0E87D5EA1}"/>
              </a:ext>
            </a:extLst>
          </p:cNvPr>
          <p:cNvSpPr>
            <a:spLocks noChangeArrowheads="1"/>
          </p:cNvSpPr>
          <p:nvPr/>
        </p:nvSpPr>
        <p:spPr bwMode="auto">
          <a:xfrm>
            <a:off x="6027440" y="4845820"/>
            <a:ext cx="2324355" cy="3667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eaLnBrk="0" hangingPunct="0">
              <a:defRPr sz="2400">
                <a:solidFill>
                  <a:schemeClr val="tx1"/>
                </a:solidFill>
                <a:latin typeface="Arial" charset="0"/>
                <a:ea typeface="ＭＳ Ｐゴシック" charset="-128"/>
              </a:defRPr>
            </a:lvl1pPr>
            <a:lvl2pPr marL="742950" indent="-285750" eaLnBrk="0" hangingPunct="0">
              <a:defRPr sz="2400">
                <a:solidFill>
                  <a:schemeClr val="tx1"/>
                </a:solidFill>
                <a:latin typeface="Arial" charset="0"/>
                <a:ea typeface="ＭＳ Ｐゴシック" charset="-128"/>
              </a:defRPr>
            </a:lvl2pPr>
            <a:lvl3pPr marL="1143000" indent="-228600" eaLnBrk="0" hangingPunct="0">
              <a:defRPr sz="2400">
                <a:solidFill>
                  <a:schemeClr val="tx1"/>
                </a:solidFill>
                <a:latin typeface="Arial" charset="0"/>
                <a:ea typeface="ＭＳ Ｐゴシック" charset="-128"/>
              </a:defRPr>
            </a:lvl3pPr>
            <a:lvl4pPr marL="1600200" indent="-228600" eaLnBrk="0" hangingPunct="0">
              <a:defRPr sz="2400">
                <a:solidFill>
                  <a:schemeClr val="tx1"/>
                </a:solidFill>
                <a:latin typeface="Arial" charset="0"/>
                <a:ea typeface="ＭＳ Ｐゴシック" charset="-128"/>
              </a:defRPr>
            </a:lvl4pPr>
            <a:lvl5pPr marL="2057400" indent="-228600" eaLnBrk="0" hangingPunct="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dirty="0">
                <a:ln>
                  <a:noFill/>
                </a:ln>
                <a:solidFill>
                  <a:srgbClr val="000000"/>
                </a:solidFill>
                <a:effectLst/>
                <a:uLnTx/>
                <a:uFillTx/>
                <a:latin typeface="Arial" charset="0"/>
                <a:ea typeface="ＭＳ Ｐゴシック" charset="-128"/>
                <a:cs typeface="+mn-cs"/>
              </a:rPr>
              <a:t>Interconnect network</a:t>
            </a:r>
          </a:p>
        </p:txBody>
      </p:sp>
      <p:sp>
        <p:nvSpPr>
          <p:cNvPr id="69" name="Line 18">
            <a:extLst>
              <a:ext uri="{FF2B5EF4-FFF2-40B4-BE49-F238E27FC236}">
                <a16:creationId xmlns:a16="http://schemas.microsoft.com/office/drawing/2014/main" id="{9C8E6EED-6D8A-40F4-8D07-AA9EC802D653}"/>
              </a:ext>
            </a:extLst>
          </p:cNvPr>
          <p:cNvSpPr>
            <a:spLocks noChangeShapeType="1"/>
          </p:cNvSpPr>
          <p:nvPr/>
        </p:nvSpPr>
        <p:spPr bwMode="auto">
          <a:xfrm>
            <a:off x="7109619" y="5315031"/>
            <a:ext cx="0" cy="36830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charset="0"/>
              <a:ea typeface="ＭＳ Ｐゴシック" charset="-128"/>
              <a:cs typeface="+mn-cs"/>
            </a:endParaRPr>
          </a:p>
        </p:txBody>
      </p:sp>
      <p:sp>
        <p:nvSpPr>
          <p:cNvPr id="70" name="Rectangle 19">
            <a:extLst>
              <a:ext uri="{FF2B5EF4-FFF2-40B4-BE49-F238E27FC236}">
                <a16:creationId xmlns:a16="http://schemas.microsoft.com/office/drawing/2014/main" id="{A171447C-8908-4EFD-9151-3797598C349E}"/>
              </a:ext>
            </a:extLst>
          </p:cNvPr>
          <p:cNvSpPr>
            <a:spLocks noChangeArrowheads="1"/>
          </p:cNvSpPr>
          <p:nvPr/>
        </p:nvSpPr>
        <p:spPr bwMode="auto">
          <a:xfrm>
            <a:off x="6326981" y="5785775"/>
            <a:ext cx="1565275" cy="363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eaLnBrk="0" hangingPunct="0">
              <a:defRPr sz="2400">
                <a:solidFill>
                  <a:schemeClr val="tx1"/>
                </a:solidFill>
                <a:latin typeface="Arial" charset="0"/>
                <a:ea typeface="ＭＳ Ｐゴシック" charset="-128"/>
              </a:defRPr>
            </a:lvl1pPr>
            <a:lvl2pPr marL="742950" indent="-285750" eaLnBrk="0" hangingPunct="0">
              <a:defRPr sz="2400">
                <a:solidFill>
                  <a:schemeClr val="tx1"/>
                </a:solidFill>
                <a:latin typeface="Arial" charset="0"/>
                <a:ea typeface="ＭＳ Ｐゴシック" charset="-128"/>
              </a:defRPr>
            </a:lvl2pPr>
            <a:lvl3pPr marL="1143000" indent="-228600" eaLnBrk="0" hangingPunct="0">
              <a:defRPr sz="2400">
                <a:solidFill>
                  <a:schemeClr val="tx1"/>
                </a:solidFill>
                <a:latin typeface="Arial" charset="0"/>
                <a:ea typeface="ＭＳ Ｐゴシック" charset="-128"/>
              </a:defRPr>
            </a:lvl3pPr>
            <a:lvl4pPr marL="1600200" indent="-228600" eaLnBrk="0" hangingPunct="0">
              <a:defRPr sz="2400">
                <a:solidFill>
                  <a:schemeClr val="tx1"/>
                </a:solidFill>
                <a:latin typeface="Arial" charset="0"/>
                <a:ea typeface="ＭＳ Ｐゴシック" charset="-128"/>
              </a:defRPr>
            </a:lvl4pPr>
            <a:lvl5pPr marL="2057400" indent="-228600" eaLnBrk="0" hangingPunct="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dirty="0">
                <a:ln>
                  <a:noFill/>
                </a:ln>
                <a:solidFill>
                  <a:srgbClr val="000000"/>
                </a:solidFill>
                <a:effectLst/>
                <a:uLnTx/>
                <a:uFillTx/>
                <a:latin typeface="Arial" charset="0"/>
                <a:ea typeface="ＭＳ Ｐゴシック" charset="-128"/>
                <a:cs typeface="+mn-cs"/>
              </a:rPr>
              <a:t>Main Memory</a:t>
            </a:r>
          </a:p>
        </p:txBody>
      </p:sp>
      <p:sp>
        <p:nvSpPr>
          <p:cNvPr id="71" name="矩形: 圆角 70">
            <a:extLst>
              <a:ext uri="{FF2B5EF4-FFF2-40B4-BE49-F238E27FC236}">
                <a16:creationId xmlns:a16="http://schemas.microsoft.com/office/drawing/2014/main" id="{CD5547E4-1DDA-42DC-A2DC-DF8A6E33F02A}"/>
              </a:ext>
            </a:extLst>
          </p:cNvPr>
          <p:cNvSpPr/>
          <p:nvPr/>
        </p:nvSpPr>
        <p:spPr bwMode="auto">
          <a:xfrm>
            <a:off x="5491169" y="3657681"/>
            <a:ext cx="1371569" cy="679450"/>
          </a:xfrm>
          <a:prstGeom prst="roundRect">
            <a:avLst/>
          </a:prstGeom>
          <a:solidFill>
            <a:srgbClr val="CCECFF"/>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zh-CN" altLang="en-US" sz="1800" b="0" i="0" u="none" strike="noStrike" cap="none" normalizeH="0" baseline="0" dirty="0">
              <a:ln>
                <a:noFill/>
              </a:ln>
              <a:solidFill>
                <a:schemeClr val="tx1"/>
              </a:solidFill>
              <a:effectLst/>
              <a:latin typeface="Arial Narrow" panose="020B0606020202030204" pitchFamily="34" charset="0"/>
            </a:endParaRPr>
          </a:p>
        </p:txBody>
      </p:sp>
      <p:sp>
        <p:nvSpPr>
          <p:cNvPr id="72" name="Oval 7">
            <a:extLst>
              <a:ext uri="{FF2B5EF4-FFF2-40B4-BE49-F238E27FC236}">
                <a16:creationId xmlns:a16="http://schemas.microsoft.com/office/drawing/2014/main" id="{41CD9E39-0BB2-4CF4-870E-CF5B9BDF28E5}"/>
              </a:ext>
            </a:extLst>
          </p:cNvPr>
          <p:cNvSpPr>
            <a:spLocks noChangeArrowheads="1"/>
          </p:cNvSpPr>
          <p:nvPr/>
        </p:nvSpPr>
        <p:spPr bwMode="auto">
          <a:xfrm>
            <a:off x="7643019" y="2599491"/>
            <a:ext cx="749300" cy="749300"/>
          </a:xfrm>
          <a:prstGeom prst="ellipse">
            <a:avLst/>
          </a:prstGeom>
          <a:solidFill>
            <a:schemeClr val="bg1"/>
          </a:solidFill>
          <a:ln w="12700">
            <a:solidFill>
              <a:schemeClr val="tx1"/>
            </a:solidFill>
            <a:round/>
            <a:headEnd/>
            <a:tailEnd/>
          </a:ln>
        </p:spPr>
        <p:txBody>
          <a:bodyPr wrap="none" anchor="ctr"/>
          <a:lstStyle>
            <a:lvl1pPr eaLnBrk="0" hangingPunct="0">
              <a:defRPr sz="2400">
                <a:solidFill>
                  <a:schemeClr val="tx1"/>
                </a:solidFill>
                <a:latin typeface="Arial" charset="0"/>
                <a:ea typeface="ＭＳ Ｐゴシック" charset="-128"/>
              </a:defRPr>
            </a:lvl1pPr>
            <a:lvl2pPr marL="742950" indent="-285750" eaLnBrk="0" hangingPunct="0">
              <a:defRPr sz="2400">
                <a:solidFill>
                  <a:schemeClr val="tx1"/>
                </a:solidFill>
                <a:latin typeface="Arial" charset="0"/>
                <a:ea typeface="ＭＳ Ｐゴシック" charset="-128"/>
              </a:defRPr>
            </a:lvl2pPr>
            <a:lvl3pPr marL="1143000" indent="-228600" eaLnBrk="0" hangingPunct="0">
              <a:defRPr sz="2400">
                <a:solidFill>
                  <a:schemeClr val="tx1"/>
                </a:solidFill>
                <a:latin typeface="Arial" charset="0"/>
                <a:ea typeface="ＭＳ Ｐゴシック" charset="-128"/>
              </a:defRPr>
            </a:lvl3pPr>
            <a:lvl4pPr marL="1600200" indent="-228600" eaLnBrk="0" hangingPunct="0">
              <a:defRPr sz="2400">
                <a:solidFill>
                  <a:schemeClr val="tx1"/>
                </a:solidFill>
                <a:latin typeface="Arial" charset="0"/>
                <a:ea typeface="ＭＳ Ｐゴシック" charset="-128"/>
              </a:defRPr>
            </a:lvl4pPr>
            <a:lvl5pPr marL="2057400" indent="-228600" eaLnBrk="0" hangingPunct="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charset="0"/>
              <a:ea typeface="ＭＳ Ｐゴシック" charset="-128"/>
              <a:cs typeface="+mn-cs"/>
            </a:endParaRPr>
          </a:p>
        </p:txBody>
      </p:sp>
      <p:sp>
        <p:nvSpPr>
          <p:cNvPr id="73" name="Line 9">
            <a:extLst>
              <a:ext uri="{FF2B5EF4-FFF2-40B4-BE49-F238E27FC236}">
                <a16:creationId xmlns:a16="http://schemas.microsoft.com/office/drawing/2014/main" id="{3B5D5838-BED1-4543-85BF-E68725F7B89F}"/>
              </a:ext>
            </a:extLst>
          </p:cNvPr>
          <p:cNvSpPr>
            <a:spLocks noChangeShapeType="1"/>
          </p:cNvSpPr>
          <p:nvPr/>
        </p:nvSpPr>
        <p:spPr bwMode="auto">
          <a:xfrm>
            <a:off x="8035131" y="3355222"/>
            <a:ext cx="0" cy="3111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charset="0"/>
              <a:ea typeface="ＭＳ Ｐゴシック" charset="-128"/>
              <a:cs typeface="+mn-cs"/>
            </a:endParaRPr>
          </a:p>
        </p:txBody>
      </p:sp>
      <p:sp>
        <p:nvSpPr>
          <p:cNvPr id="74" name="Line 10">
            <a:extLst>
              <a:ext uri="{FF2B5EF4-FFF2-40B4-BE49-F238E27FC236}">
                <a16:creationId xmlns:a16="http://schemas.microsoft.com/office/drawing/2014/main" id="{68570B5F-8237-4B27-8B33-6CB70A53B906}"/>
              </a:ext>
            </a:extLst>
          </p:cNvPr>
          <p:cNvSpPr>
            <a:spLocks noChangeShapeType="1"/>
          </p:cNvSpPr>
          <p:nvPr/>
        </p:nvSpPr>
        <p:spPr bwMode="auto">
          <a:xfrm>
            <a:off x="8035131" y="4345822"/>
            <a:ext cx="0" cy="36830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charset="0"/>
              <a:ea typeface="ＭＳ Ｐゴシック" charset="-128"/>
              <a:cs typeface="+mn-cs"/>
            </a:endParaRPr>
          </a:p>
        </p:txBody>
      </p:sp>
      <p:sp>
        <p:nvSpPr>
          <p:cNvPr id="75" name="Rectangle 13">
            <a:extLst>
              <a:ext uri="{FF2B5EF4-FFF2-40B4-BE49-F238E27FC236}">
                <a16:creationId xmlns:a16="http://schemas.microsoft.com/office/drawing/2014/main" id="{7325B334-2C11-449E-9916-501898389F77}"/>
              </a:ext>
            </a:extLst>
          </p:cNvPr>
          <p:cNvSpPr>
            <a:spLocks noChangeArrowheads="1"/>
          </p:cNvSpPr>
          <p:nvPr/>
        </p:nvSpPr>
        <p:spPr bwMode="auto">
          <a:xfrm>
            <a:off x="7703650" y="2767806"/>
            <a:ext cx="593112" cy="3667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eaLnBrk="0" hangingPunct="0">
              <a:defRPr sz="2400">
                <a:solidFill>
                  <a:schemeClr val="tx1"/>
                </a:solidFill>
                <a:latin typeface="Arial" charset="0"/>
                <a:ea typeface="ＭＳ Ｐゴシック" charset="-128"/>
              </a:defRPr>
            </a:lvl1pPr>
            <a:lvl2pPr marL="742950" indent="-285750" eaLnBrk="0" hangingPunct="0">
              <a:defRPr sz="2400">
                <a:solidFill>
                  <a:schemeClr val="tx1"/>
                </a:solidFill>
                <a:latin typeface="Arial" charset="0"/>
                <a:ea typeface="ＭＳ Ｐゴシック" charset="-128"/>
              </a:defRPr>
            </a:lvl2pPr>
            <a:lvl3pPr marL="1143000" indent="-228600" eaLnBrk="0" hangingPunct="0">
              <a:defRPr sz="2400">
                <a:solidFill>
                  <a:schemeClr val="tx1"/>
                </a:solidFill>
                <a:latin typeface="Arial" charset="0"/>
                <a:ea typeface="ＭＳ Ｐゴシック" charset="-128"/>
              </a:defRPr>
            </a:lvl3pPr>
            <a:lvl4pPr marL="1600200" indent="-228600" eaLnBrk="0" hangingPunct="0">
              <a:defRPr sz="2400">
                <a:solidFill>
                  <a:schemeClr val="tx1"/>
                </a:solidFill>
                <a:latin typeface="Arial" charset="0"/>
                <a:ea typeface="ＭＳ Ｐゴシック" charset="-128"/>
              </a:defRPr>
            </a:lvl4pPr>
            <a:lvl5pPr marL="2057400" indent="-228600" eaLnBrk="0" hangingPunct="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dirty="0">
                <a:ln>
                  <a:noFill/>
                </a:ln>
                <a:solidFill>
                  <a:srgbClr val="000000"/>
                </a:solidFill>
                <a:effectLst/>
                <a:uLnTx/>
                <a:uFillTx/>
                <a:latin typeface="Arial Narrow" panose="020B0606020202030204" pitchFamily="34" charset="0"/>
              </a:rPr>
              <a:t>Core</a:t>
            </a:r>
          </a:p>
        </p:txBody>
      </p:sp>
      <p:sp>
        <p:nvSpPr>
          <p:cNvPr id="76" name="矩形 75">
            <a:extLst>
              <a:ext uri="{FF2B5EF4-FFF2-40B4-BE49-F238E27FC236}">
                <a16:creationId xmlns:a16="http://schemas.microsoft.com/office/drawing/2014/main" id="{9EDEF3E5-65FA-45F3-951F-3DAFB02C94A1}"/>
              </a:ext>
            </a:extLst>
          </p:cNvPr>
          <p:cNvSpPr/>
          <p:nvPr/>
        </p:nvSpPr>
        <p:spPr>
          <a:xfrm>
            <a:off x="6119020" y="3335506"/>
            <a:ext cx="1066799" cy="307777"/>
          </a:xfrm>
          <a:prstGeom prst="rect">
            <a:avLst/>
          </a:prstGeom>
        </p:spPr>
        <p:txBody>
          <a:bodyPr wrap="square">
            <a:spAutoFit/>
          </a:bodyPr>
          <a:lstStyle/>
          <a:p>
            <a:r>
              <a:rPr lang="en-US" altLang="en-US" sz="1400" b="1" dirty="0">
                <a:solidFill>
                  <a:schemeClr val="accent2"/>
                </a:solidFill>
                <a:latin typeface="Arial Narrow" panose="020B0606020202030204" pitchFamily="34" charset="0"/>
              </a:rPr>
              <a:t>CPU action</a:t>
            </a:r>
            <a:endParaRPr lang="zh-CN" altLang="en-US" sz="1400" dirty="0">
              <a:solidFill>
                <a:schemeClr val="accent2"/>
              </a:solidFill>
            </a:endParaRPr>
          </a:p>
        </p:txBody>
      </p:sp>
      <p:sp>
        <p:nvSpPr>
          <p:cNvPr id="77" name="矩形 76">
            <a:extLst>
              <a:ext uri="{FF2B5EF4-FFF2-40B4-BE49-F238E27FC236}">
                <a16:creationId xmlns:a16="http://schemas.microsoft.com/office/drawing/2014/main" id="{21E5251A-A363-461C-9DC6-C9CE986B96BD}"/>
              </a:ext>
            </a:extLst>
          </p:cNvPr>
          <p:cNvSpPr/>
          <p:nvPr/>
        </p:nvSpPr>
        <p:spPr>
          <a:xfrm>
            <a:off x="6119020" y="4386557"/>
            <a:ext cx="967580" cy="307777"/>
          </a:xfrm>
          <a:prstGeom prst="rect">
            <a:avLst/>
          </a:prstGeom>
        </p:spPr>
        <p:txBody>
          <a:bodyPr wrap="square">
            <a:spAutoFit/>
          </a:bodyPr>
          <a:lstStyle/>
          <a:p>
            <a:r>
              <a:rPr lang="en-US" altLang="en-US" sz="1400" b="1" dirty="0">
                <a:solidFill>
                  <a:srgbClr val="92D050"/>
                </a:solidFill>
                <a:latin typeface="Arial Narrow" panose="020B0606020202030204" pitchFamily="34" charset="0"/>
              </a:rPr>
              <a:t>Bus action</a:t>
            </a:r>
            <a:endParaRPr lang="zh-CN" altLang="en-US" sz="1400" dirty="0">
              <a:solidFill>
                <a:srgbClr val="92D050"/>
              </a:solidFill>
            </a:endParaRPr>
          </a:p>
        </p:txBody>
      </p:sp>
      <p:sp>
        <p:nvSpPr>
          <p:cNvPr id="78" name="矩形 77">
            <a:extLst>
              <a:ext uri="{FF2B5EF4-FFF2-40B4-BE49-F238E27FC236}">
                <a16:creationId xmlns:a16="http://schemas.microsoft.com/office/drawing/2014/main" id="{B22C4E31-9354-45D4-923B-82884D9EC8E4}"/>
              </a:ext>
            </a:extLst>
          </p:cNvPr>
          <p:cNvSpPr/>
          <p:nvPr/>
        </p:nvSpPr>
        <p:spPr>
          <a:xfrm>
            <a:off x="7991662" y="3353693"/>
            <a:ext cx="1066799" cy="307777"/>
          </a:xfrm>
          <a:prstGeom prst="rect">
            <a:avLst/>
          </a:prstGeom>
        </p:spPr>
        <p:txBody>
          <a:bodyPr wrap="square">
            <a:spAutoFit/>
          </a:bodyPr>
          <a:lstStyle/>
          <a:p>
            <a:r>
              <a:rPr lang="en-US" altLang="en-US" sz="1400" b="1" dirty="0">
                <a:solidFill>
                  <a:schemeClr val="accent2"/>
                </a:solidFill>
                <a:latin typeface="Arial Narrow" panose="020B0606020202030204" pitchFamily="34" charset="0"/>
              </a:rPr>
              <a:t>CPU action</a:t>
            </a:r>
            <a:endParaRPr lang="zh-CN" altLang="en-US" sz="1400" dirty="0">
              <a:solidFill>
                <a:schemeClr val="accent2"/>
              </a:solidFill>
            </a:endParaRPr>
          </a:p>
        </p:txBody>
      </p:sp>
      <p:sp>
        <p:nvSpPr>
          <p:cNvPr id="79" name="矩形 78">
            <a:extLst>
              <a:ext uri="{FF2B5EF4-FFF2-40B4-BE49-F238E27FC236}">
                <a16:creationId xmlns:a16="http://schemas.microsoft.com/office/drawing/2014/main" id="{E6AC795D-FC33-4DBC-BDE3-0FEE466ED3C8}"/>
              </a:ext>
            </a:extLst>
          </p:cNvPr>
          <p:cNvSpPr/>
          <p:nvPr/>
        </p:nvSpPr>
        <p:spPr>
          <a:xfrm>
            <a:off x="7980729" y="4386557"/>
            <a:ext cx="1066799" cy="307777"/>
          </a:xfrm>
          <a:prstGeom prst="rect">
            <a:avLst/>
          </a:prstGeom>
        </p:spPr>
        <p:txBody>
          <a:bodyPr wrap="square">
            <a:spAutoFit/>
          </a:bodyPr>
          <a:lstStyle/>
          <a:p>
            <a:r>
              <a:rPr lang="en-US" altLang="en-US" sz="1400" b="1" dirty="0">
                <a:solidFill>
                  <a:srgbClr val="92D050"/>
                </a:solidFill>
                <a:latin typeface="Arial Narrow" panose="020B0606020202030204" pitchFamily="34" charset="0"/>
              </a:rPr>
              <a:t>Bus action</a:t>
            </a:r>
            <a:endParaRPr lang="zh-CN" altLang="en-US" sz="1400" dirty="0">
              <a:solidFill>
                <a:srgbClr val="92D050"/>
              </a:solidFill>
            </a:endParaRPr>
          </a:p>
        </p:txBody>
      </p:sp>
      <p:sp>
        <p:nvSpPr>
          <p:cNvPr id="80" name="矩形 79">
            <a:extLst>
              <a:ext uri="{FF2B5EF4-FFF2-40B4-BE49-F238E27FC236}">
                <a16:creationId xmlns:a16="http://schemas.microsoft.com/office/drawing/2014/main" id="{7CD3EA7F-7201-4C85-9E1D-B725A8499E94}"/>
              </a:ext>
            </a:extLst>
          </p:cNvPr>
          <p:cNvSpPr/>
          <p:nvPr/>
        </p:nvSpPr>
        <p:spPr>
          <a:xfrm>
            <a:off x="5535616" y="3742801"/>
            <a:ext cx="673100" cy="523220"/>
          </a:xfrm>
          <a:prstGeom prst="rect">
            <a:avLst/>
          </a:prstGeom>
          <a:ln w="19050">
            <a:solidFill>
              <a:schemeClr val="tx1"/>
            </a:solidFill>
          </a:ln>
        </p:spPr>
        <p:txBody>
          <a:bodyPr wrap="square">
            <a:spAutoFit/>
          </a:bodyPr>
          <a:lstStyle/>
          <a:p>
            <a:pPr algn="ctr"/>
            <a:r>
              <a:rPr lang="en-US" altLang="en-US" sz="1400" dirty="0">
                <a:solidFill>
                  <a:srgbClr val="000000"/>
                </a:solidFill>
                <a:latin typeface="Arial Narrow" panose="020B0606020202030204" pitchFamily="34" charset="0"/>
              </a:rPr>
              <a:t>Cache blocks</a:t>
            </a:r>
            <a:endParaRPr lang="zh-CN" altLang="en-US" sz="1400" dirty="0"/>
          </a:p>
        </p:txBody>
      </p:sp>
      <p:sp>
        <p:nvSpPr>
          <p:cNvPr id="81" name="矩形 80">
            <a:extLst>
              <a:ext uri="{FF2B5EF4-FFF2-40B4-BE49-F238E27FC236}">
                <a16:creationId xmlns:a16="http://schemas.microsoft.com/office/drawing/2014/main" id="{C711DF37-BF5F-4939-A09F-D1D341A6DF4C}"/>
              </a:ext>
            </a:extLst>
          </p:cNvPr>
          <p:cNvSpPr/>
          <p:nvPr/>
        </p:nvSpPr>
        <p:spPr>
          <a:xfrm>
            <a:off x="6261512" y="3690106"/>
            <a:ext cx="533400" cy="307777"/>
          </a:xfrm>
          <a:prstGeom prst="rect">
            <a:avLst/>
          </a:prstGeom>
          <a:ln w="15875" cmpd="sng">
            <a:solidFill>
              <a:schemeClr val="tx1"/>
            </a:solidFill>
          </a:ln>
        </p:spPr>
        <p:txBody>
          <a:bodyPr wrap="square">
            <a:spAutoFit/>
          </a:bodyPr>
          <a:lstStyle/>
          <a:p>
            <a:pPr algn="ctr"/>
            <a:r>
              <a:rPr lang="en-US" altLang="en-US" sz="1400" dirty="0">
                <a:solidFill>
                  <a:srgbClr val="000000"/>
                </a:solidFill>
                <a:latin typeface="Arial Narrow" panose="020B0606020202030204" pitchFamily="34" charset="0"/>
              </a:rPr>
              <a:t>Tags</a:t>
            </a:r>
            <a:endParaRPr lang="zh-CN" altLang="en-US" sz="1400" dirty="0"/>
          </a:p>
        </p:txBody>
      </p:sp>
      <p:sp>
        <p:nvSpPr>
          <p:cNvPr id="82" name="矩形: 圆角 81">
            <a:extLst>
              <a:ext uri="{FF2B5EF4-FFF2-40B4-BE49-F238E27FC236}">
                <a16:creationId xmlns:a16="http://schemas.microsoft.com/office/drawing/2014/main" id="{E7267A33-DB8B-4A2C-8BF8-6EA265BBFEE2}"/>
              </a:ext>
            </a:extLst>
          </p:cNvPr>
          <p:cNvSpPr/>
          <p:nvPr/>
        </p:nvSpPr>
        <p:spPr bwMode="auto">
          <a:xfrm>
            <a:off x="7349346" y="3674170"/>
            <a:ext cx="1371569" cy="679450"/>
          </a:xfrm>
          <a:prstGeom prst="roundRect">
            <a:avLst/>
          </a:prstGeom>
          <a:solidFill>
            <a:srgbClr val="CCECFF"/>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zh-CN" altLang="en-US" sz="1800" b="0" i="0" u="none" strike="noStrike" cap="none" normalizeH="0" baseline="0" dirty="0">
              <a:ln>
                <a:noFill/>
              </a:ln>
              <a:solidFill>
                <a:schemeClr val="tx1"/>
              </a:solidFill>
              <a:effectLst/>
              <a:latin typeface="Arial Narrow" panose="020B0606020202030204" pitchFamily="34" charset="0"/>
            </a:endParaRPr>
          </a:p>
        </p:txBody>
      </p:sp>
      <p:sp>
        <p:nvSpPr>
          <p:cNvPr id="83" name="矩形 82">
            <a:extLst>
              <a:ext uri="{FF2B5EF4-FFF2-40B4-BE49-F238E27FC236}">
                <a16:creationId xmlns:a16="http://schemas.microsoft.com/office/drawing/2014/main" id="{0609948D-EC11-4A1B-9BEA-C1E4F1651B73}"/>
              </a:ext>
            </a:extLst>
          </p:cNvPr>
          <p:cNvSpPr/>
          <p:nvPr/>
        </p:nvSpPr>
        <p:spPr>
          <a:xfrm>
            <a:off x="7393793" y="3759290"/>
            <a:ext cx="673100" cy="523220"/>
          </a:xfrm>
          <a:prstGeom prst="rect">
            <a:avLst/>
          </a:prstGeom>
          <a:ln w="19050">
            <a:solidFill>
              <a:schemeClr val="tx1"/>
            </a:solidFill>
          </a:ln>
        </p:spPr>
        <p:txBody>
          <a:bodyPr wrap="square">
            <a:spAutoFit/>
          </a:bodyPr>
          <a:lstStyle/>
          <a:p>
            <a:pPr algn="ctr"/>
            <a:r>
              <a:rPr lang="en-US" altLang="en-US" sz="1400" dirty="0">
                <a:solidFill>
                  <a:srgbClr val="000000"/>
                </a:solidFill>
                <a:latin typeface="Arial Narrow" panose="020B0606020202030204" pitchFamily="34" charset="0"/>
              </a:rPr>
              <a:t>Cache blocks</a:t>
            </a:r>
            <a:endParaRPr lang="zh-CN" altLang="en-US" sz="1400" dirty="0"/>
          </a:p>
        </p:txBody>
      </p:sp>
      <p:sp>
        <p:nvSpPr>
          <p:cNvPr id="84" name="矩形 83">
            <a:extLst>
              <a:ext uri="{FF2B5EF4-FFF2-40B4-BE49-F238E27FC236}">
                <a16:creationId xmlns:a16="http://schemas.microsoft.com/office/drawing/2014/main" id="{9A3CBBD7-FB7A-423C-A316-A0D6E9F019D6}"/>
              </a:ext>
            </a:extLst>
          </p:cNvPr>
          <p:cNvSpPr/>
          <p:nvPr/>
        </p:nvSpPr>
        <p:spPr>
          <a:xfrm>
            <a:off x="8112403" y="3710327"/>
            <a:ext cx="533400" cy="307777"/>
          </a:xfrm>
          <a:prstGeom prst="rect">
            <a:avLst/>
          </a:prstGeom>
          <a:ln w="15875" cmpd="sng">
            <a:solidFill>
              <a:schemeClr val="tx1"/>
            </a:solidFill>
          </a:ln>
        </p:spPr>
        <p:txBody>
          <a:bodyPr wrap="square">
            <a:spAutoFit/>
          </a:bodyPr>
          <a:lstStyle/>
          <a:p>
            <a:pPr algn="ctr"/>
            <a:r>
              <a:rPr lang="en-US" altLang="en-US" sz="1400" dirty="0">
                <a:solidFill>
                  <a:srgbClr val="000000"/>
                </a:solidFill>
                <a:latin typeface="Arial Narrow" panose="020B0606020202030204" pitchFamily="34" charset="0"/>
              </a:rPr>
              <a:t>Tags</a:t>
            </a:r>
            <a:endParaRPr lang="zh-CN" altLang="en-US" sz="1400" dirty="0"/>
          </a:p>
        </p:txBody>
      </p:sp>
      <p:sp>
        <p:nvSpPr>
          <p:cNvPr id="85" name="Rectangle">
            <a:extLst>
              <a:ext uri="{FF2B5EF4-FFF2-40B4-BE49-F238E27FC236}">
                <a16:creationId xmlns:a16="http://schemas.microsoft.com/office/drawing/2014/main" id="{34394321-B1A3-4469-BF59-FF03364058C9}"/>
              </a:ext>
            </a:extLst>
          </p:cNvPr>
          <p:cNvSpPr/>
          <p:nvPr/>
        </p:nvSpPr>
        <p:spPr>
          <a:xfrm>
            <a:off x="5437207" y="5417475"/>
            <a:ext cx="3401989" cy="972403"/>
          </a:xfrm>
          <a:prstGeom prst="rect">
            <a:avLst/>
          </a:prstGeom>
          <a:solidFill>
            <a:srgbClr val="FFFFFF">
              <a:alpha val="84174"/>
            </a:srgbClr>
          </a:solidFill>
          <a:ln w="12700">
            <a:miter lim="400000"/>
          </a:ln>
        </p:spPr>
        <p:txBody>
          <a:bodyPr lIns="45719" rIns="45719" anchor="ctr"/>
          <a:lstStyle/>
          <a:p>
            <a:endParaRPr/>
          </a:p>
        </p:txBody>
      </p:sp>
      <p:sp>
        <p:nvSpPr>
          <p:cNvPr id="87" name="矩形 86">
            <a:extLst>
              <a:ext uri="{FF2B5EF4-FFF2-40B4-BE49-F238E27FC236}">
                <a16:creationId xmlns:a16="http://schemas.microsoft.com/office/drawing/2014/main" id="{B5662464-2202-439C-B304-234FB256F5D8}"/>
              </a:ext>
            </a:extLst>
          </p:cNvPr>
          <p:cNvSpPr/>
          <p:nvPr/>
        </p:nvSpPr>
        <p:spPr>
          <a:xfrm>
            <a:off x="6261512" y="3994837"/>
            <a:ext cx="533400" cy="307777"/>
          </a:xfrm>
          <a:prstGeom prst="rect">
            <a:avLst/>
          </a:prstGeom>
          <a:ln w="15875" cmpd="sng">
            <a:solidFill>
              <a:schemeClr val="tx1"/>
            </a:solidFill>
          </a:ln>
        </p:spPr>
        <p:txBody>
          <a:bodyPr wrap="square">
            <a:spAutoFit/>
          </a:bodyPr>
          <a:lstStyle/>
          <a:p>
            <a:pPr algn="ctr"/>
            <a:r>
              <a:rPr lang="en-US" altLang="en-US" sz="1400" dirty="0">
                <a:solidFill>
                  <a:srgbClr val="000000"/>
                </a:solidFill>
                <a:latin typeface="Arial Narrow" panose="020B0606020202030204" pitchFamily="34" charset="0"/>
              </a:rPr>
              <a:t>Dict.</a:t>
            </a:r>
            <a:endParaRPr lang="zh-CN" altLang="en-US" sz="1400" dirty="0"/>
          </a:p>
        </p:txBody>
      </p:sp>
      <p:sp>
        <p:nvSpPr>
          <p:cNvPr id="89" name="矩形 88">
            <a:extLst>
              <a:ext uri="{FF2B5EF4-FFF2-40B4-BE49-F238E27FC236}">
                <a16:creationId xmlns:a16="http://schemas.microsoft.com/office/drawing/2014/main" id="{9B6057E2-E669-4F7B-8D10-02EEA2ACF49C}"/>
              </a:ext>
            </a:extLst>
          </p:cNvPr>
          <p:cNvSpPr/>
          <p:nvPr/>
        </p:nvSpPr>
        <p:spPr>
          <a:xfrm>
            <a:off x="8117576" y="4021206"/>
            <a:ext cx="533400" cy="307777"/>
          </a:xfrm>
          <a:prstGeom prst="rect">
            <a:avLst/>
          </a:prstGeom>
          <a:ln w="15875" cmpd="sng">
            <a:solidFill>
              <a:schemeClr val="tx1"/>
            </a:solidFill>
          </a:ln>
        </p:spPr>
        <p:txBody>
          <a:bodyPr wrap="square">
            <a:spAutoFit/>
          </a:bodyPr>
          <a:lstStyle/>
          <a:p>
            <a:pPr algn="ctr"/>
            <a:r>
              <a:rPr lang="en-US" altLang="en-US" sz="1400" dirty="0">
                <a:solidFill>
                  <a:srgbClr val="000000"/>
                </a:solidFill>
                <a:latin typeface="Arial Narrow" panose="020B0606020202030204" pitchFamily="34" charset="0"/>
              </a:rPr>
              <a:t>Dict.</a:t>
            </a:r>
            <a:endParaRPr lang="zh-CN" altLang="en-US" sz="1400" dirty="0"/>
          </a:p>
        </p:txBody>
      </p:sp>
      <p:sp>
        <p:nvSpPr>
          <p:cNvPr id="86" name="Rectangle">
            <a:extLst>
              <a:ext uri="{FF2B5EF4-FFF2-40B4-BE49-F238E27FC236}">
                <a16:creationId xmlns:a16="http://schemas.microsoft.com/office/drawing/2014/main" id="{30E4483F-3015-4FCD-B19A-0578BA480F0A}"/>
              </a:ext>
            </a:extLst>
          </p:cNvPr>
          <p:cNvSpPr/>
          <p:nvPr/>
        </p:nvSpPr>
        <p:spPr>
          <a:xfrm>
            <a:off x="5437208" y="2500011"/>
            <a:ext cx="3554392" cy="2173770"/>
          </a:xfrm>
          <a:prstGeom prst="rect">
            <a:avLst/>
          </a:prstGeom>
          <a:solidFill>
            <a:srgbClr val="FFFFFF">
              <a:alpha val="84174"/>
            </a:srgbClr>
          </a:solidFill>
          <a:ln w="12700">
            <a:miter lim="400000"/>
          </a:ln>
        </p:spPr>
        <p:txBody>
          <a:bodyPr lIns="45719" rIns="45719" anchor="ctr"/>
          <a:lstStyle/>
          <a:p>
            <a:endParaRPr/>
          </a:p>
        </p:txBody>
      </p:sp>
    </p:spTree>
    <p:extLst>
      <p:ext uri="{BB962C8B-B14F-4D97-AF65-F5344CB8AC3E}">
        <p14:creationId xmlns:p14="http://schemas.microsoft.com/office/powerpoint/2010/main" val="2557520634"/>
      </p:ext>
    </p:extLst>
  </p:cSld>
  <p:clrMapOvr>
    <a:masterClrMapping/>
  </p:clrMapOvr>
  <p:transition/>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5" name="Title 1"/>
          <p:cNvSpPr>
            <a:spLocks noGrp="1"/>
          </p:cNvSpPr>
          <p:nvPr>
            <p:ph type="title"/>
          </p:nvPr>
        </p:nvSpPr>
        <p:spPr>
          <a:xfrm>
            <a:off x="38100" y="197879"/>
            <a:ext cx="9067800" cy="1066800"/>
          </a:xfrm>
        </p:spPr>
        <p:txBody>
          <a:bodyPr/>
          <a:lstStyle/>
          <a:p>
            <a:r>
              <a:rPr lang="en-US" altLang="en-US" dirty="0">
                <a:ea typeface="ＭＳ Ｐゴシック" charset="-128"/>
              </a:rPr>
              <a:t>Cache Interconnect: Bus-based Protocol</a:t>
            </a:r>
          </a:p>
        </p:txBody>
      </p:sp>
      <p:sp>
        <p:nvSpPr>
          <p:cNvPr id="62" name="Oval 7">
            <a:extLst>
              <a:ext uri="{FF2B5EF4-FFF2-40B4-BE49-F238E27FC236}">
                <a16:creationId xmlns:a16="http://schemas.microsoft.com/office/drawing/2014/main" id="{C3FD745C-6FD2-49C8-8581-9947D0A0173E}"/>
              </a:ext>
            </a:extLst>
          </p:cNvPr>
          <p:cNvSpPr>
            <a:spLocks noChangeArrowheads="1"/>
          </p:cNvSpPr>
          <p:nvPr/>
        </p:nvSpPr>
        <p:spPr bwMode="auto">
          <a:xfrm>
            <a:off x="3325792" y="1005189"/>
            <a:ext cx="749300" cy="749300"/>
          </a:xfrm>
          <a:prstGeom prst="ellipse">
            <a:avLst/>
          </a:prstGeom>
          <a:solidFill>
            <a:schemeClr val="bg1"/>
          </a:solidFill>
          <a:ln w="12700">
            <a:solidFill>
              <a:schemeClr val="tx1"/>
            </a:solidFill>
            <a:round/>
            <a:headEnd/>
            <a:tailEnd/>
          </a:ln>
        </p:spPr>
        <p:txBody>
          <a:bodyPr wrap="none" anchor="ctr"/>
          <a:lstStyle>
            <a:lvl1pPr eaLnBrk="0" hangingPunct="0">
              <a:defRPr sz="2400">
                <a:solidFill>
                  <a:schemeClr val="tx1"/>
                </a:solidFill>
                <a:latin typeface="Arial" charset="0"/>
                <a:ea typeface="ＭＳ Ｐゴシック" charset="-128"/>
              </a:defRPr>
            </a:lvl1pPr>
            <a:lvl2pPr marL="742950" indent="-285750" eaLnBrk="0" hangingPunct="0">
              <a:defRPr sz="2400">
                <a:solidFill>
                  <a:schemeClr val="tx1"/>
                </a:solidFill>
                <a:latin typeface="Arial" charset="0"/>
                <a:ea typeface="ＭＳ Ｐゴシック" charset="-128"/>
              </a:defRPr>
            </a:lvl2pPr>
            <a:lvl3pPr marL="1143000" indent="-228600" eaLnBrk="0" hangingPunct="0">
              <a:defRPr sz="2400">
                <a:solidFill>
                  <a:schemeClr val="tx1"/>
                </a:solidFill>
                <a:latin typeface="Arial" charset="0"/>
                <a:ea typeface="ＭＳ Ｐゴシック" charset="-128"/>
              </a:defRPr>
            </a:lvl3pPr>
            <a:lvl4pPr marL="1600200" indent="-228600" eaLnBrk="0" hangingPunct="0">
              <a:defRPr sz="2400">
                <a:solidFill>
                  <a:schemeClr val="tx1"/>
                </a:solidFill>
                <a:latin typeface="Arial" charset="0"/>
                <a:ea typeface="ＭＳ Ｐゴシック" charset="-128"/>
              </a:defRPr>
            </a:lvl4pPr>
            <a:lvl5pPr marL="2057400" indent="-228600" eaLnBrk="0" hangingPunct="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charset="0"/>
              <a:ea typeface="ＭＳ Ｐゴシック" charset="-128"/>
              <a:cs typeface="+mn-cs"/>
            </a:endParaRPr>
          </a:p>
        </p:txBody>
      </p:sp>
      <p:sp>
        <p:nvSpPr>
          <p:cNvPr id="63" name="Line 9">
            <a:extLst>
              <a:ext uri="{FF2B5EF4-FFF2-40B4-BE49-F238E27FC236}">
                <a16:creationId xmlns:a16="http://schemas.microsoft.com/office/drawing/2014/main" id="{8D004B49-60EF-4C3B-B44D-B0F18B1C6733}"/>
              </a:ext>
            </a:extLst>
          </p:cNvPr>
          <p:cNvSpPr>
            <a:spLocks noChangeShapeType="1"/>
          </p:cNvSpPr>
          <p:nvPr/>
        </p:nvSpPr>
        <p:spPr bwMode="auto">
          <a:xfrm>
            <a:off x="3717904" y="1760920"/>
            <a:ext cx="0" cy="3111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charset="0"/>
              <a:ea typeface="ＭＳ Ｐゴシック" charset="-128"/>
              <a:cs typeface="+mn-cs"/>
            </a:endParaRPr>
          </a:p>
        </p:txBody>
      </p:sp>
      <p:sp>
        <p:nvSpPr>
          <p:cNvPr id="64" name="Line 10">
            <a:extLst>
              <a:ext uri="{FF2B5EF4-FFF2-40B4-BE49-F238E27FC236}">
                <a16:creationId xmlns:a16="http://schemas.microsoft.com/office/drawing/2014/main" id="{78F93EC4-754D-4E17-9CA2-8EBF58ACABE6}"/>
              </a:ext>
            </a:extLst>
          </p:cNvPr>
          <p:cNvSpPr>
            <a:spLocks noChangeShapeType="1"/>
          </p:cNvSpPr>
          <p:nvPr/>
        </p:nvSpPr>
        <p:spPr bwMode="auto">
          <a:xfrm>
            <a:off x="3717904" y="2751520"/>
            <a:ext cx="0" cy="36830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charset="0"/>
              <a:ea typeface="ＭＳ Ｐゴシック" charset="-128"/>
              <a:cs typeface="+mn-cs"/>
            </a:endParaRPr>
          </a:p>
        </p:txBody>
      </p:sp>
      <p:sp>
        <p:nvSpPr>
          <p:cNvPr id="65" name="Rectangle 11">
            <a:extLst>
              <a:ext uri="{FF2B5EF4-FFF2-40B4-BE49-F238E27FC236}">
                <a16:creationId xmlns:a16="http://schemas.microsoft.com/office/drawing/2014/main" id="{2FAB76D7-1805-492E-B58B-4C7C7D98E6C7}"/>
              </a:ext>
            </a:extLst>
          </p:cNvPr>
          <p:cNvSpPr>
            <a:spLocks noChangeArrowheads="1"/>
          </p:cNvSpPr>
          <p:nvPr/>
        </p:nvSpPr>
        <p:spPr bwMode="auto">
          <a:xfrm>
            <a:off x="3205143" y="4094296"/>
            <a:ext cx="2897184" cy="461663"/>
          </a:xfrm>
          <a:prstGeom prst="rect">
            <a:avLst/>
          </a:prstGeom>
          <a:solidFill>
            <a:schemeClr val="bg1">
              <a:lumMod val="95000"/>
            </a:schemeClr>
          </a:solidFill>
          <a:ln w="25400">
            <a:solidFill>
              <a:schemeClr val="tx1"/>
            </a:solidFill>
            <a:miter lim="800000"/>
            <a:headEnd/>
            <a:tailEnd/>
          </a:ln>
        </p:spPr>
        <p:txBody>
          <a:bodyPr wrap="none" anchor="ctr"/>
          <a:lstStyle>
            <a:lvl1pPr eaLnBrk="0" hangingPunct="0">
              <a:defRPr sz="2400">
                <a:solidFill>
                  <a:schemeClr val="tx1"/>
                </a:solidFill>
                <a:latin typeface="Arial" charset="0"/>
                <a:ea typeface="ＭＳ Ｐゴシック" charset="-128"/>
              </a:defRPr>
            </a:lvl1pPr>
            <a:lvl2pPr marL="742950" indent="-285750" eaLnBrk="0" hangingPunct="0">
              <a:defRPr sz="2400">
                <a:solidFill>
                  <a:schemeClr val="tx1"/>
                </a:solidFill>
                <a:latin typeface="Arial" charset="0"/>
                <a:ea typeface="ＭＳ Ｐゴシック" charset="-128"/>
              </a:defRPr>
            </a:lvl2pPr>
            <a:lvl3pPr marL="1143000" indent="-228600" eaLnBrk="0" hangingPunct="0">
              <a:defRPr sz="2400">
                <a:solidFill>
                  <a:schemeClr val="tx1"/>
                </a:solidFill>
                <a:latin typeface="Arial" charset="0"/>
                <a:ea typeface="ＭＳ Ｐゴシック" charset="-128"/>
              </a:defRPr>
            </a:lvl3pPr>
            <a:lvl4pPr marL="1600200" indent="-228600" eaLnBrk="0" hangingPunct="0">
              <a:defRPr sz="2400">
                <a:solidFill>
                  <a:schemeClr val="tx1"/>
                </a:solidFill>
                <a:latin typeface="Arial" charset="0"/>
                <a:ea typeface="ＭＳ Ｐゴシック" charset="-128"/>
              </a:defRPr>
            </a:lvl4pPr>
            <a:lvl5pPr marL="2057400" indent="-228600" eaLnBrk="0" hangingPunct="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charset="0"/>
              <a:ea typeface="ＭＳ Ｐゴシック" charset="-128"/>
              <a:cs typeface="+mn-cs"/>
            </a:endParaRPr>
          </a:p>
        </p:txBody>
      </p:sp>
      <p:sp>
        <p:nvSpPr>
          <p:cNvPr id="66" name="Rectangle 13">
            <a:extLst>
              <a:ext uri="{FF2B5EF4-FFF2-40B4-BE49-F238E27FC236}">
                <a16:creationId xmlns:a16="http://schemas.microsoft.com/office/drawing/2014/main" id="{C81878FC-9DB1-4103-BDCF-371293ED4DC3}"/>
              </a:ext>
            </a:extLst>
          </p:cNvPr>
          <p:cNvSpPr>
            <a:spLocks noChangeArrowheads="1"/>
          </p:cNvSpPr>
          <p:nvPr/>
        </p:nvSpPr>
        <p:spPr bwMode="auto">
          <a:xfrm>
            <a:off x="3404640" y="1182195"/>
            <a:ext cx="593112" cy="3667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eaLnBrk="0" hangingPunct="0">
              <a:defRPr sz="2400">
                <a:solidFill>
                  <a:schemeClr val="tx1"/>
                </a:solidFill>
                <a:latin typeface="Arial" charset="0"/>
                <a:ea typeface="ＭＳ Ｐゴシック" charset="-128"/>
              </a:defRPr>
            </a:lvl1pPr>
            <a:lvl2pPr marL="742950" indent="-285750" eaLnBrk="0" hangingPunct="0">
              <a:defRPr sz="2400">
                <a:solidFill>
                  <a:schemeClr val="tx1"/>
                </a:solidFill>
                <a:latin typeface="Arial" charset="0"/>
                <a:ea typeface="ＭＳ Ｐゴシック" charset="-128"/>
              </a:defRPr>
            </a:lvl2pPr>
            <a:lvl3pPr marL="1143000" indent="-228600" eaLnBrk="0" hangingPunct="0">
              <a:defRPr sz="2400">
                <a:solidFill>
                  <a:schemeClr val="tx1"/>
                </a:solidFill>
                <a:latin typeface="Arial" charset="0"/>
                <a:ea typeface="ＭＳ Ｐゴシック" charset="-128"/>
              </a:defRPr>
            </a:lvl3pPr>
            <a:lvl4pPr marL="1600200" indent="-228600" eaLnBrk="0" hangingPunct="0">
              <a:defRPr sz="2400">
                <a:solidFill>
                  <a:schemeClr val="tx1"/>
                </a:solidFill>
                <a:latin typeface="Arial" charset="0"/>
                <a:ea typeface="ＭＳ Ｐゴシック" charset="-128"/>
              </a:defRPr>
            </a:lvl4pPr>
            <a:lvl5pPr marL="2057400" indent="-228600" eaLnBrk="0" hangingPunct="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dirty="0">
                <a:ln>
                  <a:noFill/>
                </a:ln>
                <a:solidFill>
                  <a:srgbClr val="000000"/>
                </a:solidFill>
                <a:effectLst/>
                <a:uLnTx/>
                <a:uFillTx/>
                <a:latin typeface="Arial Narrow" panose="020B0606020202030204" pitchFamily="34" charset="0"/>
              </a:rPr>
              <a:t>Core</a:t>
            </a:r>
          </a:p>
        </p:txBody>
      </p:sp>
      <p:sp>
        <p:nvSpPr>
          <p:cNvPr id="67" name="AutoShape 16">
            <a:extLst>
              <a:ext uri="{FF2B5EF4-FFF2-40B4-BE49-F238E27FC236}">
                <a16:creationId xmlns:a16="http://schemas.microsoft.com/office/drawing/2014/main" id="{F44B164B-3365-4157-9B91-277598472F54}"/>
              </a:ext>
            </a:extLst>
          </p:cNvPr>
          <p:cNvSpPr>
            <a:spLocks noChangeArrowheads="1"/>
          </p:cNvSpPr>
          <p:nvPr/>
        </p:nvSpPr>
        <p:spPr bwMode="auto">
          <a:xfrm>
            <a:off x="3120210" y="3132520"/>
            <a:ext cx="3067051" cy="596900"/>
          </a:xfrm>
          <a:prstGeom prst="roundRect">
            <a:avLst>
              <a:gd name="adj" fmla="val 12495"/>
            </a:avLst>
          </a:prstGeom>
          <a:solidFill>
            <a:schemeClr val="bg1"/>
          </a:solidFill>
          <a:ln w="12700">
            <a:solidFill>
              <a:schemeClr val="tx1"/>
            </a:solidFill>
            <a:round/>
            <a:headEnd/>
            <a:tailEnd/>
          </a:ln>
        </p:spPr>
        <p:txBody>
          <a:bodyPr wrap="none" anchor="ctr"/>
          <a:lstStyle>
            <a:lvl1pPr eaLnBrk="0" hangingPunct="0">
              <a:defRPr sz="2400">
                <a:solidFill>
                  <a:schemeClr val="tx1"/>
                </a:solidFill>
                <a:latin typeface="Arial" charset="0"/>
                <a:ea typeface="ＭＳ Ｐゴシック" charset="-128"/>
              </a:defRPr>
            </a:lvl1pPr>
            <a:lvl2pPr marL="742950" indent="-285750" eaLnBrk="0" hangingPunct="0">
              <a:defRPr sz="2400">
                <a:solidFill>
                  <a:schemeClr val="tx1"/>
                </a:solidFill>
                <a:latin typeface="Arial" charset="0"/>
                <a:ea typeface="ＭＳ Ｐゴシック" charset="-128"/>
              </a:defRPr>
            </a:lvl2pPr>
            <a:lvl3pPr marL="1143000" indent="-228600" eaLnBrk="0" hangingPunct="0">
              <a:defRPr sz="2400">
                <a:solidFill>
                  <a:schemeClr val="tx1"/>
                </a:solidFill>
                <a:latin typeface="Arial" charset="0"/>
                <a:ea typeface="ＭＳ Ｐゴシック" charset="-128"/>
              </a:defRPr>
            </a:lvl3pPr>
            <a:lvl4pPr marL="1600200" indent="-228600" eaLnBrk="0" hangingPunct="0">
              <a:defRPr sz="2400">
                <a:solidFill>
                  <a:schemeClr val="tx1"/>
                </a:solidFill>
                <a:latin typeface="Arial" charset="0"/>
                <a:ea typeface="ＭＳ Ｐゴシック" charset="-128"/>
              </a:defRPr>
            </a:lvl4pPr>
            <a:lvl5pPr marL="2057400" indent="-228600" eaLnBrk="0" hangingPunct="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charset="0"/>
              <a:ea typeface="ＭＳ Ｐゴシック" charset="-128"/>
              <a:cs typeface="+mn-cs"/>
            </a:endParaRPr>
          </a:p>
        </p:txBody>
      </p:sp>
      <p:sp>
        <p:nvSpPr>
          <p:cNvPr id="68" name="Rectangle 17">
            <a:extLst>
              <a:ext uri="{FF2B5EF4-FFF2-40B4-BE49-F238E27FC236}">
                <a16:creationId xmlns:a16="http://schemas.microsoft.com/office/drawing/2014/main" id="{6726E8FF-1CC8-4E08-8810-8FE0E87D5EA1}"/>
              </a:ext>
            </a:extLst>
          </p:cNvPr>
          <p:cNvSpPr>
            <a:spLocks noChangeArrowheads="1"/>
          </p:cNvSpPr>
          <p:nvPr/>
        </p:nvSpPr>
        <p:spPr bwMode="auto">
          <a:xfrm>
            <a:off x="3562032" y="3260209"/>
            <a:ext cx="2321149" cy="3667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eaLnBrk="0" hangingPunct="0">
              <a:defRPr sz="2400">
                <a:solidFill>
                  <a:schemeClr val="tx1"/>
                </a:solidFill>
                <a:latin typeface="Arial" charset="0"/>
                <a:ea typeface="ＭＳ Ｐゴシック" charset="-128"/>
              </a:defRPr>
            </a:lvl1pPr>
            <a:lvl2pPr marL="742950" indent="-285750" eaLnBrk="0" hangingPunct="0">
              <a:defRPr sz="2400">
                <a:solidFill>
                  <a:schemeClr val="tx1"/>
                </a:solidFill>
                <a:latin typeface="Arial" charset="0"/>
                <a:ea typeface="ＭＳ Ｐゴシック" charset="-128"/>
              </a:defRPr>
            </a:lvl2pPr>
            <a:lvl3pPr marL="1143000" indent="-228600" eaLnBrk="0" hangingPunct="0">
              <a:defRPr sz="2400">
                <a:solidFill>
                  <a:schemeClr val="tx1"/>
                </a:solidFill>
                <a:latin typeface="Arial" charset="0"/>
                <a:ea typeface="ＭＳ Ｐゴシック" charset="-128"/>
              </a:defRPr>
            </a:lvl3pPr>
            <a:lvl4pPr marL="1600200" indent="-228600" eaLnBrk="0" hangingPunct="0">
              <a:defRPr sz="2400">
                <a:solidFill>
                  <a:schemeClr val="tx1"/>
                </a:solidFill>
                <a:latin typeface="Arial" charset="0"/>
                <a:ea typeface="ＭＳ Ｐゴシック" charset="-128"/>
              </a:defRPr>
            </a:lvl4pPr>
            <a:lvl5pPr marL="2057400" indent="-228600" eaLnBrk="0" hangingPunct="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lvl="0" eaLnBrk="1" hangingPunct="1">
              <a:defRPr/>
            </a:pPr>
            <a:r>
              <a:rPr kumimoji="0" lang="en-US" altLang="en-US" sz="1800" b="0" i="0" u="none" strike="noStrike" kern="1200" cap="none" spc="0" normalizeH="0" baseline="0" noProof="0" dirty="0">
                <a:ln>
                  <a:noFill/>
                </a:ln>
                <a:solidFill>
                  <a:srgbClr val="000000"/>
                </a:solidFill>
                <a:effectLst/>
                <a:uLnTx/>
                <a:uFillTx/>
                <a:latin typeface="Arial" charset="0"/>
                <a:ea typeface="ＭＳ Ｐゴシック" charset="-128"/>
                <a:cs typeface="+mn-cs"/>
              </a:rPr>
              <a:t>Bus </a:t>
            </a:r>
            <a:r>
              <a:rPr lang="en-US" altLang="en-US" sz="1600" dirty="0">
                <a:solidFill>
                  <a:srgbClr val="000000"/>
                </a:solidFill>
              </a:rPr>
              <a:t>(</a:t>
            </a:r>
            <a:r>
              <a:rPr lang="en-US" altLang="zh-CN" sz="1800" b="1" dirty="0">
                <a:solidFill>
                  <a:srgbClr val="FF0000"/>
                </a:solidFill>
                <a:latin typeface="Arial Narrow" panose="020B0606020202030204" pitchFamily="34" charset="0"/>
              </a:rPr>
              <a:t>O</a:t>
            </a:r>
            <a:r>
              <a:rPr lang="en-US" altLang="en-US" sz="1800" b="1" dirty="0">
                <a:solidFill>
                  <a:srgbClr val="FF0000"/>
                </a:solidFill>
                <a:latin typeface="Arial Narrow" panose="020B0606020202030204" pitchFamily="34" charset="0"/>
              </a:rPr>
              <a:t>ne trans. a time</a:t>
            </a:r>
            <a:r>
              <a:rPr lang="en-US" altLang="en-US" sz="1600" dirty="0">
                <a:solidFill>
                  <a:srgbClr val="000000"/>
                </a:solidFill>
              </a:rPr>
              <a:t>)</a:t>
            </a:r>
            <a:endParaRPr kumimoji="0" lang="en-US" altLang="en-US" sz="1800" b="0" i="0" u="none" strike="noStrike" kern="1200" cap="none" spc="0" normalizeH="0" baseline="0" noProof="0" dirty="0">
              <a:ln>
                <a:noFill/>
              </a:ln>
              <a:solidFill>
                <a:srgbClr val="000000"/>
              </a:solidFill>
              <a:effectLst/>
              <a:uLnTx/>
              <a:uFillTx/>
              <a:latin typeface="Arial" charset="0"/>
              <a:ea typeface="ＭＳ Ｐゴシック" charset="-128"/>
              <a:cs typeface="+mn-cs"/>
            </a:endParaRPr>
          </a:p>
        </p:txBody>
      </p:sp>
      <p:sp>
        <p:nvSpPr>
          <p:cNvPr id="69" name="Line 18">
            <a:extLst>
              <a:ext uri="{FF2B5EF4-FFF2-40B4-BE49-F238E27FC236}">
                <a16:creationId xmlns:a16="http://schemas.microsoft.com/office/drawing/2014/main" id="{9C8E6EED-6D8A-40F4-8D07-AA9EC802D653}"/>
              </a:ext>
            </a:extLst>
          </p:cNvPr>
          <p:cNvSpPr>
            <a:spLocks noChangeShapeType="1"/>
          </p:cNvSpPr>
          <p:nvPr/>
        </p:nvSpPr>
        <p:spPr bwMode="auto">
          <a:xfrm>
            <a:off x="4644211" y="3729420"/>
            <a:ext cx="0" cy="36830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charset="0"/>
              <a:ea typeface="ＭＳ Ｐゴシック" charset="-128"/>
              <a:cs typeface="+mn-cs"/>
            </a:endParaRPr>
          </a:p>
        </p:txBody>
      </p:sp>
      <p:sp>
        <p:nvSpPr>
          <p:cNvPr id="70" name="Rectangle 19">
            <a:extLst>
              <a:ext uri="{FF2B5EF4-FFF2-40B4-BE49-F238E27FC236}">
                <a16:creationId xmlns:a16="http://schemas.microsoft.com/office/drawing/2014/main" id="{A171447C-8908-4EFD-9151-3797598C349E}"/>
              </a:ext>
            </a:extLst>
          </p:cNvPr>
          <p:cNvSpPr>
            <a:spLocks noChangeArrowheads="1"/>
          </p:cNvSpPr>
          <p:nvPr/>
        </p:nvSpPr>
        <p:spPr bwMode="auto">
          <a:xfrm>
            <a:off x="3861571" y="4128787"/>
            <a:ext cx="1565275" cy="363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eaLnBrk="0" hangingPunct="0">
              <a:defRPr sz="2400">
                <a:solidFill>
                  <a:schemeClr val="tx1"/>
                </a:solidFill>
                <a:latin typeface="Arial" charset="0"/>
                <a:ea typeface="ＭＳ Ｐゴシック" charset="-128"/>
              </a:defRPr>
            </a:lvl1pPr>
            <a:lvl2pPr marL="742950" indent="-285750" eaLnBrk="0" hangingPunct="0">
              <a:defRPr sz="2400">
                <a:solidFill>
                  <a:schemeClr val="tx1"/>
                </a:solidFill>
                <a:latin typeface="Arial" charset="0"/>
                <a:ea typeface="ＭＳ Ｐゴシック" charset="-128"/>
              </a:defRPr>
            </a:lvl2pPr>
            <a:lvl3pPr marL="1143000" indent="-228600" eaLnBrk="0" hangingPunct="0">
              <a:defRPr sz="2400">
                <a:solidFill>
                  <a:schemeClr val="tx1"/>
                </a:solidFill>
                <a:latin typeface="Arial" charset="0"/>
                <a:ea typeface="ＭＳ Ｐゴシック" charset="-128"/>
              </a:defRPr>
            </a:lvl3pPr>
            <a:lvl4pPr marL="1600200" indent="-228600" eaLnBrk="0" hangingPunct="0">
              <a:defRPr sz="2400">
                <a:solidFill>
                  <a:schemeClr val="tx1"/>
                </a:solidFill>
                <a:latin typeface="Arial" charset="0"/>
                <a:ea typeface="ＭＳ Ｐゴシック" charset="-128"/>
              </a:defRPr>
            </a:lvl4pPr>
            <a:lvl5pPr marL="2057400" indent="-228600" eaLnBrk="0" hangingPunct="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dirty="0">
                <a:ln>
                  <a:noFill/>
                </a:ln>
                <a:solidFill>
                  <a:srgbClr val="000000"/>
                </a:solidFill>
                <a:effectLst/>
                <a:uLnTx/>
                <a:uFillTx/>
                <a:latin typeface="Arial" charset="0"/>
                <a:ea typeface="ＭＳ Ｐゴシック" charset="-128"/>
                <a:cs typeface="+mn-cs"/>
              </a:rPr>
              <a:t>Main Memory</a:t>
            </a:r>
          </a:p>
        </p:txBody>
      </p:sp>
      <p:sp>
        <p:nvSpPr>
          <p:cNvPr id="71" name="矩形: 圆角 70">
            <a:extLst>
              <a:ext uri="{FF2B5EF4-FFF2-40B4-BE49-F238E27FC236}">
                <a16:creationId xmlns:a16="http://schemas.microsoft.com/office/drawing/2014/main" id="{CD5547E4-1DDA-42DC-A2DC-DF8A6E33F02A}"/>
              </a:ext>
            </a:extLst>
          </p:cNvPr>
          <p:cNvSpPr/>
          <p:nvPr/>
        </p:nvSpPr>
        <p:spPr bwMode="auto">
          <a:xfrm>
            <a:off x="3025761" y="2072070"/>
            <a:ext cx="1371569" cy="679450"/>
          </a:xfrm>
          <a:prstGeom prst="roundRect">
            <a:avLst/>
          </a:prstGeom>
          <a:solidFill>
            <a:srgbClr val="CCECFF"/>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zh-CN" altLang="en-US" sz="1800" b="0" i="0" u="none" strike="noStrike" cap="none" normalizeH="0" baseline="0" dirty="0">
              <a:ln>
                <a:noFill/>
              </a:ln>
              <a:solidFill>
                <a:schemeClr val="tx1"/>
              </a:solidFill>
              <a:effectLst/>
              <a:latin typeface="Arial Narrow" panose="020B0606020202030204" pitchFamily="34" charset="0"/>
            </a:endParaRPr>
          </a:p>
        </p:txBody>
      </p:sp>
      <p:sp>
        <p:nvSpPr>
          <p:cNvPr id="72" name="Oval 7">
            <a:extLst>
              <a:ext uri="{FF2B5EF4-FFF2-40B4-BE49-F238E27FC236}">
                <a16:creationId xmlns:a16="http://schemas.microsoft.com/office/drawing/2014/main" id="{41CD9E39-0BB2-4CF4-870E-CF5B9BDF28E5}"/>
              </a:ext>
            </a:extLst>
          </p:cNvPr>
          <p:cNvSpPr>
            <a:spLocks noChangeArrowheads="1"/>
          </p:cNvSpPr>
          <p:nvPr/>
        </p:nvSpPr>
        <p:spPr bwMode="auto">
          <a:xfrm>
            <a:off x="5177611" y="1013880"/>
            <a:ext cx="749300" cy="749300"/>
          </a:xfrm>
          <a:prstGeom prst="ellipse">
            <a:avLst/>
          </a:prstGeom>
          <a:solidFill>
            <a:schemeClr val="bg1"/>
          </a:solidFill>
          <a:ln w="12700">
            <a:solidFill>
              <a:schemeClr val="tx1"/>
            </a:solidFill>
            <a:round/>
            <a:headEnd/>
            <a:tailEnd/>
          </a:ln>
        </p:spPr>
        <p:txBody>
          <a:bodyPr wrap="none" anchor="ctr"/>
          <a:lstStyle>
            <a:lvl1pPr eaLnBrk="0" hangingPunct="0">
              <a:defRPr sz="2400">
                <a:solidFill>
                  <a:schemeClr val="tx1"/>
                </a:solidFill>
                <a:latin typeface="Arial" charset="0"/>
                <a:ea typeface="ＭＳ Ｐゴシック" charset="-128"/>
              </a:defRPr>
            </a:lvl1pPr>
            <a:lvl2pPr marL="742950" indent="-285750" eaLnBrk="0" hangingPunct="0">
              <a:defRPr sz="2400">
                <a:solidFill>
                  <a:schemeClr val="tx1"/>
                </a:solidFill>
                <a:latin typeface="Arial" charset="0"/>
                <a:ea typeface="ＭＳ Ｐゴシック" charset="-128"/>
              </a:defRPr>
            </a:lvl2pPr>
            <a:lvl3pPr marL="1143000" indent="-228600" eaLnBrk="0" hangingPunct="0">
              <a:defRPr sz="2400">
                <a:solidFill>
                  <a:schemeClr val="tx1"/>
                </a:solidFill>
                <a:latin typeface="Arial" charset="0"/>
                <a:ea typeface="ＭＳ Ｐゴシック" charset="-128"/>
              </a:defRPr>
            </a:lvl3pPr>
            <a:lvl4pPr marL="1600200" indent="-228600" eaLnBrk="0" hangingPunct="0">
              <a:defRPr sz="2400">
                <a:solidFill>
                  <a:schemeClr val="tx1"/>
                </a:solidFill>
                <a:latin typeface="Arial" charset="0"/>
                <a:ea typeface="ＭＳ Ｐゴシック" charset="-128"/>
              </a:defRPr>
            </a:lvl4pPr>
            <a:lvl5pPr marL="2057400" indent="-228600" eaLnBrk="0" hangingPunct="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charset="0"/>
              <a:ea typeface="ＭＳ Ｐゴシック" charset="-128"/>
              <a:cs typeface="+mn-cs"/>
            </a:endParaRPr>
          </a:p>
        </p:txBody>
      </p:sp>
      <p:sp>
        <p:nvSpPr>
          <p:cNvPr id="73" name="Line 9">
            <a:extLst>
              <a:ext uri="{FF2B5EF4-FFF2-40B4-BE49-F238E27FC236}">
                <a16:creationId xmlns:a16="http://schemas.microsoft.com/office/drawing/2014/main" id="{3B5D5838-BED1-4543-85BF-E68725F7B89F}"/>
              </a:ext>
            </a:extLst>
          </p:cNvPr>
          <p:cNvSpPr>
            <a:spLocks noChangeShapeType="1"/>
          </p:cNvSpPr>
          <p:nvPr/>
        </p:nvSpPr>
        <p:spPr bwMode="auto">
          <a:xfrm>
            <a:off x="5569723" y="1769611"/>
            <a:ext cx="0" cy="3111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charset="0"/>
              <a:ea typeface="ＭＳ Ｐゴシック" charset="-128"/>
              <a:cs typeface="+mn-cs"/>
            </a:endParaRPr>
          </a:p>
        </p:txBody>
      </p:sp>
      <p:sp>
        <p:nvSpPr>
          <p:cNvPr id="74" name="Line 10">
            <a:extLst>
              <a:ext uri="{FF2B5EF4-FFF2-40B4-BE49-F238E27FC236}">
                <a16:creationId xmlns:a16="http://schemas.microsoft.com/office/drawing/2014/main" id="{68570B5F-8237-4B27-8B33-6CB70A53B906}"/>
              </a:ext>
            </a:extLst>
          </p:cNvPr>
          <p:cNvSpPr>
            <a:spLocks noChangeShapeType="1"/>
          </p:cNvSpPr>
          <p:nvPr/>
        </p:nvSpPr>
        <p:spPr bwMode="auto">
          <a:xfrm>
            <a:off x="5569723" y="2760211"/>
            <a:ext cx="0" cy="36830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charset="0"/>
              <a:ea typeface="ＭＳ Ｐゴシック" charset="-128"/>
              <a:cs typeface="+mn-cs"/>
            </a:endParaRPr>
          </a:p>
        </p:txBody>
      </p:sp>
      <p:sp>
        <p:nvSpPr>
          <p:cNvPr id="75" name="Rectangle 13">
            <a:extLst>
              <a:ext uri="{FF2B5EF4-FFF2-40B4-BE49-F238E27FC236}">
                <a16:creationId xmlns:a16="http://schemas.microsoft.com/office/drawing/2014/main" id="{7325B334-2C11-449E-9916-501898389F77}"/>
              </a:ext>
            </a:extLst>
          </p:cNvPr>
          <p:cNvSpPr>
            <a:spLocks noChangeArrowheads="1"/>
          </p:cNvSpPr>
          <p:nvPr/>
        </p:nvSpPr>
        <p:spPr bwMode="auto">
          <a:xfrm>
            <a:off x="5238242" y="1182195"/>
            <a:ext cx="593112" cy="3667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eaLnBrk="0" hangingPunct="0">
              <a:defRPr sz="2400">
                <a:solidFill>
                  <a:schemeClr val="tx1"/>
                </a:solidFill>
                <a:latin typeface="Arial" charset="0"/>
                <a:ea typeface="ＭＳ Ｐゴシック" charset="-128"/>
              </a:defRPr>
            </a:lvl1pPr>
            <a:lvl2pPr marL="742950" indent="-285750" eaLnBrk="0" hangingPunct="0">
              <a:defRPr sz="2400">
                <a:solidFill>
                  <a:schemeClr val="tx1"/>
                </a:solidFill>
                <a:latin typeface="Arial" charset="0"/>
                <a:ea typeface="ＭＳ Ｐゴシック" charset="-128"/>
              </a:defRPr>
            </a:lvl2pPr>
            <a:lvl3pPr marL="1143000" indent="-228600" eaLnBrk="0" hangingPunct="0">
              <a:defRPr sz="2400">
                <a:solidFill>
                  <a:schemeClr val="tx1"/>
                </a:solidFill>
                <a:latin typeface="Arial" charset="0"/>
                <a:ea typeface="ＭＳ Ｐゴシック" charset="-128"/>
              </a:defRPr>
            </a:lvl3pPr>
            <a:lvl4pPr marL="1600200" indent="-228600" eaLnBrk="0" hangingPunct="0">
              <a:defRPr sz="2400">
                <a:solidFill>
                  <a:schemeClr val="tx1"/>
                </a:solidFill>
                <a:latin typeface="Arial" charset="0"/>
                <a:ea typeface="ＭＳ Ｐゴシック" charset="-128"/>
              </a:defRPr>
            </a:lvl4pPr>
            <a:lvl5pPr marL="2057400" indent="-228600" eaLnBrk="0" hangingPunct="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dirty="0">
                <a:ln>
                  <a:noFill/>
                </a:ln>
                <a:solidFill>
                  <a:srgbClr val="000000"/>
                </a:solidFill>
                <a:effectLst/>
                <a:uLnTx/>
                <a:uFillTx/>
                <a:latin typeface="Arial Narrow" panose="020B0606020202030204" pitchFamily="34" charset="0"/>
              </a:rPr>
              <a:t>Core</a:t>
            </a:r>
          </a:p>
        </p:txBody>
      </p:sp>
      <p:sp>
        <p:nvSpPr>
          <p:cNvPr id="76" name="矩形 75">
            <a:extLst>
              <a:ext uri="{FF2B5EF4-FFF2-40B4-BE49-F238E27FC236}">
                <a16:creationId xmlns:a16="http://schemas.microsoft.com/office/drawing/2014/main" id="{9EDEF3E5-65FA-45F3-951F-3DAFB02C94A1}"/>
              </a:ext>
            </a:extLst>
          </p:cNvPr>
          <p:cNvSpPr/>
          <p:nvPr/>
        </p:nvSpPr>
        <p:spPr>
          <a:xfrm>
            <a:off x="3653612" y="1749895"/>
            <a:ext cx="1066799" cy="307777"/>
          </a:xfrm>
          <a:prstGeom prst="rect">
            <a:avLst/>
          </a:prstGeom>
        </p:spPr>
        <p:txBody>
          <a:bodyPr wrap="square">
            <a:spAutoFit/>
          </a:bodyPr>
          <a:lstStyle/>
          <a:p>
            <a:r>
              <a:rPr lang="en-US" altLang="en-US" sz="1400" b="1" dirty="0">
                <a:solidFill>
                  <a:schemeClr val="accent2"/>
                </a:solidFill>
                <a:latin typeface="Arial Narrow" panose="020B0606020202030204" pitchFamily="34" charset="0"/>
              </a:rPr>
              <a:t>CPU action</a:t>
            </a:r>
            <a:endParaRPr lang="zh-CN" altLang="en-US" sz="1400" dirty="0">
              <a:solidFill>
                <a:schemeClr val="accent2"/>
              </a:solidFill>
            </a:endParaRPr>
          </a:p>
        </p:txBody>
      </p:sp>
      <p:sp>
        <p:nvSpPr>
          <p:cNvPr id="77" name="矩形 76">
            <a:extLst>
              <a:ext uri="{FF2B5EF4-FFF2-40B4-BE49-F238E27FC236}">
                <a16:creationId xmlns:a16="http://schemas.microsoft.com/office/drawing/2014/main" id="{21E5251A-A363-461C-9DC6-C9CE986B96BD}"/>
              </a:ext>
            </a:extLst>
          </p:cNvPr>
          <p:cNvSpPr/>
          <p:nvPr/>
        </p:nvSpPr>
        <p:spPr>
          <a:xfrm>
            <a:off x="3653612" y="2800946"/>
            <a:ext cx="1066799" cy="307777"/>
          </a:xfrm>
          <a:prstGeom prst="rect">
            <a:avLst/>
          </a:prstGeom>
        </p:spPr>
        <p:txBody>
          <a:bodyPr wrap="square">
            <a:spAutoFit/>
          </a:bodyPr>
          <a:lstStyle/>
          <a:p>
            <a:r>
              <a:rPr lang="en-US" altLang="en-US" sz="1400" b="1" dirty="0">
                <a:solidFill>
                  <a:srgbClr val="92D050"/>
                </a:solidFill>
                <a:latin typeface="Arial Narrow" panose="020B0606020202030204" pitchFamily="34" charset="0"/>
              </a:rPr>
              <a:t>Bus action</a:t>
            </a:r>
            <a:endParaRPr lang="zh-CN" altLang="en-US" sz="1400" dirty="0">
              <a:solidFill>
                <a:srgbClr val="92D050"/>
              </a:solidFill>
            </a:endParaRPr>
          </a:p>
        </p:txBody>
      </p:sp>
      <p:sp>
        <p:nvSpPr>
          <p:cNvPr id="78" name="矩形 77">
            <a:extLst>
              <a:ext uri="{FF2B5EF4-FFF2-40B4-BE49-F238E27FC236}">
                <a16:creationId xmlns:a16="http://schemas.microsoft.com/office/drawing/2014/main" id="{B22C4E31-9354-45D4-923B-82884D9EC8E4}"/>
              </a:ext>
            </a:extLst>
          </p:cNvPr>
          <p:cNvSpPr/>
          <p:nvPr/>
        </p:nvSpPr>
        <p:spPr>
          <a:xfrm>
            <a:off x="5526254" y="1768082"/>
            <a:ext cx="1066799" cy="307777"/>
          </a:xfrm>
          <a:prstGeom prst="rect">
            <a:avLst/>
          </a:prstGeom>
        </p:spPr>
        <p:txBody>
          <a:bodyPr wrap="square">
            <a:spAutoFit/>
          </a:bodyPr>
          <a:lstStyle/>
          <a:p>
            <a:r>
              <a:rPr lang="en-US" altLang="en-US" sz="1400" b="1" dirty="0">
                <a:solidFill>
                  <a:schemeClr val="accent2"/>
                </a:solidFill>
                <a:latin typeface="Arial Narrow" panose="020B0606020202030204" pitchFamily="34" charset="0"/>
              </a:rPr>
              <a:t>CPU action</a:t>
            </a:r>
            <a:endParaRPr lang="zh-CN" altLang="en-US" sz="1400" dirty="0">
              <a:solidFill>
                <a:schemeClr val="accent2"/>
              </a:solidFill>
            </a:endParaRPr>
          </a:p>
        </p:txBody>
      </p:sp>
      <p:sp>
        <p:nvSpPr>
          <p:cNvPr id="79" name="矩形 78">
            <a:extLst>
              <a:ext uri="{FF2B5EF4-FFF2-40B4-BE49-F238E27FC236}">
                <a16:creationId xmlns:a16="http://schemas.microsoft.com/office/drawing/2014/main" id="{E6AC795D-FC33-4DBC-BDE3-0FEE466ED3C8}"/>
              </a:ext>
            </a:extLst>
          </p:cNvPr>
          <p:cNvSpPr/>
          <p:nvPr/>
        </p:nvSpPr>
        <p:spPr>
          <a:xfrm>
            <a:off x="5526255" y="2800946"/>
            <a:ext cx="1066799" cy="307777"/>
          </a:xfrm>
          <a:prstGeom prst="rect">
            <a:avLst/>
          </a:prstGeom>
        </p:spPr>
        <p:txBody>
          <a:bodyPr wrap="square">
            <a:spAutoFit/>
          </a:bodyPr>
          <a:lstStyle/>
          <a:p>
            <a:r>
              <a:rPr lang="en-US" altLang="en-US" sz="1400" b="1" dirty="0">
                <a:solidFill>
                  <a:srgbClr val="92D050"/>
                </a:solidFill>
                <a:latin typeface="Arial Narrow" panose="020B0606020202030204" pitchFamily="34" charset="0"/>
              </a:rPr>
              <a:t>Bus action</a:t>
            </a:r>
            <a:endParaRPr lang="zh-CN" altLang="en-US" sz="1400" dirty="0">
              <a:solidFill>
                <a:srgbClr val="92D050"/>
              </a:solidFill>
            </a:endParaRPr>
          </a:p>
        </p:txBody>
      </p:sp>
      <p:sp>
        <p:nvSpPr>
          <p:cNvPr id="80" name="矩形 79">
            <a:extLst>
              <a:ext uri="{FF2B5EF4-FFF2-40B4-BE49-F238E27FC236}">
                <a16:creationId xmlns:a16="http://schemas.microsoft.com/office/drawing/2014/main" id="{7CD3EA7F-7201-4C85-9E1D-B725A8499E94}"/>
              </a:ext>
            </a:extLst>
          </p:cNvPr>
          <p:cNvSpPr/>
          <p:nvPr/>
        </p:nvSpPr>
        <p:spPr>
          <a:xfrm>
            <a:off x="3070208" y="2157190"/>
            <a:ext cx="673100" cy="523220"/>
          </a:xfrm>
          <a:prstGeom prst="rect">
            <a:avLst/>
          </a:prstGeom>
          <a:ln w="19050">
            <a:solidFill>
              <a:schemeClr val="tx1"/>
            </a:solidFill>
          </a:ln>
        </p:spPr>
        <p:txBody>
          <a:bodyPr wrap="square">
            <a:spAutoFit/>
          </a:bodyPr>
          <a:lstStyle/>
          <a:p>
            <a:pPr algn="ctr"/>
            <a:r>
              <a:rPr lang="en-US" altLang="en-US" sz="1400" dirty="0">
                <a:solidFill>
                  <a:srgbClr val="000000"/>
                </a:solidFill>
                <a:latin typeface="Arial Narrow" panose="020B0606020202030204" pitchFamily="34" charset="0"/>
              </a:rPr>
              <a:t>Cache blocks</a:t>
            </a:r>
            <a:endParaRPr lang="zh-CN" altLang="en-US" sz="1400" dirty="0"/>
          </a:p>
        </p:txBody>
      </p:sp>
      <p:sp>
        <p:nvSpPr>
          <p:cNvPr id="81" name="矩形 80">
            <a:extLst>
              <a:ext uri="{FF2B5EF4-FFF2-40B4-BE49-F238E27FC236}">
                <a16:creationId xmlns:a16="http://schemas.microsoft.com/office/drawing/2014/main" id="{C711DF37-BF5F-4939-A09F-D1D341A6DF4C}"/>
              </a:ext>
            </a:extLst>
          </p:cNvPr>
          <p:cNvSpPr/>
          <p:nvPr/>
        </p:nvSpPr>
        <p:spPr>
          <a:xfrm>
            <a:off x="3787755" y="2257906"/>
            <a:ext cx="533400" cy="307777"/>
          </a:xfrm>
          <a:prstGeom prst="rect">
            <a:avLst/>
          </a:prstGeom>
          <a:ln w="15875" cmpd="sng">
            <a:solidFill>
              <a:schemeClr val="tx1"/>
            </a:solidFill>
          </a:ln>
        </p:spPr>
        <p:txBody>
          <a:bodyPr wrap="square">
            <a:spAutoFit/>
          </a:bodyPr>
          <a:lstStyle/>
          <a:p>
            <a:pPr algn="ctr"/>
            <a:r>
              <a:rPr lang="en-US" altLang="en-US" sz="1400" dirty="0">
                <a:solidFill>
                  <a:srgbClr val="000000"/>
                </a:solidFill>
                <a:latin typeface="Arial Narrow" panose="020B0606020202030204" pitchFamily="34" charset="0"/>
              </a:rPr>
              <a:t>Tags</a:t>
            </a:r>
            <a:endParaRPr lang="zh-CN" altLang="en-US" sz="1400" dirty="0"/>
          </a:p>
        </p:txBody>
      </p:sp>
      <p:sp>
        <p:nvSpPr>
          <p:cNvPr id="82" name="矩形: 圆角 81">
            <a:extLst>
              <a:ext uri="{FF2B5EF4-FFF2-40B4-BE49-F238E27FC236}">
                <a16:creationId xmlns:a16="http://schemas.microsoft.com/office/drawing/2014/main" id="{E7267A33-DB8B-4A2C-8BF8-6EA265BBFEE2}"/>
              </a:ext>
            </a:extLst>
          </p:cNvPr>
          <p:cNvSpPr/>
          <p:nvPr/>
        </p:nvSpPr>
        <p:spPr bwMode="auto">
          <a:xfrm>
            <a:off x="4883938" y="2088559"/>
            <a:ext cx="1371569" cy="679450"/>
          </a:xfrm>
          <a:prstGeom prst="roundRect">
            <a:avLst/>
          </a:prstGeom>
          <a:solidFill>
            <a:srgbClr val="CCECFF"/>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zh-CN" altLang="en-US" sz="1800" b="0" i="0" u="none" strike="noStrike" cap="none" normalizeH="0" baseline="0" dirty="0">
              <a:ln>
                <a:noFill/>
              </a:ln>
              <a:solidFill>
                <a:schemeClr val="tx1"/>
              </a:solidFill>
              <a:effectLst/>
              <a:latin typeface="Arial Narrow" panose="020B0606020202030204" pitchFamily="34" charset="0"/>
            </a:endParaRPr>
          </a:p>
        </p:txBody>
      </p:sp>
      <p:sp>
        <p:nvSpPr>
          <p:cNvPr id="83" name="矩形 82">
            <a:extLst>
              <a:ext uri="{FF2B5EF4-FFF2-40B4-BE49-F238E27FC236}">
                <a16:creationId xmlns:a16="http://schemas.microsoft.com/office/drawing/2014/main" id="{0609948D-EC11-4A1B-9BEA-C1E4F1651B73}"/>
              </a:ext>
            </a:extLst>
          </p:cNvPr>
          <p:cNvSpPr/>
          <p:nvPr/>
        </p:nvSpPr>
        <p:spPr>
          <a:xfrm>
            <a:off x="4928385" y="2173679"/>
            <a:ext cx="673100" cy="523220"/>
          </a:xfrm>
          <a:prstGeom prst="rect">
            <a:avLst/>
          </a:prstGeom>
          <a:ln w="19050">
            <a:solidFill>
              <a:schemeClr val="tx1"/>
            </a:solidFill>
          </a:ln>
        </p:spPr>
        <p:txBody>
          <a:bodyPr wrap="square">
            <a:spAutoFit/>
          </a:bodyPr>
          <a:lstStyle/>
          <a:p>
            <a:pPr algn="ctr"/>
            <a:r>
              <a:rPr lang="en-US" altLang="en-US" sz="1400" dirty="0">
                <a:solidFill>
                  <a:srgbClr val="000000"/>
                </a:solidFill>
                <a:latin typeface="Arial Narrow" panose="020B0606020202030204" pitchFamily="34" charset="0"/>
              </a:rPr>
              <a:t>Cache blocks</a:t>
            </a:r>
            <a:endParaRPr lang="zh-CN" altLang="en-US" sz="1400" dirty="0"/>
          </a:p>
        </p:txBody>
      </p:sp>
      <p:sp>
        <p:nvSpPr>
          <p:cNvPr id="84" name="矩形 83">
            <a:extLst>
              <a:ext uri="{FF2B5EF4-FFF2-40B4-BE49-F238E27FC236}">
                <a16:creationId xmlns:a16="http://schemas.microsoft.com/office/drawing/2014/main" id="{9A3CBBD7-FB7A-423C-A316-A0D6E9F019D6}"/>
              </a:ext>
            </a:extLst>
          </p:cNvPr>
          <p:cNvSpPr/>
          <p:nvPr/>
        </p:nvSpPr>
        <p:spPr>
          <a:xfrm>
            <a:off x="5645932" y="2274395"/>
            <a:ext cx="533400" cy="307777"/>
          </a:xfrm>
          <a:prstGeom prst="rect">
            <a:avLst/>
          </a:prstGeom>
          <a:ln w="15875" cmpd="sng">
            <a:solidFill>
              <a:schemeClr val="tx1"/>
            </a:solidFill>
          </a:ln>
        </p:spPr>
        <p:txBody>
          <a:bodyPr wrap="square">
            <a:spAutoFit/>
          </a:bodyPr>
          <a:lstStyle/>
          <a:p>
            <a:pPr algn="ctr"/>
            <a:r>
              <a:rPr lang="en-US" altLang="en-US" sz="1400" dirty="0">
                <a:solidFill>
                  <a:srgbClr val="000000"/>
                </a:solidFill>
                <a:latin typeface="Arial Narrow" panose="020B0606020202030204" pitchFamily="34" charset="0"/>
              </a:rPr>
              <a:t>Tags</a:t>
            </a:r>
            <a:endParaRPr lang="zh-CN" altLang="en-US" sz="1400" dirty="0"/>
          </a:p>
        </p:txBody>
      </p:sp>
      <p:sp>
        <p:nvSpPr>
          <p:cNvPr id="85" name="Rectangle">
            <a:extLst>
              <a:ext uri="{FF2B5EF4-FFF2-40B4-BE49-F238E27FC236}">
                <a16:creationId xmlns:a16="http://schemas.microsoft.com/office/drawing/2014/main" id="{34394321-B1A3-4469-BF59-FF03364058C9}"/>
              </a:ext>
            </a:extLst>
          </p:cNvPr>
          <p:cNvSpPr/>
          <p:nvPr/>
        </p:nvSpPr>
        <p:spPr>
          <a:xfrm>
            <a:off x="2943215" y="3922009"/>
            <a:ext cx="3401989" cy="640855"/>
          </a:xfrm>
          <a:prstGeom prst="rect">
            <a:avLst/>
          </a:prstGeom>
          <a:solidFill>
            <a:srgbClr val="FFFFFF">
              <a:alpha val="84174"/>
            </a:srgbClr>
          </a:solidFill>
          <a:ln w="12700">
            <a:miter lim="400000"/>
          </a:ln>
        </p:spPr>
        <p:txBody>
          <a:bodyPr lIns="45719" rIns="45719" anchor="ctr"/>
          <a:lstStyle/>
          <a:p>
            <a:endParaRPr/>
          </a:p>
        </p:txBody>
      </p:sp>
      <p:sp>
        <p:nvSpPr>
          <p:cNvPr id="86" name="Rectangle">
            <a:extLst>
              <a:ext uri="{FF2B5EF4-FFF2-40B4-BE49-F238E27FC236}">
                <a16:creationId xmlns:a16="http://schemas.microsoft.com/office/drawing/2014/main" id="{30E4483F-3015-4FCD-B19A-0578BA480F0A}"/>
              </a:ext>
            </a:extLst>
          </p:cNvPr>
          <p:cNvSpPr/>
          <p:nvPr/>
        </p:nvSpPr>
        <p:spPr>
          <a:xfrm>
            <a:off x="2971800" y="914400"/>
            <a:ext cx="3554392" cy="1882538"/>
          </a:xfrm>
          <a:prstGeom prst="rect">
            <a:avLst/>
          </a:prstGeom>
          <a:solidFill>
            <a:srgbClr val="FFFFFF">
              <a:alpha val="84174"/>
            </a:srgbClr>
          </a:solidFill>
          <a:ln w="12700">
            <a:miter lim="400000"/>
          </a:ln>
        </p:spPr>
        <p:txBody>
          <a:bodyPr lIns="45719" rIns="45719" anchor="ctr"/>
          <a:lstStyle/>
          <a:p>
            <a:endParaRPr/>
          </a:p>
        </p:txBody>
      </p:sp>
      <p:sp>
        <p:nvSpPr>
          <p:cNvPr id="35" name="Content Placeholder 2">
            <a:extLst>
              <a:ext uri="{FF2B5EF4-FFF2-40B4-BE49-F238E27FC236}">
                <a16:creationId xmlns:a16="http://schemas.microsoft.com/office/drawing/2014/main" id="{7824F0CD-2C0D-4F18-9DD9-D4393568B5EE}"/>
              </a:ext>
            </a:extLst>
          </p:cNvPr>
          <p:cNvSpPr>
            <a:spLocks noGrp="1"/>
          </p:cNvSpPr>
          <p:nvPr>
            <p:ph idx="1"/>
          </p:nvPr>
        </p:nvSpPr>
        <p:spPr>
          <a:xfrm>
            <a:off x="-19493" y="4333834"/>
            <a:ext cx="8744577" cy="2143166"/>
          </a:xfrm>
        </p:spPr>
        <p:txBody>
          <a:bodyPr/>
          <a:lstStyle/>
          <a:p>
            <a:r>
              <a:rPr lang="en-US" altLang="zh-CN" dirty="0">
                <a:solidFill>
                  <a:srgbClr val="0432FF"/>
                </a:solidFill>
                <a:ea typeface="ＭＳ Ｐゴシック" charset="-128"/>
              </a:rPr>
              <a:t>Bus-based protocol:</a:t>
            </a:r>
          </a:p>
          <a:p>
            <a:pPr lvl="1"/>
            <a:r>
              <a:rPr lang="en-US" altLang="en-US" dirty="0">
                <a:ea typeface="ＭＳ Ｐゴシック" charset="-128"/>
              </a:rPr>
              <a:t>1, A cache arbitrates for bus access, waiting until 2 happens</a:t>
            </a:r>
          </a:p>
          <a:p>
            <a:pPr lvl="1"/>
            <a:r>
              <a:rPr lang="en-US" altLang="zh-CN" dirty="0">
                <a:ea typeface="ＭＳ Ｐゴシック" charset="-128"/>
              </a:rPr>
              <a:t>2, </a:t>
            </a:r>
            <a:r>
              <a:rPr lang="en-US" altLang="en-US" dirty="0">
                <a:ea typeface="ＭＳ Ｐゴシック" charset="-128"/>
              </a:rPr>
              <a:t>A cache is </a:t>
            </a:r>
            <a:r>
              <a:rPr lang="en-US" altLang="en-US" dirty="0">
                <a:solidFill>
                  <a:schemeClr val="bg1">
                    <a:lumMod val="50000"/>
                  </a:schemeClr>
                </a:solidFill>
                <a:ea typeface="ＭＳ Ｐゴシック" charset="-128"/>
              </a:rPr>
              <a:t>granted bus </a:t>
            </a:r>
            <a:r>
              <a:rPr lang="en-US" altLang="en-US" dirty="0">
                <a:ea typeface="ＭＳ Ｐゴシック" charset="-128"/>
              </a:rPr>
              <a:t>access</a:t>
            </a:r>
          </a:p>
          <a:p>
            <a:pPr lvl="1"/>
            <a:r>
              <a:rPr lang="en-US" altLang="zh-CN" dirty="0">
                <a:ea typeface="ＭＳ Ｐゴシック" charset="-128"/>
              </a:rPr>
              <a:t>3, </a:t>
            </a:r>
            <a:r>
              <a:rPr lang="en-US" altLang="en-US" dirty="0">
                <a:ea typeface="ＭＳ Ｐゴシック" charset="-128"/>
              </a:rPr>
              <a:t>A cache</a:t>
            </a:r>
            <a:r>
              <a:rPr lang="en-US" altLang="zh-CN" dirty="0">
                <a:ea typeface="ＭＳ Ｐゴシック" charset="-128"/>
              </a:rPr>
              <a:t> places </a:t>
            </a:r>
            <a:r>
              <a:rPr lang="en-US" altLang="zh-CN" dirty="0">
                <a:solidFill>
                  <a:schemeClr val="bg1">
                    <a:lumMod val="50000"/>
                  </a:schemeClr>
                </a:solidFill>
                <a:ea typeface="ＭＳ Ｐゴシック" charset="-128"/>
              </a:rPr>
              <a:t>command</a:t>
            </a:r>
            <a:r>
              <a:rPr lang="en-US" altLang="zh-CN" dirty="0">
                <a:ea typeface="ＭＳ Ｐゴシック" charset="-128"/>
              </a:rPr>
              <a:t> on bus, waiting until 4 happens</a:t>
            </a:r>
          </a:p>
          <a:p>
            <a:pPr lvl="1"/>
            <a:r>
              <a:rPr lang="en-US" altLang="zh-CN" dirty="0">
                <a:ea typeface="ＭＳ Ｐゴシック" charset="-128"/>
              </a:rPr>
              <a:t>4, Other </a:t>
            </a:r>
            <a:r>
              <a:rPr lang="en-US" altLang="en-US" dirty="0">
                <a:ea typeface="ＭＳ Ｐゴシック" charset="-128"/>
              </a:rPr>
              <a:t>caches</a:t>
            </a:r>
            <a:r>
              <a:rPr lang="en-US" altLang="zh-CN" dirty="0">
                <a:ea typeface="ＭＳ Ｐゴシック" charset="-128"/>
              </a:rPr>
              <a:t> place </a:t>
            </a:r>
            <a:r>
              <a:rPr lang="en-US" altLang="zh-CN" dirty="0">
                <a:solidFill>
                  <a:schemeClr val="bg1">
                    <a:lumMod val="50000"/>
                  </a:schemeClr>
                </a:solidFill>
                <a:ea typeface="ＭＳ Ｐゴシック" charset="-128"/>
              </a:rPr>
              <a:t>responses</a:t>
            </a:r>
            <a:r>
              <a:rPr lang="en-US" altLang="zh-CN" dirty="0">
                <a:ea typeface="ＭＳ Ｐゴシック" charset="-128"/>
              </a:rPr>
              <a:t> on bus</a:t>
            </a:r>
          </a:p>
          <a:p>
            <a:pPr lvl="1"/>
            <a:endParaRPr lang="en-US" altLang="zh-CN" dirty="0">
              <a:ea typeface="ＭＳ Ｐゴシック" charset="-128"/>
            </a:endParaRPr>
          </a:p>
          <a:p>
            <a:pPr marL="344487" lvl="1" indent="0">
              <a:buNone/>
            </a:pPr>
            <a:endParaRPr lang="en-US" altLang="zh-CN" dirty="0">
              <a:ea typeface="ＭＳ Ｐゴシック" charset="-128"/>
            </a:endParaRPr>
          </a:p>
          <a:p>
            <a:pPr lvl="2"/>
            <a:endParaRPr lang="en-US" altLang="zh-CN" dirty="0">
              <a:ea typeface="ＭＳ Ｐゴシック" charset="-128"/>
            </a:endParaRPr>
          </a:p>
        </p:txBody>
      </p:sp>
    </p:spTree>
    <p:extLst>
      <p:ext uri="{BB962C8B-B14F-4D97-AF65-F5344CB8AC3E}">
        <p14:creationId xmlns:p14="http://schemas.microsoft.com/office/powerpoint/2010/main" val="1104131892"/>
      </p:ext>
    </p:extLst>
  </p:cSld>
  <p:clrMapOvr>
    <a:masterClrMapping/>
  </p:clrMapOvr>
  <p:transition/>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5" name="Title 1"/>
          <p:cNvSpPr>
            <a:spLocks noGrp="1"/>
          </p:cNvSpPr>
          <p:nvPr>
            <p:ph type="title"/>
          </p:nvPr>
        </p:nvSpPr>
        <p:spPr>
          <a:xfrm>
            <a:off x="38100" y="197879"/>
            <a:ext cx="9067800" cy="1066800"/>
          </a:xfrm>
        </p:spPr>
        <p:txBody>
          <a:bodyPr/>
          <a:lstStyle/>
          <a:p>
            <a:r>
              <a:rPr lang="en-US" altLang="en-US" dirty="0">
                <a:ea typeface="ＭＳ Ｐゴシック" charset="-128"/>
              </a:rPr>
              <a:t>Cache Interconnect: Switch-based Protocol</a:t>
            </a:r>
          </a:p>
        </p:txBody>
      </p:sp>
      <p:sp>
        <p:nvSpPr>
          <p:cNvPr id="62" name="Oval 7">
            <a:extLst>
              <a:ext uri="{FF2B5EF4-FFF2-40B4-BE49-F238E27FC236}">
                <a16:creationId xmlns:a16="http://schemas.microsoft.com/office/drawing/2014/main" id="{C3FD745C-6FD2-49C8-8581-9947D0A0173E}"/>
              </a:ext>
            </a:extLst>
          </p:cNvPr>
          <p:cNvSpPr>
            <a:spLocks noChangeArrowheads="1"/>
          </p:cNvSpPr>
          <p:nvPr/>
        </p:nvSpPr>
        <p:spPr bwMode="auto">
          <a:xfrm>
            <a:off x="3325792" y="1005189"/>
            <a:ext cx="749300" cy="749300"/>
          </a:xfrm>
          <a:prstGeom prst="ellipse">
            <a:avLst/>
          </a:prstGeom>
          <a:solidFill>
            <a:schemeClr val="bg1"/>
          </a:solidFill>
          <a:ln w="12700">
            <a:solidFill>
              <a:schemeClr val="tx1"/>
            </a:solidFill>
            <a:round/>
            <a:headEnd/>
            <a:tailEnd/>
          </a:ln>
        </p:spPr>
        <p:txBody>
          <a:bodyPr wrap="none" anchor="ctr"/>
          <a:lstStyle>
            <a:lvl1pPr eaLnBrk="0" hangingPunct="0">
              <a:defRPr sz="2400">
                <a:solidFill>
                  <a:schemeClr val="tx1"/>
                </a:solidFill>
                <a:latin typeface="Arial" charset="0"/>
                <a:ea typeface="ＭＳ Ｐゴシック" charset="-128"/>
              </a:defRPr>
            </a:lvl1pPr>
            <a:lvl2pPr marL="742950" indent="-285750" eaLnBrk="0" hangingPunct="0">
              <a:defRPr sz="2400">
                <a:solidFill>
                  <a:schemeClr val="tx1"/>
                </a:solidFill>
                <a:latin typeface="Arial" charset="0"/>
                <a:ea typeface="ＭＳ Ｐゴシック" charset="-128"/>
              </a:defRPr>
            </a:lvl2pPr>
            <a:lvl3pPr marL="1143000" indent="-228600" eaLnBrk="0" hangingPunct="0">
              <a:defRPr sz="2400">
                <a:solidFill>
                  <a:schemeClr val="tx1"/>
                </a:solidFill>
                <a:latin typeface="Arial" charset="0"/>
                <a:ea typeface="ＭＳ Ｐゴシック" charset="-128"/>
              </a:defRPr>
            </a:lvl3pPr>
            <a:lvl4pPr marL="1600200" indent="-228600" eaLnBrk="0" hangingPunct="0">
              <a:defRPr sz="2400">
                <a:solidFill>
                  <a:schemeClr val="tx1"/>
                </a:solidFill>
                <a:latin typeface="Arial" charset="0"/>
                <a:ea typeface="ＭＳ Ｐゴシック" charset="-128"/>
              </a:defRPr>
            </a:lvl4pPr>
            <a:lvl5pPr marL="2057400" indent="-228600" eaLnBrk="0" hangingPunct="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charset="0"/>
              <a:ea typeface="ＭＳ Ｐゴシック" charset="-128"/>
              <a:cs typeface="+mn-cs"/>
            </a:endParaRPr>
          </a:p>
        </p:txBody>
      </p:sp>
      <p:sp>
        <p:nvSpPr>
          <p:cNvPr id="63" name="Line 9">
            <a:extLst>
              <a:ext uri="{FF2B5EF4-FFF2-40B4-BE49-F238E27FC236}">
                <a16:creationId xmlns:a16="http://schemas.microsoft.com/office/drawing/2014/main" id="{8D004B49-60EF-4C3B-B44D-B0F18B1C6733}"/>
              </a:ext>
            </a:extLst>
          </p:cNvPr>
          <p:cNvSpPr>
            <a:spLocks noChangeShapeType="1"/>
          </p:cNvSpPr>
          <p:nvPr/>
        </p:nvSpPr>
        <p:spPr bwMode="auto">
          <a:xfrm>
            <a:off x="3717904" y="1760920"/>
            <a:ext cx="0" cy="3111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charset="0"/>
              <a:ea typeface="ＭＳ Ｐゴシック" charset="-128"/>
              <a:cs typeface="+mn-cs"/>
            </a:endParaRPr>
          </a:p>
        </p:txBody>
      </p:sp>
      <p:sp>
        <p:nvSpPr>
          <p:cNvPr id="64" name="Line 10">
            <a:extLst>
              <a:ext uri="{FF2B5EF4-FFF2-40B4-BE49-F238E27FC236}">
                <a16:creationId xmlns:a16="http://schemas.microsoft.com/office/drawing/2014/main" id="{78F93EC4-754D-4E17-9CA2-8EBF58ACABE6}"/>
              </a:ext>
            </a:extLst>
          </p:cNvPr>
          <p:cNvSpPr>
            <a:spLocks noChangeShapeType="1"/>
          </p:cNvSpPr>
          <p:nvPr/>
        </p:nvSpPr>
        <p:spPr bwMode="auto">
          <a:xfrm>
            <a:off x="3717904" y="2751520"/>
            <a:ext cx="0" cy="36830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charset="0"/>
              <a:ea typeface="ＭＳ Ｐゴシック" charset="-128"/>
              <a:cs typeface="+mn-cs"/>
            </a:endParaRPr>
          </a:p>
        </p:txBody>
      </p:sp>
      <p:sp>
        <p:nvSpPr>
          <p:cNvPr id="65" name="Rectangle 11">
            <a:extLst>
              <a:ext uri="{FF2B5EF4-FFF2-40B4-BE49-F238E27FC236}">
                <a16:creationId xmlns:a16="http://schemas.microsoft.com/office/drawing/2014/main" id="{2FAB76D7-1805-492E-B58B-4C7C7D98E6C7}"/>
              </a:ext>
            </a:extLst>
          </p:cNvPr>
          <p:cNvSpPr>
            <a:spLocks noChangeArrowheads="1"/>
          </p:cNvSpPr>
          <p:nvPr/>
        </p:nvSpPr>
        <p:spPr bwMode="auto">
          <a:xfrm>
            <a:off x="3205143" y="4094296"/>
            <a:ext cx="2897184" cy="461663"/>
          </a:xfrm>
          <a:prstGeom prst="rect">
            <a:avLst/>
          </a:prstGeom>
          <a:solidFill>
            <a:schemeClr val="bg1">
              <a:lumMod val="95000"/>
            </a:schemeClr>
          </a:solidFill>
          <a:ln w="25400">
            <a:solidFill>
              <a:schemeClr val="tx1"/>
            </a:solidFill>
            <a:miter lim="800000"/>
            <a:headEnd/>
            <a:tailEnd/>
          </a:ln>
        </p:spPr>
        <p:txBody>
          <a:bodyPr wrap="none" anchor="ctr"/>
          <a:lstStyle>
            <a:lvl1pPr eaLnBrk="0" hangingPunct="0">
              <a:defRPr sz="2400">
                <a:solidFill>
                  <a:schemeClr val="tx1"/>
                </a:solidFill>
                <a:latin typeface="Arial" charset="0"/>
                <a:ea typeface="ＭＳ Ｐゴシック" charset="-128"/>
              </a:defRPr>
            </a:lvl1pPr>
            <a:lvl2pPr marL="742950" indent="-285750" eaLnBrk="0" hangingPunct="0">
              <a:defRPr sz="2400">
                <a:solidFill>
                  <a:schemeClr val="tx1"/>
                </a:solidFill>
                <a:latin typeface="Arial" charset="0"/>
                <a:ea typeface="ＭＳ Ｐゴシック" charset="-128"/>
              </a:defRPr>
            </a:lvl2pPr>
            <a:lvl3pPr marL="1143000" indent="-228600" eaLnBrk="0" hangingPunct="0">
              <a:defRPr sz="2400">
                <a:solidFill>
                  <a:schemeClr val="tx1"/>
                </a:solidFill>
                <a:latin typeface="Arial" charset="0"/>
                <a:ea typeface="ＭＳ Ｐゴシック" charset="-128"/>
              </a:defRPr>
            </a:lvl3pPr>
            <a:lvl4pPr marL="1600200" indent="-228600" eaLnBrk="0" hangingPunct="0">
              <a:defRPr sz="2400">
                <a:solidFill>
                  <a:schemeClr val="tx1"/>
                </a:solidFill>
                <a:latin typeface="Arial" charset="0"/>
                <a:ea typeface="ＭＳ Ｐゴシック" charset="-128"/>
              </a:defRPr>
            </a:lvl4pPr>
            <a:lvl5pPr marL="2057400" indent="-228600" eaLnBrk="0" hangingPunct="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charset="0"/>
              <a:ea typeface="ＭＳ Ｐゴシック" charset="-128"/>
              <a:cs typeface="+mn-cs"/>
            </a:endParaRPr>
          </a:p>
        </p:txBody>
      </p:sp>
      <p:sp>
        <p:nvSpPr>
          <p:cNvPr id="66" name="Rectangle 13">
            <a:extLst>
              <a:ext uri="{FF2B5EF4-FFF2-40B4-BE49-F238E27FC236}">
                <a16:creationId xmlns:a16="http://schemas.microsoft.com/office/drawing/2014/main" id="{C81878FC-9DB1-4103-BDCF-371293ED4DC3}"/>
              </a:ext>
            </a:extLst>
          </p:cNvPr>
          <p:cNvSpPr>
            <a:spLocks noChangeArrowheads="1"/>
          </p:cNvSpPr>
          <p:nvPr/>
        </p:nvSpPr>
        <p:spPr bwMode="auto">
          <a:xfrm>
            <a:off x="3404640" y="1182195"/>
            <a:ext cx="593112" cy="3667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eaLnBrk="0" hangingPunct="0">
              <a:defRPr sz="2400">
                <a:solidFill>
                  <a:schemeClr val="tx1"/>
                </a:solidFill>
                <a:latin typeface="Arial" charset="0"/>
                <a:ea typeface="ＭＳ Ｐゴシック" charset="-128"/>
              </a:defRPr>
            </a:lvl1pPr>
            <a:lvl2pPr marL="742950" indent="-285750" eaLnBrk="0" hangingPunct="0">
              <a:defRPr sz="2400">
                <a:solidFill>
                  <a:schemeClr val="tx1"/>
                </a:solidFill>
                <a:latin typeface="Arial" charset="0"/>
                <a:ea typeface="ＭＳ Ｐゴシック" charset="-128"/>
              </a:defRPr>
            </a:lvl2pPr>
            <a:lvl3pPr marL="1143000" indent="-228600" eaLnBrk="0" hangingPunct="0">
              <a:defRPr sz="2400">
                <a:solidFill>
                  <a:schemeClr val="tx1"/>
                </a:solidFill>
                <a:latin typeface="Arial" charset="0"/>
                <a:ea typeface="ＭＳ Ｐゴシック" charset="-128"/>
              </a:defRPr>
            </a:lvl3pPr>
            <a:lvl4pPr marL="1600200" indent="-228600" eaLnBrk="0" hangingPunct="0">
              <a:defRPr sz="2400">
                <a:solidFill>
                  <a:schemeClr val="tx1"/>
                </a:solidFill>
                <a:latin typeface="Arial" charset="0"/>
                <a:ea typeface="ＭＳ Ｐゴシック" charset="-128"/>
              </a:defRPr>
            </a:lvl4pPr>
            <a:lvl5pPr marL="2057400" indent="-228600" eaLnBrk="0" hangingPunct="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dirty="0">
                <a:ln>
                  <a:noFill/>
                </a:ln>
                <a:solidFill>
                  <a:srgbClr val="000000"/>
                </a:solidFill>
                <a:effectLst/>
                <a:uLnTx/>
                <a:uFillTx/>
                <a:latin typeface="Arial Narrow" panose="020B0606020202030204" pitchFamily="34" charset="0"/>
              </a:rPr>
              <a:t>Core</a:t>
            </a:r>
          </a:p>
        </p:txBody>
      </p:sp>
      <p:sp>
        <p:nvSpPr>
          <p:cNvPr id="67" name="AutoShape 16">
            <a:extLst>
              <a:ext uri="{FF2B5EF4-FFF2-40B4-BE49-F238E27FC236}">
                <a16:creationId xmlns:a16="http://schemas.microsoft.com/office/drawing/2014/main" id="{F44B164B-3365-4157-9B91-277598472F54}"/>
              </a:ext>
            </a:extLst>
          </p:cNvPr>
          <p:cNvSpPr>
            <a:spLocks noChangeArrowheads="1"/>
          </p:cNvSpPr>
          <p:nvPr/>
        </p:nvSpPr>
        <p:spPr bwMode="auto">
          <a:xfrm>
            <a:off x="3120210" y="3132520"/>
            <a:ext cx="3067051" cy="596900"/>
          </a:xfrm>
          <a:prstGeom prst="roundRect">
            <a:avLst>
              <a:gd name="adj" fmla="val 12495"/>
            </a:avLst>
          </a:prstGeom>
          <a:solidFill>
            <a:schemeClr val="bg1"/>
          </a:solidFill>
          <a:ln w="12700">
            <a:solidFill>
              <a:schemeClr val="tx1"/>
            </a:solidFill>
            <a:round/>
            <a:headEnd/>
            <a:tailEnd/>
          </a:ln>
        </p:spPr>
        <p:txBody>
          <a:bodyPr wrap="none" anchor="ctr"/>
          <a:lstStyle>
            <a:lvl1pPr eaLnBrk="0" hangingPunct="0">
              <a:defRPr sz="2400">
                <a:solidFill>
                  <a:schemeClr val="tx1"/>
                </a:solidFill>
                <a:latin typeface="Arial" charset="0"/>
                <a:ea typeface="ＭＳ Ｐゴシック" charset="-128"/>
              </a:defRPr>
            </a:lvl1pPr>
            <a:lvl2pPr marL="742950" indent="-285750" eaLnBrk="0" hangingPunct="0">
              <a:defRPr sz="2400">
                <a:solidFill>
                  <a:schemeClr val="tx1"/>
                </a:solidFill>
                <a:latin typeface="Arial" charset="0"/>
                <a:ea typeface="ＭＳ Ｐゴシック" charset="-128"/>
              </a:defRPr>
            </a:lvl2pPr>
            <a:lvl3pPr marL="1143000" indent="-228600" eaLnBrk="0" hangingPunct="0">
              <a:defRPr sz="2400">
                <a:solidFill>
                  <a:schemeClr val="tx1"/>
                </a:solidFill>
                <a:latin typeface="Arial" charset="0"/>
                <a:ea typeface="ＭＳ Ｐゴシック" charset="-128"/>
              </a:defRPr>
            </a:lvl3pPr>
            <a:lvl4pPr marL="1600200" indent="-228600" eaLnBrk="0" hangingPunct="0">
              <a:defRPr sz="2400">
                <a:solidFill>
                  <a:schemeClr val="tx1"/>
                </a:solidFill>
                <a:latin typeface="Arial" charset="0"/>
                <a:ea typeface="ＭＳ Ｐゴシック" charset="-128"/>
              </a:defRPr>
            </a:lvl4pPr>
            <a:lvl5pPr marL="2057400" indent="-228600" eaLnBrk="0" hangingPunct="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charset="0"/>
              <a:ea typeface="ＭＳ Ｐゴシック" charset="-128"/>
              <a:cs typeface="+mn-cs"/>
            </a:endParaRPr>
          </a:p>
        </p:txBody>
      </p:sp>
      <p:sp>
        <p:nvSpPr>
          <p:cNvPr id="68" name="Rectangle 17">
            <a:extLst>
              <a:ext uri="{FF2B5EF4-FFF2-40B4-BE49-F238E27FC236}">
                <a16:creationId xmlns:a16="http://schemas.microsoft.com/office/drawing/2014/main" id="{6726E8FF-1CC8-4E08-8810-8FE0E87D5EA1}"/>
              </a:ext>
            </a:extLst>
          </p:cNvPr>
          <p:cNvSpPr>
            <a:spLocks noChangeArrowheads="1"/>
          </p:cNvSpPr>
          <p:nvPr/>
        </p:nvSpPr>
        <p:spPr bwMode="auto">
          <a:xfrm>
            <a:off x="3932474" y="3237562"/>
            <a:ext cx="1423468" cy="3667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eaLnBrk="0" hangingPunct="0">
              <a:defRPr sz="2400">
                <a:solidFill>
                  <a:schemeClr val="tx1"/>
                </a:solidFill>
                <a:latin typeface="Arial" charset="0"/>
                <a:ea typeface="ＭＳ Ｐゴシック" charset="-128"/>
              </a:defRPr>
            </a:lvl1pPr>
            <a:lvl2pPr marL="742950" indent="-285750" eaLnBrk="0" hangingPunct="0">
              <a:defRPr sz="2400">
                <a:solidFill>
                  <a:schemeClr val="tx1"/>
                </a:solidFill>
                <a:latin typeface="Arial" charset="0"/>
                <a:ea typeface="ＭＳ Ｐゴシック" charset="-128"/>
              </a:defRPr>
            </a:lvl2pPr>
            <a:lvl3pPr marL="1143000" indent="-228600" eaLnBrk="0" hangingPunct="0">
              <a:defRPr sz="2400">
                <a:solidFill>
                  <a:schemeClr val="tx1"/>
                </a:solidFill>
                <a:latin typeface="Arial" charset="0"/>
                <a:ea typeface="ＭＳ Ｐゴシック" charset="-128"/>
              </a:defRPr>
            </a:lvl3pPr>
            <a:lvl4pPr marL="1600200" indent="-228600" eaLnBrk="0" hangingPunct="0">
              <a:defRPr sz="2400">
                <a:solidFill>
                  <a:schemeClr val="tx1"/>
                </a:solidFill>
                <a:latin typeface="Arial" charset="0"/>
                <a:ea typeface="ＭＳ Ｐゴシック" charset="-128"/>
              </a:defRPr>
            </a:lvl4pPr>
            <a:lvl5pPr marL="2057400" indent="-228600" eaLnBrk="0" hangingPunct="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lvl="0" eaLnBrk="1" hangingPunct="1">
              <a:defRPr/>
            </a:pPr>
            <a:r>
              <a:rPr kumimoji="0" lang="en-US" altLang="en-US" sz="1800" b="0" i="0" u="none" strike="noStrike" kern="1200" cap="none" spc="0" normalizeH="0" baseline="0" noProof="0" dirty="0">
                <a:ln>
                  <a:noFill/>
                </a:ln>
                <a:solidFill>
                  <a:srgbClr val="000000"/>
                </a:solidFill>
                <a:effectLst/>
                <a:uLnTx/>
                <a:uFillTx/>
                <a:latin typeface="Arial" charset="0"/>
                <a:ea typeface="ＭＳ Ｐゴシック" charset="-128"/>
                <a:cs typeface="+mn-cs"/>
              </a:rPr>
              <a:t>Switch </a:t>
            </a:r>
            <a:r>
              <a:rPr lang="en-US" altLang="en-US" sz="1600" dirty="0">
                <a:solidFill>
                  <a:srgbClr val="000000"/>
                </a:solidFill>
              </a:rPr>
              <a:t>(</a:t>
            </a:r>
            <a:r>
              <a:rPr lang="en-US" altLang="zh-CN" sz="1800" b="1" dirty="0">
                <a:solidFill>
                  <a:srgbClr val="FF0000"/>
                </a:solidFill>
                <a:latin typeface="Arial Narrow" panose="020B0606020202030204" pitchFamily="34" charset="0"/>
              </a:rPr>
              <a:t>P2P</a:t>
            </a:r>
            <a:r>
              <a:rPr lang="en-US" altLang="en-US" sz="1600" dirty="0">
                <a:solidFill>
                  <a:srgbClr val="000000"/>
                </a:solidFill>
              </a:rPr>
              <a:t>)</a:t>
            </a:r>
            <a:endParaRPr kumimoji="0" lang="en-US" altLang="en-US" sz="1800" b="0" i="0" u="none" strike="noStrike" kern="1200" cap="none" spc="0" normalizeH="0" baseline="0" noProof="0" dirty="0">
              <a:ln>
                <a:noFill/>
              </a:ln>
              <a:solidFill>
                <a:srgbClr val="000000"/>
              </a:solidFill>
              <a:effectLst/>
              <a:uLnTx/>
              <a:uFillTx/>
              <a:latin typeface="Arial" charset="0"/>
              <a:ea typeface="ＭＳ Ｐゴシック" charset="-128"/>
              <a:cs typeface="+mn-cs"/>
            </a:endParaRPr>
          </a:p>
        </p:txBody>
      </p:sp>
      <p:sp>
        <p:nvSpPr>
          <p:cNvPr id="69" name="Line 18">
            <a:extLst>
              <a:ext uri="{FF2B5EF4-FFF2-40B4-BE49-F238E27FC236}">
                <a16:creationId xmlns:a16="http://schemas.microsoft.com/office/drawing/2014/main" id="{9C8E6EED-6D8A-40F4-8D07-AA9EC802D653}"/>
              </a:ext>
            </a:extLst>
          </p:cNvPr>
          <p:cNvSpPr>
            <a:spLocks noChangeShapeType="1"/>
          </p:cNvSpPr>
          <p:nvPr/>
        </p:nvSpPr>
        <p:spPr bwMode="auto">
          <a:xfrm>
            <a:off x="4644211" y="3729420"/>
            <a:ext cx="0" cy="36830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charset="0"/>
              <a:ea typeface="ＭＳ Ｐゴシック" charset="-128"/>
              <a:cs typeface="+mn-cs"/>
            </a:endParaRPr>
          </a:p>
        </p:txBody>
      </p:sp>
      <p:sp>
        <p:nvSpPr>
          <p:cNvPr id="70" name="Rectangle 19">
            <a:extLst>
              <a:ext uri="{FF2B5EF4-FFF2-40B4-BE49-F238E27FC236}">
                <a16:creationId xmlns:a16="http://schemas.microsoft.com/office/drawing/2014/main" id="{A171447C-8908-4EFD-9151-3797598C349E}"/>
              </a:ext>
            </a:extLst>
          </p:cNvPr>
          <p:cNvSpPr>
            <a:spLocks noChangeArrowheads="1"/>
          </p:cNvSpPr>
          <p:nvPr/>
        </p:nvSpPr>
        <p:spPr bwMode="auto">
          <a:xfrm>
            <a:off x="3861571" y="4128787"/>
            <a:ext cx="1565275" cy="363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eaLnBrk="0" hangingPunct="0">
              <a:defRPr sz="2400">
                <a:solidFill>
                  <a:schemeClr val="tx1"/>
                </a:solidFill>
                <a:latin typeface="Arial" charset="0"/>
                <a:ea typeface="ＭＳ Ｐゴシック" charset="-128"/>
              </a:defRPr>
            </a:lvl1pPr>
            <a:lvl2pPr marL="742950" indent="-285750" eaLnBrk="0" hangingPunct="0">
              <a:defRPr sz="2400">
                <a:solidFill>
                  <a:schemeClr val="tx1"/>
                </a:solidFill>
                <a:latin typeface="Arial" charset="0"/>
                <a:ea typeface="ＭＳ Ｐゴシック" charset="-128"/>
              </a:defRPr>
            </a:lvl2pPr>
            <a:lvl3pPr marL="1143000" indent="-228600" eaLnBrk="0" hangingPunct="0">
              <a:defRPr sz="2400">
                <a:solidFill>
                  <a:schemeClr val="tx1"/>
                </a:solidFill>
                <a:latin typeface="Arial" charset="0"/>
                <a:ea typeface="ＭＳ Ｐゴシック" charset="-128"/>
              </a:defRPr>
            </a:lvl3pPr>
            <a:lvl4pPr marL="1600200" indent="-228600" eaLnBrk="0" hangingPunct="0">
              <a:defRPr sz="2400">
                <a:solidFill>
                  <a:schemeClr val="tx1"/>
                </a:solidFill>
                <a:latin typeface="Arial" charset="0"/>
                <a:ea typeface="ＭＳ Ｐゴシック" charset="-128"/>
              </a:defRPr>
            </a:lvl4pPr>
            <a:lvl5pPr marL="2057400" indent="-228600" eaLnBrk="0" hangingPunct="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dirty="0">
                <a:ln>
                  <a:noFill/>
                </a:ln>
                <a:solidFill>
                  <a:srgbClr val="000000"/>
                </a:solidFill>
                <a:effectLst/>
                <a:uLnTx/>
                <a:uFillTx/>
                <a:latin typeface="Arial" charset="0"/>
                <a:ea typeface="ＭＳ Ｐゴシック" charset="-128"/>
                <a:cs typeface="+mn-cs"/>
              </a:rPr>
              <a:t>Main Memory</a:t>
            </a:r>
          </a:p>
        </p:txBody>
      </p:sp>
      <p:sp>
        <p:nvSpPr>
          <p:cNvPr id="71" name="矩形: 圆角 70">
            <a:extLst>
              <a:ext uri="{FF2B5EF4-FFF2-40B4-BE49-F238E27FC236}">
                <a16:creationId xmlns:a16="http://schemas.microsoft.com/office/drawing/2014/main" id="{CD5547E4-1DDA-42DC-A2DC-DF8A6E33F02A}"/>
              </a:ext>
            </a:extLst>
          </p:cNvPr>
          <p:cNvSpPr/>
          <p:nvPr/>
        </p:nvSpPr>
        <p:spPr bwMode="auto">
          <a:xfrm>
            <a:off x="3025761" y="2072070"/>
            <a:ext cx="1371569" cy="679450"/>
          </a:xfrm>
          <a:prstGeom prst="roundRect">
            <a:avLst/>
          </a:prstGeom>
          <a:solidFill>
            <a:srgbClr val="CCECFF"/>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zh-CN" altLang="en-US" sz="1800" b="0" i="0" u="none" strike="noStrike" cap="none" normalizeH="0" baseline="0" dirty="0">
              <a:ln>
                <a:noFill/>
              </a:ln>
              <a:solidFill>
                <a:schemeClr val="tx1"/>
              </a:solidFill>
              <a:effectLst/>
              <a:latin typeface="Arial Narrow" panose="020B0606020202030204" pitchFamily="34" charset="0"/>
            </a:endParaRPr>
          </a:p>
        </p:txBody>
      </p:sp>
      <p:sp>
        <p:nvSpPr>
          <p:cNvPr id="72" name="Oval 7">
            <a:extLst>
              <a:ext uri="{FF2B5EF4-FFF2-40B4-BE49-F238E27FC236}">
                <a16:creationId xmlns:a16="http://schemas.microsoft.com/office/drawing/2014/main" id="{41CD9E39-0BB2-4CF4-870E-CF5B9BDF28E5}"/>
              </a:ext>
            </a:extLst>
          </p:cNvPr>
          <p:cNvSpPr>
            <a:spLocks noChangeArrowheads="1"/>
          </p:cNvSpPr>
          <p:nvPr/>
        </p:nvSpPr>
        <p:spPr bwMode="auto">
          <a:xfrm>
            <a:off x="5177611" y="1013880"/>
            <a:ext cx="749300" cy="749300"/>
          </a:xfrm>
          <a:prstGeom prst="ellipse">
            <a:avLst/>
          </a:prstGeom>
          <a:solidFill>
            <a:schemeClr val="bg1"/>
          </a:solidFill>
          <a:ln w="12700">
            <a:solidFill>
              <a:schemeClr val="tx1"/>
            </a:solidFill>
            <a:round/>
            <a:headEnd/>
            <a:tailEnd/>
          </a:ln>
        </p:spPr>
        <p:txBody>
          <a:bodyPr wrap="none" anchor="ctr"/>
          <a:lstStyle>
            <a:lvl1pPr eaLnBrk="0" hangingPunct="0">
              <a:defRPr sz="2400">
                <a:solidFill>
                  <a:schemeClr val="tx1"/>
                </a:solidFill>
                <a:latin typeface="Arial" charset="0"/>
                <a:ea typeface="ＭＳ Ｐゴシック" charset="-128"/>
              </a:defRPr>
            </a:lvl1pPr>
            <a:lvl2pPr marL="742950" indent="-285750" eaLnBrk="0" hangingPunct="0">
              <a:defRPr sz="2400">
                <a:solidFill>
                  <a:schemeClr val="tx1"/>
                </a:solidFill>
                <a:latin typeface="Arial" charset="0"/>
                <a:ea typeface="ＭＳ Ｐゴシック" charset="-128"/>
              </a:defRPr>
            </a:lvl2pPr>
            <a:lvl3pPr marL="1143000" indent="-228600" eaLnBrk="0" hangingPunct="0">
              <a:defRPr sz="2400">
                <a:solidFill>
                  <a:schemeClr val="tx1"/>
                </a:solidFill>
                <a:latin typeface="Arial" charset="0"/>
                <a:ea typeface="ＭＳ Ｐゴシック" charset="-128"/>
              </a:defRPr>
            </a:lvl3pPr>
            <a:lvl4pPr marL="1600200" indent="-228600" eaLnBrk="0" hangingPunct="0">
              <a:defRPr sz="2400">
                <a:solidFill>
                  <a:schemeClr val="tx1"/>
                </a:solidFill>
                <a:latin typeface="Arial" charset="0"/>
                <a:ea typeface="ＭＳ Ｐゴシック" charset="-128"/>
              </a:defRPr>
            </a:lvl4pPr>
            <a:lvl5pPr marL="2057400" indent="-228600" eaLnBrk="0" hangingPunct="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charset="0"/>
              <a:ea typeface="ＭＳ Ｐゴシック" charset="-128"/>
              <a:cs typeface="+mn-cs"/>
            </a:endParaRPr>
          </a:p>
        </p:txBody>
      </p:sp>
      <p:sp>
        <p:nvSpPr>
          <p:cNvPr id="73" name="Line 9">
            <a:extLst>
              <a:ext uri="{FF2B5EF4-FFF2-40B4-BE49-F238E27FC236}">
                <a16:creationId xmlns:a16="http://schemas.microsoft.com/office/drawing/2014/main" id="{3B5D5838-BED1-4543-85BF-E68725F7B89F}"/>
              </a:ext>
            </a:extLst>
          </p:cNvPr>
          <p:cNvSpPr>
            <a:spLocks noChangeShapeType="1"/>
          </p:cNvSpPr>
          <p:nvPr/>
        </p:nvSpPr>
        <p:spPr bwMode="auto">
          <a:xfrm>
            <a:off x="5569723" y="1769611"/>
            <a:ext cx="0" cy="3111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charset="0"/>
              <a:ea typeface="ＭＳ Ｐゴシック" charset="-128"/>
              <a:cs typeface="+mn-cs"/>
            </a:endParaRPr>
          </a:p>
        </p:txBody>
      </p:sp>
      <p:sp>
        <p:nvSpPr>
          <p:cNvPr id="74" name="Line 10">
            <a:extLst>
              <a:ext uri="{FF2B5EF4-FFF2-40B4-BE49-F238E27FC236}">
                <a16:creationId xmlns:a16="http://schemas.microsoft.com/office/drawing/2014/main" id="{68570B5F-8237-4B27-8B33-6CB70A53B906}"/>
              </a:ext>
            </a:extLst>
          </p:cNvPr>
          <p:cNvSpPr>
            <a:spLocks noChangeShapeType="1"/>
          </p:cNvSpPr>
          <p:nvPr/>
        </p:nvSpPr>
        <p:spPr bwMode="auto">
          <a:xfrm>
            <a:off x="5569723" y="2760211"/>
            <a:ext cx="0" cy="36830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charset="0"/>
              <a:ea typeface="ＭＳ Ｐゴシック" charset="-128"/>
              <a:cs typeface="+mn-cs"/>
            </a:endParaRPr>
          </a:p>
        </p:txBody>
      </p:sp>
      <p:sp>
        <p:nvSpPr>
          <p:cNvPr id="75" name="Rectangle 13">
            <a:extLst>
              <a:ext uri="{FF2B5EF4-FFF2-40B4-BE49-F238E27FC236}">
                <a16:creationId xmlns:a16="http://schemas.microsoft.com/office/drawing/2014/main" id="{7325B334-2C11-449E-9916-501898389F77}"/>
              </a:ext>
            </a:extLst>
          </p:cNvPr>
          <p:cNvSpPr>
            <a:spLocks noChangeArrowheads="1"/>
          </p:cNvSpPr>
          <p:nvPr/>
        </p:nvSpPr>
        <p:spPr bwMode="auto">
          <a:xfrm>
            <a:off x="5238242" y="1182195"/>
            <a:ext cx="593112" cy="3667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eaLnBrk="0" hangingPunct="0">
              <a:defRPr sz="2400">
                <a:solidFill>
                  <a:schemeClr val="tx1"/>
                </a:solidFill>
                <a:latin typeface="Arial" charset="0"/>
                <a:ea typeface="ＭＳ Ｐゴシック" charset="-128"/>
              </a:defRPr>
            </a:lvl1pPr>
            <a:lvl2pPr marL="742950" indent="-285750" eaLnBrk="0" hangingPunct="0">
              <a:defRPr sz="2400">
                <a:solidFill>
                  <a:schemeClr val="tx1"/>
                </a:solidFill>
                <a:latin typeface="Arial" charset="0"/>
                <a:ea typeface="ＭＳ Ｐゴシック" charset="-128"/>
              </a:defRPr>
            </a:lvl2pPr>
            <a:lvl3pPr marL="1143000" indent="-228600" eaLnBrk="0" hangingPunct="0">
              <a:defRPr sz="2400">
                <a:solidFill>
                  <a:schemeClr val="tx1"/>
                </a:solidFill>
                <a:latin typeface="Arial" charset="0"/>
                <a:ea typeface="ＭＳ Ｐゴシック" charset="-128"/>
              </a:defRPr>
            </a:lvl3pPr>
            <a:lvl4pPr marL="1600200" indent="-228600" eaLnBrk="0" hangingPunct="0">
              <a:defRPr sz="2400">
                <a:solidFill>
                  <a:schemeClr val="tx1"/>
                </a:solidFill>
                <a:latin typeface="Arial" charset="0"/>
                <a:ea typeface="ＭＳ Ｐゴシック" charset="-128"/>
              </a:defRPr>
            </a:lvl4pPr>
            <a:lvl5pPr marL="2057400" indent="-228600" eaLnBrk="0" hangingPunct="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dirty="0">
                <a:ln>
                  <a:noFill/>
                </a:ln>
                <a:solidFill>
                  <a:srgbClr val="000000"/>
                </a:solidFill>
                <a:effectLst/>
                <a:uLnTx/>
                <a:uFillTx/>
                <a:latin typeface="Arial Narrow" panose="020B0606020202030204" pitchFamily="34" charset="0"/>
              </a:rPr>
              <a:t>Core</a:t>
            </a:r>
          </a:p>
        </p:txBody>
      </p:sp>
      <p:sp>
        <p:nvSpPr>
          <p:cNvPr id="76" name="矩形 75">
            <a:extLst>
              <a:ext uri="{FF2B5EF4-FFF2-40B4-BE49-F238E27FC236}">
                <a16:creationId xmlns:a16="http://schemas.microsoft.com/office/drawing/2014/main" id="{9EDEF3E5-65FA-45F3-951F-3DAFB02C94A1}"/>
              </a:ext>
            </a:extLst>
          </p:cNvPr>
          <p:cNvSpPr/>
          <p:nvPr/>
        </p:nvSpPr>
        <p:spPr>
          <a:xfrm>
            <a:off x="3653612" y="1749895"/>
            <a:ext cx="1066799" cy="307777"/>
          </a:xfrm>
          <a:prstGeom prst="rect">
            <a:avLst/>
          </a:prstGeom>
        </p:spPr>
        <p:txBody>
          <a:bodyPr wrap="square">
            <a:spAutoFit/>
          </a:bodyPr>
          <a:lstStyle/>
          <a:p>
            <a:r>
              <a:rPr lang="en-US" altLang="en-US" sz="1400" b="1" dirty="0">
                <a:solidFill>
                  <a:schemeClr val="accent2"/>
                </a:solidFill>
                <a:latin typeface="Arial Narrow" panose="020B0606020202030204" pitchFamily="34" charset="0"/>
              </a:rPr>
              <a:t>CPU action</a:t>
            </a:r>
            <a:endParaRPr lang="zh-CN" altLang="en-US" sz="1400" dirty="0">
              <a:solidFill>
                <a:schemeClr val="accent2"/>
              </a:solidFill>
            </a:endParaRPr>
          </a:p>
        </p:txBody>
      </p:sp>
      <p:sp>
        <p:nvSpPr>
          <p:cNvPr id="77" name="矩形 76">
            <a:extLst>
              <a:ext uri="{FF2B5EF4-FFF2-40B4-BE49-F238E27FC236}">
                <a16:creationId xmlns:a16="http://schemas.microsoft.com/office/drawing/2014/main" id="{21E5251A-A363-461C-9DC6-C9CE986B96BD}"/>
              </a:ext>
            </a:extLst>
          </p:cNvPr>
          <p:cNvSpPr/>
          <p:nvPr/>
        </p:nvSpPr>
        <p:spPr>
          <a:xfrm>
            <a:off x="3653612" y="2800946"/>
            <a:ext cx="1066799" cy="307777"/>
          </a:xfrm>
          <a:prstGeom prst="rect">
            <a:avLst/>
          </a:prstGeom>
        </p:spPr>
        <p:txBody>
          <a:bodyPr wrap="square">
            <a:spAutoFit/>
          </a:bodyPr>
          <a:lstStyle/>
          <a:p>
            <a:r>
              <a:rPr lang="en-US" altLang="en-US" sz="1400" b="1" dirty="0">
                <a:solidFill>
                  <a:srgbClr val="92D050"/>
                </a:solidFill>
                <a:latin typeface="Arial Narrow" panose="020B0606020202030204" pitchFamily="34" charset="0"/>
              </a:rPr>
              <a:t>Bus action</a:t>
            </a:r>
            <a:endParaRPr lang="zh-CN" altLang="en-US" sz="1400" dirty="0">
              <a:solidFill>
                <a:srgbClr val="92D050"/>
              </a:solidFill>
            </a:endParaRPr>
          </a:p>
        </p:txBody>
      </p:sp>
      <p:sp>
        <p:nvSpPr>
          <p:cNvPr id="78" name="矩形 77">
            <a:extLst>
              <a:ext uri="{FF2B5EF4-FFF2-40B4-BE49-F238E27FC236}">
                <a16:creationId xmlns:a16="http://schemas.microsoft.com/office/drawing/2014/main" id="{B22C4E31-9354-45D4-923B-82884D9EC8E4}"/>
              </a:ext>
            </a:extLst>
          </p:cNvPr>
          <p:cNvSpPr/>
          <p:nvPr/>
        </p:nvSpPr>
        <p:spPr>
          <a:xfrm>
            <a:off x="5526254" y="1768082"/>
            <a:ext cx="1066799" cy="307777"/>
          </a:xfrm>
          <a:prstGeom prst="rect">
            <a:avLst/>
          </a:prstGeom>
        </p:spPr>
        <p:txBody>
          <a:bodyPr wrap="square">
            <a:spAutoFit/>
          </a:bodyPr>
          <a:lstStyle/>
          <a:p>
            <a:r>
              <a:rPr lang="en-US" altLang="en-US" sz="1400" b="1" dirty="0">
                <a:solidFill>
                  <a:schemeClr val="accent2"/>
                </a:solidFill>
                <a:latin typeface="Arial Narrow" panose="020B0606020202030204" pitchFamily="34" charset="0"/>
              </a:rPr>
              <a:t>CPU action</a:t>
            </a:r>
            <a:endParaRPr lang="zh-CN" altLang="en-US" sz="1400" dirty="0">
              <a:solidFill>
                <a:schemeClr val="accent2"/>
              </a:solidFill>
            </a:endParaRPr>
          </a:p>
        </p:txBody>
      </p:sp>
      <p:sp>
        <p:nvSpPr>
          <p:cNvPr id="79" name="矩形 78">
            <a:extLst>
              <a:ext uri="{FF2B5EF4-FFF2-40B4-BE49-F238E27FC236}">
                <a16:creationId xmlns:a16="http://schemas.microsoft.com/office/drawing/2014/main" id="{E6AC795D-FC33-4DBC-BDE3-0FEE466ED3C8}"/>
              </a:ext>
            </a:extLst>
          </p:cNvPr>
          <p:cNvSpPr/>
          <p:nvPr/>
        </p:nvSpPr>
        <p:spPr>
          <a:xfrm>
            <a:off x="5526255" y="2800946"/>
            <a:ext cx="1066799" cy="307777"/>
          </a:xfrm>
          <a:prstGeom prst="rect">
            <a:avLst/>
          </a:prstGeom>
        </p:spPr>
        <p:txBody>
          <a:bodyPr wrap="square">
            <a:spAutoFit/>
          </a:bodyPr>
          <a:lstStyle/>
          <a:p>
            <a:r>
              <a:rPr lang="en-US" altLang="en-US" sz="1400" b="1" dirty="0">
                <a:solidFill>
                  <a:srgbClr val="92D050"/>
                </a:solidFill>
                <a:latin typeface="Arial Narrow" panose="020B0606020202030204" pitchFamily="34" charset="0"/>
              </a:rPr>
              <a:t>Bus action</a:t>
            </a:r>
            <a:endParaRPr lang="zh-CN" altLang="en-US" sz="1400" dirty="0">
              <a:solidFill>
                <a:srgbClr val="92D050"/>
              </a:solidFill>
            </a:endParaRPr>
          </a:p>
        </p:txBody>
      </p:sp>
      <p:sp>
        <p:nvSpPr>
          <p:cNvPr id="80" name="矩形 79">
            <a:extLst>
              <a:ext uri="{FF2B5EF4-FFF2-40B4-BE49-F238E27FC236}">
                <a16:creationId xmlns:a16="http://schemas.microsoft.com/office/drawing/2014/main" id="{7CD3EA7F-7201-4C85-9E1D-B725A8499E94}"/>
              </a:ext>
            </a:extLst>
          </p:cNvPr>
          <p:cNvSpPr/>
          <p:nvPr/>
        </p:nvSpPr>
        <p:spPr>
          <a:xfrm>
            <a:off x="3070208" y="2157190"/>
            <a:ext cx="673100" cy="523220"/>
          </a:xfrm>
          <a:prstGeom prst="rect">
            <a:avLst/>
          </a:prstGeom>
          <a:ln w="19050">
            <a:solidFill>
              <a:schemeClr val="tx1"/>
            </a:solidFill>
          </a:ln>
        </p:spPr>
        <p:txBody>
          <a:bodyPr wrap="square">
            <a:spAutoFit/>
          </a:bodyPr>
          <a:lstStyle/>
          <a:p>
            <a:pPr algn="ctr"/>
            <a:r>
              <a:rPr lang="en-US" altLang="en-US" sz="1400" dirty="0">
                <a:solidFill>
                  <a:srgbClr val="000000"/>
                </a:solidFill>
                <a:latin typeface="Arial Narrow" panose="020B0606020202030204" pitchFamily="34" charset="0"/>
              </a:rPr>
              <a:t>Cache blocks</a:t>
            </a:r>
            <a:endParaRPr lang="zh-CN" altLang="en-US" sz="1400" dirty="0"/>
          </a:p>
        </p:txBody>
      </p:sp>
      <p:sp>
        <p:nvSpPr>
          <p:cNvPr id="81" name="矩形 80">
            <a:extLst>
              <a:ext uri="{FF2B5EF4-FFF2-40B4-BE49-F238E27FC236}">
                <a16:creationId xmlns:a16="http://schemas.microsoft.com/office/drawing/2014/main" id="{C711DF37-BF5F-4939-A09F-D1D341A6DF4C}"/>
              </a:ext>
            </a:extLst>
          </p:cNvPr>
          <p:cNvSpPr/>
          <p:nvPr/>
        </p:nvSpPr>
        <p:spPr>
          <a:xfrm>
            <a:off x="3787755" y="2257906"/>
            <a:ext cx="533400" cy="307777"/>
          </a:xfrm>
          <a:prstGeom prst="rect">
            <a:avLst/>
          </a:prstGeom>
          <a:ln w="15875" cmpd="sng">
            <a:solidFill>
              <a:schemeClr val="tx1"/>
            </a:solidFill>
          </a:ln>
        </p:spPr>
        <p:txBody>
          <a:bodyPr wrap="square">
            <a:spAutoFit/>
          </a:bodyPr>
          <a:lstStyle/>
          <a:p>
            <a:pPr algn="ctr"/>
            <a:r>
              <a:rPr lang="en-US" altLang="en-US" sz="1400" dirty="0">
                <a:solidFill>
                  <a:srgbClr val="000000"/>
                </a:solidFill>
                <a:latin typeface="Arial Narrow" panose="020B0606020202030204" pitchFamily="34" charset="0"/>
              </a:rPr>
              <a:t>Tags</a:t>
            </a:r>
            <a:endParaRPr lang="zh-CN" altLang="en-US" sz="1400" dirty="0"/>
          </a:p>
        </p:txBody>
      </p:sp>
      <p:sp>
        <p:nvSpPr>
          <p:cNvPr id="82" name="矩形: 圆角 81">
            <a:extLst>
              <a:ext uri="{FF2B5EF4-FFF2-40B4-BE49-F238E27FC236}">
                <a16:creationId xmlns:a16="http://schemas.microsoft.com/office/drawing/2014/main" id="{E7267A33-DB8B-4A2C-8BF8-6EA265BBFEE2}"/>
              </a:ext>
            </a:extLst>
          </p:cNvPr>
          <p:cNvSpPr/>
          <p:nvPr/>
        </p:nvSpPr>
        <p:spPr bwMode="auto">
          <a:xfrm>
            <a:off x="4883938" y="2088559"/>
            <a:ext cx="1371569" cy="679450"/>
          </a:xfrm>
          <a:prstGeom prst="roundRect">
            <a:avLst/>
          </a:prstGeom>
          <a:solidFill>
            <a:srgbClr val="CCECFF"/>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zh-CN" altLang="en-US" sz="1800" b="0" i="0" u="none" strike="noStrike" cap="none" normalizeH="0" baseline="0" dirty="0">
              <a:ln>
                <a:noFill/>
              </a:ln>
              <a:solidFill>
                <a:schemeClr val="tx1"/>
              </a:solidFill>
              <a:effectLst/>
              <a:latin typeface="Arial Narrow" panose="020B0606020202030204" pitchFamily="34" charset="0"/>
            </a:endParaRPr>
          </a:p>
        </p:txBody>
      </p:sp>
      <p:sp>
        <p:nvSpPr>
          <p:cNvPr id="83" name="矩形 82">
            <a:extLst>
              <a:ext uri="{FF2B5EF4-FFF2-40B4-BE49-F238E27FC236}">
                <a16:creationId xmlns:a16="http://schemas.microsoft.com/office/drawing/2014/main" id="{0609948D-EC11-4A1B-9BEA-C1E4F1651B73}"/>
              </a:ext>
            </a:extLst>
          </p:cNvPr>
          <p:cNvSpPr/>
          <p:nvPr/>
        </p:nvSpPr>
        <p:spPr>
          <a:xfrm>
            <a:off x="4928385" y="2173679"/>
            <a:ext cx="673100" cy="523220"/>
          </a:xfrm>
          <a:prstGeom prst="rect">
            <a:avLst/>
          </a:prstGeom>
          <a:ln w="19050">
            <a:solidFill>
              <a:schemeClr val="tx1"/>
            </a:solidFill>
          </a:ln>
        </p:spPr>
        <p:txBody>
          <a:bodyPr wrap="square">
            <a:spAutoFit/>
          </a:bodyPr>
          <a:lstStyle/>
          <a:p>
            <a:pPr algn="ctr"/>
            <a:r>
              <a:rPr lang="en-US" altLang="en-US" sz="1400" dirty="0">
                <a:solidFill>
                  <a:srgbClr val="000000"/>
                </a:solidFill>
                <a:latin typeface="Arial Narrow" panose="020B0606020202030204" pitchFamily="34" charset="0"/>
              </a:rPr>
              <a:t>Cache blocks</a:t>
            </a:r>
            <a:endParaRPr lang="zh-CN" altLang="en-US" sz="1400" dirty="0"/>
          </a:p>
        </p:txBody>
      </p:sp>
      <p:sp>
        <p:nvSpPr>
          <p:cNvPr id="84" name="矩形 83">
            <a:extLst>
              <a:ext uri="{FF2B5EF4-FFF2-40B4-BE49-F238E27FC236}">
                <a16:creationId xmlns:a16="http://schemas.microsoft.com/office/drawing/2014/main" id="{9A3CBBD7-FB7A-423C-A316-A0D6E9F019D6}"/>
              </a:ext>
            </a:extLst>
          </p:cNvPr>
          <p:cNvSpPr/>
          <p:nvPr/>
        </p:nvSpPr>
        <p:spPr>
          <a:xfrm>
            <a:off x="5645932" y="2274395"/>
            <a:ext cx="533400" cy="307777"/>
          </a:xfrm>
          <a:prstGeom prst="rect">
            <a:avLst/>
          </a:prstGeom>
          <a:ln w="15875" cmpd="sng">
            <a:solidFill>
              <a:schemeClr val="tx1"/>
            </a:solidFill>
          </a:ln>
        </p:spPr>
        <p:txBody>
          <a:bodyPr wrap="square">
            <a:spAutoFit/>
          </a:bodyPr>
          <a:lstStyle/>
          <a:p>
            <a:pPr algn="ctr"/>
            <a:r>
              <a:rPr lang="en-US" altLang="en-US" sz="1400" dirty="0">
                <a:solidFill>
                  <a:srgbClr val="000000"/>
                </a:solidFill>
                <a:latin typeface="Arial Narrow" panose="020B0606020202030204" pitchFamily="34" charset="0"/>
              </a:rPr>
              <a:t>Tags</a:t>
            </a:r>
            <a:endParaRPr lang="zh-CN" altLang="en-US" sz="1400" dirty="0"/>
          </a:p>
        </p:txBody>
      </p:sp>
      <p:sp>
        <p:nvSpPr>
          <p:cNvPr id="85" name="Rectangle">
            <a:extLst>
              <a:ext uri="{FF2B5EF4-FFF2-40B4-BE49-F238E27FC236}">
                <a16:creationId xmlns:a16="http://schemas.microsoft.com/office/drawing/2014/main" id="{34394321-B1A3-4469-BF59-FF03364058C9}"/>
              </a:ext>
            </a:extLst>
          </p:cNvPr>
          <p:cNvSpPr/>
          <p:nvPr/>
        </p:nvSpPr>
        <p:spPr>
          <a:xfrm>
            <a:off x="2943215" y="4010283"/>
            <a:ext cx="3401989" cy="654495"/>
          </a:xfrm>
          <a:prstGeom prst="rect">
            <a:avLst/>
          </a:prstGeom>
          <a:solidFill>
            <a:srgbClr val="FFFFFF">
              <a:alpha val="84174"/>
            </a:srgbClr>
          </a:solidFill>
          <a:ln w="12700">
            <a:miter lim="400000"/>
          </a:ln>
        </p:spPr>
        <p:txBody>
          <a:bodyPr lIns="45719" rIns="45719" anchor="ctr"/>
          <a:lstStyle/>
          <a:p>
            <a:endParaRPr/>
          </a:p>
        </p:txBody>
      </p:sp>
      <p:sp>
        <p:nvSpPr>
          <p:cNvPr id="86" name="Rectangle">
            <a:extLst>
              <a:ext uri="{FF2B5EF4-FFF2-40B4-BE49-F238E27FC236}">
                <a16:creationId xmlns:a16="http://schemas.microsoft.com/office/drawing/2014/main" id="{30E4483F-3015-4FCD-B19A-0578BA480F0A}"/>
              </a:ext>
            </a:extLst>
          </p:cNvPr>
          <p:cNvSpPr/>
          <p:nvPr/>
        </p:nvSpPr>
        <p:spPr>
          <a:xfrm>
            <a:off x="2971800" y="914400"/>
            <a:ext cx="3554392" cy="1882538"/>
          </a:xfrm>
          <a:prstGeom prst="rect">
            <a:avLst/>
          </a:prstGeom>
          <a:solidFill>
            <a:srgbClr val="FFFFFF">
              <a:alpha val="84174"/>
            </a:srgbClr>
          </a:solidFill>
          <a:ln w="12700">
            <a:miter lim="400000"/>
          </a:ln>
        </p:spPr>
        <p:txBody>
          <a:bodyPr lIns="45719" rIns="45719" anchor="ctr"/>
          <a:lstStyle/>
          <a:p>
            <a:endParaRPr/>
          </a:p>
        </p:txBody>
      </p:sp>
      <p:sp>
        <p:nvSpPr>
          <p:cNvPr id="35" name="Content Placeholder 2">
            <a:extLst>
              <a:ext uri="{FF2B5EF4-FFF2-40B4-BE49-F238E27FC236}">
                <a16:creationId xmlns:a16="http://schemas.microsoft.com/office/drawing/2014/main" id="{7824F0CD-2C0D-4F18-9DD9-D4393568B5EE}"/>
              </a:ext>
            </a:extLst>
          </p:cNvPr>
          <p:cNvSpPr>
            <a:spLocks noGrp="1"/>
          </p:cNvSpPr>
          <p:nvPr>
            <p:ph idx="1"/>
          </p:nvPr>
        </p:nvSpPr>
        <p:spPr>
          <a:xfrm>
            <a:off x="-19493" y="4735151"/>
            <a:ext cx="8767253" cy="1741850"/>
          </a:xfrm>
        </p:spPr>
        <p:txBody>
          <a:bodyPr/>
          <a:lstStyle/>
          <a:p>
            <a:r>
              <a:rPr lang="en-US" altLang="zh-CN" dirty="0">
                <a:solidFill>
                  <a:srgbClr val="0432FF"/>
                </a:solidFill>
                <a:ea typeface="ＭＳ Ｐゴシック" charset="-128"/>
              </a:rPr>
              <a:t>Switch-based protocol:</a:t>
            </a:r>
          </a:p>
          <a:p>
            <a:pPr lvl="1"/>
            <a:r>
              <a:rPr lang="en-US" altLang="en-US" dirty="0">
                <a:ea typeface="ＭＳ Ｐゴシック" charset="-128"/>
              </a:rPr>
              <a:t>Each core pair can independently communicate with each other.</a:t>
            </a:r>
            <a:endParaRPr lang="en-US" altLang="zh-CN" dirty="0">
              <a:ea typeface="ＭＳ Ｐゴシック" charset="-128"/>
            </a:endParaRPr>
          </a:p>
          <a:p>
            <a:pPr lvl="1"/>
            <a:endParaRPr lang="en-US" altLang="zh-CN" dirty="0">
              <a:ea typeface="ＭＳ Ｐゴシック" charset="-128"/>
            </a:endParaRPr>
          </a:p>
          <a:p>
            <a:pPr marL="344487" lvl="1" indent="0">
              <a:buNone/>
            </a:pPr>
            <a:endParaRPr lang="en-US" altLang="zh-CN" dirty="0">
              <a:ea typeface="ＭＳ Ｐゴシック" charset="-128"/>
            </a:endParaRPr>
          </a:p>
          <a:p>
            <a:pPr lvl="2"/>
            <a:endParaRPr lang="en-US" altLang="zh-CN" dirty="0">
              <a:ea typeface="ＭＳ Ｐゴシック" charset="-128"/>
            </a:endParaRPr>
          </a:p>
        </p:txBody>
      </p:sp>
    </p:spTree>
    <p:extLst>
      <p:ext uri="{BB962C8B-B14F-4D97-AF65-F5344CB8AC3E}">
        <p14:creationId xmlns:p14="http://schemas.microsoft.com/office/powerpoint/2010/main" val="3411109826"/>
      </p:ext>
    </p:extLst>
  </p:cSld>
  <p:clrMapOvr>
    <a:masterClrMapping/>
  </p:clrMapOvr>
  <p:transition/>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5" name="Title 1"/>
          <p:cNvSpPr>
            <a:spLocks noGrp="1"/>
          </p:cNvSpPr>
          <p:nvPr>
            <p:ph type="title"/>
          </p:nvPr>
        </p:nvSpPr>
        <p:spPr>
          <a:xfrm>
            <a:off x="38100" y="197879"/>
            <a:ext cx="9067800" cy="1066800"/>
          </a:xfrm>
        </p:spPr>
        <p:txBody>
          <a:bodyPr/>
          <a:lstStyle/>
          <a:p>
            <a:r>
              <a:rPr lang="en-US" altLang="en-US" dirty="0">
                <a:ea typeface="ＭＳ Ｐゴシック" charset="-128"/>
              </a:rPr>
              <a:t>Cache Coherence: Cache Updating </a:t>
            </a:r>
          </a:p>
        </p:txBody>
      </p:sp>
      <p:sp>
        <p:nvSpPr>
          <p:cNvPr id="93186" name="Content Placeholder 2"/>
          <p:cNvSpPr>
            <a:spLocks noGrp="1"/>
          </p:cNvSpPr>
          <p:nvPr>
            <p:ph idx="1"/>
          </p:nvPr>
        </p:nvSpPr>
        <p:spPr>
          <a:xfrm>
            <a:off x="-67468" y="960144"/>
            <a:ext cx="8839200" cy="1300200"/>
          </a:xfrm>
        </p:spPr>
        <p:txBody>
          <a:bodyPr/>
          <a:lstStyle/>
          <a:p>
            <a:r>
              <a:rPr lang="en-US" altLang="en-US" b="1" dirty="0">
                <a:ea typeface="ＭＳ Ｐゴシック" charset="-128"/>
              </a:rPr>
              <a:t>Hardware architecture for Cache Coherence</a:t>
            </a:r>
            <a:r>
              <a:rPr lang="en-US" altLang="en-US" dirty="0">
                <a:ea typeface="ＭＳ Ｐゴシック" charset="-128"/>
              </a:rPr>
              <a:t>: </a:t>
            </a:r>
          </a:p>
          <a:p>
            <a:pPr lvl="1"/>
            <a:r>
              <a:rPr lang="en-US" altLang="en-US" dirty="0">
                <a:ea typeface="ＭＳ Ｐゴシック" charset="-128"/>
              </a:rPr>
              <a:t>Cores, caches, interconnect, memory work together to achieve cache coherence from core’s point of view. </a:t>
            </a:r>
          </a:p>
          <a:p>
            <a:pPr lvl="2"/>
            <a:r>
              <a:rPr lang="en-US" altLang="en-US" dirty="0">
                <a:solidFill>
                  <a:srgbClr val="0000FF"/>
                </a:solidFill>
                <a:ea typeface="ＭＳ Ｐゴシック" charset="-128"/>
              </a:rPr>
              <a:t>Cache Tags</a:t>
            </a:r>
            <a:r>
              <a:rPr lang="en-US" altLang="en-US" dirty="0">
                <a:ea typeface="ＭＳ Ｐゴシック" charset="-128"/>
              </a:rPr>
              <a:t>: MESI (</a:t>
            </a:r>
            <a:r>
              <a:rPr lang="en-US" altLang="en-US" b="1" dirty="0">
                <a:solidFill>
                  <a:schemeClr val="accent2"/>
                </a:solidFill>
                <a:latin typeface="Arial Narrow" panose="020B0606020202030204" pitchFamily="34" charset="0"/>
              </a:rPr>
              <a:t>CPU action </a:t>
            </a:r>
            <a:r>
              <a:rPr lang="en-US" altLang="en-US" b="1" dirty="0">
                <a:solidFill>
                  <a:srgbClr val="002060"/>
                </a:solidFill>
                <a:latin typeface="Arial Narrow" panose="020B0606020202030204" pitchFamily="34" charset="0"/>
                <a:sym typeface="Wingdings" panose="05000000000000000000" pitchFamily="2" charset="2"/>
              </a:rPr>
              <a:t> </a:t>
            </a:r>
            <a:r>
              <a:rPr lang="en-US" altLang="en-US" b="1" dirty="0">
                <a:solidFill>
                  <a:srgbClr val="92D050"/>
                </a:solidFill>
                <a:latin typeface="Arial Narrow" panose="020B0606020202030204" pitchFamily="34" charset="0"/>
              </a:rPr>
              <a:t>Bus action</a:t>
            </a:r>
            <a:r>
              <a:rPr lang="en-US" altLang="en-US" b="1" dirty="0">
                <a:solidFill>
                  <a:srgbClr val="002060"/>
                </a:solidFill>
                <a:latin typeface="Arial Narrow" panose="020B0606020202030204" pitchFamily="34" charset="0"/>
              </a:rPr>
              <a:t>, Tags</a:t>
            </a:r>
            <a:r>
              <a:rPr lang="en-US" altLang="en-US" dirty="0">
                <a:ea typeface="ＭＳ Ｐゴシック" charset="-128"/>
              </a:rPr>
              <a:t>)</a:t>
            </a:r>
          </a:p>
          <a:p>
            <a:pPr lvl="2"/>
            <a:r>
              <a:rPr lang="en-US" altLang="en-US" dirty="0">
                <a:solidFill>
                  <a:srgbClr val="0432FF"/>
                </a:solidFill>
                <a:ea typeface="ＭＳ Ｐゴシック" charset="-128"/>
              </a:rPr>
              <a:t>Cache Updating</a:t>
            </a:r>
            <a:r>
              <a:rPr lang="en-US" altLang="en-US" dirty="0">
                <a:ea typeface="ＭＳ Ｐゴシック" charset="-128"/>
              </a:rPr>
              <a:t>: </a:t>
            </a:r>
            <a:r>
              <a:rPr lang="en-US" altLang="en-US" dirty="0" err="1">
                <a:ea typeface="ＭＳ Ｐゴシック" charset="-128"/>
              </a:rPr>
              <a:t>invl</a:t>
            </a:r>
            <a:r>
              <a:rPr lang="en-US" altLang="en-US" dirty="0">
                <a:ea typeface="ＭＳ Ｐゴシック" charset="-128"/>
              </a:rPr>
              <a:t>./update (</a:t>
            </a:r>
            <a:r>
              <a:rPr lang="en-US" altLang="en-US" b="1" dirty="0">
                <a:solidFill>
                  <a:srgbClr val="92D050"/>
                </a:solidFill>
                <a:latin typeface="Arial Narrow" panose="020B0606020202030204" pitchFamily="34" charset="0"/>
              </a:rPr>
              <a:t>Bus action</a:t>
            </a:r>
            <a:r>
              <a:rPr lang="en-US" altLang="en-US" dirty="0">
                <a:ea typeface="ＭＳ Ｐゴシック" charset="-128"/>
              </a:rPr>
              <a:t>)</a:t>
            </a:r>
          </a:p>
          <a:p>
            <a:pPr lvl="2"/>
            <a:r>
              <a:rPr lang="en-US" altLang="en-US" dirty="0">
                <a:solidFill>
                  <a:srgbClr val="0432FF"/>
                </a:solidFill>
                <a:ea typeface="ＭＳ Ｐゴシック" charset="-128"/>
              </a:rPr>
              <a:t>Interconnect</a:t>
            </a:r>
            <a:r>
              <a:rPr lang="en-US" altLang="en-US" dirty="0">
                <a:ea typeface="ＭＳ Ｐゴシック" charset="-128"/>
              </a:rPr>
              <a:t>: Bus/Switch</a:t>
            </a:r>
          </a:p>
        </p:txBody>
      </p:sp>
      <p:grpSp>
        <p:nvGrpSpPr>
          <p:cNvPr id="3" name="组合 2">
            <a:extLst>
              <a:ext uri="{FF2B5EF4-FFF2-40B4-BE49-F238E27FC236}">
                <a16:creationId xmlns:a16="http://schemas.microsoft.com/office/drawing/2014/main" id="{9644AEE6-E5FD-4857-82BA-2910192F46B3}"/>
              </a:ext>
            </a:extLst>
          </p:cNvPr>
          <p:cNvGrpSpPr/>
          <p:nvPr/>
        </p:nvGrpSpPr>
        <p:grpSpPr>
          <a:xfrm>
            <a:off x="4165886" y="2819400"/>
            <a:ext cx="5130514" cy="3701950"/>
            <a:chOff x="4165886" y="2819400"/>
            <a:chExt cx="5130514" cy="3701950"/>
          </a:xfrm>
        </p:grpSpPr>
        <p:sp>
          <p:nvSpPr>
            <p:cNvPr id="93192" name="Oval 7"/>
            <p:cNvSpPr>
              <a:spLocks noChangeArrowheads="1"/>
            </p:cNvSpPr>
            <p:nvPr/>
          </p:nvSpPr>
          <p:spPr bwMode="auto">
            <a:xfrm>
              <a:off x="4465917" y="2819400"/>
              <a:ext cx="749300" cy="749300"/>
            </a:xfrm>
            <a:prstGeom prst="ellipse">
              <a:avLst/>
            </a:prstGeom>
            <a:solidFill>
              <a:schemeClr val="bg1"/>
            </a:solidFill>
            <a:ln w="12700">
              <a:solidFill>
                <a:schemeClr val="tx1"/>
              </a:solidFill>
              <a:round/>
              <a:headEnd/>
              <a:tailEnd/>
            </a:ln>
          </p:spPr>
          <p:txBody>
            <a:bodyPr wrap="none" anchor="ctr"/>
            <a:lstStyle>
              <a:lvl1pPr eaLnBrk="0" hangingPunct="0">
                <a:defRPr sz="2400">
                  <a:solidFill>
                    <a:schemeClr val="tx1"/>
                  </a:solidFill>
                  <a:latin typeface="Arial" charset="0"/>
                  <a:ea typeface="ＭＳ Ｐゴシック" charset="-128"/>
                </a:defRPr>
              </a:lvl1pPr>
              <a:lvl2pPr marL="742950" indent="-285750" eaLnBrk="0" hangingPunct="0">
                <a:defRPr sz="2400">
                  <a:solidFill>
                    <a:schemeClr val="tx1"/>
                  </a:solidFill>
                  <a:latin typeface="Arial" charset="0"/>
                  <a:ea typeface="ＭＳ Ｐゴシック" charset="-128"/>
                </a:defRPr>
              </a:lvl2pPr>
              <a:lvl3pPr marL="1143000" indent="-228600" eaLnBrk="0" hangingPunct="0">
                <a:defRPr sz="2400">
                  <a:solidFill>
                    <a:schemeClr val="tx1"/>
                  </a:solidFill>
                  <a:latin typeface="Arial" charset="0"/>
                  <a:ea typeface="ＭＳ Ｐゴシック" charset="-128"/>
                </a:defRPr>
              </a:lvl3pPr>
              <a:lvl4pPr marL="1600200" indent="-228600" eaLnBrk="0" hangingPunct="0">
                <a:defRPr sz="2400">
                  <a:solidFill>
                    <a:schemeClr val="tx1"/>
                  </a:solidFill>
                  <a:latin typeface="Arial" charset="0"/>
                  <a:ea typeface="ＭＳ Ｐゴシック" charset="-128"/>
                </a:defRPr>
              </a:lvl4pPr>
              <a:lvl5pPr marL="2057400" indent="-228600" eaLnBrk="0" hangingPunct="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charset="0"/>
                <a:ea typeface="ＭＳ Ｐゴシック" charset="-128"/>
                <a:cs typeface="+mn-cs"/>
              </a:endParaRPr>
            </a:p>
          </p:txBody>
        </p:sp>
        <p:sp>
          <p:nvSpPr>
            <p:cNvPr id="93194" name="Line 9"/>
            <p:cNvSpPr>
              <a:spLocks noChangeShapeType="1"/>
            </p:cNvSpPr>
            <p:nvPr/>
          </p:nvSpPr>
          <p:spPr bwMode="auto">
            <a:xfrm>
              <a:off x="4858029" y="3575131"/>
              <a:ext cx="0" cy="3111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charset="0"/>
                <a:ea typeface="ＭＳ Ｐゴシック" charset="-128"/>
                <a:cs typeface="+mn-cs"/>
              </a:endParaRPr>
            </a:p>
          </p:txBody>
        </p:sp>
        <p:sp>
          <p:nvSpPr>
            <p:cNvPr id="93195" name="Line 10"/>
            <p:cNvSpPr>
              <a:spLocks noChangeShapeType="1"/>
            </p:cNvSpPr>
            <p:nvPr/>
          </p:nvSpPr>
          <p:spPr bwMode="auto">
            <a:xfrm>
              <a:off x="4858029" y="4565731"/>
              <a:ext cx="0" cy="36830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charset="0"/>
                <a:ea typeface="ＭＳ Ｐゴシック" charset="-128"/>
                <a:cs typeface="+mn-cs"/>
              </a:endParaRPr>
            </a:p>
          </p:txBody>
        </p:sp>
        <p:sp>
          <p:nvSpPr>
            <p:cNvPr id="93196" name="Rectangle 11"/>
            <p:cNvSpPr>
              <a:spLocks noChangeArrowheads="1"/>
            </p:cNvSpPr>
            <p:nvPr/>
          </p:nvSpPr>
          <p:spPr bwMode="auto">
            <a:xfrm>
              <a:off x="4345268" y="5908507"/>
              <a:ext cx="2897184" cy="612843"/>
            </a:xfrm>
            <a:prstGeom prst="rect">
              <a:avLst/>
            </a:prstGeom>
            <a:solidFill>
              <a:schemeClr val="bg1">
                <a:lumMod val="95000"/>
              </a:schemeClr>
            </a:solidFill>
            <a:ln w="25400">
              <a:solidFill>
                <a:schemeClr val="tx1"/>
              </a:solidFill>
              <a:miter lim="800000"/>
              <a:headEnd/>
              <a:tailEnd/>
            </a:ln>
          </p:spPr>
          <p:txBody>
            <a:bodyPr wrap="none" anchor="ctr"/>
            <a:lstStyle>
              <a:lvl1pPr eaLnBrk="0" hangingPunct="0">
                <a:defRPr sz="2400">
                  <a:solidFill>
                    <a:schemeClr val="tx1"/>
                  </a:solidFill>
                  <a:latin typeface="Arial" charset="0"/>
                  <a:ea typeface="ＭＳ Ｐゴシック" charset="-128"/>
                </a:defRPr>
              </a:lvl1pPr>
              <a:lvl2pPr marL="742950" indent="-285750" eaLnBrk="0" hangingPunct="0">
                <a:defRPr sz="2400">
                  <a:solidFill>
                    <a:schemeClr val="tx1"/>
                  </a:solidFill>
                  <a:latin typeface="Arial" charset="0"/>
                  <a:ea typeface="ＭＳ Ｐゴシック" charset="-128"/>
                </a:defRPr>
              </a:lvl2pPr>
              <a:lvl3pPr marL="1143000" indent="-228600" eaLnBrk="0" hangingPunct="0">
                <a:defRPr sz="2400">
                  <a:solidFill>
                    <a:schemeClr val="tx1"/>
                  </a:solidFill>
                  <a:latin typeface="Arial" charset="0"/>
                  <a:ea typeface="ＭＳ Ｐゴシック" charset="-128"/>
                </a:defRPr>
              </a:lvl3pPr>
              <a:lvl4pPr marL="1600200" indent="-228600" eaLnBrk="0" hangingPunct="0">
                <a:defRPr sz="2400">
                  <a:solidFill>
                    <a:schemeClr val="tx1"/>
                  </a:solidFill>
                  <a:latin typeface="Arial" charset="0"/>
                  <a:ea typeface="ＭＳ Ｐゴシック" charset="-128"/>
                </a:defRPr>
              </a:lvl4pPr>
              <a:lvl5pPr marL="2057400" indent="-228600" eaLnBrk="0" hangingPunct="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charset="0"/>
                <a:ea typeface="ＭＳ Ｐゴシック" charset="-128"/>
                <a:cs typeface="+mn-cs"/>
              </a:endParaRPr>
            </a:p>
          </p:txBody>
        </p:sp>
        <p:sp>
          <p:nvSpPr>
            <p:cNvPr id="93198" name="Rectangle 13"/>
            <p:cNvSpPr>
              <a:spLocks noChangeArrowheads="1"/>
            </p:cNvSpPr>
            <p:nvPr/>
          </p:nvSpPr>
          <p:spPr bwMode="auto">
            <a:xfrm>
              <a:off x="4544765" y="2996406"/>
              <a:ext cx="593112" cy="3667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eaLnBrk="0" hangingPunct="0">
                <a:defRPr sz="2400">
                  <a:solidFill>
                    <a:schemeClr val="tx1"/>
                  </a:solidFill>
                  <a:latin typeface="Arial" charset="0"/>
                  <a:ea typeface="ＭＳ Ｐゴシック" charset="-128"/>
                </a:defRPr>
              </a:lvl1pPr>
              <a:lvl2pPr marL="742950" indent="-285750" eaLnBrk="0" hangingPunct="0">
                <a:defRPr sz="2400">
                  <a:solidFill>
                    <a:schemeClr val="tx1"/>
                  </a:solidFill>
                  <a:latin typeface="Arial" charset="0"/>
                  <a:ea typeface="ＭＳ Ｐゴシック" charset="-128"/>
                </a:defRPr>
              </a:lvl2pPr>
              <a:lvl3pPr marL="1143000" indent="-228600" eaLnBrk="0" hangingPunct="0">
                <a:defRPr sz="2400">
                  <a:solidFill>
                    <a:schemeClr val="tx1"/>
                  </a:solidFill>
                  <a:latin typeface="Arial" charset="0"/>
                  <a:ea typeface="ＭＳ Ｐゴシック" charset="-128"/>
                </a:defRPr>
              </a:lvl3pPr>
              <a:lvl4pPr marL="1600200" indent="-228600" eaLnBrk="0" hangingPunct="0">
                <a:defRPr sz="2400">
                  <a:solidFill>
                    <a:schemeClr val="tx1"/>
                  </a:solidFill>
                  <a:latin typeface="Arial" charset="0"/>
                  <a:ea typeface="ＭＳ Ｐゴシック" charset="-128"/>
                </a:defRPr>
              </a:lvl4pPr>
              <a:lvl5pPr marL="2057400" indent="-228600" eaLnBrk="0" hangingPunct="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dirty="0">
                  <a:ln>
                    <a:noFill/>
                  </a:ln>
                  <a:solidFill>
                    <a:srgbClr val="000000"/>
                  </a:solidFill>
                  <a:effectLst/>
                  <a:uLnTx/>
                  <a:uFillTx/>
                  <a:latin typeface="Arial Narrow" panose="020B0606020202030204" pitchFamily="34" charset="0"/>
                </a:rPr>
                <a:t>Core</a:t>
              </a:r>
            </a:p>
          </p:txBody>
        </p:sp>
        <p:sp>
          <p:nvSpPr>
            <p:cNvPr id="93201" name="AutoShape 16"/>
            <p:cNvSpPr>
              <a:spLocks noChangeArrowheads="1"/>
            </p:cNvSpPr>
            <p:nvPr/>
          </p:nvSpPr>
          <p:spPr bwMode="auto">
            <a:xfrm>
              <a:off x="4260335" y="4946731"/>
              <a:ext cx="3067051" cy="596900"/>
            </a:xfrm>
            <a:prstGeom prst="roundRect">
              <a:avLst>
                <a:gd name="adj" fmla="val 12495"/>
              </a:avLst>
            </a:prstGeom>
            <a:solidFill>
              <a:schemeClr val="bg1"/>
            </a:solidFill>
            <a:ln w="12700">
              <a:solidFill>
                <a:schemeClr val="tx1"/>
              </a:solidFill>
              <a:round/>
              <a:headEnd/>
              <a:tailEnd/>
            </a:ln>
          </p:spPr>
          <p:txBody>
            <a:bodyPr wrap="none" anchor="ctr"/>
            <a:lstStyle>
              <a:lvl1pPr eaLnBrk="0" hangingPunct="0">
                <a:defRPr sz="2400">
                  <a:solidFill>
                    <a:schemeClr val="tx1"/>
                  </a:solidFill>
                  <a:latin typeface="Arial" charset="0"/>
                  <a:ea typeface="ＭＳ Ｐゴシック" charset="-128"/>
                </a:defRPr>
              </a:lvl1pPr>
              <a:lvl2pPr marL="742950" indent="-285750" eaLnBrk="0" hangingPunct="0">
                <a:defRPr sz="2400">
                  <a:solidFill>
                    <a:schemeClr val="tx1"/>
                  </a:solidFill>
                  <a:latin typeface="Arial" charset="0"/>
                  <a:ea typeface="ＭＳ Ｐゴシック" charset="-128"/>
                </a:defRPr>
              </a:lvl2pPr>
              <a:lvl3pPr marL="1143000" indent="-228600" eaLnBrk="0" hangingPunct="0">
                <a:defRPr sz="2400">
                  <a:solidFill>
                    <a:schemeClr val="tx1"/>
                  </a:solidFill>
                  <a:latin typeface="Arial" charset="0"/>
                  <a:ea typeface="ＭＳ Ｐゴシック" charset="-128"/>
                </a:defRPr>
              </a:lvl3pPr>
              <a:lvl4pPr marL="1600200" indent="-228600" eaLnBrk="0" hangingPunct="0">
                <a:defRPr sz="2400">
                  <a:solidFill>
                    <a:schemeClr val="tx1"/>
                  </a:solidFill>
                  <a:latin typeface="Arial" charset="0"/>
                  <a:ea typeface="ＭＳ Ｐゴシック" charset="-128"/>
                </a:defRPr>
              </a:lvl4pPr>
              <a:lvl5pPr marL="2057400" indent="-228600" eaLnBrk="0" hangingPunct="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charset="0"/>
                <a:ea typeface="ＭＳ Ｐゴシック" charset="-128"/>
                <a:cs typeface="+mn-cs"/>
              </a:endParaRPr>
            </a:p>
          </p:txBody>
        </p:sp>
        <p:sp>
          <p:nvSpPr>
            <p:cNvPr id="93202" name="Rectangle 17"/>
            <p:cNvSpPr>
              <a:spLocks noChangeArrowheads="1"/>
            </p:cNvSpPr>
            <p:nvPr/>
          </p:nvSpPr>
          <p:spPr bwMode="auto">
            <a:xfrm>
              <a:off x="4407982" y="5069431"/>
              <a:ext cx="2644775" cy="363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eaLnBrk="0" hangingPunct="0">
                <a:defRPr sz="2400">
                  <a:solidFill>
                    <a:schemeClr val="tx1"/>
                  </a:solidFill>
                  <a:latin typeface="Arial" charset="0"/>
                  <a:ea typeface="ＭＳ Ｐゴシック" charset="-128"/>
                </a:defRPr>
              </a:lvl1pPr>
              <a:lvl2pPr marL="742950" indent="-285750" eaLnBrk="0" hangingPunct="0">
                <a:defRPr sz="2400">
                  <a:solidFill>
                    <a:schemeClr val="tx1"/>
                  </a:solidFill>
                  <a:latin typeface="Arial" charset="0"/>
                  <a:ea typeface="ＭＳ Ｐゴシック" charset="-128"/>
                </a:defRPr>
              </a:lvl2pPr>
              <a:lvl3pPr marL="1143000" indent="-228600" eaLnBrk="0" hangingPunct="0">
                <a:defRPr sz="2400">
                  <a:solidFill>
                    <a:schemeClr val="tx1"/>
                  </a:solidFill>
                  <a:latin typeface="Arial" charset="0"/>
                  <a:ea typeface="ＭＳ Ｐゴシック" charset="-128"/>
                </a:defRPr>
              </a:lvl3pPr>
              <a:lvl4pPr marL="1600200" indent="-228600" eaLnBrk="0" hangingPunct="0">
                <a:defRPr sz="2400">
                  <a:solidFill>
                    <a:schemeClr val="tx1"/>
                  </a:solidFill>
                  <a:latin typeface="Arial" charset="0"/>
                  <a:ea typeface="ＭＳ Ｐゴシック" charset="-128"/>
                </a:defRPr>
              </a:lvl4pPr>
              <a:lvl5pPr marL="2057400" indent="-228600" eaLnBrk="0" hangingPunct="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dirty="0">
                  <a:ln>
                    <a:noFill/>
                  </a:ln>
                  <a:solidFill>
                    <a:srgbClr val="000000"/>
                  </a:solidFill>
                  <a:effectLst/>
                  <a:uLnTx/>
                  <a:uFillTx/>
                  <a:latin typeface="Arial" charset="0"/>
                  <a:ea typeface="ＭＳ Ｐゴシック" charset="-128"/>
                  <a:cs typeface="+mn-cs"/>
                </a:rPr>
                <a:t>Interconnection Network</a:t>
              </a:r>
            </a:p>
          </p:txBody>
        </p:sp>
        <p:sp>
          <p:nvSpPr>
            <p:cNvPr id="93203" name="Line 18"/>
            <p:cNvSpPr>
              <a:spLocks noChangeShapeType="1"/>
            </p:cNvSpPr>
            <p:nvPr/>
          </p:nvSpPr>
          <p:spPr bwMode="auto">
            <a:xfrm>
              <a:off x="5784336" y="5543631"/>
              <a:ext cx="0" cy="36830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charset="0"/>
                <a:ea typeface="ＭＳ Ｐゴシック" charset="-128"/>
                <a:cs typeface="+mn-cs"/>
              </a:endParaRPr>
            </a:p>
          </p:txBody>
        </p:sp>
        <p:sp>
          <p:nvSpPr>
            <p:cNvPr id="93204" name="Rectangle 19"/>
            <p:cNvSpPr>
              <a:spLocks noChangeArrowheads="1"/>
            </p:cNvSpPr>
            <p:nvPr/>
          </p:nvSpPr>
          <p:spPr bwMode="auto">
            <a:xfrm>
              <a:off x="5001698" y="6014375"/>
              <a:ext cx="1565275" cy="363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eaLnBrk="0" hangingPunct="0">
                <a:defRPr sz="2400">
                  <a:solidFill>
                    <a:schemeClr val="tx1"/>
                  </a:solidFill>
                  <a:latin typeface="Arial" charset="0"/>
                  <a:ea typeface="ＭＳ Ｐゴシック" charset="-128"/>
                </a:defRPr>
              </a:lvl1pPr>
              <a:lvl2pPr marL="742950" indent="-285750" eaLnBrk="0" hangingPunct="0">
                <a:defRPr sz="2400">
                  <a:solidFill>
                    <a:schemeClr val="tx1"/>
                  </a:solidFill>
                  <a:latin typeface="Arial" charset="0"/>
                  <a:ea typeface="ＭＳ Ｐゴシック" charset="-128"/>
                </a:defRPr>
              </a:lvl2pPr>
              <a:lvl3pPr marL="1143000" indent="-228600" eaLnBrk="0" hangingPunct="0">
                <a:defRPr sz="2400">
                  <a:solidFill>
                    <a:schemeClr val="tx1"/>
                  </a:solidFill>
                  <a:latin typeface="Arial" charset="0"/>
                  <a:ea typeface="ＭＳ Ｐゴシック" charset="-128"/>
                </a:defRPr>
              </a:lvl3pPr>
              <a:lvl4pPr marL="1600200" indent="-228600" eaLnBrk="0" hangingPunct="0">
                <a:defRPr sz="2400">
                  <a:solidFill>
                    <a:schemeClr val="tx1"/>
                  </a:solidFill>
                  <a:latin typeface="Arial" charset="0"/>
                  <a:ea typeface="ＭＳ Ｐゴシック" charset="-128"/>
                </a:defRPr>
              </a:lvl4pPr>
              <a:lvl5pPr marL="2057400" indent="-228600" eaLnBrk="0" hangingPunct="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dirty="0">
                  <a:ln>
                    <a:noFill/>
                  </a:ln>
                  <a:solidFill>
                    <a:srgbClr val="000000"/>
                  </a:solidFill>
                  <a:effectLst/>
                  <a:uLnTx/>
                  <a:uFillTx/>
                  <a:latin typeface="Arial" charset="0"/>
                  <a:ea typeface="ＭＳ Ｐゴシック" charset="-128"/>
                  <a:cs typeface="+mn-cs"/>
                </a:rPr>
                <a:t>Main Memory</a:t>
              </a:r>
            </a:p>
          </p:txBody>
        </p:sp>
        <p:sp>
          <p:nvSpPr>
            <p:cNvPr id="2" name="矩形: 圆角 1">
              <a:extLst>
                <a:ext uri="{FF2B5EF4-FFF2-40B4-BE49-F238E27FC236}">
                  <a16:creationId xmlns:a16="http://schemas.microsoft.com/office/drawing/2014/main" id="{197A2E7D-E796-4CB6-932C-CE508379E512}"/>
                </a:ext>
              </a:extLst>
            </p:cNvPr>
            <p:cNvSpPr/>
            <p:nvPr/>
          </p:nvSpPr>
          <p:spPr bwMode="auto">
            <a:xfrm>
              <a:off x="4165886" y="3886281"/>
              <a:ext cx="1371569" cy="679450"/>
            </a:xfrm>
            <a:prstGeom prst="roundRect">
              <a:avLst/>
            </a:prstGeom>
            <a:solidFill>
              <a:srgbClr val="CCECFF"/>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zh-CN" altLang="en-US" sz="1800" b="0" i="0" u="none" strike="noStrike" cap="none" normalizeH="0" baseline="0" dirty="0">
                <a:ln>
                  <a:noFill/>
                </a:ln>
                <a:solidFill>
                  <a:schemeClr val="tx1"/>
                </a:solidFill>
                <a:effectLst/>
                <a:latin typeface="Arial Narrow" panose="020B0606020202030204" pitchFamily="34" charset="0"/>
              </a:endParaRPr>
            </a:p>
          </p:txBody>
        </p:sp>
        <p:sp>
          <p:nvSpPr>
            <p:cNvPr id="28" name="Oval 7">
              <a:extLst>
                <a:ext uri="{FF2B5EF4-FFF2-40B4-BE49-F238E27FC236}">
                  <a16:creationId xmlns:a16="http://schemas.microsoft.com/office/drawing/2014/main" id="{5587B5FA-1721-4FBB-9AFA-8039131DFD26}"/>
                </a:ext>
              </a:extLst>
            </p:cNvPr>
            <p:cNvSpPr>
              <a:spLocks noChangeArrowheads="1"/>
            </p:cNvSpPr>
            <p:nvPr/>
          </p:nvSpPr>
          <p:spPr bwMode="auto">
            <a:xfrm>
              <a:off x="6317736" y="2828091"/>
              <a:ext cx="749300" cy="749300"/>
            </a:xfrm>
            <a:prstGeom prst="ellipse">
              <a:avLst/>
            </a:prstGeom>
            <a:solidFill>
              <a:schemeClr val="bg1"/>
            </a:solidFill>
            <a:ln w="12700">
              <a:solidFill>
                <a:schemeClr val="tx1"/>
              </a:solidFill>
              <a:round/>
              <a:headEnd/>
              <a:tailEnd/>
            </a:ln>
          </p:spPr>
          <p:txBody>
            <a:bodyPr wrap="none" anchor="ctr"/>
            <a:lstStyle>
              <a:lvl1pPr eaLnBrk="0" hangingPunct="0">
                <a:defRPr sz="2400">
                  <a:solidFill>
                    <a:schemeClr val="tx1"/>
                  </a:solidFill>
                  <a:latin typeface="Arial" charset="0"/>
                  <a:ea typeface="ＭＳ Ｐゴシック" charset="-128"/>
                </a:defRPr>
              </a:lvl1pPr>
              <a:lvl2pPr marL="742950" indent="-285750" eaLnBrk="0" hangingPunct="0">
                <a:defRPr sz="2400">
                  <a:solidFill>
                    <a:schemeClr val="tx1"/>
                  </a:solidFill>
                  <a:latin typeface="Arial" charset="0"/>
                  <a:ea typeface="ＭＳ Ｐゴシック" charset="-128"/>
                </a:defRPr>
              </a:lvl2pPr>
              <a:lvl3pPr marL="1143000" indent="-228600" eaLnBrk="0" hangingPunct="0">
                <a:defRPr sz="2400">
                  <a:solidFill>
                    <a:schemeClr val="tx1"/>
                  </a:solidFill>
                  <a:latin typeface="Arial" charset="0"/>
                  <a:ea typeface="ＭＳ Ｐゴシック" charset="-128"/>
                </a:defRPr>
              </a:lvl3pPr>
              <a:lvl4pPr marL="1600200" indent="-228600" eaLnBrk="0" hangingPunct="0">
                <a:defRPr sz="2400">
                  <a:solidFill>
                    <a:schemeClr val="tx1"/>
                  </a:solidFill>
                  <a:latin typeface="Arial" charset="0"/>
                  <a:ea typeface="ＭＳ Ｐゴシック" charset="-128"/>
                </a:defRPr>
              </a:lvl4pPr>
              <a:lvl5pPr marL="2057400" indent="-228600" eaLnBrk="0" hangingPunct="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charset="0"/>
                <a:ea typeface="ＭＳ Ｐゴシック" charset="-128"/>
                <a:cs typeface="+mn-cs"/>
              </a:endParaRPr>
            </a:p>
          </p:txBody>
        </p:sp>
        <p:sp>
          <p:nvSpPr>
            <p:cNvPr id="29" name="Line 9">
              <a:extLst>
                <a:ext uri="{FF2B5EF4-FFF2-40B4-BE49-F238E27FC236}">
                  <a16:creationId xmlns:a16="http://schemas.microsoft.com/office/drawing/2014/main" id="{A835B3EC-4E63-4D88-8C33-19534305EB08}"/>
                </a:ext>
              </a:extLst>
            </p:cNvPr>
            <p:cNvSpPr>
              <a:spLocks noChangeShapeType="1"/>
            </p:cNvSpPr>
            <p:nvPr/>
          </p:nvSpPr>
          <p:spPr bwMode="auto">
            <a:xfrm>
              <a:off x="6709848" y="3583822"/>
              <a:ext cx="0" cy="3111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charset="0"/>
                <a:ea typeface="ＭＳ Ｐゴシック" charset="-128"/>
                <a:cs typeface="+mn-cs"/>
              </a:endParaRPr>
            </a:p>
          </p:txBody>
        </p:sp>
        <p:sp>
          <p:nvSpPr>
            <p:cNvPr id="30" name="Line 10">
              <a:extLst>
                <a:ext uri="{FF2B5EF4-FFF2-40B4-BE49-F238E27FC236}">
                  <a16:creationId xmlns:a16="http://schemas.microsoft.com/office/drawing/2014/main" id="{9F801ACD-2793-4362-9D44-A355344348E9}"/>
                </a:ext>
              </a:extLst>
            </p:cNvPr>
            <p:cNvSpPr>
              <a:spLocks noChangeShapeType="1"/>
            </p:cNvSpPr>
            <p:nvPr/>
          </p:nvSpPr>
          <p:spPr bwMode="auto">
            <a:xfrm>
              <a:off x="6709848" y="4574422"/>
              <a:ext cx="0" cy="36830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charset="0"/>
                <a:ea typeface="ＭＳ Ｐゴシック" charset="-128"/>
                <a:cs typeface="+mn-cs"/>
              </a:endParaRPr>
            </a:p>
          </p:txBody>
        </p:sp>
        <p:sp>
          <p:nvSpPr>
            <p:cNvPr id="33" name="Rectangle 13">
              <a:extLst>
                <a:ext uri="{FF2B5EF4-FFF2-40B4-BE49-F238E27FC236}">
                  <a16:creationId xmlns:a16="http://schemas.microsoft.com/office/drawing/2014/main" id="{465E82AB-AB8A-480C-B6D1-40C7981D31D3}"/>
                </a:ext>
              </a:extLst>
            </p:cNvPr>
            <p:cNvSpPr>
              <a:spLocks noChangeArrowheads="1"/>
            </p:cNvSpPr>
            <p:nvPr/>
          </p:nvSpPr>
          <p:spPr bwMode="auto">
            <a:xfrm>
              <a:off x="6378367" y="2996406"/>
              <a:ext cx="593112" cy="3667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eaLnBrk="0" hangingPunct="0">
                <a:defRPr sz="2400">
                  <a:solidFill>
                    <a:schemeClr val="tx1"/>
                  </a:solidFill>
                  <a:latin typeface="Arial" charset="0"/>
                  <a:ea typeface="ＭＳ Ｐゴシック" charset="-128"/>
                </a:defRPr>
              </a:lvl1pPr>
              <a:lvl2pPr marL="742950" indent="-285750" eaLnBrk="0" hangingPunct="0">
                <a:defRPr sz="2400">
                  <a:solidFill>
                    <a:schemeClr val="tx1"/>
                  </a:solidFill>
                  <a:latin typeface="Arial" charset="0"/>
                  <a:ea typeface="ＭＳ Ｐゴシック" charset="-128"/>
                </a:defRPr>
              </a:lvl2pPr>
              <a:lvl3pPr marL="1143000" indent="-228600" eaLnBrk="0" hangingPunct="0">
                <a:defRPr sz="2400">
                  <a:solidFill>
                    <a:schemeClr val="tx1"/>
                  </a:solidFill>
                  <a:latin typeface="Arial" charset="0"/>
                  <a:ea typeface="ＭＳ Ｐゴシック" charset="-128"/>
                </a:defRPr>
              </a:lvl3pPr>
              <a:lvl4pPr marL="1600200" indent="-228600" eaLnBrk="0" hangingPunct="0">
                <a:defRPr sz="2400">
                  <a:solidFill>
                    <a:schemeClr val="tx1"/>
                  </a:solidFill>
                  <a:latin typeface="Arial" charset="0"/>
                  <a:ea typeface="ＭＳ Ｐゴシック" charset="-128"/>
                </a:defRPr>
              </a:lvl4pPr>
              <a:lvl5pPr marL="2057400" indent="-228600" eaLnBrk="0" hangingPunct="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dirty="0">
                  <a:ln>
                    <a:noFill/>
                  </a:ln>
                  <a:solidFill>
                    <a:srgbClr val="000000"/>
                  </a:solidFill>
                  <a:effectLst/>
                  <a:uLnTx/>
                  <a:uFillTx/>
                  <a:latin typeface="Arial Narrow" panose="020B0606020202030204" pitchFamily="34" charset="0"/>
                </a:rPr>
                <a:t>Core</a:t>
              </a:r>
            </a:p>
          </p:txBody>
        </p:sp>
        <p:cxnSp>
          <p:nvCxnSpPr>
            <p:cNvPr id="4" name="直接连接符 3">
              <a:extLst>
                <a:ext uri="{FF2B5EF4-FFF2-40B4-BE49-F238E27FC236}">
                  <a16:creationId xmlns:a16="http://schemas.microsoft.com/office/drawing/2014/main" id="{BA6DEEBE-3B6E-47CA-8AAF-CEBF9F3607D3}"/>
                </a:ext>
              </a:extLst>
            </p:cNvPr>
            <p:cNvCxnSpPr>
              <a:cxnSpLocks/>
            </p:cNvCxnSpPr>
            <p:nvPr/>
          </p:nvCxnSpPr>
          <p:spPr bwMode="auto">
            <a:xfrm>
              <a:off x="7810500" y="3663731"/>
              <a:ext cx="1143000" cy="0"/>
            </a:xfrm>
            <a:prstGeom prst="line">
              <a:avLst/>
            </a:prstGeom>
            <a:solidFill>
              <a:srgbClr val="C0C0C0"/>
            </a:solidFill>
            <a:ln w="9525" cap="flat" cmpd="sng" algn="ctr">
              <a:solidFill>
                <a:schemeClr val="tx1"/>
              </a:solidFill>
              <a:prstDash val="sysDash"/>
              <a:round/>
              <a:headEnd type="none" w="med" len="med"/>
              <a:tailEnd type="none" w="med" len="med"/>
            </a:ln>
            <a:effectLst/>
          </p:spPr>
        </p:cxnSp>
        <p:sp>
          <p:nvSpPr>
            <p:cNvPr id="7" name="矩形 6">
              <a:extLst>
                <a:ext uri="{FF2B5EF4-FFF2-40B4-BE49-F238E27FC236}">
                  <a16:creationId xmlns:a16="http://schemas.microsoft.com/office/drawing/2014/main" id="{D4FF6037-5A17-49AD-B816-40D5E35AE04E}"/>
                </a:ext>
              </a:extLst>
            </p:cNvPr>
            <p:cNvSpPr/>
            <p:nvPr/>
          </p:nvSpPr>
          <p:spPr>
            <a:xfrm>
              <a:off x="7886700" y="2996406"/>
              <a:ext cx="760144" cy="461665"/>
            </a:xfrm>
            <a:prstGeom prst="rect">
              <a:avLst/>
            </a:prstGeom>
          </p:spPr>
          <p:txBody>
            <a:bodyPr wrap="none">
              <a:spAutoFit/>
            </a:bodyPr>
            <a:lstStyle/>
            <a:p>
              <a:r>
                <a:rPr lang="en-US" altLang="en-US" sz="2400" b="1" dirty="0">
                  <a:solidFill>
                    <a:srgbClr val="000000"/>
                  </a:solidFill>
                  <a:latin typeface="Arial Narrow" panose="020B0606020202030204" pitchFamily="34" charset="0"/>
                </a:rPr>
                <a:t>Core</a:t>
              </a:r>
              <a:endParaRPr lang="zh-CN" altLang="en-US" sz="2400" b="1" dirty="0"/>
            </a:p>
          </p:txBody>
        </p:sp>
        <p:cxnSp>
          <p:nvCxnSpPr>
            <p:cNvPr id="24" name="直接连接符 23">
              <a:extLst>
                <a:ext uri="{FF2B5EF4-FFF2-40B4-BE49-F238E27FC236}">
                  <a16:creationId xmlns:a16="http://schemas.microsoft.com/office/drawing/2014/main" id="{F57ECB00-3EDC-4BD8-8541-6C0E9D897200}"/>
                </a:ext>
              </a:extLst>
            </p:cNvPr>
            <p:cNvCxnSpPr>
              <a:cxnSpLocks/>
            </p:cNvCxnSpPr>
            <p:nvPr/>
          </p:nvCxnSpPr>
          <p:spPr bwMode="auto">
            <a:xfrm flipV="1">
              <a:off x="7810500" y="4705131"/>
              <a:ext cx="1143000" cy="8691"/>
            </a:xfrm>
            <a:prstGeom prst="line">
              <a:avLst/>
            </a:prstGeom>
            <a:solidFill>
              <a:srgbClr val="C0C0C0"/>
            </a:solidFill>
            <a:ln w="9525" cap="flat" cmpd="sng" algn="ctr">
              <a:solidFill>
                <a:schemeClr val="tx1"/>
              </a:solidFill>
              <a:prstDash val="sysDash"/>
              <a:round/>
              <a:headEnd type="none" w="med" len="med"/>
              <a:tailEnd type="none" w="med" len="med"/>
            </a:ln>
            <a:effectLst/>
          </p:spPr>
        </p:cxnSp>
        <p:sp>
          <p:nvSpPr>
            <p:cNvPr id="8" name="矩形 7">
              <a:extLst>
                <a:ext uri="{FF2B5EF4-FFF2-40B4-BE49-F238E27FC236}">
                  <a16:creationId xmlns:a16="http://schemas.microsoft.com/office/drawing/2014/main" id="{F05DCBA6-BBD4-4173-8D87-28484B537C09}"/>
                </a:ext>
              </a:extLst>
            </p:cNvPr>
            <p:cNvSpPr/>
            <p:nvPr/>
          </p:nvSpPr>
          <p:spPr>
            <a:xfrm>
              <a:off x="7823995" y="3968531"/>
              <a:ext cx="1066799" cy="461665"/>
            </a:xfrm>
            <a:prstGeom prst="rect">
              <a:avLst/>
            </a:prstGeom>
          </p:spPr>
          <p:txBody>
            <a:bodyPr wrap="square">
              <a:spAutoFit/>
            </a:bodyPr>
            <a:lstStyle/>
            <a:p>
              <a:r>
                <a:rPr lang="en-US" altLang="en-US" sz="2400" b="1" dirty="0">
                  <a:solidFill>
                    <a:srgbClr val="000000"/>
                  </a:solidFill>
                  <a:latin typeface="Arial Narrow" panose="020B0606020202030204" pitchFamily="34" charset="0"/>
                </a:rPr>
                <a:t>Cache</a:t>
              </a:r>
              <a:endParaRPr lang="zh-CN" altLang="en-US" sz="2400" dirty="0"/>
            </a:p>
          </p:txBody>
        </p:sp>
        <p:cxnSp>
          <p:nvCxnSpPr>
            <p:cNvPr id="26" name="直接连接符 25">
              <a:extLst>
                <a:ext uri="{FF2B5EF4-FFF2-40B4-BE49-F238E27FC236}">
                  <a16:creationId xmlns:a16="http://schemas.microsoft.com/office/drawing/2014/main" id="{01FEF2FC-3FDA-4640-BDC9-A42EFF96FBB1}"/>
                </a:ext>
              </a:extLst>
            </p:cNvPr>
            <p:cNvCxnSpPr>
              <a:cxnSpLocks/>
            </p:cNvCxnSpPr>
            <p:nvPr/>
          </p:nvCxnSpPr>
          <p:spPr bwMode="auto">
            <a:xfrm>
              <a:off x="7810500" y="5721131"/>
              <a:ext cx="1080294" cy="0"/>
            </a:xfrm>
            <a:prstGeom prst="line">
              <a:avLst/>
            </a:prstGeom>
            <a:solidFill>
              <a:srgbClr val="C0C0C0"/>
            </a:solidFill>
            <a:ln w="9525" cap="flat" cmpd="sng" algn="ctr">
              <a:solidFill>
                <a:schemeClr val="tx1"/>
              </a:solidFill>
              <a:prstDash val="sysDash"/>
              <a:round/>
              <a:headEnd type="none" w="med" len="med"/>
              <a:tailEnd type="none" w="med" len="med"/>
            </a:ln>
            <a:effectLst/>
          </p:spPr>
        </p:cxnSp>
        <p:sp>
          <p:nvSpPr>
            <p:cNvPr id="31" name="矩形 30">
              <a:extLst>
                <a:ext uri="{FF2B5EF4-FFF2-40B4-BE49-F238E27FC236}">
                  <a16:creationId xmlns:a16="http://schemas.microsoft.com/office/drawing/2014/main" id="{28E701F9-F5F3-4A8F-B748-96B3267DB09D}"/>
                </a:ext>
              </a:extLst>
            </p:cNvPr>
            <p:cNvSpPr/>
            <p:nvPr/>
          </p:nvSpPr>
          <p:spPr>
            <a:xfrm>
              <a:off x="7467599" y="4949610"/>
              <a:ext cx="1828801" cy="461665"/>
            </a:xfrm>
            <a:prstGeom prst="rect">
              <a:avLst/>
            </a:prstGeom>
          </p:spPr>
          <p:txBody>
            <a:bodyPr wrap="square">
              <a:spAutoFit/>
            </a:bodyPr>
            <a:lstStyle/>
            <a:p>
              <a:r>
                <a:rPr lang="en-US" altLang="en-US" sz="2400" b="1" dirty="0">
                  <a:solidFill>
                    <a:srgbClr val="000000"/>
                  </a:solidFill>
                  <a:latin typeface="Arial Narrow" panose="020B0606020202030204" pitchFamily="34" charset="0"/>
                </a:rPr>
                <a:t>Interconnect</a:t>
              </a:r>
              <a:endParaRPr lang="zh-CN" altLang="en-US" sz="2400" dirty="0"/>
            </a:p>
          </p:txBody>
        </p:sp>
        <p:sp>
          <p:nvSpPr>
            <p:cNvPr id="34" name="矩形 33">
              <a:extLst>
                <a:ext uri="{FF2B5EF4-FFF2-40B4-BE49-F238E27FC236}">
                  <a16:creationId xmlns:a16="http://schemas.microsoft.com/office/drawing/2014/main" id="{6960A665-F97D-4ECA-A468-87A02EA7003F}"/>
                </a:ext>
              </a:extLst>
            </p:cNvPr>
            <p:cNvSpPr/>
            <p:nvPr/>
          </p:nvSpPr>
          <p:spPr>
            <a:xfrm>
              <a:off x="7734300" y="6031453"/>
              <a:ext cx="1562100" cy="461665"/>
            </a:xfrm>
            <a:prstGeom prst="rect">
              <a:avLst/>
            </a:prstGeom>
          </p:spPr>
          <p:txBody>
            <a:bodyPr wrap="square">
              <a:spAutoFit/>
            </a:bodyPr>
            <a:lstStyle/>
            <a:p>
              <a:r>
                <a:rPr lang="en-US" altLang="en-US" sz="2400" b="1" dirty="0">
                  <a:solidFill>
                    <a:srgbClr val="000000"/>
                  </a:solidFill>
                  <a:latin typeface="Arial Narrow" panose="020B0606020202030204" pitchFamily="34" charset="0"/>
                </a:rPr>
                <a:t>Memory</a:t>
              </a:r>
              <a:endParaRPr lang="zh-CN" altLang="en-US" sz="2400" dirty="0"/>
            </a:p>
          </p:txBody>
        </p:sp>
        <p:sp>
          <p:nvSpPr>
            <p:cNvPr id="35" name="矩形 34">
              <a:extLst>
                <a:ext uri="{FF2B5EF4-FFF2-40B4-BE49-F238E27FC236}">
                  <a16:creationId xmlns:a16="http://schemas.microsoft.com/office/drawing/2014/main" id="{86E5F786-BF93-42D3-BC7E-18B214997FFB}"/>
                </a:ext>
              </a:extLst>
            </p:cNvPr>
            <p:cNvSpPr/>
            <p:nvPr/>
          </p:nvSpPr>
          <p:spPr>
            <a:xfrm>
              <a:off x="4793737" y="3564106"/>
              <a:ext cx="1066799" cy="307777"/>
            </a:xfrm>
            <a:prstGeom prst="rect">
              <a:avLst/>
            </a:prstGeom>
          </p:spPr>
          <p:txBody>
            <a:bodyPr wrap="square">
              <a:spAutoFit/>
            </a:bodyPr>
            <a:lstStyle/>
            <a:p>
              <a:r>
                <a:rPr lang="en-US" altLang="en-US" sz="1400" b="1" dirty="0">
                  <a:solidFill>
                    <a:schemeClr val="accent2"/>
                  </a:solidFill>
                  <a:latin typeface="Arial Narrow" panose="020B0606020202030204" pitchFamily="34" charset="0"/>
                </a:rPr>
                <a:t>CPU action</a:t>
              </a:r>
              <a:endParaRPr lang="zh-CN" altLang="en-US" sz="1400" dirty="0">
                <a:solidFill>
                  <a:schemeClr val="accent2"/>
                </a:solidFill>
              </a:endParaRPr>
            </a:p>
          </p:txBody>
        </p:sp>
        <p:sp>
          <p:nvSpPr>
            <p:cNvPr id="36" name="矩形 35">
              <a:extLst>
                <a:ext uri="{FF2B5EF4-FFF2-40B4-BE49-F238E27FC236}">
                  <a16:creationId xmlns:a16="http://schemas.microsoft.com/office/drawing/2014/main" id="{8DF4378D-F25F-4ABC-A0F4-8BC9C8A6B640}"/>
                </a:ext>
              </a:extLst>
            </p:cNvPr>
            <p:cNvSpPr/>
            <p:nvPr/>
          </p:nvSpPr>
          <p:spPr>
            <a:xfrm>
              <a:off x="4793737" y="4615157"/>
              <a:ext cx="1066799" cy="307777"/>
            </a:xfrm>
            <a:prstGeom prst="rect">
              <a:avLst/>
            </a:prstGeom>
          </p:spPr>
          <p:txBody>
            <a:bodyPr wrap="square">
              <a:spAutoFit/>
            </a:bodyPr>
            <a:lstStyle/>
            <a:p>
              <a:r>
                <a:rPr lang="en-US" altLang="en-US" sz="1400" b="1" dirty="0">
                  <a:solidFill>
                    <a:srgbClr val="92D050"/>
                  </a:solidFill>
                  <a:latin typeface="Arial Narrow" panose="020B0606020202030204" pitchFamily="34" charset="0"/>
                </a:rPr>
                <a:t>Bus action</a:t>
              </a:r>
              <a:endParaRPr lang="zh-CN" altLang="en-US" sz="1400" dirty="0">
                <a:solidFill>
                  <a:srgbClr val="92D050"/>
                </a:solidFill>
              </a:endParaRPr>
            </a:p>
          </p:txBody>
        </p:sp>
        <p:sp>
          <p:nvSpPr>
            <p:cNvPr id="37" name="矩形 36">
              <a:extLst>
                <a:ext uri="{FF2B5EF4-FFF2-40B4-BE49-F238E27FC236}">
                  <a16:creationId xmlns:a16="http://schemas.microsoft.com/office/drawing/2014/main" id="{72E9687B-3708-4E36-B549-3F0FF11FC43F}"/>
                </a:ext>
              </a:extLst>
            </p:cNvPr>
            <p:cNvSpPr/>
            <p:nvPr/>
          </p:nvSpPr>
          <p:spPr>
            <a:xfrm>
              <a:off x="6666379" y="3582293"/>
              <a:ext cx="1066799" cy="307777"/>
            </a:xfrm>
            <a:prstGeom prst="rect">
              <a:avLst/>
            </a:prstGeom>
          </p:spPr>
          <p:txBody>
            <a:bodyPr wrap="square">
              <a:spAutoFit/>
            </a:bodyPr>
            <a:lstStyle/>
            <a:p>
              <a:r>
                <a:rPr lang="en-US" altLang="en-US" sz="1400" b="1" dirty="0">
                  <a:solidFill>
                    <a:schemeClr val="accent2"/>
                  </a:solidFill>
                  <a:latin typeface="Arial Narrow" panose="020B0606020202030204" pitchFamily="34" charset="0"/>
                </a:rPr>
                <a:t>CPU action</a:t>
              </a:r>
              <a:endParaRPr lang="zh-CN" altLang="en-US" sz="1400" dirty="0">
                <a:solidFill>
                  <a:schemeClr val="accent2"/>
                </a:solidFill>
              </a:endParaRPr>
            </a:p>
          </p:txBody>
        </p:sp>
        <p:sp>
          <p:nvSpPr>
            <p:cNvPr id="38" name="矩形 37">
              <a:extLst>
                <a:ext uri="{FF2B5EF4-FFF2-40B4-BE49-F238E27FC236}">
                  <a16:creationId xmlns:a16="http://schemas.microsoft.com/office/drawing/2014/main" id="{36C32580-47BC-4B1E-8569-30824D536957}"/>
                </a:ext>
              </a:extLst>
            </p:cNvPr>
            <p:cNvSpPr/>
            <p:nvPr/>
          </p:nvSpPr>
          <p:spPr>
            <a:xfrm>
              <a:off x="6666380" y="4615157"/>
              <a:ext cx="1066799" cy="307777"/>
            </a:xfrm>
            <a:prstGeom prst="rect">
              <a:avLst/>
            </a:prstGeom>
          </p:spPr>
          <p:txBody>
            <a:bodyPr wrap="square">
              <a:spAutoFit/>
            </a:bodyPr>
            <a:lstStyle/>
            <a:p>
              <a:r>
                <a:rPr lang="en-US" altLang="en-US" sz="1400" b="1" dirty="0">
                  <a:solidFill>
                    <a:srgbClr val="92D050"/>
                  </a:solidFill>
                  <a:latin typeface="Arial Narrow" panose="020B0606020202030204" pitchFamily="34" charset="0"/>
                </a:rPr>
                <a:t>Bus action</a:t>
              </a:r>
              <a:endParaRPr lang="zh-CN" altLang="en-US" sz="1400" dirty="0">
                <a:solidFill>
                  <a:srgbClr val="92D050"/>
                </a:solidFill>
              </a:endParaRPr>
            </a:p>
          </p:txBody>
        </p:sp>
        <p:sp>
          <p:nvSpPr>
            <p:cNvPr id="40" name="矩形 39">
              <a:extLst>
                <a:ext uri="{FF2B5EF4-FFF2-40B4-BE49-F238E27FC236}">
                  <a16:creationId xmlns:a16="http://schemas.microsoft.com/office/drawing/2014/main" id="{F75686F7-F811-483D-B9DE-9C1320341277}"/>
                </a:ext>
              </a:extLst>
            </p:cNvPr>
            <p:cNvSpPr/>
            <p:nvPr/>
          </p:nvSpPr>
          <p:spPr>
            <a:xfrm>
              <a:off x="4210333" y="3971401"/>
              <a:ext cx="673100" cy="523220"/>
            </a:xfrm>
            <a:prstGeom prst="rect">
              <a:avLst/>
            </a:prstGeom>
            <a:ln w="19050">
              <a:solidFill>
                <a:schemeClr val="tx1"/>
              </a:solidFill>
            </a:ln>
          </p:spPr>
          <p:txBody>
            <a:bodyPr wrap="square">
              <a:spAutoFit/>
            </a:bodyPr>
            <a:lstStyle/>
            <a:p>
              <a:pPr algn="ctr"/>
              <a:r>
                <a:rPr lang="en-US" altLang="en-US" sz="1400" dirty="0">
                  <a:solidFill>
                    <a:srgbClr val="000000"/>
                  </a:solidFill>
                  <a:latin typeface="Arial Narrow" panose="020B0606020202030204" pitchFamily="34" charset="0"/>
                </a:rPr>
                <a:t>Cache blocks</a:t>
              </a:r>
              <a:endParaRPr lang="zh-CN" altLang="en-US" sz="1400" dirty="0"/>
            </a:p>
          </p:txBody>
        </p:sp>
        <p:sp>
          <p:nvSpPr>
            <p:cNvPr id="41" name="矩形 40">
              <a:extLst>
                <a:ext uri="{FF2B5EF4-FFF2-40B4-BE49-F238E27FC236}">
                  <a16:creationId xmlns:a16="http://schemas.microsoft.com/office/drawing/2014/main" id="{49683AD4-BE72-4F90-9161-EAC548022989}"/>
                </a:ext>
              </a:extLst>
            </p:cNvPr>
            <p:cNvSpPr/>
            <p:nvPr/>
          </p:nvSpPr>
          <p:spPr>
            <a:xfrm>
              <a:off x="4927880" y="4072117"/>
              <a:ext cx="533400" cy="307777"/>
            </a:xfrm>
            <a:prstGeom prst="rect">
              <a:avLst/>
            </a:prstGeom>
            <a:ln w="15875" cmpd="sng">
              <a:solidFill>
                <a:schemeClr val="tx1"/>
              </a:solidFill>
            </a:ln>
          </p:spPr>
          <p:txBody>
            <a:bodyPr wrap="square">
              <a:spAutoFit/>
            </a:bodyPr>
            <a:lstStyle/>
            <a:p>
              <a:pPr algn="ctr"/>
              <a:r>
                <a:rPr lang="en-US" altLang="en-US" sz="1400" dirty="0">
                  <a:solidFill>
                    <a:srgbClr val="000000"/>
                  </a:solidFill>
                  <a:latin typeface="Arial Narrow" panose="020B0606020202030204" pitchFamily="34" charset="0"/>
                </a:rPr>
                <a:t>Tags</a:t>
              </a:r>
              <a:endParaRPr lang="zh-CN" altLang="en-US" sz="1400" dirty="0"/>
            </a:p>
          </p:txBody>
        </p:sp>
        <p:sp>
          <p:nvSpPr>
            <p:cNvPr id="42" name="矩形: 圆角 41">
              <a:extLst>
                <a:ext uri="{FF2B5EF4-FFF2-40B4-BE49-F238E27FC236}">
                  <a16:creationId xmlns:a16="http://schemas.microsoft.com/office/drawing/2014/main" id="{F22D4DD0-1D4B-44F4-9DE4-30661D8B8BD3}"/>
                </a:ext>
              </a:extLst>
            </p:cNvPr>
            <p:cNvSpPr/>
            <p:nvPr/>
          </p:nvSpPr>
          <p:spPr bwMode="auto">
            <a:xfrm>
              <a:off x="6024063" y="3902770"/>
              <a:ext cx="1371569" cy="679450"/>
            </a:xfrm>
            <a:prstGeom prst="roundRect">
              <a:avLst/>
            </a:prstGeom>
            <a:solidFill>
              <a:srgbClr val="CCECFF"/>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zh-CN" altLang="en-US" sz="1800" b="0" i="0" u="none" strike="noStrike" cap="none" normalizeH="0" baseline="0" dirty="0">
                <a:ln>
                  <a:noFill/>
                </a:ln>
                <a:solidFill>
                  <a:schemeClr val="tx1"/>
                </a:solidFill>
                <a:effectLst/>
                <a:latin typeface="Arial Narrow" panose="020B0606020202030204" pitchFamily="34" charset="0"/>
              </a:endParaRPr>
            </a:p>
          </p:txBody>
        </p:sp>
        <p:sp>
          <p:nvSpPr>
            <p:cNvPr id="43" name="矩形 42">
              <a:extLst>
                <a:ext uri="{FF2B5EF4-FFF2-40B4-BE49-F238E27FC236}">
                  <a16:creationId xmlns:a16="http://schemas.microsoft.com/office/drawing/2014/main" id="{422FB93B-4539-465E-92DB-F6D383E0CF36}"/>
                </a:ext>
              </a:extLst>
            </p:cNvPr>
            <p:cNvSpPr/>
            <p:nvPr/>
          </p:nvSpPr>
          <p:spPr>
            <a:xfrm>
              <a:off x="6068510" y="3987890"/>
              <a:ext cx="673100" cy="523220"/>
            </a:xfrm>
            <a:prstGeom prst="rect">
              <a:avLst/>
            </a:prstGeom>
            <a:ln w="19050">
              <a:solidFill>
                <a:schemeClr val="tx1"/>
              </a:solidFill>
            </a:ln>
          </p:spPr>
          <p:txBody>
            <a:bodyPr wrap="square">
              <a:spAutoFit/>
            </a:bodyPr>
            <a:lstStyle/>
            <a:p>
              <a:pPr algn="ctr"/>
              <a:r>
                <a:rPr lang="en-US" altLang="en-US" sz="1400" dirty="0">
                  <a:solidFill>
                    <a:srgbClr val="000000"/>
                  </a:solidFill>
                  <a:latin typeface="Arial Narrow" panose="020B0606020202030204" pitchFamily="34" charset="0"/>
                </a:rPr>
                <a:t>Cache blocks</a:t>
              </a:r>
              <a:endParaRPr lang="zh-CN" altLang="en-US" sz="1400" dirty="0"/>
            </a:p>
          </p:txBody>
        </p:sp>
        <p:sp>
          <p:nvSpPr>
            <p:cNvPr id="44" name="矩形 43">
              <a:extLst>
                <a:ext uri="{FF2B5EF4-FFF2-40B4-BE49-F238E27FC236}">
                  <a16:creationId xmlns:a16="http://schemas.microsoft.com/office/drawing/2014/main" id="{1BF1E2DE-29F6-4756-9AB1-CCF2C648E72D}"/>
                </a:ext>
              </a:extLst>
            </p:cNvPr>
            <p:cNvSpPr/>
            <p:nvPr/>
          </p:nvSpPr>
          <p:spPr>
            <a:xfrm>
              <a:off x="6786057" y="4088606"/>
              <a:ext cx="533400" cy="307777"/>
            </a:xfrm>
            <a:prstGeom prst="rect">
              <a:avLst/>
            </a:prstGeom>
            <a:ln w="15875" cmpd="sng">
              <a:solidFill>
                <a:schemeClr val="tx1"/>
              </a:solidFill>
            </a:ln>
          </p:spPr>
          <p:txBody>
            <a:bodyPr wrap="square">
              <a:spAutoFit/>
            </a:bodyPr>
            <a:lstStyle/>
            <a:p>
              <a:pPr algn="ctr"/>
              <a:r>
                <a:rPr lang="en-US" altLang="en-US" sz="1400" dirty="0">
                  <a:solidFill>
                    <a:srgbClr val="000000"/>
                  </a:solidFill>
                  <a:latin typeface="Arial Narrow" panose="020B0606020202030204" pitchFamily="34" charset="0"/>
                </a:rPr>
                <a:t>Tags</a:t>
              </a:r>
              <a:endParaRPr lang="zh-CN" altLang="en-US" sz="1400" dirty="0"/>
            </a:p>
          </p:txBody>
        </p:sp>
      </p:grpSp>
      <p:sp>
        <p:nvSpPr>
          <p:cNvPr id="13" name="矩形 12">
            <a:extLst>
              <a:ext uri="{FF2B5EF4-FFF2-40B4-BE49-F238E27FC236}">
                <a16:creationId xmlns:a16="http://schemas.microsoft.com/office/drawing/2014/main" id="{5EDAB7B2-7E79-4F81-8122-F7494A07F825}"/>
              </a:ext>
            </a:extLst>
          </p:cNvPr>
          <p:cNvSpPr/>
          <p:nvPr/>
        </p:nvSpPr>
        <p:spPr>
          <a:xfrm>
            <a:off x="767082" y="5023094"/>
            <a:ext cx="1882033" cy="1200329"/>
          </a:xfrm>
          <a:prstGeom prst="rect">
            <a:avLst/>
          </a:prstGeom>
        </p:spPr>
        <p:txBody>
          <a:bodyPr wrap="square">
            <a:spAutoFit/>
          </a:bodyPr>
          <a:lstStyle/>
          <a:p>
            <a:r>
              <a:rPr lang="en-US" altLang="zh-CN" b="1" dirty="0">
                <a:ea typeface="ＭＳ Ｐゴシック" charset="-128"/>
              </a:rPr>
              <a:t>R</a:t>
            </a:r>
            <a:r>
              <a:rPr lang="en-US" altLang="zh-CN" dirty="0">
                <a:ea typeface="ＭＳ Ｐゴシック" charset="-128"/>
              </a:rPr>
              <a:t>: read</a:t>
            </a:r>
          </a:p>
          <a:p>
            <a:r>
              <a:rPr lang="en-US" altLang="zh-CN" b="1" dirty="0">
                <a:ea typeface="ＭＳ Ｐゴシック" charset="-128"/>
              </a:rPr>
              <a:t>W</a:t>
            </a:r>
            <a:r>
              <a:rPr lang="en-US" altLang="zh-CN" dirty="0">
                <a:ea typeface="ＭＳ Ｐゴシック" charset="-128"/>
              </a:rPr>
              <a:t>:write</a:t>
            </a:r>
          </a:p>
          <a:p>
            <a:r>
              <a:rPr lang="en-US" altLang="zh-CN" b="1" dirty="0">
                <a:ea typeface="ＭＳ Ｐゴシック" charset="-128"/>
              </a:rPr>
              <a:t>I</a:t>
            </a:r>
            <a:r>
              <a:rPr lang="en-US" altLang="zh-CN" dirty="0">
                <a:ea typeface="ＭＳ Ｐゴシック" charset="-128"/>
              </a:rPr>
              <a:t>: invalidate</a:t>
            </a:r>
          </a:p>
          <a:p>
            <a:r>
              <a:rPr lang="en-US" altLang="zh-CN" b="1" dirty="0">
                <a:ea typeface="ＭＳ Ｐゴシック" charset="-128"/>
              </a:rPr>
              <a:t>U</a:t>
            </a:r>
            <a:r>
              <a:rPr lang="en-US" altLang="zh-CN" dirty="0">
                <a:ea typeface="ＭＳ Ｐゴシック" charset="-128"/>
              </a:rPr>
              <a:t>: update</a:t>
            </a:r>
            <a:endParaRPr lang="zh-CN" altLang="en-US" dirty="0"/>
          </a:p>
        </p:txBody>
      </p:sp>
      <p:sp>
        <p:nvSpPr>
          <p:cNvPr id="39" name="Rectangle">
            <a:extLst>
              <a:ext uri="{FF2B5EF4-FFF2-40B4-BE49-F238E27FC236}">
                <a16:creationId xmlns:a16="http://schemas.microsoft.com/office/drawing/2014/main" id="{15838E0D-BCAA-4F55-A415-294E6FEF2C8F}"/>
              </a:ext>
            </a:extLst>
          </p:cNvPr>
          <p:cNvSpPr/>
          <p:nvPr/>
        </p:nvSpPr>
        <p:spPr>
          <a:xfrm>
            <a:off x="4172749" y="4966519"/>
            <a:ext cx="4971251" cy="1645498"/>
          </a:xfrm>
          <a:prstGeom prst="rect">
            <a:avLst/>
          </a:prstGeom>
          <a:solidFill>
            <a:srgbClr val="FFFFFF">
              <a:alpha val="84174"/>
            </a:srgbClr>
          </a:solidFill>
          <a:ln w="12700">
            <a:miter lim="400000"/>
          </a:ln>
        </p:spPr>
        <p:txBody>
          <a:bodyPr lIns="45719" rIns="45719" anchor="ctr"/>
          <a:lstStyle/>
          <a:p>
            <a:endParaRPr/>
          </a:p>
        </p:txBody>
      </p:sp>
      <p:sp>
        <p:nvSpPr>
          <p:cNvPr id="45" name="Rectangle">
            <a:extLst>
              <a:ext uri="{FF2B5EF4-FFF2-40B4-BE49-F238E27FC236}">
                <a16:creationId xmlns:a16="http://schemas.microsoft.com/office/drawing/2014/main" id="{396CB7A4-9667-4DF8-8C50-E9EE52CFB121}"/>
              </a:ext>
            </a:extLst>
          </p:cNvPr>
          <p:cNvSpPr/>
          <p:nvPr/>
        </p:nvSpPr>
        <p:spPr>
          <a:xfrm>
            <a:off x="4114803" y="3653820"/>
            <a:ext cx="4876795" cy="940648"/>
          </a:xfrm>
          <a:prstGeom prst="rect">
            <a:avLst/>
          </a:prstGeom>
          <a:solidFill>
            <a:srgbClr val="FFFFFF">
              <a:alpha val="84174"/>
            </a:srgbClr>
          </a:solidFill>
          <a:ln w="12700">
            <a:miter lim="400000"/>
          </a:ln>
        </p:spPr>
        <p:txBody>
          <a:bodyPr lIns="45719" rIns="45719" anchor="ctr"/>
          <a:lstStyle/>
          <a:p>
            <a:endParaRPr/>
          </a:p>
        </p:txBody>
      </p:sp>
      <p:sp>
        <p:nvSpPr>
          <p:cNvPr id="46" name="Rectangle">
            <a:extLst>
              <a:ext uri="{FF2B5EF4-FFF2-40B4-BE49-F238E27FC236}">
                <a16:creationId xmlns:a16="http://schemas.microsoft.com/office/drawing/2014/main" id="{B6B55BCC-4B96-472A-8D21-105AE092F98F}"/>
              </a:ext>
            </a:extLst>
          </p:cNvPr>
          <p:cNvSpPr/>
          <p:nvPr/>
        </p:nvSpPr>
        <p:spPr>
          <a:xfrm>
            <a:off x="4465917" y="2787148"/>
            <a:ext cx="4487583" cy="995021"/>
          </a:xfrm>
          <a:prstGeom prst="rect">
            <a:avLst/>
          </a:prstGeom>
          <a:solidFill>
            <a:srgbClr val="FFFFFF">
              <a:alpha val="84174"/>
            </a:srgbClr>
          </a:solidFill>
          <a:ln w="12700">
            <a:miter lim="400000"/>
          </a:ln>
        </p:spPr>
        <p:txBody>
          <a:bodyPr lIns="45719" rIns="45719" anchor="ctr"/>
          <a:lstStyle/>
          <a:p>
            <a:endParaRPr/>
          </a:p>
        </p:txBody>
      </p:sp>
    </p:spTree>
    <p:extLst>
      <p:ext uri="{BB962C8B-B14F-4D97-AF65-F5344CB8AC3E}">
        <p14:creationId xmlns:p14="http://schemas.microsoft.com/office/powerpoint/2010/main" val="2992283509"/>
      </p:ext>
    </p:extLst>
  </p:cSld>
  <p:clrMapOvr>
    <a:masterClrMapping/>
  </p:clrMapOvr>
  <p:transition/>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5" name="Title 1"/>
          <p:cNvSpPr>
            <a:spLocks noGrp="1"/>
          </p:cNvSpPr>
          <p:nvPr>
            <p:ph type="title"/>
          </p:nvPr>
        </p:nvSpPr>
        <p:spPr>
          <a:xfrm>
            <a:off x="38100" y="197879"/>
            <a:ext cx="9067800" cy="1066800"/>
          </a:xfrm>
        </p:spPr>
        <p:txBody>
          <a:bodyPr/>
          <a:lstStyle/>
          <a:p>
            <a:r>
              <a:rPr lang="en-US" altLang="en-US" dirty="0">
                <a:ea typeface="ＭＳ Ｐゴシック" charset="-128"/>
              </a:rPr>
              <a:t>Cache Coherence: Updating Policy</a:t>
            </a:r>
          </a:p>
        </p:txBody>
      </p:sp>
      <p:sp>
        <p:nvSpPr>
          <p:cNvPr id="93186" name="Content Placeholder 2"/>
          <p:cNvSpPr>
            <a:spLocks noGrp="1"/>
          </p:cNvSpPr>
          <p:nvPr>
            <p:ph idx="1"/>
          </p:nvPr>
        </p:nvSpPr>
        <p:spPr>
          <a:xfrm>
            <a:off x="-1" y="875532"/>
            <a:ext cx="5800107" cy="5372868"/>
          </a:xfrm>
        </p:spPr>
        <p:txBody>
          <a:bodyPr/>
          <a:lstStyle/>
          <a:p>
            <a:r>
              <a:rPr lang="en-US" altLang="en-US" b="1" dirty="0">
                <a:ea typeface="ＭＳ Ｐゴシック" charset="-128"/>
              </a:rPr>
              <a:t>Cache Updating Policy</a:t>
            </a:r>
            <a:r>
              <a:rPr lang="en-US" altLang="en-US" dirty="0">
                <a:ea typeface="ＭＳ Ｐゴシック" charset="-128"/>
              </a:rPr>
              <a:t>: safely update replicated data in other caches.  </a:t>
            </a:r>
          </a:p>
          <a:p>
            <a:pPr lvl="1"/>
            <a:r>
              <a:rPr lang="en-US" altLang="zh-CN" dirty="0">
                <a:solidFill>
                  <a:srgbClr val="0432FF"/>
                </a:solidFill>
                <a:ea typeface="ＭＳ Ｐゴシック" charset="-128"/>
              </a:rPr>
              <a:t>Update Protocol</a:t>
            </a:r>
            <a:r>
              <a:rPr lang="en-US" altLang="zh-CN" dirty="0">
                <a:ea typeface="ＭＳ Ｐゴシック" charset="-128"/>
              </a:rPr>
              <a:t>:</a:t>
            </a:r>
            <a:r>
              <a:rPr lang="en-US" altLang="en-US" dirty="0">
                <a:ea typeface="ＭＳ Ｐゴシック" charset="-128"/>
              </a:rPr>
              <a:t> </a:t>
            </a:r>
            <a:endParaRPr lang="en-US" altLang="zh-CN" sz="2000" dirty="0">
              <a:ea typeface="ＭＳ Ｐゴシック" charset="-128"/>
            </a:endParaRPr>
          </a:p>
          <a:p>
            <a:pPr lvl="2"/>
            <a:r>
              <a:rPr lang="en-US" altLang="zh-CN" dirty="0">
                <a:ea typeface="ＭＳ Ｐゴシック" charset="-128"/>
              </a:rPr>
              <a:t>Push a update command</a:t>
            </a:r>
            <a:r>
              <a:rPr lang="en-US" altLang="en-US" dirty="0">
                <a:ea typeface="ＭＳ Ｐゴシック" charset="-128"/>
              </a:rPr>
              <a:t> (</a:t>
            </a:r>
            <a:r>
              <a:rPr lang="en-US" altLang="en-US" b="1" dirty="0">
                <a:solidFill>
                  <a:srgbClr val="92D050"/>
                </a:solidFill>
                <a:latin typeface="Arial Narrow" panose="020B0606020202030204" pitchFamily="34" charset="0"/>
                <a:ea typeface="ＭＳ Ｐゴシック" charset="-128"/>
              </a:rPr>
              <a:t>b</a:t>
            </a:r>
            <a:r>
              <a:rPr lang="en-US" altLang="en-US" b="1" dirty="0">
                <a:solidFill>
                  <a:srgbClr val="92D050"/>
                </a:solidFill>
                <a:latin typeface="Arial Narrow" panose="020B0606020202030204" pitchFamily="34" charset="0"/>
              </a:rPr>
              <a:t>us action</a:t>
            </a:r>
            <a:r>
              <a:rPr lang="en-US" altLang="en-US" dirty="0">
                <a:ea typeface="ＭＳ Ｐゴシック" charset="-128"/>
              </a:rPr>
              <a:t>)</a:t>
            </a:r>
            <a:r>
              <a:rPr lang="en-US" altLang="zh-CN" dirty="0">
                <a:ea typeface="ＭＳ Ｐゴシック" charset="-128"/>
              </a:rPr>
              <a:t> to all copies</a:t>
            </a:r>
          </a:p>
          <a:p>
            <a:pPr lvl="2"/>
            <a:endParaRPr lang="en-US" altLang="en-US" dirty="0">
              <a:solidFill>
                <a:srgbClr val="0000FF"/>
              </a:solidFill>
              <a:ea typeface="ＭＳ Ｐゴシック" charset="-128"/>
            </a:endParaRPr>
          </a:p>
          <a:p>
            <a:pPr lvl="1"/>
            <a:r>
              <a:rPr lang="en-US" altLang="zh-CN" dirty="0">
                <a:solidFill>
                  <a:srgbClr val="0432FF"/>
                </a:solidFill>
                <a:ea typeface="ＭＳ Ｐゴシック" charset="-128"/>
              </a:rPr>
              <a:t>Invalidate Protocol</a:t>
            </a:r>
            <a:r>
              <a:rPr lang="en-US" altLang="zh-CN" dirty="0">
                <a:ea typeface="ＭＳ Ｐゴシック" charset="-128"/>
              </a:rPr>
              <a:t>:</a:t>
            </a:r>
            <a:endParaRPr lang="en-US" altLang="zh-CN" sz="2000" dirty="0">
              <a:ea typeface="ＭＳ Ｐゴシック" charset="-128"/>
            </a:endParaRPr>
          </a:p>
          <a:p>
            <a:pPr lvl="2"/>
            <a:r>
              <a:rPr lang="en-US" altLang="en-US" dirty="0">
                <a:ea typeface="ＭＳ Ｐゴシック" charset="-128"/>
              </a:rPr>
              <a:t>Ensure only one local copy by sending out an invalidation command (</a:t>
            </a:r>
            <a:r>
              <a:rPr lang="en-US" altLang="en-US" b="1" dirty="0">
                <a:solidFill>
                  <a:srgbClr val="92D050"/>
                </a:solidFill>
                <a:latin typeface="Arial Narrow" panose="020B0606020202030204" pitchFamily="34" charset="0"/>
                <a:ea typeface="ＭＳ Ｐゴシック" charset="-128"/>
              </a:rPr>
              <a:t>b</a:t>
            </a:r>
            <a:r>
              <a:rPr lang="en-US" altLang="en-US" b="1" dirty="0">
                <a:solidFill>
                  <a:srgbClr val="92D050"/>
                </a:solidFill>
                <a:latin typeface="Arial Narrow" panose="020B0606020202030204" pitchFamily="34" charset="0"/>
              </a:rPr>
              <a:t>us action</a:t>
            </a:r>
            <a:r>
              <a:rPr lang="en-US" altLang="en-US" dirty="0">
                <a:ea typeface="ＭＳ Ｐゴシック" charset="-128"/>
              </a:rPr>
              <a:t>), then update the local copy </a:t>
            </a:r>
          </a:p>
          <a:p>
            <a:pPr lvl="2"/>
            <a:endParaRPr lang="en-US" altLang="zh-CN" dirty="0">
              <a:ea typeface="ＭＳ Ｐゴシック" charset="-128"/>
            </a:endParaRPr>
          </a:p>
          <a:p>
            <a:pPr lvl="2"/>
            <a:endParaRPr lang="en-US" altLang="zh-CN" dirty="0">
              <a:ea typeface="ＭＳ Ｐゴシック" charset="-128"/>
            </a:endParaRPr>
          </a:p>
        </p:txBody>
      </p:sp>
      <p:sp>
        <p:nvSpPr>
          <p:cNvPr id="62" name="Oval 7">
            <a:extLst>
              <a:ext uri="{FF2B5EF4-FFF2-40B4-BE49-F238E27FC236}">
                <a16:creationId xmlns:a16="http://schemas.microsoft.com/office/drawing/2014/main" id="{C3FD745C-6FD2-49C8-8581-9947D0A0173E}"/>
              </a:ext>
            </a:extLst>
          </p:cNvPr>
          <p:cNvSpPr>
            <a:spLocks noChangeArrowheads="1"/>
          </p:cNvSpPr>
          <p:nvPr/>
        </p:nvSpPr>
        <p:spPr bwMode="auto">
          <a:xfrm>
            <a:off x="5791200" y="2590800"/>
            <a:ext cx="749300" cy="749300"/>
          </a:xfrm>
          <a:prstGeom prst="ellipse">
            <a:avLst/>
          </a:prstGeom>
          <a:solidFill>
            <a:schemeClr val="bg1"/>
          </a:solidFill>
          <a:ln w="12700">
            <a:solidFill>
              <a:schemeClr val="tx1"/>
            </a:solidFill>
            <a:round/>
            <a:headEnd/>
            <a:tailEnd/>
          </a:ln>
        </p:spPr>
        <p:txBody>
          <a:bodyPr wrap="none" anchor="ctr"/>
          <a:lstStyle>
            <a:lvl1pPr eaLnBrk="0" hangingPunct="0">
              <a:defRPr sz="2400">
                <a:solidFill>
                  <a:schemeClr val="tx1"/>
                </a:solidFill>
                <a:latin typeface="Arial" charset="0"/>
                <a:ea typeface="ＭＳ Ｐゴシック" charset="-128"/>
              </a:defRPr>
            </a:lvl1pPr>
            <a:lvl2pPr marL="742950" indent="-285750" eaLnBrk="0" hangingPunct="0">
              <a:defRPr sz="2400">
                <a:solidFill>
                  <a:schemeClr val="tx1"/>
                </a:solidFill>
                <a:latin typeface="Arial" charset="0"/>
                <a:ea typeface="ＭＳ Ｐゴシック" charset="-128"/>
              </a:defRPr>
            </a:lvl2pPr>
            <a:lvl3pPr marL="1143000" indent="-228600" eaLnBrk="0" hangingPunct="0">
              <a:defRPr sz="2400">
                <a:solidFill>
                  <a:schemeClr val="tx1"/>
                </a:solidFill>
                <a:latin typeface="Arial" charset="0"/>
                <a:ea typeface="ＭＳ Ｐゴシック" charset="-128"/>
              </a:defRPr>
            </a:lvl3pPr>
            <a:lvl4pPr marL="1600200" indent="-228600" eaLnBrk="0" hangingPunct="0">
              <a:defRPr sz="2400">
                <a:solidFill>
                  <a:schemeClr val="tx1"/>
                </a:solidFill>
                <a:latin typeface="Arial" charset="0"/>
                <a:ea typeface="ＭＳ Ｐゴシック" charset="-128"/>
              </a:defRPr>
            </a:lvl4pPr>
            <a:lvl5pPr marL="2057400" indent="-228600" eaLnBrk="0" hangingPunct="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charset="0"/>
              <a:ea typeface="ＭＳ Ｐゴシック" charset="-128"/>
              <a:cs typeface="+mn-cs"/>
            </a:endParaRPr>
          </a:p>
        </p:txBody>
      </p:sp>
      <p:sp>
        <p:nvSpPr>
          <p:cNvPr id="63" name="Line 9">
            <a:extLst>
              <a:ext uri="{FF2B5EF4-FFF2-40B4-BE49-F238E27FC236}">
                <a16:creationId xmlns:a16="http://schemas.microsoft.com/office/drawing/2014/main" id="{8D004B49-60EF-4C3B-B44D-B0F18B1C6733}"/>
              </a:ext>
            </a:extLst>
          </p:cNvPr>
          <p:cNvSpPr>
            <a:spLocks noChangeShapeType="1"/>
          </p:cNvSpPr>
          <p:nvPr/>
        </p:nvSpPr>
        <p:spPr bwMode="auto">
          <a:xfrm>
            <a:off x="6183312" y="3346531"/>
            <a:ext cx="0" cy="3111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charset="0"/>
              <a:ea typeface="ＭＳ Ｐゴシック" charset="-128"/>
              <a:cs typeface="+mn-cs"/>
            </a:endParaRPr>
          </a:p>
        </p:txBody>
      </p:sp>
      <p:sp>
        <p:nvSpPr>
          <p:cNvPr id="64" name="Line 10">
            <a:extLst>
              <a:ext uri="{FF2B5EF4-FFF2-40B4-BE49-F238E27FC236}">
                <a16:creationId xmlns:a16="http://schemas.microsoft.com/office/drawing/2014/main" id="{78F93EC4-754D-4E17-9CA2-8EBF58ACABE6}"/>
              </a:ext>
            </a:extLst>
          </p:cNvPr>
          <p:cNvSpPr>
            <a:spLocks noChangeShapeType="1"/>
          </p:cNvSpPr>
          <p:nvPr/>
        </p:nvSpPr>
        <p:spPr bwMode="auto">
          <a:xfrm>
            <a:off x="6183312" y="4337131"/>
            <a:ext cx="0" cy="36830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charset="0"/>
              <a:ea typeface="ＭＳ Ｐゴシック" charset="-128"/>
              <a:cs typeface="+mn-cs"/>
            </a:endParaRPr>
          </a:p>
        </p:txBody>
      </p:sp>
      <p:sp>
        <p:nvSpPr>
          <p:cNvPr id="65" name="Rectangle 11">
            <a:extLst>
              <a:ext uri="{FF2B5EF4-FFF2-40B4-BE49-F238E27FC236}">
                <a16:creationId xmlns:a16="http://schemas.microsoft.com/office/drawing/2014/main" id="{2FAB76D7-1805-492E-B58B-4C7C7D98E6C7}"/>
              </a:ext>
            </a:extLst>
          </p:cNvPr>
          <p:cNvSpPr>
            <a:spLocks noChangeArrowheads="1"/>
          </p:cNvSpPr>
          <p:nvPr/>
        </p:nvSpPr>
        <p:spPr bwMode="auto">
          <a:xfrm>
            <a:off x="5670551" y="5679907"/>
            <a:ext cx="2897184" cy="612843"/>
          </a:xfrm>
          <a:prstGeom prst="rect">
            <a:avLst/>
          </a:prstGeom>
          <a:solidFill>
            <a:schemeClr val="bg1">
              <a:lumMod val="95000"/>
            </a:schemeClr>
          </a:solidFill>
          <a:ln w="25400">
            <a:solidFill>
              <a:schemeClr val="tx1"/>
            </a:solidFill>
            <a:miter lim="800000"/>
            <a:headEnd/>
            <a:tailEnd/>
          </a:ln>
        </p:spPr>
        <p:txBody>
          <a:bodyPr wrap="none" anchor="ctr"/>
          <a:lstStyle>
            <a:lvl1pPr eaLnBrk="0" hangingPunct="0">
              <a:defRPr sz="2400">
                <a:solidFill>
                  <a:schemeClr val="tx1"/>
                </a:solidFill>
                <a:latin typeface="Arial" charset="0"/>
                <a:ea typeface="ＭＳ Ｐゴシック" charset="-128"/>
              </a:defRPr>
            </a:lvl1pPr>
            <a:lvl2pPr marL="742950" indent="-285750" eaLnBrk="0" hangingPunct="0">
              <a:defRPr sz="2400">
                <a:solidFill>
                  <a:schemeClr val="tx1"/>
                </a:solidFill>
                <a:latin typeface="Arial" charset="0"/>
                <a:ea typeface="ＭＳ Ｐゴシック" charset="-128"/>
              </a:defRPr>
            </a:lvl2pPr>
            <a:lvl3pPr marL="1143000" indent="-228600" eaLnBrk="0" hangingPunct="0">
              <a:defRPr sz="2400">
                <a:solidFill>
                  <a:schemeClr val="tx1"/>
                </a:solidFill>
                <a:latin typeface="Arial" charset="0"/>
                <a:ea typeface="ＭＳ Ｐゴシック" charset="-128"/>
              </a:defRPr>
            </a:lvl3pPr>
            <a:lvl4pPr marL="1600200" indent="-228600" eaLnBrk="0" hangingPunct="0">
              <a:defRPr sz="2400">
                <a:solidFill>
                  <a:schemeClr val="tx1"/>
                </a:solidFill>
                <a:latin typeface="Arial" charset="0"/>
                <a:ea typeface="ＭＳ Ｐゴシック" charset="-128"/>
              </a:defRPr>
            </a:lvl4pPr>
            <a:lvl5pPr marL="2057400" indent="-228600" eaLnBrk="0" hangingPunct="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charset="0"/>
              <a:ea typeface="ＭＳ Ｐゴシック" charset="-128"/>
              <a:cs typeface="+mn-cs"/>
            </a:endParaRPr>
          </a:p>
        </p:txBody>
      </p:sp>
      <p:sp>
        <p:nvSpPr>
          <p:cNvPr id="66" name="Rectangle 13">
            <a:extLst>
              <a:ext uri="{FF2B5EF4-FFF2-40B4-BE49-F238E27FC236}">
                <a16:creationId xmlns:a16="http://schemas.microsoft.com/office/drawing/2014/main" id="{C81878FC-9DB1-4103-BDCF-371293ED4DC3}"/>
              </a:ext>
            </a:extLst>
          </p:cNvPr>
          <p:cNvSpPr>
            <a:spLocks noChangeArrowheads="1"/>
          </p:cNvSpPr>
          <p:nvPr/>
        </p:nvSpPr>
        <p:spPr bwMode="auto">
          <a:xfrm>
            <a:off x="5870048" y="2767806"/>
            <a:ext cx="593112" cy="3667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eaLnBrk="0" hangingPunct="0">
              <a:defRPr sz="2400">
                <a:solidFill>
                  <a:schemeClr val="tx1"/>
                </a:solidFill>
                <a:latin typeface="Arial" charset="0"/>
                <a:ea typeface="ＭＳ Ｐゴシック" charset="-128"/>
              </a:defRPr>
            </a:lvl1pPr>
            <a:lvl2pPr marL="742950" indent="-285750" eaLnBrk="0" hangingPunct="0">
              <a:defRPr sz="2400">
                <a:solidFill>
                  <a:schemeClr val="tx1"/>
                </a:solidFill>
                <a:latin typeface="Arial" charset="0"/>
                <a:ea typeface="ＭＳ Ｐゴシック" charset="-128"/>
              </a:defRPr>
            </a:lvl2pPr>
            <a:lvl3pPr marL="1143000" indent="-228600" eaLnBrk="0" hangingPunct="0">
              <a:defRPr sz="2400">
                <a:solidFill>
                  <a:schemeClr val="tx1"/>
                </a:solidFill>
                <a:latin typeface="Arial" charset="0"/>
                <a:ea typeface="ＭＳ Ｐゴシック" charset="-128"/>
              </a:defRPr>
            </a:lvl3pPr>
            <a:lvl4pPr marL="1600200" indent="-228600" eaLnBrk="0" hangingPunct="0">
              <a:defRPr sz="2400">
                <a:solidFill>
                  <a:schemeClr val="tx1"/>
                </a:solidFill>
                <a:latin typeface="Arial" charset="0"/>
                <a:ea typeface="ＭＳ Ｐゴシック" charset="-128"/>
              </a:defRPr>
            </a:lvl4pPr>
            <a:lvl5pPr marL="2057400" indent="-228600" eaLnBrk="0" hangingPunct="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dirty="0">
                <a:ln>
                  <a:noFill/>
                </a:ln>
                <a:solidFill>
                  <a:srgbClr val="000000"/>
                </a:solidFill>
                <a:effectLst/>
                <a:uLnTx/>
                <a:uFillTx/>
                <a:latin typeface="Arial Narrow" panose="020B0606020202030204" pitchFamily="34" charset="0"/>
              </a:rPr>
              <a:t>Core</a:t>
            </a:r>
          </a:p>
        </p:txBody>
      </p:sp>
      <p:sp>
        <p:nvSpPr>
          <p:cNvPr id="67" name="AutoShape 16">
            <a:extLst>
              <a:ext uri="{FF2B5EF4-FFF2-40B4-BE49-F238E27FC236}">
                <a16:creationId xmlns:a16="http://schemas.microsoft.com/office/drawing/2014/main" id="{F44B164B-3365-4157-9B91-277598472F54}"/>
              </a:ext>
            </a:extLst>
          </p:cNvPr>
          <p:cNvSpPr>
            <a:spLocks noChangeArrowheads="1"/>
          </p:cNvSpPr>
          <p:nvPr/>
        </p:nvSpPr>
        <p:spPr bwMode="auto">
          <a:xfrm>
            <a:off x="5585618" y="4718131"/>
            <a:ext cx="3067051" cy="596900"/>
          </a:xfrm>
          <a:prstGeom prst="roundRect">
            <a:avLst>
              <a:gd name="adj" fmla="val 12495"/>
            </a:avLst>
          </a:prstGeom>
          <a:solidFill>
            <a:schemeClr val="bg1"/>
          </a:solidFill>
          <a:ln w="12700">
            <a:solidFill>
              <a:schemeClr val="tx1"/>
            </a:solidFill>
            <a:round/>
            <a:headEnd/>
            <a:tailEnd/>
          </a:ln>
        </p:spPr>
        <p:txBody>
          <a:bodyPr wrap="none" anchor="ctr"/>
          <a:lstStyle>
            <a:lvl1pPr eaLnBrk="0" hangingPunct="0">
              <a:defRPr sz="2400">
                <a:solidFill>
                  <a:schemeClr val="tx1"/>
                </a:solidFill>
                <a:latin typeface="Arial" charset="0"/>
                <a:ea typeface="ＭＳ Ｐゴシック" charset="-128"/>
              </a:defRPr>
            </a:lvl1pPr>
            <a:lvl2pPr marL="742950" indent="-285750" eaLnBrk="0" hangingPunct="0">
              <a:defRPr sz="2400">
                <a:solidFill>
                  <a:schemeClr val="tx1"/>
                </a:solidFill>
                <a:latin typeface="Arial" charset="0"/>
                <a:ea typeface="ＭＳ Ｐゴシック" charset="-128"/>
              </a:defRPr>
            </a:lvl2pPr>
            <a:lvl3pPr marL="1143000" indent="-228600" eaLnBrk="0" hangingPunct="0">
              <a:defRPr sz="2400">
                <a:solidFill>
                  <a:schemeClr val="tx1"/>
                </a:solidFill>
                <a:latin typeface="Arial" charset="0"/>
                <a:ea typeface="ＭＳ Ｐゴシック" charset="-128"/>
              </a:defRPr>
            </a:lvl3pPr>
            <a:lvl4pPr marL="1600200" indent="-228600" eaLnBrk="0" hangingPunct="0">
              <a:defRPr sz="2400">
                <a:solidFill>
                  <a:schemeClr val="tx1"/>
                </a:solidFill>
                <a:latin typeface="Arial" charset="0"/>
                <a:ea typeface="ＭＳ Ｐゴシック" charset="-128"/>
              </a:defRPr>
            </a:lvl4pPr>
            <a:lvl5pPr marL="2057400" indent="-228600" eaLnBrk="0" hangingPunct="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charset="0"/>
              <a:ea typeface="ＭＳ Ｐゴシック" charset="-128"/>
              <a:cs typeface="+mn-cs"/>
            </a:endParaRPr>
          </a:p>
        </p:txBody>
      </p:sp>
      <p:sp>
        <p:nvSpPr>
          <p:cNvPr id="68" name="Rectangle 17">
            <a:extLst>
              <a:ext uri="{FF2B5EF4-FFF2-40B4-BE49-F238E27FC236}">
                <a16:creationId xmlns:a16="http://schemas.microsoft.com/office/drawing/2014/main" id="{6726E8FF-1CC8-4E08-8810-8FE0E87D5EA1}"/>
              </a:ext>
            </a:extLst>
          </p:cNvPr>
          <p:cNvSpPr>
            <a:spLocks noChangeArrowheads="1"/>
          </p:cNvSpPr>
          <p:nvPr/>
        </p:nvSpPr>
        <p:spPr bwMode="auto">
          <a:xfrm>
            <a:off x="6027440" y="4845820"/>
            <a:ext cx="2324355" cy="3667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eaLnBrk="0" hangingPunct="0">
              <a:defRPr sz="2400">
                <a:solidFill>
                  <a:schemeClr val="tx1"/>
                </a:solidFill>
                <a:latin typeface="Arial" charset="0"/>
                <a:ea typeface="ＭＳ Ｐゴシック" charset="-128"/>
              </a:defRPr>
            </a:lvl1pPr>
            <a:lvl2pPr marL="742950" indent="-285750" eaLnBrk="0" hangingPunct="0">
              <a:defRPr sz="2400">
                <a:solidFill>
                  <a:schemeClr val="tx1"/>
                </a:solidFill>
                <a:latin typeface="Arial" charset="0"/>
                <a:ea typeface="ＭＳ Ｐゴシック" charset="-128"/>
              </a:defRPr>
            </a:lvl2pPr>
            <a:lvl3pPr marL="1143000" indent="-228600" eaLnBrk="0" hangingPunct="0">
              <a:defRPr sz="2400">
                <a:solidFill>
                  <a:schemeClr val="tx1"/>
                </a:solidFill>
                <a:latin typeface="Arial" charset="0"/>
                <a:ea typeface="ＭＳ Ｐゴシック" charset="-128"/>
              </a:defRPr>
            </a:lvl3pPr>
            <a:lvl4pPr marL="1600200" indent="-228600" eaLnBrk="0" hangingPunct="0">
              <a:defRPr sz="2400">
                <a:solidFill>
                  <a:schemeClr val="tx1"/>
                </a:solidFill>
                <a:latin typeface="Arial" charset="0"/>
                <a:ea typeface="ＭＳ Ｐゴシック" charset="-128"/>
              </a:defRPr>
            </a:lvl4pPr>
            <a:lvl5pPr marL="2057400" indent="-228600" eaLnBrk="0" hangingPunct="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dirty="0">
                <a:ln>
                  <a:noFill/>
                </a:ln>
                <a:solidFill>
                  <a:srgbClr val="000000"/>
                </a:solidFill>
                <a:effectLst/>
                <a:uLnTx/>
                <a:uFillTx/>
                <a:latin typeface="Arial" charset="0"/>
                <a:ea typeface="ＭＳ Ｐゴシック" charset="-128"/>
                <a:cs typeface="+mn-cs"/>
              </a:rPr>
              <a:t>Interconnect network</a:t>
            </a:r>
          </a:p>
        </p:txBody>
      </p:sp>
      <p:sp>
        <p:nvSpPr>
          <p:cNvPr id="69" name="Line 18">
            <a:extLst>
              <a:ext uri="{FF2B5EF4-FFF2-40B4-BE49-F238E27FC236}">
                <a16:creationId xmlns:a16="http://schemas.microsoft.com/office/drawing/2014/main" id="{9C8E6EED-6D8A-40F4-8D07-AA9EC802D653}"/>
              </a:ext>
            </a:extLst>
          </p:cNvPr>
          <p:cNvSpPr>
            <a:spLocks noChangeShapeType="1"/>
          </p:cNvSpPr>
          <p:nvPr/>
        </p:nvSpPr>
        <p:spPr bwMode="auto">
          <a:xfrm>
            <a:off x="7109619" y="5315031"/>
            <a:ext cx="0" cy="36830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charset="0"/>
              <a:ea typeface="ＭＳ Ｐゴシック" charset="-128"/>
              <a:cs typeface="+mn-cs"/>
            </a:endParaRPr>
          </a:p>
        </p:txBody>
      </p:sp>
      <p:sp>
        <p:nvSpPr>
          <p:cNvPr id="70" name="Rectangle 19">
            <a:extLst>
              <a:ext uri="{FF2B5EF4-FFF2-40B4-BE49-F238E27FC236}">
                <a16:creationId xmlns:a16="http://schemas.microsoft.com/office/drawing/2014/main" id="{A171447C-8908-4EFD-9151-3797598C349E}"/>
              </a:ext>
            </a:extLst>
          </p:cNvPr>
          <p:cNvSpPr>
            <a:spLocks noChangeArrowheads="1"/>
          </p:cNvSpPr>
          <p:nvPr/>
        </p:nvSpPr>
        <p:spPr bwMode="auto">
          <a:xfrm>
            <a:off x="6326981" y="5785775"/>
            <a:ext cx="1565275" cy="363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eaLnBrk="0" hangingPunct="0">
              <a:defRPr sz="2400">
                <a:solidFill>
                  <a:schemeClr val="tx1"/>
                </a:solidFill>
                <a:latin typeface="Arial" charset="0"/>
                <a:ea typeface="ＭＳ Ｐゴシック" charset="-128"/>
              </a:defRPr>
            </a:lvl1pPr>
            <a:lvl2pPr marL="742950" indent="-285750" eaLnBrk="0" hangingPunct="0">
              <a:defRPr sz="2400">
                <a:solidFill>
                  <a:schemeClr val="tx1"/>
                </a:solidFill>
                <a:latin typeface="Arial" charset="0"/>
                <a:ea typeface="ＭＳ Ｐゴシック" charset="-128"/>
              </a:defRPr>
            </a:lvl2pPr>
            <a:lvl3pPr marL="1143000" indent="-228600" eaLnBrk="0" hangingPunct="0">
              <a:defRPr sz="2400">
                <a:solidFill>
                  <a:schemeClr val="tx1"/>
                </a:solidFill>
                <a:latin typeface="Arial" charset="0"/>
                <a:ea typeface="ＭＳ Ｐゴシック" charset="-128"/>
              </a:defRPr>
            </a:lvl3pPr>
            <a:lvl4pPr marL="1600200" indent="-228600" eaLnBrk="0" hangingPunct="0">
              <a:defRPr sz="2400">
                <a:solidFill>
                  <a:schemeClr val="tx1"/>
                </a:solidFill>
                <a:latin typeface="Arial" charset="0"/>
                <a:ea typeface="ＭＳ Ｐゴシック" charset="-128"/>
              </a:defRPr>
            </a:lvl4pPr>
            <a:lvl5pPr marL="2057400" indent="-228600" eaLnBrk="0" hangingPunct="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dirty="0">
                <a:ln>
                  <a:noFill/>
                </a:ln>
                <a:solidFill>
                  <a:srgbClr val="000000"/>
                </a:solidFill>
                <a:effectLst/>
                <a:uLnTx/>
                <a:uFillTx/>
                <a:latin typeface="Arial" charset="0"/>
                <a:ea typeface="ＭＳ Ｐゴシック" charset="-128"/>
                <a:cs typeface="+mn-cs"/>
              </a:rPr>
              <a:t>Main Memory</a:t>
            </a:r>
          </a:p>
        </p:txBody>
      </p:sp>
      <p:sp>
        <p:nvSpPr>
          <p:cNvPr id="71" name="矩形: 圆角 70">
            <a:extLst>
              <a:ext uri="{FF2B5EF4-FFF2-40B4-BE49-F238E27FC236}">
                <a16:creationId xmlns:a16="http://schemas.microsoft.com/office/drawing/2014/main" id="{CD5547E4-1DDA-42DC-A2DC-DF8A6E33F02A}"/>
              </a:ext>
            </a:extLst>
          </p:cNvPr>
          <p:cNvSpPr/>
          <p:nvPr/>
        </p:nvSpPr>
        <p:spPr bwMode="auto">
          <a:xfrm>
            <a:off x="5491169" y="3657681"/>
            <a:ext cx="1371569" cy="679450"/>
          </a:xfrm>
          <a:prstGeom prst="roundRect">
            <a:avLst/>
          </a:prstGeom>
          <a:solidFill>
            <a:srgbClr val="CCECFF"/>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zh-CN" altLang="en-US" sz="1800" b="0" i="0" u="none" strike="noStrike" cap="none" normalizeH="0" baseline="0" dirty="0">
              <a:ln>
                <a:noFill/>
              </a:ln>
              <a:solidFill>
                <a:schemeClr val="tx1"/>
              </a:solidFill>
              <a:effectLst/>
              <a:latin typeface="Arial Narrow" panose="020B0606020202030204" pitchFamily="34" charset="0"/>
            </a:endParaRPr>
          </a:p>
        </p:txBody>
      </p:sp>
      <p:sp>
        <p:nvSpPr>
          <p:cNvPr id="72" name="Oval 7">
            <a:extLst>
              <a:ext uri="{FF2B5EF4-FFF2-40B4-BE49-F238E27FC236}">
                <a16:creationId xmlns:a16="http://schemas.microsoft.com/office/drawing/2014/main" id="{41CD9E39-0BB2-4CF4-870E-CF5B9BDF28E5}"/>
              </a:ext>
            </a:extLst>
          </p:cNvPr>
          <p:cNvSpPr>
            <a:spLocks noChangeArrowheads="1"/>
          </p:cNvSpPr>
          <p:nvPr/>
        </p:nvSpPr>
        <p:spPr bwMode="auto">
          <a:xfrm>
            <a:off x="7643019" y="2599491"/>
            <a:ext cx="749300" cy="749300"/>
          </a:xfrm>
          <a:prstGeom prst="ellipse">
            <a:avLst/>
          </a:prstGeom>
          <a:solidFill>
            <a:schemeClr val="bg1"/>
          </a:solidFill>
          <a:ln w="12700">
            <a:solidFill>
              <a:schemeClr val="tx1"/>
            </a:solidFill>
            <a:round/>
            <a:headEnd/>
            <a:tailEnd/>
          </a:ln>
        </p:spPr>
        <p:txBody>
          <a:bodyPr wrap="none" anchor="ctr"/>
          <a:lstStyle>
            <a:lvl1pPr eaLnBrk="0" hangingPunct="0">
              <a:defRPr sz="2400">
                <a:solidFill>
                  <a:schemeClr val="tx1"/>
                </a:solidFill>
                <a:latin typeface="Arial" charset="0"/>
                <a:ea typeface="ＭＳ Ｐゴシック" charset="-128"/>
              </a:defRPr>
            </a:lvl1pPr>
            <a:lvl2pPr marL="742950" indent="-285750" eaLnBrk="0" hangingPunct="0">
              <a:defRPr sz="2400">
                <a:solidFill>
                  <a:schemeClr val="tx1"/>
                </a:solidFill>
                <a:latin typeface="Arial" charset="0"/>
                <a:ea typeface="ＭＳ Ｐゴシック" charset="-128"/>
              </a:defRPr>
            </a:lvl2pPr>
            <a:lvl3pPr marL="1143000" indent="-228600" eaLnBrk="0" hangingPunct="0">
              <a:defRPr sz="2400">
                <a:solidFill>
                  <a:schemeClr val="tx1"/>
                </a:solidFill>
                <a:latin typeface="Arial" charset="0"/>
                <a:ea typeface="ＭＳ Ｐゴシック" charset="-128"/>
              </a:defRPr>
            </a:lvl3pPr>
            <a:lvl4pPr marL="1600200" indent="-228600" eaLnBrk="0" hangingPunct="0">
              <a:defRPr sz="2400">
                <a:solidFill>
                  <a:schemeClr val="tx1"/>
                </a:solidFill>
                <a:latin typeface="Arial" charset="0"/>
                <a:ea typeface="ＭＳ Ｐゴシック" charset="-128"/>
              </a:defRPr>
            </a:lvl4pPr>
            <a:lvl5pPr marL="2057400" indent="-228600" eaLnBrk="0" hangingPunct="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charset="0"/>
              <a:ea typeface="ＭＳ Ｐゴシック" charset="-128"/>
              <a:cs typeface="+mn-cs"/>
            </a:endParaRPr>
          </a:p>
        </p:txBody>
      </p:sp>
      <p:sp>
        <p:nvSpPr>
          <p:cNvPr id="73" name="Line 9">
            <a:extLst>
              <a:ext uri="{FF2B5EF4-FFF2-40B4-BE49-F238E27FC236}">
                <a16:creationId xmlns:a16="http://schemas.microsoft.com/office/drawing/2014/main" id="{3B5D5838-BED1-4543-85BF-E68725F7B89F}"/>
              </a:ext>
            </a:extLst>
          </p:cNvPr>
          <p:cNvSpPr>
            <a:spLocks noChangeShapeType="1"/>
          </p:cNvSpPr>
          <p:nvPr/>
        </p:nvSpPr>
        <p:spPr bwMode="auto">
          <a:xfrm>
            <a:off x="8035131" y="3355222"/>
            <a:ext cx="0" cy="3111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charset="0"/>
              <a:ea typeface="ＭＳ Ｐゴシック" charset="-128"/>
              <a:cs typeface="+mn-cs"/>
            </a:endParaRPr>
          </a:p>
        </p:txBody>
      </p:sp>
      <p:sp>
        <p:nvSpPr>
          <p:cNvPr id="74" name="Line 10">
            <a:extLst>
              <a:ext uri="{FF2B5EF4-FFF2-40B4-BE49-F238E27FC236}">
                <a16:creationId xmlns:a16="http://schemas.microsoft.com/office/drawing/2014/main" id="{68570B5F-8237-4B27-8B33-6CB70A53B906}"/>
              </a:ext>
            </a:extLst>
          </p:cNvPr>
          <p:cNvSpPr>
            <a:spLocks noChangeShapeType="1"/>
          </p:cNvSpPr>
          <p:nvPr/>
        </p:nvSpPr>
        <p:spPr bwMode="auto">
          <a:xfrm>
            <a:off x="8035131" y="4345822"/>
            <a:ext cx="0" cy="36830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charset="0"/>
              <a:ea typeface="ＭＳ Ｐゴシック" charset="-128"/>
              <a:cs typeface="+mn-cs"/>
            </a:endParaRPr>
          </a:p>
        </p:txBody>
      </p:sp>
      <p:sp>
        <p:nvSpPr>
          <p:cNvPr id="75" name="Rectangle 13">
            <a:extLst>
              <a:ext uri="{FF2B5EF4-FFF2-40B4-BE49-F238E27FC236}">
                <a16:creationId xmlns:a16="http://schemas.microsoft.com/office/drawing/2014/main" id="{7325B334-2C11-449E-9916-501898389F77}"/>
              </a:ext>
            </a:extLst>
          </p:cNvPr>
          <p:cNvSpPr>
            <a:spLocks noChangeArrowheads="1"/>
          </p:cNvSpPr>
          <p:nvPr/>
        </p:nvSpPr>
        <p:spPr bwMode="auto">
          <a:xfrm>
            <a:off x="7703650" y="2767806"/>
            <a:ext cx="593112" cy="3667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eaLnBrk="0" hangingPunct="0">
              <a:defRPr sz="2400">
                <a:solidFill>
                  <a:schemeClr val="tx1"/>
                </a:solidFill>
                <a:latin typeface="Arial" charset="0"/>
                <a:ea typeface="ＭＳ Ｐゴシック" charset="-128"/>
              </a:defRPr>
            </a:lvl1pPr>
            <a:lvl2pPr marL="742950" indent="-285750" eaLnBrk="0" hangingPunct="0">
              <a:defRPr sz="2400">
                <a:solidFill>
                  <a:schemeClr val="tx1"/>
                </a:solidFill>
                <a:latin typeface="Arial" charset="0"/>
                <a:ea typeface="ＭＳ Ｐゴシック" charset="-128"/>
              </a:defRPr>
            </a:lvl2pPr>
            <a:lvl3pPr marL="1143000" indent="-228600" eaLnBrk="0" hangingPunct="0">
              <a:defRPr sz="2400">
                <a:solidFill>
                  <a:schemeClr val="tx1"/>
                </a:solidFill>
                <a:latin typeface="Arial" charset="0"/>
                <a:ea typeface="ＭＳ Ｐゴシック" charset="-128"/>
              </a:defRPr>
            </a:lvl3pPr>
            <a:lvl4pPr marL="1600200" indent="-228600" eaLnBrk="0" hangingPunct="0">
              <a:defRPr sz="2400">
                <a:solidFill>
                  <a:schemeClr val="tx1"/>
                </a:solidFill>
                <a:latin typeface="Arial" charset="0"/>
                <a:ea typeface="ＭＳ Ｐゴシック" charset="-128"/>
              </a:defRPr>
            </a:lvl4pPr>
            <a:lvl5pPr marL="2057400" indent="-228600" eaLnBrk="0" hangingPunct="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dirty="0">
                <a:ln>
                  <a:noFill/>
                </a:ln>
                <a:solidFill>
                  <a:srgbClr val="000000"/>
                </a:solidFill>
                <a:effectLst/>
                <a:uLnTx/>
                <a:uFillTx/>
                <a:latin typeface="Arial Narrow" panose="020B0606020202030204" pitchFamily="34" charset="0"/>
              </a:rPr>
              <a:t>Core</a:t>
            </a:r>
          </a:p>
        </p:txBody>
      </p:sp>
      <p:sp>
        <p:nvSpPr>
          <p:cNvPr id="76" name="矩形 75">
            <a:extLst>
              <a:ext uri="{FF2B5EF4-FFF2-40B4-BE49-F238E27FC236}">
                <a16:creationId xmlns:a16="http://schemas.microsoft.com/office/drawing/2014/main" id="{9EDEF3E5-65FA-45F3-951F-3DAFB02C94A1}"/>
              </a:ext>
            </a:extLst>
          </p:cNvPr>
          <p:cNvSpPr/>
          <p:nvPr/>
        </p:nvSpPr>
        <p:spPr>
          <a:xfrm>
            <a:off x="6119020" y="3335506"/>
            <a:ext cx="1066799" cy="307777"/>
          </a:xfrm>
          <a:prstGeom prst="rect">
            <a:avLst/>
          </a:prstGeom>
        </p:spPr>
        <p:txBody>
          <a:bodyPr wrap="square">
            <a:spAutoFit/>
          </a:bodyPr>
          <a:lstStyle/>
          <a:p>
            <a:r>
              <a:rPr lang="en-US" altLang="en-US" sz="1400" b="1" dirty="0">
                <a:solidFill>
                  <a:schemeClr val="accent2"/>
                </a:solidFill>
                <a:latin typeface="Arial Narrow" panose="020B0606020202030204" pitchFamily="34" charset="0"/>
              </a:rPr>
              <a:t>CPU action</a:t>
            </a:r>
            <a:endParaRPr lang="zh-CN" altLang="en-US" sz="1400" dirty="0">
              <a:solidFill>
                <a:schemeClr val="accent2"/>
              </a:solidFill>
            </a:endParaRPr>
          </a:p>
        </p:txBody>
      </p:sp>
      <p:sp>
        <p:nvSpPr>
          <p:cNvPr id="77" name="矩形 76">
            <a:extLst>
              <a:ext uri="{FF2B5EF4-FFF2-40B4-BE49-F238E27FC236}">
                <a16:creationId xmlns:a16="http://schemas.microsoft.com/office/drawing/2014/main" id="{21E5251A-A363-461C-9DC6-C9CE986B96BD}"/>
              </a:ext>
            </a:extLst>
          </p:cNvPr>
          <p:cNvSpPr/>
          <p:nvPr/>
        </p:nvSpPr>
        <p:spPr>
          <a:xfrm>
            <a:off x="6119020" y="4386557"/>
            <a:ext cx="967580" cy="307777"/>
          </a:xfrm>
          <a:prstGeom prst="rect">
            <a:avLst/>
          </a:prstGeom>
        </p:spPr>
        <p:txBody>
          <a:bodyPr wrap="square">
            <a:spAutoFit/>
          </a:bodyPr>
          <a:lstStyle/>
          <a:p>
            <a:r>
              <a:rPr lang="en-US" altLang="en-US" sz="1400" b="1" dirty="0">
                <a:solidFill>
                  <a:srgbClr val="92D050"/>
                </a:solidFill>
                <a:latin typeface="Arial Narrow" panose="020B0606020202030204" pitchFamily="34" charset="0"/>
              </a:rPr>
              <a:t>Bus action</a:t>
            </a:r>
            <a:endParaRPr lang="zh-CN" altLang="en-US" sz="1400" dirty="0">
              <a:solidFill>
                <a:srgbClr val="92D050"/>
              </a:solidFill>
            </a:endParaRPr>
          </a:p>
        </p:txBody>
      </p:sp>
      <p:sp>
        <p:nvSpPr>
          <p:cNvPr id="78" name="矩形 77">
            <a:extLst>
              <a:ext uri="{FF2B5EF4-FFF2-40B4-BE49-F238E27FC236}">
                <a16:creationId xmlns:a16="http://schemas.microsoft.com/office/drawing/2014/main" id="{B22C4E31-9354-45D4-923B-82884D9EC8E4}"/>
              </a:ext>
            </a:extLst>
          </p:cNvPr>
          <p:cNvSpPr/>
          <p:nvPr/>
        </p:nvSpPr>
        <p:spPr>
          <a:xfrm>
            <a:off x="7991662" y="3353693"/>
            <a:ext cx="1066799" cy="307777"/>
          </a:xfrm>
          <a:prstGeom prst="rect">
            <a:avLst/>
          </a:prstGeom>
        </p:spPr>
        <p:txBody>
          <a:bodyPr wrap="square">
            <a:spAutoFit/>
          </a:bodyPr>
          <a:lstStyle/>
          <a:p>
            <a:r>
              <a:rPr lang="en-US" altLang="en-US" sz="1400" b="1" dirty="0">
                <a:solidFill>
                  <a:schemeClr val="accent2"/>
                </a:solidFill>
                <a:latin typeface="Arial Narrow" panose="020B0606020202030204" pitchFamily="34" charset="0"/>
              </a:rPr>
              <a:t>CPU action</a:t>
            </a:r>
            <a:endParaRPr lang="zh-CN" altLang="en-US" sz="1400" dirty="0">
              <a:solidFill>
                <a:schemeClr val="accent2"/>
              </a:solidFill>
            </a:endParaRPr>
          </a:p>
        </p:txBody>
      </p:sp>
      <p:sp>
        <p:nvSpPr>
          <p:cNvPr id="79" name="矩形 78">
            <a:extLst>
              <a:ext uri="{FF2B5EF4-FFF2-40B4-BE49-F238E27FC236}">
                <a16:creationId xmlns:a16="http://schemas.microsoft.com/office/drawing/2014/main" id="{E6AC795D-FC33-4DBC-BDE3-0FEE466ED3C8}"/>
              </a:ext>
            </a:extLst>
          </p:cNvPr>
          <p:cNvSpPr/>
          <p:nvPr/>
        </p:nvSpPr>
        <p:spPr>
          <a:xfrm>
            <a:off x="7980729" y="4386557"/>
            <a:ext cx="1066799" cy="307777"/>
          </a:xfrm>
          <a:prstGeom prst="rect">
            <a:avLst/>
          </a:prstGeom>
        </p:spPr>
        <p:txBody>
          <a:bodyPr wrap="square">
            <a:spAutoFit/>
          </a:bodyPr>
          <a:lstStyle/>
          <a:p>
            <a:r>
              <a:rPr lang="en-US" altLang="en-US" sz="1400" b="1" dirty="0">
                <a:solidFill>
                  <a:srgbClr val="92D050"/>
                </a:solidFill>
                <a:latin typeface="Arial Narrow" panose="020B0606020202030204" pitchFamily="34" charset="0"/>
              </a:rPr>
              <a:t>Bus action</a:t>
            </a:r>
            <a:endParaRPr lang="zh-CN" altLang="en-US" sz="1400" dirty="0">
              <a:solidFill>
                <a:srgbClr val="92D050"/>
              </a:solidFill>
            </a:endParaRPr>
          </a:p>
        </p:txBody>
      </p:sp>
      <p:sp>
        <p:nvSpPr>
          <p:cNvPr id="80" name="矩形 79">
            <a:extLst>
              <a:ext uri="{FF2B5EF4-FFF2-40B4-BE49-F238E27FC236}">
                <a16:creationId xmlns:a16="http://schemas.microsoft.com/office/drawing/2014/main" id="{7CD3EA7F-7201-4C85-9E1D-B725A8499E94}"/>
              </a:ext>
            </a:extLst>
          </p:cNvPr>
          <p:cNvSpPr/>
          <p:nvPr/>
        </p:nvSpPr>
        <p:spPr>
          <a:xfrm>
            <a:off x="5535616" y="3742801"/>
            <a:ext cx="673100" cy="523220"/>
          </a:xfrm>
          <a:prstGeom prst="rect">
            <a:avLst/>
          </a:prstGeom>
          <a:ln w="19050">
            <a:solidFill>
              <a:schemeClr val="tx1"/>
            </a:solidFill>
          </a:ln>
        </p:spPr>
        <p:txBody>
          <a:bodyPr wrap="square">
            <a:spAutoFit/>
          </a:bodyPr>
          <a:lstStyle/>
          <a:p>
            <a:pPr algn="ctr"/>
            <a:r>
              <a:rPr lang="en-US" altLang="en-US" sz="1400" dirty="0">
                <a:solidFill>
                  <a:srgbClr val="000000"/>
                </a:solidFill>
                <a:latin typeface="Arial Narrow" panose="020B0606020202030204" pitchFamily="34" charset="0"/>
              </a:rPr>
              <a:t>Cache blocks</a:t>
            </a:r>
            <a:endParaRPr lang="zh-CN" altLang="en-US" sz="1400" dirty="0"/>
          </a:p>
        </p:txBody>
      </p:sp>
      <p:sp>
        <p:nvSpPr>
          <p:cNvPr id="81" name="矩形 80">
            <a:extLst>
              <a:ext uri="{FF2B5EF4-FFF2-40B4-BE49-F238E27FC236}">
                <a16:creationId xmlns:a16="http://schemas.microsoft.com/office/drawing/2014/main" id="{C711DF37-BF5F-4939-A09F-D1D341A6DF4C}"/>
              </a:ext>
            </a:extLst>
          </p:cNvPr>
          <p:cNvSpPr/>
          <p:nvPr/>
        </p:nvSpPr>
        <p:spPr>
          <a:xfrm>
            <a:off x="6261512" y="3690106"/>
            <a:ext cx="533400" cy="307777"/>
          </a:xfrm>
          <a:prstGeom prst="rect">
            <a:avLst/>
          </a:prstGeom>
          <a:ln w="15875" cmpd="sng">
            <a:solidFill>
              <a:schemeClr val="tx1"/>
            </a:solidFill>
          </a:ln>
        </p:spPr>
        <p:txBody>
          <a:bodyPr wrap="square">
            <a:spAutoFit/>
          </a:bodyPr>
          <a:lstStyle/>
          <a:p>
            <a:pPr algn="ctr"/>
            <a:r>
              <a:rPr lang="en-US" altLang="en-US" sz="1400" dirty="0">
                <a:solidFill>
                  <a:srgbClr val="000000"/>
                </a:solidFill>
                <a:latin typeface="Arial Narrow" panose="020B0606020202030204" pitchFamily="34" charset="0"/>
              </a:rPr>
              <a:t>Tags</a:t>
            </a:r>
            <a:endParaRPr lang="zh-CN" altLang="en-US" sz="1400" dirty="0"/>
          </a:p>
        </p:txBody>
      </p:sp>
      <p:sp>
        <p:nvSpPr>
          <p:cNvPr id="82" name="矩形: 圆角 81">
            <a:extLst>
              <a:ext uri="{FF2B5EF4-FFF2-40B4-BE49-F238E27FC236}">
                <a16:creationId xmlns:a16="http://schemas.microsoft.com/office/drawing/2014/main" id="{E7267A33-DB8B-4A2C-8BF8-6EA265BBFEE2}"/>
              </a:ext>
            </a:extLst>
          </p:cNvPr>
          <p:cNvSpPr/>
          <p:nvPr/>
        </p:nvSpPr>
        <p:spPr bwMode="auto">
          <a:xfrm>
            <a:off x="7349346" y="3674170"/>
            <a:ext cx="1371569" cy="679450"/>
          </a:xfrm>
          <a:prstGeom prst="roundRect">
            <a:avLst/>
          </a:prstGeom>
          <a:solidFill>
            <a:srgbClr val="CCECFF"/>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zh-CN" altLang="en-US" sz="1800" b="0" i="0" u="none" strike="noStrike" cap="none" normalizeH="0" baseline="0" dirty="0">
              <a:ln>
                <a:noFill/>
              </a:ln>
              <a:solidFill>
                <a:schemeClr val="tx1"/>
              </a:solidFill>
              <a:effectLst/>
              <a:latin typeface="Arial Narrow" panose="020B0606020202030204" pitchFamily="34" charset="0"/>
            </a:endParaRPr>
          </a:p>
        </p:txBody>
      </p:sp>
      <p:sp>
        <p:nvSpPr>
          <p:cNvPr id="83" name="矩形 82">
            <a:extLst>
              <a:ext uri="{FF2B5EF4-FFF2-40B4-BE49-F238E27FC236}">
                <a16:creationId xmlns:a16="http://schemas.microsoft.com/office/drawing/2014/main" id="{0609948D-EC11-4A1B-9BEA-C1E4F1651B73}"/>
              </a:ext>
            </a:extLst>
          </p:cNvPr>
          <p:cNvSpPr/>
          <p:nvPr/>
        </p:nvSpPr>
        <p:spPr>
          <a:xfrm>
            <a:off x="7393793" y="3759290"/>
            <a:ext cx="673100" cy="523220"/>
          </a:xfrm>
          <a:prstGeom prst="rect">
            <a:avLst/>
          </a:prstGeom>
          <a:ln w="19050">
            <a:solidFill>
              <a:schemeClr val="tx1"/>
            </a:solidFill>
          </a:ln>
        </p:spPr>
        <p:txBody>
          <a:bodyPr wrap="square">
            <a:spAutoFit/>
          </a:bodyPr>
          <a:lstStyle/>
          <a:p>
            <a:pPr algn="ctr"/>
            <a:r>
              <a:rPr lang="en-US" altLang="en-US" sz="1400" dirty="0">
                <a:solidFill>
                  <a:srgbClr val="000000"/>
                </a:solidFill>
                <a:latin typeface="Arial Narrow" panose="020B0606020202030204" pitchFamily="34" charset="0"/>
              </a:rPr>
              <a:t>Cache blocks</a:t>
            </a:r>
            <a:endParaRPr lang="zh-CN" altLang="en-US" sz="1400" dirty="0"/>
          </a:p>
        </p:txBody>
      </p:sp>
      <p:sp>
        <p:nvSpPr>
          <p:cNvPr id="84" name="矩形 83">
            <a:extLst>
              <a:ext uri="{FF2B5EF4-FFF2-40B4-BE49-F238E27FC236}">
                <a16:creationId xmlns:a16="http://schemas.microsoft.com/office/drawing/2014/main" id="{9A3CBBD7-FB7A-423C-A316-A0D6E9F019D6}"/>
              </a:ext>
            </a:extLst>
          </p:cNvPr>
          <p:cNvSpPr/>
          <p:nvPr/>
        </p:nvSpPr>
        <p:spPr>
          <a:xfrm>
            <a:off x="8112403" y="3710327"/>
            <a:ext cx="533400" cy="307777"/>
          </a:xfrm>
          <a:prstGeom prst="rect">
            <a:avLst/>
          </a:prstGeom>
          <a:ln w="15875" cmpd="sng">
            <a:solidFill>
              <a:schemeClr val="tx1"/>
            </a:solidFill>
          </a:ln>
        </p:spPr>
        <p:txBody>
          <a:bodyPr wrap="square">
            <a:spAutoFit/>
          </a:bodyPr>
          <a:lstStyle/>
          <a:p>
            <a:pPr algn="ctr"/>
            <a:r>
              <a:rPr lang="en-US" altLang="en-US" sz="1400" dirty="0">
                <a:solidFill>
                  <a:srgbClr val="000000"/>
                </a:solidFill>
                <a:latin typeface="Arial Narrow" panose="020B0606020202030204" pitchFamily="34" charset="0"/>
              </a:rPr>
              <a:t>Tags</a:t>
            </a:r>
            <a:endParaRPr lang="zh-CN" altLang="en-US" sz="1400" dirty="0"/>
          </a:p>
        </p:txBody>
      </p:sp>
      <p:sp>
        <p:nvSpPr>
          <p:cNvPr id="85" name="Rectangle">
            <a:extLst>
              <a:ext uri="{FF2B5EF4-FFF2-40B4-BE49-F238E27FC236}">
                <a16:creationId xmlns:a16="http://schemas.microsoft.com/office/drawing/2014/main" id="{34394321-B1A3-4469-BF59-FF03364058C9}"/>
              </a:ext>
            </a:extLst>
          </p:cNvPr>
          <p:cNvSpPr/>
          <p:nvPr/>
        </p:nvSpPr>
        <p:spPr>
          <a:xfrm>
            <a:off x="5437207" y="4737919"/>
            <a:ext cx="3401989" cy="1651959"/>
          </a:xfrm>
          <a:prstGeom prst="rect">
            <a:avLst/>
          </a:prstGeom>
          <a:solidFill>
            <a:srgbClr val="FFFFFF">
              <a:alpha val="84174"/>
            </a:srgbClr>
          </a:solidFill>
          <a:ln w="12700">
            <a:miter lim="400000"/>
          </a:ln>
        </p:spPr>
        <p:txBody>
          <a:bodyPr lIns="45719" rIns="45719" anchor="ctr"/>
          <a:lstStyle/>
          <a:p>
            <a:endParaRPr/>
          </a:p>
        </p:txBody>
      </p:sp>
      <p:sp>
        <p:nvSpPr>
          <p:cNvPr id="87" name="矩形 86">
            <a:extLst>
              <a:ext uri="{FF2B5EF4-FFF2-40B4-BE49-F238E27FC236}">
                <a16:creationId xmlns:a16="http://schemas.microsoft.com/office/drawing/2014/main" id="{B5662464-2202-439C-B304-234FB256F5D8}"/>
              </a:ext>
            </a:extLst>
          </p:cNvPr>
          <p:cNvSpPr/>
          <p:nvPr/>
        </p:nvSpPr>
        <p:spPr>
          <a:xfrm>
            <a:off x="6261512" y="3994837"/>
            <a:ext cx="533400" cy="307777"/>
          </a:xfrm>
          <a:prstGeom prst="rect">
            <a:avLst/>
          </a:prstGeom>
          <a:ln w="15875" cmpd="sng">
            <a:solidFill>
              <a:schemeClr val="tx1"/>
            </a:solidFill>
          </a:ln>
        </p:spPr>
        <p:txBody>
          <a:bodyPr wrap="square">
            <a:spAutoFit/>
          </a:bodyPr>
          <a:lstStyle/>
          <a:p>
            <a:pPr algn="ctr"/>
            <a:r>
              <a:rPr lang="en-US" altLang="en-US" sz="1400" dirty="0">
                <a:solidFill>
                  <a:srgbClr val="000000"/>
                </a:solidFill>
                <a:latin typeface="Arial Narrow" panose="020B0606020202030204" pitchFamily="34" charset="0"/>
              </a:rPr>
              <a:t>Dict.</a:t>
            </a:r>
            <a:endParaRPr lang="zh-CN" altLang="en-US" sz="1400" dirty="0"/>
          </a:p>
        </p:txBody>
      </p:sp>
      <p:sp>
        <p:nvSpPr>
          <p:cNvPr id="89" name="矩形 88">
            <a:extLst>
              <a:ext uri="{FF2B5EF4-FFF2-40B4-BE49-F238E27FC236}">
                <a16:creationId xmlns:a16="http://schemas.microsoft.com/office/drawing/2014/main" id="{9B6057E2-E669-4F7B-8D10-02EEA2ACF49C}"/>
              </a:ext>
            </a:extLst>
          </p:cNvPr>
          <p:cNvSpPr/>
          <p:nvPr/>
        </p:nvSpPr>
        <p:spPr>
          <a:xfrm>
            <a:off x="8117576" y="4021206"/>
            <a:ext cx="533400" cy="307777"/>
          </a:xfrm>
          <a:prstGeom prst="rect">
            <a:avLst/>
          </a:prstGeom>
          <a:ln w="15875" cmpd="sng">
            <a:solidFill>
              <a:schemeClr val="tx1"/>
            </a:solidFill>
          </a:ln>
        </p:spPr>
        <p:txBody>
          <a:bodyPr wrap="square">
            <a:spAutoFit/>
          </a:bodyPr>
          <a:lstStyle/>
          <a:p>
            <a:pPr algn="ctr"/>
            <a:r>
              <a:rPr lang="en-US" altLang="en-US" sz="1400" dirty="0">
                <a:solidFill>
                  <a:srgbClr val="000000"/>
                </a:solidFill>
                <a:latin typeface="Arial Narrow" panose="020B0606020202030204" pitchFamily="34" charset="0"/>
              </a:rPr>
              <a:t>Dict.</a:t>
            </a:r>
            <a:endParaRPr lang="zh-CN" altLang="en-US" sz="1400" dirty="0"/>
          </a:p>
        </p:txBody>
      </p:sp>
      <p:sp>
        <p:nvSpPr>
          <p:cNvPr id="86" name="Rectangle">
            <a:extLst>
              <a:ext uri="{FF2B5EF4-FFF2-40B4-BE49-F238E27FC236}">
                <a16:creationId xmlns:a16="http://schemas.microsoft.com/office/drawing/2014/main" id="{30E4483F-3015-4FCD-B19A-0578BA480F0A}"/>
              </a:ext>
            </a:extLst>
          </p:cNvPr>
          <p:cNvSpPr/>
          <p:nvPr/>
        </p:nvSpPr>
        <p:spPr>
          <a:xfrm>
            <a:off x="5437208" y="2500011"/>
            <a:ext cx="3554392" cy="1862749"/>
          </a:xfrm>
          <a:prstGeom prst="rect">
            <a:avLst/>
          </a:prstGeom>
          <a:solidFill>
            <a:srgbClr val="FFFFFF">
              <a:alpha val="84174"/>
            </a:srgbClr>
          </a:solidFill>
          <a:ln w="12700">
            <a:miter lim="400000"/>
          </a:ln>
        </p:spPr>
        <p:txBody>
          <a:bodyPr lIns="45719" rIns="45719" anchor="ctr"/>
          <a:lstStyle/>
          <a:p>
            <a:endParaRPr/>
          </a:p>
        </p:txBody>
      </p:sp>
    </p:spTree>
    <p:extLst>
      <p:ext uri="{BB962C8B-B14F-4D97-AF65-F5344CB8AC3E}">
        <p14:creationId xmlns:p14="http://schemas.microsoft.com/office/powerpoint/2010/main" val="3144234426"/>
      </p:ext>
    </p:extLst>
  </p:cSld>
  <p:clrMapOvr>
    <a:masterClrMapping/>
  </p:clrMapOvr>
  <p:transition/>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49" name="Title 1"/>
          <p:cNvSpPr>
            <a:spLocks noGrp="1"/>
          </p:cNvSpPr>
          <p:nvPr>
            <p:ph type="title"/>
          </p:nvPr>
        </p:nvSpPr>
        <p:spPr/>
        <p:txBody>
          <a:bodyPr/>
          <a:lstStyle/>
          <a:p>
            <a:r>
              <a:rPr lang="en-US" altLang="en-US" dirty="0">
                <a:ea typeface="ＭＳ Ｐゴシック" charset="-128"/>
              </a:rPr>
              <a:t>Bus Action: Update vs. Invalidate</a:t>
            </a:r>
          </a:p>
        </p:txBody>
      </p:sp>
      <p:sp>
        <p:nvSpPr>
          <p:cNvPr id="3" name="Content Placeholder 2"/>
          <p:cNvSpPr>
            <a:spLocks noGrp="1"/>
          </p:cNvSpPr>
          <p:nvPr>
            <p:ph idx="1"/>
          </p:nvPr>
        </p:nvSpPr>
        <p:spPr>
          <a:xfrm>
            <a:off x="228600" y="996950"/>
            <a:ext cx="8610600" cy="5194300"/>
          </a:xfrm>
        </p:spPr>
        <p:txBody>
          <a:bodyPr/>
          <a:lstStyle/>
          <a:p>
            <a:r>
              <a:rPr lang="en-US" altLang="en-US" b="1" dirty="0">
                <a:ea typeface="ＭＳ Ｐゴシック" charset="-128"/>
              </a:rPr>
              <a:t>Where and </a:t>
            </a:r>
            <a:r>
              <a:rPr lang="en-US" altLang="zh-CN" b="1" dirty="0">
                <a:ea typeface="ＭＳ Ｐゴシック" charset="-128"/>
              </a:rPr>
              <a:t>When</a:t>
            </a:r>
            <a:r>
              <a:rPr lang="en-US" altLang="en-US" b="1" dirty="0">
                <a:ea typeface="ＭＳ Ｐゴシック" charset="-128"/>
              </a:rPr>
              <a:t>: </a:t>
            </a:r>
            <a:r>
              <a:rPr lang="en-US" altLang="en-US" dirty="0">
                <a:ea typeface="ＭＳ Ｐゴシック" charset="-128"/>
              </a:rPr>
              <a:t>On a </a:t>
            </a:r>
            <a:r>
              <a:rPr lang="en-US" altLang="en-US" b="1" dirty="0">
                <a:solidFill>
                  <a:srgbClr val="92D050"/>
                </a:solidFill>
                <a:latin typeface="Arial Narrow" panose="020B0606020202030204" pitchFamily="34" charset="0"/>
              </a:rPr>
              <a:t>bus action write miss:</a:t>
            </a:r>
            <a:endParaRPr lang="zh-CN" altLang="en-US" dirty="0">
              <a:solidFill>
                <a:srgbClr val="92D050"/>
              </a:solidFill>
            </a:endParaRPr>
          </a:p>
          <a:p>
            <a:endParaRPr lang="en-US" altLang="en-US" b="1" dirty="0">
              <a:ea typeface="ＭＳ Ｐゴシック" charset="-128"/>
            </a:endParaRPr>
          </a:p>
          <a:p>
            <a:pPr>
              <a:buFont typeface="Wingdings" charset="2"/>
              <a:buNone/>
            </a:pPr>
            <a:r>
              <a:rPr lang="en-US" altLang="en-US" sz="2000" b="1" dirty="0">
                <a:ea typeface="ＭＳ Ｐゴシック" charset="-128"/>
              </a:rPr>
              <a:t>     1, Update Protocol:</a:t>
            </a:r>
          </a:p>
          <a:p>
            <a:pPr lvl="1"/>
            <a:r>
              <a:rPr lang="en-US" altLang="en-US" sz="2000" dirty="0">
                <a:ea typeface="ＭＳ Ｐゴシック" charset="-128"/>
              </a:rPr>
              <a:t>Broadcast written data and address to cores</a:t>
            </a:r>
          </a:p>
          <a:p>
            <a:pPr lvl="1"/>
            <a:r>
              <a:rPr lang="en-US" altLang="en-US" sz="2000" dirty="0">
                <a:ea typeface="ＭＳ Ｐゴシック" charset="-128"/>
              </a:rPr>
              <a:t>Cores update the data in their caches if block is present</a:t>
            </a:r>
          </a:p>
          <a:p>
            <a:pPr lvl="1"/>
            <a:endParaRPr lang="en-US" altLang="en-US" sz="2400" dirty="0">
              <a:ea typeface="ＭＳ Ｐゴシック" charset="-128"/>
            </a:endParaRPr>
          </a:p>
          <a:p>
            <a:pPr>
              <a:buFont typeface="Wingdings" charset="2"/>
              <a:buNone/>
            </a:pPr>
            <a:r>
              <a:rPr lang="en-US" altLang="en-US" sz="2000" b="1" dirty="0">
                <a:ea typeface="ＭＳ Ｐゴシック" charset="-128"/>
              </a:rPr>
              <a:t>     2, Invalidate Protocol:</a:t>
            </a:r>
          </a:p>
          <a:p>
            <a:pPr lvl="1"/>
            <a:r>
              <a:rPr lang="en-US" altLang="en-US" sz="2000" dirty="0">
                <a:ea typeface="ＭＳ Ｐゴシック" charset="-128"/>
              </a:rPr>
              <a:t>Broadcast invalidation of address to sharers</a:t>
            </a:r>
          </a:p>
          <a:p>
            <a:pPr lvl="1"/>
            <a:r>
              <a:rPr lang="en-US" altLang="en-US" sz="2000" dirty="0">
                <a:ea typeface="ＭＳ Ｐゴシック" charset="-128"/>
              </a:rPr>
              <a:t>Cores invalidate block in their caches if block is present</a:t>
            </a:r>
          </a:p>
        </p:txBody>
      </p:sp>
      <p:sp>
        <p:nvSpPr>
          <p:cNvPr id="104451" name="Slide Number Placeholder 3"/>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charset="0"/>
                <a:ea typeface="ＭＳ Ｐゴシック" charset="-128"/>
              </a:defRPr>
            </a:lvl1pPr>
            <a:lvl2pPr marL="742950" indent="-285750" eaLnBrk="0" hangingPunct="0">
              <a:defRPr sz="2400">
                <a:solidFill>
                  <a:schemeClr val="tx1"/>
                </a:solidFill>
                <a:latin typeface="Arial" charset="0"/>
                <a:ea typeface="ＭＳ Ｐゴシック" charset="-128"/>
              </a:defRPr>
            </a:lvl2pPr>
            <a:lvl3pPr marL="1143000" indent="-228600" eaLnBrk="0" hangingPunct="0">
              <a:defRPr sz="2400">
                <a:solidFill>
                  <a:schemeClr val="tx1"/>
                </a:solidFill>
                <a:latin typeface="Arial" charset="0"/>
                <a:ea typeface="ＭＳ Ｐゴシック" charset="-128"/>
              </a:defRPr>
            </a:lvl3pPr>
            <a:lvl4pPr marL="1600200" indent="-228600" eaLnBrk="0" hangingPunct="0">
              <a:defRPr sz="2400">
                <a:solidFill>
                  <a:schemeClr val="tx1"/>
                </a:solidFill>
                <a:latin typeface="Arial" charset="0"/>
                <a:ea typeface="ＭＳ Ｐゴシック" charset="-128"/>
              </a:defRPr>
            </a:lvl4pPr>
            <a:lvl5pPr marL="2057400" indent="-228600" eaLnBrk="0" hangingPunct="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eaLnBrk="1" hangingPunct="1"/>
            <a:fld id="{51ADD3CC-04CD-9747-A17A-30BAD4677096}" type="slidenum">
              <a:rPr lang="en-US" altLang="en-US" sz="1600">
                <a:solidFill>
                  <a:srgbClr val="000000"/>
                </a:solidFill>
                <a:latin typeface="Garamond" charset="0"/>
              </a:rPr>
              <a:pPr eaLnBrk="1" hangingPunct="1"/>
              <a:t>64</a:t>
            </a:fld>
            <a:endParaRPr lang="en-US" altLang="en-US" sz="1600">
              <a:solidFill>
                <a:srgbClr val="000000"/>
              </a:solidFill>
              <a:latin typeface="Garamond" charset="0"/>
            </a:endParaRPr>
          </a:p>
        </p:txBody>
      </p:sp>
    </p:spTree>
    <p:extLst>
      <p:ext uri="{BB962C8B-B14F-4D97-AF65-F5344CB8AC3E}">
        <p14:creationId xmlns:p14="http://schemas.microsoft.com/office/powerpoint/2010/main" val="723137793"/>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3" fill="hold" nodeType="clickPar">
                      <p:stCondLst>
                        <p:cond delay="indefinite"/>
                      </p:stCondLst>
                      <p:childTnLst>
                        <p:par>
                          <p:cTn id="14" fill="hold" nodeType="withGroup">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
                                            <p:txEl>
                                              <p:pRg st="6" end="6"/>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7" end="7"/>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3" name="Title 1"/>
          <p:cNvSpPr>
            <a:spLocks noGrp="1"/>
          </p:cNvSpPr>
          <p:nvPr>
            <p:ph type="title"/>
          </p:nvPr>
        </p:nvSpPr>
        <p:spPr/>
        <p:txBody>
          <a:bodyPr/>
          <a:lstStyle/>
          <a:p>
            <a:r>
              <a:rPr lang="en-US" altLang="en-US" dirty="0">
                <a:ea typeface="ＭＳ Ｐゴシック" charset="-128"/>
              </a:rPr>
              <a:t>Tradeoffs: Update vs. Invalidate</a:t>
            </a:r>
          </a:p>
        </p:txBody>
      </p:sp>
      <p:sp>
        <p:nvSpPr>
          <p:cNvPr id="3" name="Content Placeholder 2"/>
          <p:cNvSpPr>
            <a:spLocks noGrp="1"/>
          </p:cNvSpPr>
          <p:nvPr>
            <p:ph idx="1"/>
          </p:nvPr>
        </p:nvSpPr>
        <p:spPr>
          <a:xfrm>
            <a:off x="228600" y="996950"/>
            <a:ext cx="8610600" cy="5194300"/>
          </a:xfrm>
        </p:spPr>
        <p:txBody>
          <a:bodyPr/>
          <a:lstStyle/>
          <a:p>
            <a:r>
              <a:rPr lang="en-US" altLang="en-US" dirty="0">
                <a:ea typeface="ＭＳ Ｐゴシック" charset="-128"/>
              </a:rPr>
              <a:t>Which do we want?</a:t>
            </a:r>
          </a:p>
          <a:p>
            <a:pPr lvl="1"/>
            <a:r>
              <a:rPr lang="en-US" altLang="en-US" dirty="0">
                <a:solidFill>
                  <a:srgbClr val="0432FF"/>
                </a:solidFill>
                <a:ea typeface="ＭＳ Ｐゴシック" charset="-128"/>
              </a:rPr>
              <a:t>Write frequency </a:t>
            </a:r>
            <a:r>
              <a:rPr lang="en-US" altLang="en-US" dirty="0">
                <a:ea typeface="ＭＳ Ｐゴシック" charset="-128"/>
              </a:rPr>
              <a:t>and </a:t>
            </a:r>
            <a:r>
              <a:rPr lang="en-US" altLang="en-US" dirty="0">
                <a:solidFill>
                  <a:srgbClr val="0432FF"/>
                </a:solidFill>
                <a:ea typeface="ＭＳ Ｐゴシック" charset="-128"/>
              </a:rPr>
              <a:t>sharing behavior </a:t>
            </a:r>
            <a:r>
              <a:rPr lang="en-US" altLang="en-US" dirty="0">
                <a:ea typeface="ＭＳ Ｐゴシック" charset="-128"/>
              </a:rPr>
              <a:t>are critical</a:t>
            </a:r>
          </a:p>
          <a:p>
            <a:r>
              <a:rPr lang="en-US" altLang="en-US" b="1" dirty="0">
                <a:ea typeface="ＭＳ Ｐゴシック" charset="-128"/>
              </a:rPr>
              <a:t>Update </a:t>
            </a:r>
            <a:r>
              <a:rPr lang="en-US" altLang="zh-CN" b="1" dirty="0">
                <a:ea typeface="ＭＳ Ｐゴシック" charset="-128"/>
              </a:rPr>
              <a:t>Protocol</a:t>
            </a:r>
            <a:endParaRPr lang="en-US" altLang="en-US" b="1" dirty="0">
              <a:ea typeface="ＭＳ Ｐゴシック" charset="-128"/>
            </a:endParaRPr>
          </a:p>
          <a:p>
            <a:pPr lvl="1">
              <a:buFont typeface="Wingdings" charset="2"/>
              <a:buNone/>
            </a:pPr>
            <a:r>
              <a:rPr lang="en-US" altLang="en-US" b="1" dirty="0">
                <a:latin typeface="Courier New" charset="0"/>
                <a:ea typeface="ＭＳ Ｐゴシック" charset="-128"/>
              </a:rPr>
              <a:t>+ </a:t>
            </a:r>
            <a:r>
              <a:rPr lang="en-US" altLang="en-US" dirty="0">
                <a:ea typeface="ＭＳ Ｐゴシック" charset="-128"/>
              </a:rPr>
              <a:t>If sharer set is constant and updates are infrequent, avoids the cost of invalidate-reacquire (broadcast update pattern)</a:t>
            </a:r>
          </a:p>
          <a:p>
            <a:pPr lvl="1">
              <a:buFont typeface="Wingdings" charset="2"/>
              <a:buNone/>
            </a:pPr>
            <a:r>
              <a:rPr lang="en-US" altLang="en-US" b="1" dirty="0">
                <a:latin typeface="Courier New" charset="0"/>
                <a:ea typeface="ＭＳ Ｐゴシック" charset="-128"/>
              </a:rPr>
              <a:t>- </a:t>
            </a:r>
            <a:r>
              <a:rPr lang="en-US" altLang="en-US" dirty="0">
                <a:ea typeface="ＭＳ Ｐゴシック" charset="-128"/>
              </a:rPr>
              <a:t>If data is rewritten without intervening reads by other cores, updates would be useless</a:t>
            </a:r>
          </a:p>
          <a:p>
            <a:pPr lvl="1">
              <a:buFont typeface="Wingdings" charset="2"/>
              <a:buNone/>
            </a:pPr>
            <a:r>
              <a:rPr lang="en-US" altLang="en-US" b="1" dirty="0">
                <a:latin typeface="Courier New" charset="0"/>
                <a:ea typeface="ＭＳ Ｐゴシック" charset="-128"/>
              </a:rPr>
              <a:t>- </a:t>
            </a:r>
            <a:r>
              <a:rPr lang="en-US" altLang="en-US" dirty="0">
                <a:ea typeface="ＭＳ Ｐゴシック" charset="-128"/>
              </a:rPr>
              <a:t>Write-through cache policy </a:t>
            </a:r>
            <a:r>
              <a:rPr lang="en-US" altLang="en-US" dirty="0">
                <a:ea typeface="ＭＳ Ｐゴシック" charset="-128"/>
                <a:sym typeface="Wingdings" charset="2"/>
              </a:rPr>
              <a:t></a:t>
            </a:r>
            <a:r>
              <a:rPr lang="en-US" altLang="en-US" dirty="0">
                <a:ea typeface="ＭＳ Ｐゴシック" charset="-128"/>
              </a:rPr>
              <a:t> bus becomes bottleneck</a:t>
            </a:r>
          </a:p>
          <a:p>
            <a:r>
              <a:rPr lang="en-US" altLang="en-US" b="1" dirty="0">
                <a:ea typeface="ＭＳ Ｐゴシック" charset="-128"/>
              </a:rPr>
              <a:t>Invalidate </a:t>
            </a:r>
            <a:r>
              <a:rPr lang="en-US" altLang="zh-CN" b="1" dirty="0">
                <a:ea typeface="ＭＳ Ｐゴシック" charset="-128"/>
              </a:rPr>
              <a:t>Protocol</a:t>
            </a:r>
            <a:endParaRPr lang="en-US" altLang="en-US" b="1" dirty="0">
              <a:ea typeface="ＭＳ Ｐゴシック" charset="-128"/>
            </a:endParaRPr>
          </a:p>
          <a:p>
            <a:pPr lvl="1">
              <a:buFont typeface="Wingdings" charset="2"/>
              <a:buNone/>
            </a:pPr>
            <a:r>
              <a:rPr lang="en-US" altLang="en-US" b="1" dirty="0">
                <a:latin typeface="Courier New" charset="0"/>
                <a:ea typeface="ＭＳ Ｐゴシック" charset="-128"/>
              </a:rPr>
              <a:t>+ </a:t>
            </a:r>
            <a:r>
              <a:rPr lang="en-US" altLang="en-US" dirty="0">
                <a:ea typeface="ＭＳ Ｐゴシック" charset="-128"/>
              </a:rPr>
              <a:t>After invalidation broadcast, core has exclusive access rights</a:t>
            </a:r>
          </a:p>
          <a:p>
            <a:pPr lvl="1">
              <a:buFont typeface="Wingdings" charset="2"/>
              <a:buNone/>
            </a:pPr>
            <a:r>
              <a:rPr lang="en-US" altLang="en-US" b="1" dirty="0">
                <a:latin typeface="Courier New" charset="0"/>
                <a:ea typeface="ＭＳ Ｐゴシック" charset="-128"/>
              </a:rPr>
              <a:t>+ </a:t>
            </a:r>
            <a:r>
              <a:rPr lang="en-US" altLang="en-US" dirty="0">
                <a:ea typeface="ＭＳ Ｐゴシック" charset="-128"/>
              </a:rPr>
              <a:t>Only cores that keep reading after each write retain a copy</a:t>
            </a:r>
          </a:p>
          <a:p>
            <a:pPr lvl="1">
              <a:buFont typeface="Wingdings" charset="2"/>
              <a:buNone/>
            </a:pPr>
            <a:r>
              <a:rPr lang="en-US" altLang="en-US" b="1" dirty="0">
                <a:latin typeface="Courier New" charset="0"/>
                <a:ea typeface="ＭＳ Ｐゴシック" charset="-128"/>
              </a:rPr>
              <a:t>- </a:t>
            </a:r>
            <a:r>
              <a:rPr lang="en-US" altLang="en-US" dirty="0">
                <a:ea typeface="ＭＳ Ｐゴシック" charset="-128"/>
              </a:rPr>
              <a:t>If write contention is high, leads to ping-ponging (rapid invalidation-reacquire traffic from different processors)</a:t>
            </a:r>
          </a:p>
          <a:p>
            <a:pPr lvl="1"/>
            <a:endParaRPr lang="en-US" altLang="en-US" dirty="0">
              <a:ea typeface="ＭＳ Ｐゴシック" charset="-128"/>
            </a:endParaRPr>
          </a:p>
        </p:txBody>
      </p:sp>
      <p:sp>
        <p:nvSpPr>
          <p:cNvPr id="105475" name="Slide Number Placeholder 3"/>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charset="0"/>
                <a:ea typeface="ＭＳ Ｐゴシック" charset="-128"/>
              </a:defRPr>
            </a:lvl1pPr>
            <a:lvl2pPr marL="742950" indent="-285750" eaLnBrk="0" hangingPunct="0">
              <a:defRPr sz="2400">
                <a:solidFill>
                  <a:schemeClr val="tx1"/>
                </a:solidFill>
                <a:latin typeface="Arial" charset="0"/>
                <a:ea typeface="ＭＳ Ｐゴシック" charset="-128"/>
              </a:defRPr>
            </a:lvl2pPr>
            <a:lvl3pPr marL="1143000" indent="-228600" eaLnBrk="0" hangingPunct="0">
              <a:defRPr sz="2400">
                <a:solidFill>
                  <a:schemeClr val="tx1"/>
                </a:solidFill>
                <a:latin typeface="Arial" charset="0"/>
                <a:ea typeface="ＭＳ Ｐゴシック" charset="-128"/>
              </a:defRPr>
            </a:lvl3pPr>
            <a:lvl4pPr marL="1600200" indent="-228600" eaLnBrk="0" hangingPunct="0">
              <a:defRPr sz="2400">
                <a:solidFill>
                  <a:schemeClr val="tx1"/>
                </a:solidFill>
                <a:latin typeface="Arial" charset="0"/>
                <a:ea typeface="ＭＳ Ｐゴシック" charset="-128"/>
              </a:defRPr>
            </a:lvl4pPr>
            <a:lvl5pPr marL="2057400" indent="-228600" eaLnBrk="0" hangingPunct="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eaLnBrk="1" hangingPunct="1"/>
            <a:fld id="{D16C25CA-BFCD-A949-922B-3494735A13AA}" type="slidenum">
              <a:rPr lang="en-US" altLang="en-US" sz="1600">
                <a:solidFill>
                  <a:srgbClr val="000000"/>
                </a:solidFill>
                <a:latin typeface="Garamond" charset="0"/>
              </a:rPr>
              <a:pPr eaLnBrk="1" hangingPunct="1"/>
              <a:t>65</a:t>
            </a:fld>
            <a:endParaRPr lang="en-US" altLang="en-US" sz="1600">
              <a:solidFill>
                <a:srgbClr val="000000"/>
              </a:solidFill>
              <a:latin typeface="Garamond" charset="0"/>
            </a:endParaRPr>
          </a:p>
        </p:txBody>
      </p:sp>
    </p:spTree>
    <p:extLst>
      <p:ext uri="{BB962C8B-B14F-4D97-AF65-F5344CB8AC3E}">
        <p14:creationId xmlns:p14="http://schemas.microsoft.com/office/powerpoint/2010/main" val="1741537325"/>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entr" presetSubtype="0" fill="hold" grpId="0"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nodeType="clickPar">
                      <p:stCondLst>
                        <p:cond delay="indefinite"/>
                      </p:stCondLst>
                      <p:childTnLst>
                        <p:par>
                          <p:cTn id="32" fill="hold" nodeType="withGroup">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nodeType="clickPar">
                      <p:stCondLst>
                        <p:cond delay="indefinite"/>
                      </p:stCondLst>
                      <p:childTnLst>
                        <p:par>
                          <p:cTn id="36" fill="hold" nodeType="withGroup">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9" fill="hold" nodeType="clickPar">
                      <p:stCondLst>
                        <p:cond delay="indefinite"/>
                      </p:stCondLst>
                      <p:childTnLst>
                        <p:par>
                          <p:cTn id="40" fill="hold" nodeType="withGroup">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5" name="Title 1"/>
          <p:cNvSpPr>
            <a:spLocks noGrp="1"/>
          </p:cNvSpPr>
          <p:nvPr>
            <p:ph type="title"/>
          </p:nvPr>
        </p:nvSpPr>
        <p:spPr>
          <a:xfrm>
            <a:off x="38100" y="197879"/>
            <a:ext cx="9067800" cy="1066800"/>
          </a:xfrm>
        </p:spPr>
        <p:txBody>
          <a:bodyPr/>
          <a:lstStyle/>
          <a:p>
            <a:r>
              <a:rPr lang="en-US" altLang="en-US" dirty="0">
                <a:ea typeface="ＭＳ Ｐゴシック" charset="-128"/>
              </a:rPr>
              <a:t>Cache Coherence: Cache Tags</a:t>
            </a:r>
          </a:p>
        </p:txBody>
      </p:sp>
      <p:sp>
        <p:nvSpPr>
          <p:cNvPr id="93186" name="Content Placeholder 2"/>
          <p:cNvSpPr>
            <a:spLocks noGrp="1"/>
          </p:cNvSpPr>
          <p:nvPr>
            <p:ph idx="1"/>
          </p:nvPr>
        </p:nvSpPr>
        <p:spPr>
          <a:xfrm>
            <a:off x="-67468" y="960144"/>
            <a:ext cx="8839200" cy="1300200"/>
          </a:xfrm>
        </p:spPr>
        <p:txBody>
          <a:bodyPr/>
          <a:lstStyle/>
          <a:p>
            <a:r>
              <a:rPr lang="en-US" altLang="en-US" b="1" dirty="0">
                <a:ea typeface="ＭＳ Ｐゴシック" charset="-128"/>
              </a:rPr>
              <a:t>Hardware architecture for Cache Coherence</a:t>
            </a:r>
            <a:r>
              <a:rPr lang="en-US" altLang="en-US" dirty="0">
                <a:ea typeface="ＭＳ Ｐゴシック" charset="-128"/>
              </a:rPr>
              <a:t>: </a:t>
            </a:r>
          </a:p>
          <a:p>
            <a:pPr lvl="1"/>
            <a:r>
              <a:rPr lang="en-US" altLang="en-US" dirty="0">
                <a:ea typeface="ＭＳ Ｐゴシック" charset="-128"/>
              </a:rPr>
              <a:t>Cores, caches, interconnect, memory work together to achieve cache coherence from core’s point of view. </a:t>
            </a:r>
          </a:p>
          <a:p>
            <a:pPr lvl="2"/>
            <a:r>
              <a:rPr lang="en-US" altLang="en-US" dirty="0">
                <a:solidFill>
                  <a:srgbClr val="0000FF"/>
                </a:solidFill>
                <a:ea typeface="ＭＳ Ｐゴシック" charset="-128"/>
              </a:rPr>
              <a:t>Cache Tags</a:t>
            </a:r>
            <a:r>
              <a:rPr lang="en-US" altLang="en-US" dirty="0">
                <a:ea typeface="ＭＳ Ｐゴシック" charset="-128"/>
              </a:rPr>
              <a:t>: MESI (</a:t>
            </a:r>
            <a:r>
              <a:rPr lang="en-US" altLang="en-US" b="1" dirty="0">
                <a:solidFill>
                  <a:schemeClr val="accent2"/>
                </a:solidFill>
                <a:latin typeface="Arial Narrow" panose="020B0606020202030204" pitchFamily="34" charset="0"/>
              </a:rPr>
              <a:t>CPU action </a:t>
            </a:r>
            <a:r>
              <a:rPr lang="en-US" altLang="en-US" b="1" dirty="0">
                <a:solidFill>
                  <a:srgbClr val="002060"/>
                </a:solidFill>
                <a:latin typeface="Arial Narrow" panose="020B0606020202030204" pitchFamily="34" charset="0"/>
                <a:sym typeface="Wingdings" panose="05000000000000000000" pitchFamily="2" charset="2"/>
              </a:rPr>
              <a:t> </a:t>
            </a:r>
            <a:r>
              <a:rPr lang="en-US" altLang="en-US" b="1" dirty="0">
                <a:solidFill>
                  <a:srgbClr val="92D050"/>
                </a:solidFill>
                <a:latin typeface="Arial Narrow" panose="020B0606020202030204" pitchFamily="34" charset="0"/>
              </a:rPr>
              <a:t>Bus action</a:t>
            </a:r>
            <a:r>
              <a:rPr lang="en-US" altLang="en-US" b="1" dirty="0">
                <a:solidFill>
                  <a:srgbClr val="002060"/>
                </a:solidFill>
                <a:latin typeface="Arial Narrow" panose="020B0606020202030204" pitchFamily="34" charset="0"/>
              </a:rPr>
              <a:t>, Tags</a:t>
            </a:r>
            <a:r>
              <a:rPr lang="en-US" altLang="en-US" dirty="0">
                <a:ea typeface="ＭＳ Ｐゴシック" charset="-128"/>
              </a:rPr>
              <a:t>)</a:t>
            </a:r>
          </a:p>
          <a:p>
            <a:pPr lvl="2"/>
            <a:r>
              <a:rPr lang="en-US" altLang="en-US" dirty="0">
                <a:solidFill>
                  <a:srgbClr val="0432FF"/>
                </a:solidFill>
                <a:ea typeface="ＭＳ Ｐゴシック" charset="-128"/>
              </a:rPr>
              <a:t>Cache Updating</a:t>
            </a:r>
            <a:r>
              <a:rPr lang="en-US" altLang="en-US" dirty="0">
                <a:ea typeface="ＭＳ Ｐゴシック" charset="-128"/>
              </a:rPr>
              <a:t>: </a:t>
            </a:r>
            <a:r>
              <a:rPr lang="en-US" altLang="en-US" dirty="0" err="1">
                <a:ea typeface="ＭＳ Ｐゴシック" charset="-128"/>
              </a:rPr>
              <a:t>invl</a:t>
            </a:r>
            <a:r>
              <a:rPr lang="en-US" altLang="en-US" dirty="0">
                <a:ea typeface="ＭＳ Ｐゴシック" charset="-128"/>
              </a:rPr>
              <a:t>./update (</a:t>
            </a:r>
            <a:r>
              <a:rPr lang="en-US" altLang="en-US" b="1" dirty="0">
                <a:solidFill>
                  <a:srgbClr val="92D050"/>
                </a:solidFill>
                <a:latin typeface="Arial Narrow" panose="020B0606020202030204" pitchFamily="34" charset="0"/>
              </a:rPr>
              <a:t>Bus action</a:t>
            </a:r>
            <a:r>
              <a:rPr lang="en-US" altLang="en-US" dirty="0">
                <a:ea typeface="ＭＳ Ｐゴシック" charset="-128"/>
              </a:rPr>
              <a:t>)</a:t>
            </a:r>
          </a:p>
          <a:p>
            <a:pPr lvl="2"/>
            <a:r>
              <a:rPr lang="en-US" altLang="en-US" dirty="0">
                <a:solidFill>
                  <a:srgbClr val="0432FF"/>
                </a:solidFill>
                <a:ea typeface="ＭＳ Ｐゴシック" charset="-128"/>
              </a:rPr>
              <a:t>Interconnect</a:t>
            </a:r>
            <a:r>
              <a:rPr lang="en-US" altLang="en-US" dirty="0">
                <a:ea typeface="ＭＳ Ｐゴシック" charset="-128"/>
              </a:rPr>
              <a:t>: Bus/Switch</a:t>
            </a:r>
          </a:p>
        </p:txBody>
      </p:sp>
      <p:grpSp>
        <p:nvGrpSpPr>
          <p:cNvPr id="3" name="组合 2">
            <a:extLst>
              <a:ext uri="{FF2B5EF4-FFF2-40B4-BE49-F238E27FC236}">
                <a16:creationId xmlns:a16="http://schemas.microsoft.com/office/drawing/2014/main" id="{9644AEE6-E5FD-4857-82BA-2910192F46B3}"/>
              </a:ext>
            </a:extLst>
          </p:cNvPr>
          <p:cNvGrpSpPr/>
          <p:nvPr/>
        </p:nvGrpSpPr>
        <p:grpSpPr>
          <a:xfrm>
            <a:off x="4165886" y="2819400"/>
            <a:ext cx="5130514" cy="3701950"/>
            <a:chOff x="4165886" y="2819400"/>
            <a:chExt cx="5130514" cy="3701950"/>
          </a:xfrm>
        </p:grpSpPr>
        <p:sp>
          <p:nvSpPr>
            <p:cNvPr id="93192" name="Oval 7"/>
            <p:cNvSpPr>
              <a:spLocks noChangeArrowheads="1"/>
            </p:cNvSpPr>
            <p:nvPr/>
          </p:nvSpPr>
          <p:spPr bwMode="auto">
            <a:xfrm>
              <a:off x="4465917" y="2819400"/>
              <a:ext cx="749300" cy="749300"/>
            </a:xfrm>
            <a:prstGeom prst="ellipse">
              <a:avLst/>
            </a:prstGeom>
            <a:solidFill>
              <a:schemeClr val="bg1"/>
            </a:solidFill>
            <a:ln w="12700">
              <a:solidFill>
                <a:schemeClr val="tx1"/>
              </a:solidFill>
              <a:round/>
              <a:headEnd/>
              <a:tailEnd/>
            </a:ln>
          </p:spPr>
          <p:txBody>
            <a:bodyPr wrap="none" anchor="ctr"/>
            <a:lstStyle>
              <a:lvl1pPr eaLnBrk="0" hangingPunct="0">
                <a:defRPr sz="2400">
                  <a:solidFill>
                    <a:schemeClr val="tx1"/>
                  </a:solidFill>
                  <a:latin typeface="Arial" charset="0"/>
                  <a:ea typeface="ＭＳ Ｐゴシック" charset="-128"/>
                </a:defRPr>
              </a:lvl1pPr>
              <a:lvl2pPr marL="742950" indent="-285750" eaLnBrk="0" hangingPunct="0">
                <a:defRPr sz="2400">
                  <a:solidFill>
                    <a:schemeClr val="tx1"/>
                  </a:solidFill>
                  <a:latin typeface="Arial" charset="0"/>
                  <a:ea typeface="ＭＳ Ｐゴシック" charset="-128"/>
                </a:defRPr>
              </a:lvl2pPr>
              <a:lvl3pPr marL="1143000" indent="-228600" eaLnBrk="0" hangingPunct="0">
                <a:defRPr sz="2400">
                  <a:solidFill>
                    <a:schemeClr val="tx1"/>
                  </a:solidFill>
                  <a:latin typeface="Arial" charset="0"/>
                  <a:ea typeface="ＭＳ Ｐゴシック" charset="-128"/>
                </a:defRPr>
              </a:lvl3pPr>
              <a:lvl4pPr marL="1600200" indent="-228600" eaLnBrk="0" hangingPunct="0">
                <a:defRPr sz="2400">
                  <a:solidFill>
                    <a:schemeClr val="tx1"/>
                  </a:solidFill>
                  <a:latin typeface="Arial" charset="0"/>
                  <a:ea typeface="ＭＳ Ｐゴシック" charset="-128"/>
                </a:defRPr>
              </a:lvl4pPr>
              <a:lvl5pPr marL="2057400" indent="-228600" eaLnBrk="0" hangingPunct="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charset="0"/>
                <a:ea typeface="ＭＳ Ｐゴシック" charset="-128"/>
                <a:cs typeface="+mn-cs"/>
              </a:endParaRPr>
            </a:p>
          </p:txBody>
        </p:sp>
        <p:sp>
          <p:nvSpPr>
            <p:cNvPr id="93194" name="Line 9"/>
            <p:cNvSpPr>
              <a:spLocks noChangeShapeType="1"/>
            </p:cNvSpPr>
            <p:nvPr/>
          </p:nvSpPr>
          <p:spPr bwMode="auto">
            <a:xfrm>
              <a:off x="4858029" y="3575131"/>
              <a:ext cx="0" cy="3111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charset="0"/>
                <a:ea typeface="ＭＳ Ｐゴシック" charset="-128"/>
                <a:cs typeface="+mn-cs"/>
              </a:endParaRPr>
            </a:p>
          </p:txBody>
        </p:sp>
        <p:sp>
          <p:nvSpPr>
            <p:cNvPr id="93195" name="Line 10"/>
            <p:cNvSpPr>
              <a:spLocks noChangeShapeType="1"/>
            </p:cNvSpPr>
            <p:nvPr/>
          </p:nvSpPr>
          <p:spPr bwMode="auto">
            <a:xfrm>
              <a:off x="4858029" y="4565731"/>
              <a:ext cx="0" cy="36830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charset="0"/>
                <a:ea typeface="ＭＳ Ｐゴシック" charset="-128"/>
                <a:cs typeface="+mn-cs"/>
              </a:endParaRPr>
            </a:p>
          </p:txBody>
        </p:sp>
        <p:sp>
          <p:nvSpPr>
            <p:cNvPr id="93196" name="Rectangle 11"/>
            <p:cNvSpPr>
              <a:spLocks noChangeArrowheads="1"/>
            </p:cNvSpPr>
            <p:nvPr/>
          </p:nvSpPr>
          <p:spPr bwMode="auto">
            <a:xfrm>
              <a:off x="4345268" y="5908507"/>
              <a:ext cx="2897184" cy="612843"/>
            </a:xfrm>
            <a:prstGeom prst="rect">
              <a:avLst/>
            </a:prstGeom>
            <a:solidFill>
              <a:schemeClr val="bg1">
                <a:lumMod val="95000"/>
              </a:schemeClr>
            </a:solidFill>
            <a:ln w="25400">
              <a:solidFill>
                <a:schemeClr val="tx1"/>
              </a:solidFill>
              <a:miter lim="800000"/>
              <a:headEnd/>
              <a:tailEnd/>
            </a:ln>
          </p:spPr>
          <p:txBody>
            <a:bodyPr wrap="none" anchor="ctr"/>
            <a:lstStyle>
              <a:lvl1pPr eaLnBrk="0" hangingPunct="0">
                <a:defRPr sz="2400">
                  <a:solidFill>
                    <a:schemeClr val="tx1"/>
                  </a:solidFill>
                  <a:latin typeface="Arial" charset="0"/>
                  <a:ea typeface="ＭＳ Ｐゴシック" charset="-128"/>
                </a:defRPr>
              </a:lvl1pPr>
              <a:lvl2pPr marL="742950" indent="-285750" eaLnBrk="0" hangingPunct="0">
                <a:defRPr sz="2400">
                  <a:solidFill>
                    <a:schemeClr val="tx1"/>
                  </a:solidFill>
                  <a:latin typeface="Arial" charset="0"/>
                  <a:ea typeface="ＭＳ Ｐゴシック" charset="-128"/>
                </a:defRPr>
              </a:lvl2pPr>
              <a:lvl3pPr marL="1143000" indent="-228600" eaLnBrk="0" hangingPunct="0">
                <a:defRPr sz="2400">
                  <a:solidFill>
                    <a:schemeClr val="tx1"/>
                  </a:solidFill>
                  <a:latin typeface="Arial" charset="0"/>
                  <a:ea typeface="ＭＳ Ｐゴシック" charset="-128"/>
                </a:defRPr>
              </a:lvl3pPr>
              <a:lvl4pPr marL="1600200" indent="-228600" eaLnBrk="0" hangingPunct="0">
                <a:defRPr sz="2400">
                  <a:solidFill>
                    <a:schemeClr val="tx1"/>
                  </a:solidFill>
                  <a:latin typeface="Arial" charset="0"/>
                  <a:ea typeface="ＭＳ Ｐゴシック" charset="-128"/>
                </a:defRPr>
              </a:lvl4pPr>
              <a:lvl5pPr marL="2057400" indent="-228600" eaLnBrk="0" hangingPunct="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charset="0"/>
                <a:ea typeface="ＭＳ Ｐゴシック" charset="-128"/>
                <a:cs typeface="+mn-cs"/>
              </a:endParaRPr>
            </a:p>
          </p:txBody>
        </p:sp>
        <p:sp>
          <p:nvSpPr>
            <p:cNvPr id="93198" name="Rectangle 13"/>
            <p:cNvSpPr>
              <a:spLocks noChangeArrowheads="1"/>
            </p:cNvSpPr>
            <p:nvPr/>
          </p:nvSpPr>
          <p:spPr bwMode="auto">
            <a:xfrm>
              <a:off x="4544765" y="2996406"/>
              <a:ext cx="593112" cy="3667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eaLnBrk="0" hangingPunct="0">
                <a:defRPr sz="2400">
                  <a:solidFill>
                    <a:schemeClr val="tx1"/>
                  </a:solidFill>
                  <a:latin typeface="Arial" charset="0"/>
                  <a:ea typeface="ＭＳ Ｐゴシック" charset="-128"/>
                </a:defRPr>
              </a:lvl1pPr>
              <a:lvl2pPr marL="742950" indent="-285750" eaLnBrk="0" hangingPunct="0">
                <a:defRPr sz="2400">
                  <a:solidFill>
                    <a:schemeClr val="tx1"/>
                  </a:solidFill>
                  <a:latin typeface="Arial" charset="0"/>
                  <a:ea typeface="ＭＳ Ｐゴシック" charset="-128"/>
                </a:defRPr>
              </a:lvl2pPr>
              <a:lvl3pPr marL="1143000" indent="-228600" eaLnBrk="0" hangingPunct="0">
                <a:defRPr sz="2400">
                  <a:solidFill>
                    <a:schemeClr val="tx1"/>
                  </a:solidFill>
                  <a:latin typeface="Arial" charset="0"/>
                  <a:ea typeface="ＭＳ Ｐゴシック" charset="-128"/>
                </a:defRPr>
              </a:lvl3pPr>
              <a:lvl4pPr marL="1600200" indent="-228600" eaLnBrk="0" hangingPunct="0">
                <a:defRPr sz="2400">
                  <a:solidFill>
                    <a:schemeClr val="tx1"/>
                  </a:solidFill>
                  <a:latin typeface="Arial" charset="0"/>
                  <a:ea typeface="ＭＳ Ｐゴシック" charset="-128"/>
                </a:defRPr>
              </a:lvl4pPr>
              <a:lvl5pPr marL="2057400" indent="-228600" eaLnBrk="0" hangingPunct="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dirty="0">
                  <a:ln>
                    <a:noFill/>
                  </a:ln>
                  <a:solidFill>
                    <a:srgbClr val="000000"/>
                  </a:solidFill>
                  <a:effectLst/>
                  <a:uLnTx/>
                  <a:uFillTx/>
                  <a:latin typeface="Arial Narrow" panose="020B0606020202030204" pitchFamily="34" charset="0"/>
                </a:rPr>
                <a:t>Core</a:t>
              </a:r>
            </a:p>
          </p:txBody>
        </p:sp>
        <p:sp>
          <p:nvSpPr>
            <p:cNvPr id="93201" name="AutoShape 16"/>
            <p:cNvSpPr>
              <a:spLocks noChangeArrowheads="1"/>
            </p:cNvSpPr>
            <p:nvPr/>
          </p:nvSpPr>
          <p:spPr bwMode="auto">
            <a:xfrm>
              <a:off x="4260335" y="4946731"/>
              <a:ext cx="3067051" cy="596900"/>
            </a:xfrm>
            <a:prstGeom prst="roundRect">
              <a:avLst>
                <a:gd name="adj" fmla="val 12495"/>
              </a:avLst>
            </a:prstGeom>
            <a:solidFill>
              <a:schemeClr val="bg1"/>
            </a:solidFill>
            <a:ln w="12700">
              <a:solidFill>
                <a:schemeClr val="tx1"/>
              </a:solidFill>
              <a:round/>
              <a:headEnd/>
              <a:tailEnd/>
            </a:ln>
          </p:spPr>
          <p:txBody>
            <a:bodyPr wrap="none" anchor="ctr"/>
            <a:lstStyle>
              <a:lvl1pPr eaLnBrk="0" hangingPunct="0">
                <a:defRPr sz="2400">
                  <a:solidFill>
                    <a:schemeClr val="tx1"/>
                  </a:solidFill>
                  <a:latin typeface="Arial" charset="0"/>
                  <a:ea typeface="ＭＳ Ｐゴシック" charset="-128"/>
                </a:defRPr>
              </a:lvl1pPr>
              <a:lvl2pPr marL="742950" indent="-285750" eaLnBrk="0" hangingPunct="0">
                <a:defRPr sz="2400">
                  <a:solidFill>
                    <a:schemeClr val="tx1"/>
                  </a:solidFill>
                  <a:latin typeface="Arial" charset="0"/>
                  <a:ea typeface="ＭＳ Ｐゴシック" charset="-128"/>
                </a:defRPr>
              </a:lvl2pPr>
              <a:lvl3pPr marL="1143000" indent="-228600" eaLnBrk="0" hangingPunct="0">
                <a:defRPr sz="2400">
                  <a:solidFill>
                    <a:schemeClr val="tx1"/>
                  </a:solidFill>
                  <a:latin typeface="Arial" charset="0"/>
                  <a:ea typeface="ＭＳ Ｐゴシック" charset="-128"/>
                </a:defRPr>
              </a:lvl3pPr>
              <a:lvl4pPr marL="1600200" indent="-228600" eaLnBrk="0" hangingPunct="0">
                <a:defRPr sz="2400">
                  <a:solidFill>
                    <a:schemeClr val="tx1"/>
                  </a:solidFill>
                  <a:latin typeface="Arial" charset="0"/>
                  <a:ea typeface="ＭＳ Ｐゴシック" charset="-128"/>
                </a:defRPr>
              </a:lvl4pPr>
              <a:lvl5pPr marL="2057400" indent="-228600" eaLnBrk="0" hangingPunct="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charset="0"/>
                <a:ea typeface="ＭＳ Ｐゴシック" charset="-128"/>
                <a:cs typeface="+mn-cs"/>
              </a:endParaRPr>
            </a:p>
          </p:txBody>
        </p:sp>
        <p:sp>
          <p:nvSpPr>
            <p:cNvPr id="93202" name="Rectangle 17"/>
            <p:cNvSpPr>
              <a:spLocks noChangeArrowheads="1"/>
            </p:cNvSpPr>
            <p:nvPr/>
          </p:nvSpPr>
          <p:spPr bwMode="auto">
            <a:xfrm>
              <a:off x="4407982" y="5069431"/>
              <a:ext cx="2644775" cy="363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eaLnBrk="0" hangingPunct="0">
                <a:defRPr sz="2400">
                  <a:solidFill>
                    <a:schemeClr val="tx1"/>
                  </a:solidFill>
                  <a:latin typeface="Arial" charset="0"/>
                  <a:ea typeface="ＭＳ Ｐゴシック" charset="-128"/>
                </a:defRPr>
              </a:lvl1pPr>
              <a:lvl2pPr marL="742950" indent="-285750" eaLnBrk="0" hangingPunct="0">
                <a:defRPr sz="2400">
                  <a:solidFill>
                    <a:schemeClr val="tx1"/>
                  </a:solidFill>
                  <a:latin typeface="Arial" charset="0"/>
                  <a:ea typeface="ＭＳ Ｐゴシック" charset="-128"/>
                </a:defRPr>
              </a:lvl2pPr>
              <a:lvl3pPr marL="1143000" indent="-228600" eaLnBrk="0" hangingPunct="0">
                <a:defRPr sz="2400">
                  <a:solidFill>
                    <a:schemeClr val="tx1"/>
                  </a:solidFill>
                  <a:latin typeface="Arial" charset="0"/>
                  <a:ea typeface="ＭＳ Ｐゴシック" charset="-128"/>
                </a:defRPr>
              </a:lvl3pPr>
              <a:lvl4pPr marL="1600200" indent="-228600" eaLnBrk="0" hangingPunct="0">
                <a:defRPr sz="2400">
                  <a:solidFill>
                    <a:schemeClr val="tx1"/>
                  </a:solidFill>
                  <a:latin typeface="Arial" charset="0"/>
                  <a:ea typeface="ＭＳ Ｐゴシック" charset="-128"/>
                </a:defRPr>
              </a:lvl4pPr>
              <a:lvl5pPr marL="2057400" indent="-228600" eaLnBrk="0" hangingPunct="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dirty="0">
                  <a:ln>
                    <a:noFill/>
                  </a:ln>
                  <a:solidFill>
                    <a:srgbClr val="000000"/>
                  </a:solidFill>
                  <a:effectLst/>
                  <a:uLnTx/>
                  <a:uFillTx/>
                  <a:latin typeface="Arial" charset="0"/>
                  <a:ea typeface="ＭＳ Ｐゴシック" charset="-128"/>
                  <a:cs typeface="+mn-cs"/>
                </a:rPr>
                <a:t>Interconnection Network</a:t>
              </a:r>
            </a:p>
          </p:txBody>
        </p:sp>
        <p:sp>
          <p:nvSpPr>
            <p:cNvPr id="93203" name="Line 18"/>
            <p:cNvSpPr>
              <a:spLocks noChangeShapeType="1"/>
            </p:cNvSpPr>
            <p:nvPr/>
          </p:nvSpPr>
          <p:spPr bwMode="auto">
            <a:xfrm>
              <a:off x="5784336" y="5543631"/>
              <a:ext cx="0" cy="36830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charset="0"/>
                <a:ea typeface="ＭＳ Ｐゴシック" charset="-128"/>
                <a:cs typeface="+mn-cs"/>
              </a:endParaRPr>
            </a:p>
          </p:txBody>
        </p:sp>
        <p:sp>
          <p:nvSpPr>
            <p:cNvPr id="93204" name="Rectangle 19"/>
            <p:cNvSpPr>
              <a:spLocks noChangeArrowheads="1"/>
            </p:cNvSpPr>
            <p:nvPr/>
          </p:nvSpPr>
          <p:spPr bwMode="auto">
            <a:xfrm>
              <a:off x="5001698" y="6014375"/>
              <a:ext cx="1565275" cy="363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eaLnBrk="0" hangingPunct="0">
                <a:defRPr sz="2400">
                  <a:solidFill>
                    <a:schemeClr val="tx1"/>
                  </a:solidFill>
                  <a:latin typeface="Arial" charset="0"/>
                  <a:ea typeface="ＭＳ Ｐゴシック" charset="-128"/>
                </a:defRPr>
              </a:lvl1pPr>
              <a:lvl2pPr marL="742950" indent="-285750" eaLnBrk="0" hangingPunct="0">
                <a:defRPr sz="2400">
                  <a:solidFill>
                    <a:schemeClr val="tx1"/>
                  </a:solidFill>
                  <a:latin typeface="Arial" charset="0"/>
                  <a:ea typeface="ＭＳ Ｐゴシック" charset="-128"/>
                </a:defRPr>
              </a:lvl2pPr>
              <a:lvl3pPr marL="1143000" indent="-228600" eaLnBrk="0" hangingPunct="0">
                <a:defRPr sz="2400">
                  <a:solidFill>
                    <a:schemeClr val="tx1"/>
                  </a:solidFill>
                  <a:latin typeface="Arial" charset="0"/>
                  <a:ea typeface="ＭＳ Ｐゴシック" charset="-128"/>
                </a:defRPr>
              </a:lvl3pPr>
              <a:lvl4pPr marL="1600200" indent="-228600" eaLnBrk="0" hangingPunct="0">
                <a:defRPr sz="2400">
                  <a:solidFill>
                    <a:schemeClr val="tx1"/>
                  </a:solidFill>
                  <a:latin typeface="Arial" charset="0"/>
                  <a:ea typeface="ＭＳ Ｐゴシック" charset="-128"/>
                </a:defRPr>
              </a:lvl4pPr>
              <a:lvl5pPr marL="2057400" indent="-228600" eaLnBrk="0" hangingPunct="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dirty="0">
                  <a:ln>
                    <a:noFill/>
                  </a:ln>
                  <a:solidFill>
                    <a:srgbClr val="000000"/>
                  </a:solidFill>
                  <a:effectLst/>
                  <a:uLnTx/>
                  <a:uFillTx/>
                  <a:latin typeface="Arial" charset="0"/>
                  <a:ea typeface="ＭＳ Ｐゴシック" charset="-128"/>
                  <a:cs typeface="+mn-cs"/>
                </a:rPr>
                <a:t>Main Memory</a:t>
              </a:r>
            </a:p>
          </p:txBody>
        </p:sp>
        <p:sp>
          <p:nvSpPr>
            <p:cNvPr id="2" name="矩形: 圆角 1">
              <a:extLst>
                <a:ext uri="{FF2B5EF4-FFF2-40B4-BE49-F238E27FC236}">
                  <a16:creationId xmlns:a16="http://schemas.microsoft.com/office/drawing/2014/main" id="{197A2E7D-E796-4CB6-932C-CE508379E512}"/>
                </a:ext>
              </a:extLst>
            </p:cNvPr>
            <p:cNvSpPr/>
            <p:nvPr/>
          </p:nvSpPr>
          <p:spPr bwMode="auto">
            <a:xfrm>
              <a:off x="4165886" y="3886281"/>
              <a:ext cx="1371569" cy="679450"/>
            </a:xfrm>
            <a:prstGeom prst="roundRect">
              <a:avLst/>
            </a:prstGeom>
            <a:solidFill>
              <a:srgbClr val="CCECFF"/>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zh-CN" altLang="en-US" sz="1800" b="0" i="0" u="none" strike="noStrike" cap="none" normalizeH="0" baseline="0" dirty="0">
                <a:ln>
                  <a:noFill/>
                </a:ln>
                <a:solidFill>
                  <a:schemeClr val="tx1"/>
                </a:solidFill>
                <a:effectLst/>
                <a:latin typeface="Arial Narrow" panose="020B0606020202030204" pitchFamily="34" charset="0"/>
              </a:endParaRPr>
            </a:p>
          </p:txBody>
        </p:sp>
        <p:sp>
          <p:nvSpPr>
            <p:cNvPr id="28" name="Oval 7">
              <a:extLst>
                <a:ext uri="{FF2B5EF4-FFF2-40B4-BE49-F238E27FC236}">
                  <a16:creationId xmlns:a16="http://schemas.microsoft.com/office/drawing/2014/main" id="{5587B5FA-1721-4FBB-9AFA-8039131DFD26}"/>
                </a:ext>
              </a:extLst>
            </p:cNvPr>
            <p:cNvSpPr>
              <a:spLocks noChangeArrowheads="1"/>
            </p:cNvSpPr>
            <p:nvPr/>
          </p:nvSpPr>
          <p:spPr bwMode="auto">
            <a:xfrm>
              <a:off x="6317736" y="2828091"/>
              <a:ext cx="749300" cy="749300"/>
            </a:xfrm>
            <a:prstGeom prst="ellipse">
              <a:avLst/>
            </a:prstGeom>
            <a:solidFill>
              <a:schemeClr val="bg1"/>
            </a:solidFill>
            <a:ln w="12700">
              <a:solidFill>
                <a:schemeClr val="tx1"/>
              </a:solidFill>
              <a:round/>
              <a:headEnd/>
              <a:tailEnd/>
            </a:ln>
          </p:spPr>
          <p:txBody>
            <a:bodyPr wrap="none" anchor="ctr"/>
            <a:lstStyle>
              <a:lvl1pPr eaLnBrk="0" hangingPunct="0">
                <a:defRPr sz="2400">
                  <a:solidFill>
                    <a:schemeClr val="tx1"/>
                  </a:solidFill>
                  <a:latin typeface="Arial" charset="0"/>
                  <a:ea typeface="ＭＳ Ｐゴシック" charset="-128"/>
                </a:defRPr>
              </a:lvl1pPr>
              <a:lvl2pPr marL="742950" indent="-285750" eaLnBrk="0" hangingPunct="0">
                <a:defRPr sz="2400">
                  <a:solidFill>
                    <a:schemeClr val="tx1"/>
                  </a:solidFill>
                  <a:latin typeface="Arial" charset="0"/>
                  <a:ea typeface="ＭＳ Ｐゴシック" charset="-128"/>
                </a:defRPr>
              </a:lvl2pPr>
              <a:lvl3pPr marL="1143000" indent="-228600" eaLnBrk="0" hangingPunct="0">
                <a:defRPr sz="2400">
                  <a:solidFill>
                    <a:schemeClr val="tx1"/>
                  </a:solidFill>
                  <a:latin typeface="Arial" charset="0"/>
                  <a:ea typeface="ＭＳ Ｐゴシック" charset="-128"/>
                </a:defRPr>
              </a:lvl3pPr>
              <a:lvl4pPr marL="1600200" indent="-228600" eaLnBrk="0" hangingPunct="0">
                <a:defRPr sz="2400">
                  <a:solidFill>
                    <a:schemeClr val="tx1"/>
                  </a:solidFill>
                  <a:latin typeface="Arial" charset="0"/>
                  <a:ea typeface="ＭＳ Ｐゴシック" charset="-128"/>
                </a:defRPr>
              </a:lvl4pPr>
              <a:lvl5pPr marL="2057400" indent="-228600" eaLnBrk="0" hangingPunct="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charset="0"/>
                <a:ea typeface="ＭＳ Ｐゴシック" charset="-128"/>
                <a:cs typeface="+mn-cs"/>
              </a:endParaRPr>
            </a:p>
          </p:txBody>
        </p:sp>
        <p:sp>
          <p:nvSpPr>
            <p:cNvPr id="29" name="Line 9">
              <a:extLst>
                <a:ext uri="{FF2B5EF4-FFF2-40B4-BE49-F238E27FC236}">
                  <a16:creationId xmlns:a16="http://schemas.microsoft.com/office/drawing/2014/main" id="{A835B3EC-4E63-4D88-8C33-19534305EB08}"/>
                </a:ext>
              </a:extLst>
            </p:cNvPr>
            <p:cNvSpPr>
              <a:spLocks noChangeShapeType="1"/>
            </p:cNvSpPr>
            <p:nvPr/>
          </p:nvSpPr>
          <p:spPr bwMode="auto">
            <a:xfrm>
              <a:off x="6709848" y="3583822"/>
              <a:ext cx="0" cy="3111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charset="0"/>
                <a:ea typeface="ＭＳ Ｐゴシック" charset="-128"/>
                <a:cs typeface="+mn-cs"/>
              </a:endParaRPr>
            </a:p>
          </p:txBody>
        </p:sp>
        <p:sp>
          <p:nvSpPr>
            <p:cNvPr id="30" name="Line 10">
              <a:extLst>
                <a:ext uri="{FF2B5EF4-FFF2-40B4-BE49-F238E27FC236}">
                  <a16:creationId xmlns:a16="http://schemas.microsoft.com/office/drawing/2014/main" id="{9F801ACD-2793-4362-9D44-A355344348E9}"/>
                </a:ext>
              </a:extLst>
            </p:cNvPr>
            <p:cNvSpPr>
              <a:spLocks noChangeShapeType="1"/>
            </p:cNvSpPr>
            <p:nvPr/>
          </p:nvSpPr>
          <p:spPr bwMode="auto">
            <a:xfrm>
              <a:off x="6709848" y="4574422"/>
              <a:ext cx="0" cy="36830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charset="0"/>
                <a:ea typeface="ＭＳ Ｐゴシック" charset="-128"/>
                <a:cs typeface="+mn-cs"/>
              </a:endParaRPr>
            </a:p>
          </p:txBody>
        </p:sp>
        <p:sp>
          <p:nvSpPr>
            <p:cNvPr id="33" name="Rectangle 13">
              <a:extLst>
                <a:ext uri="{FF2B5EF4-FFF2-40B4-BE49-F238E27FC236}">
                  <a16:creationId xmlns:a16="http://schemas.microsoft.com/office/drawing/2014/main" id="{465E82AB-AB8A-480C-B6D1-40C7981D31D3}"/>
                </a:ext>
              </a:extLst>
            </p:cNvPr>
            <p:cNvSpPr>
              <a:spLocks noChangeArrowheads="1"/>
            </p:cNvSpPr>
            <p:nvPr/>
          </p:nvSpPr>
          <p:spPr bwMode="auto">
            <a:xfrm>
              <a:off x="6378367" y="2996406"/>
              <a:ext cx="593112" cy="3667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eaLnBrk="0" hangingPunct="0">
                <a:defRPr sz="2400">
                  <a:solidFill>
                    <a:schemeClr val="tx1"/>
                  </a:solidFill>
                  <a:latin typeface="Arial" charset="0"/>
                  <a:ea typeface="ＭＳ Ｐゴシック" charset="-128"/>
                </a:defRPr>
              </a:lvl1pPr>
              <a:lvl2pPr marL="742950" indent="-285750" eaLnBrk="0" hangingPunct="0">
                <a:defRPr sz="2400">
                  <a:solidFill>
                    <a:schemeClr val="tx1"/>
                  </a:solidFill>
                  <a:latin typeface="Arial" charset="0"/>
                  <a:ea typeface="ＭＳ Ｐゴシック" charset="-128"/>
                </a:defRPr>
              </a:lvl2pPr>
              <a:lvl3pPr marL="1143000" indent="-228600" eaLnBrk="0" hangingPunct="0">
                <a:defRPr sz="2400">
                  <a:solidFill>
                    <a:schemeClr val="tx1"/>
                  </a:solidFill>
                  <a:latin typeface="Arial" charset="0"/>
                  <a:ea typeface="ＭＳ Ｐゴシック" charset="-128"/>
                </a:defRPr>
              </a:lvl3pPr>
              <a:lvl4pPr marL="1600200" indent="-228600" eaLnBrk="0" hangingPunct="0">
                <a:defRPr sz="2400">
                  <a:solidFill>
                    <a:schemeClr val="tx1"/>
                  </a:solidFill>
                  <a:latin typeface="Arial" charset="0"/>
                  <a:ea typeface="ＭＳ Ｐゴシック" charset="-128"/>
                </a:defRPr>
              </a:lvl4pPr>
              <a:lvl5pPr marL="2057400" indent="-228600" eaLnBrk="0" hangingPunct="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dirty="0">
                  <a:ln>
                    <a:noFill/>
                  </a:ln>
                  <a:solidFill>
                    <a:srgbClr val="000000"/>
                  </a:solidFill>
                  <a:effectLst/>
                  <a:uLnTx/>
                  <a:uFillTx/>
                  <a:latin typeface="Arial Narrow" panose="020B0606020202030204" pitchFamily="34" charset="0"/>
                </a:rPr>
                <a:t>Core</a:t>
              </a:r>
            </a:p>
          </p:txBody>
        </p:sp>
        <p:cxnSp>
          <p:nvCxnSpPr>
            <p:cNvPr id="4" name="直接连接符 3">
              <a:extLst>
                <a:ext uri="{FF2B5EF4-FFF2-40B4-BE49-F238E27FC236}">
                  <a16:creationId xmlns:a16="http://schemas.microsoft.com/office/drawing/2014/main" id="{BA6DEEBE-3B6E-47CA-8AAF-CEBF9F3607D3}"/>
                </a:ext>
              </a:extLst>
            </p:cNvPr>
            <p:cNvCxnSpPr>
              <a:cxnSpLocks/>
            </p:cNvCxnSpPr>
            <p:nvPr/>
          </p:nvCxnSpPr>
          <p:spPr bwMode="auto">
            <a:xfrm>
              <a:off x="7810500" y="3663731"/>
              <a:ext cx="1143000" cy="0"/>
            </a:xfrm>
            <a:prstGeom prst="line">
              <a:avLst/>
            </a:prstGeom>
            <a:solidFill>
              <a:srgbClr val="C0C0C0"/>
            </a:solidFill>
            <a:ln w="9525" cap="flat" cmpd="sng" algn="ctr">
              <a:solidFill>
                <a:schemeClr val="tx1"/>
              </a:solidFill>
              <a:prstDash val="sysDash"/>
              <a:round/>
              <a:headEnd type="none" w="med" len="med"/>
              <a:tailEnd type="none" w="med" len="med"/>
            </a:ln>
            <a:effectLst/>
          </p:spPr>
        </p:cxnSp>
        <p:sp>
          <p:nvSpPr>
            <p:cNvPr id="7" name="矩形 6">
              <a:extLst>
                <a:ext uri="{FF2B5EF4-FFF2-40B4-BE49-F238E27FC236}">
                  <a16:creationId xmlns:a16="http://schemas.microsoft.com/office/drawing/2014/main" id="{D4FF6037-5A17-49AD-B816-40D5E35AE04E}"/>
                </a:ext>
              </a:extLst>
            </p:cNvPr>
            <p:cNvSpPr/>
            <p:nvPr/>
          </p:nvSpPr>
          <p:spPr>
            <a:xfrm>
              <a:off x="7886700" y="2996406"/>
              <a:ext cx="760144" cy="461665"/>
            </a:xfrm>
            <a:prstGeom prst="rect">
              <a:avLst/>
            </a:prstGeom>
          </p:spPr>
          <p:txBody>
            <a:bodyPr wrap="none">
              <a:spAutoFit/>
            </a:bodyPr>
            <a:lstStyle/>
            <a:p>
              <a:r>
                <a:rPr lang="en-US" altLang="en-US" sz="2400" b="1" dirty="0">
                  <a:solidFill>
                    <a:srgbClr val="000000"/>
                  </a:solidFill>
                  <a:latin typeface="Arial Narrow" panose="020B0606020202030204" pitchFamily="34" charset="0"/>
                </a:rPr>
                <a:t>Core</a:t>
              </a:r>
              <a:endParaRPr lang="zh-CN" altLang="en-US" sz="2400" b="1" dirty="0"/>
            </a:p>
          </p:txBody>
        </p:sp>
        <p:cxnSp>
          <p:nvCxnSpPr>
            <p:cNvPr id="24" name="直接连接符 23">
              <a:extLst>
                <a:ext uri="{FF2B5EF4-FFF2-40B4-BE49-F238E27FC236}">
                  <a16:creationId xmlns:a16="http://schemas.microsoft.com/office/drawing/2014/main" id="{F57ECB00-3EDC-4BD8-8541-6C0E9D897200}"/>
                </a:ext>
              </a:extLst>
            </p:cNvPr>
            <p:cNvCxnSpPr>
              <a:cxnSpLocks/>
            </p:cNvCxnSpPr>
            <p:nvPr/>
          </p:nvCxnSpPr>
          <p:spPr bwMode="auto">
            <a:xfrm flipV="1">
              <a:off x="7810500" y="4705131"/>
              <a:ext cx="1143000" cy="8691"/>
            </a:xfrm>
            <a:prstGeom prst="line">
              <a:avLst/>
            </a:prstGeom>
            <a:solidFill>
              <a:srgbClr val="C0C0C0"/>
            </a:solidFill>
            <a:ln w="9525" cap="flat" cmpd="sng" algn="ctr">
              <a:solidFill>
                <a:schemeClr val="tx1"/>
              </a:solidFill>
              <a:prstDash val="sysDash"/>
              <a:round/>
              <a:headEnd type="none" w="med" len="med"/>
              <a:tailEnd type="none" w="med" len="med"/>
            </a:ln>
            <a:effectLst/>
          </p:spPr>
        </p:cxnSp>
        <p:sp>
          <p:nvSpPr>
            <p:cNvPr id="8" name="矩形 7">
              <a:extLst>
                <a:ext uri="{FF2B5EF4-FFF2-40B4-BE49-F238E27FC236}">
                  <a16:creationId xmlns:a16="http://schemas.microsoft.com/office/drawing/2014/main" id="{F05DCBA6-BBD4-4173-8D87-28484B537C09}"/>
                </a:ext>
              </a:extLst>
            </p:cNvPr>
            <p:cNvSpPr/>
            <p:nvPr/>
          </p:nvSpPr>
          <p:spPr>
            <a:xfrm>
              <a:off x="7823995" y="3968531"/>
              <a:ext cx="1066799" cy="461665"/>
            </a:xfrm>
            <a:prstGeom prst="rect">
              <a:avLst/>
            </a:prstGeom>
          </p:spPr>
          <p:txBody>
            <a:bodyPr wrap="square">
              <a:spAutoFit/>
            </a:bodyPr>
            <a:lstStyle/>
            <a:p>
              <a:r>
                <a:rPr lang="en-US" altLang="en-US" sz="2400" b="1" dirty="0">
                  <a:solidFill>
                    <a:srgbClr val="000000"/>
                  </a:solidFill>
                  <a:latin typeface="Arial Narrow" panose="020B0606020202030204" pitchFamily="34" charset="0"/>
                </a:rPr>
                <a:t>Cache</a:t>
              </a:r>
              <a:endParaRPr lang="zh-CN" altLang="en-US" sz="2400" dirty="0"/>
            </a:p>
          </p:txBody>
        </p:sp>
        <p:cxnSp>
          <p:nvCxnSpPr>
            <p:cNvPr id="26" name="直接连接符 25">
              <a:extLst>
                <a:ext uri="{FF2B5EF4-FFF2-40B4-BE49-F238E27FC236}">
                  <a16:creationId xmlns:a16="http://schemas.microsoft.com/office/drawing/2014/main" id="{01FEF2FC-3FDA-4640-BDC9-A42EFF96FBB1}"/>
                </a:ext>
              </a:extLst>
            </p:cNvPr>
            <p:cNvCxnSpPr>
              <a:cxnSpLocks/>
            </p:cNvCxnSpPr>
            <p:nvPr/>
          </p:nvCxnSpPr>
          <p:spPr bwMode="auto">
            <a:xfrm>
              <a:off x="7810500" y="5721131"/>
              <a:ext cx="1080294" cy="0"/>
            </a:xfrm>
            <a:prstGeom prst="line">
              <a:avLst/>
            </a:prstGeom>
            <a:solidFill>
              <a:srgbClr val="C0C0C0"/>
            </a:solidFill>
            <a:ln w="9525" cap="flat" cmpd="sng" algn="ctr">
              <a:solidFill>
                <a:schemeClr val="tx1"/>
              </a:solidFill>
              <a:prstDash val="sysDash"/>
              <a:round/>
              <a:headEnd type="none" w="med" len="med"/>
              <a:tailEnd type="none" w="med" len="med"/>
            </a:ln>
            <a:effectLst/>
          </p:spPr>
        </p:cxnSp>
        <p:sp>
          <p:nvSpPr>
            <p:cNvPr id="31" name="矩形 30">
              <a:extLst>
                <a:ext uri="{FF2B5EF4-FFF2-40B4-BE49-F238E27FC236}">
                  <a16:creationId xmlns:a16="http://schemas.microsoft.com/office/drawing/2014/main" id="{28E701F9-F5F3-4A8F-B748-96B3267DB09D}"/>
                </a:ext>
              </a:extLst>
            </p:cNvPr>
            <p:cNvSpPr/>
            <p:nvPr/>
          </p:nvSpPr>
          <p:spPr>
            <a:xfrm>
              <a:off x="7467599" y="4949610"/>
              <a:ext cx="1828801" cy="461665"/>
            </a:xfrm>
            <a:prstGeom prst="rect">
              <a:avLst/>
            </a:prstGeom>
          </p:spPr>
          <p:txBody>
            <a:bodyPr wrap="square">
              <a:spAutoFit/>
            </a:bodyPr>
            <a:lstStyle/>
            <a:p>
              <a:r>
                <a:rPr lang="en-US" altLang="en-US" sz="2400" b="1" dirty="0">
                  <a:solidFill>
                    <a:srgbClr val="000000"/>
                  </a:solidFill>
                  <a:latin typeface="Arial Narrow" panose="020B0606020202030204" pitchFamily="34" charset="0"/>
                </a:rPr>
                <a:t>Interconnect</a:t>
              </a:r>
              <a:endParaRPr lang="zh-CN" altLang="en-US" sz="2400" dirty="0"/>
            </a:p>
          </p:txBody>
        </p:sp>
        <p:sp>
          <p:nvSpPr>
            <p:cNvPr id="34" name="矩形 33">
              <a:extLst>
                <a:ext uri="{FF2B5EF4-FFF2-40B4-BE49-F238E27FC236}">
                  <a16:creationId xmlns:a16="http://schemas.microsoft.com/office/drawing/2014/main" id="{6960A665-F97D-4ECA-A468-87A02EA7003F}"/>
                </a:ext>
              </a:extLst>
            </p:cNvPr>
            <p:cNvSpPr/>
            <p:nvPr/>
          </p:nvSpPr>
          <p:spPr>
            <a:xfrm>
              <a:off x="7734300" y="6031453"/>
              <a:ext cx="1562100" cy="461665"/>
            </a:xfrm>
            <a:prstGeom prst="rect">
              <a:avLst/>
            </a:prstGeom>
          </p:spPr>
          <p:txBody>
            <a:bodyPr wrap="square">
              <a:spAutoFit/>
            </a:bodyPr>
            <a:lstStyle/>
            <a:p>
              <a:r>
                <a:rPr lang="en-US" altLang="en-US" sz="2400" b="1" dirty="0">
                  <a:solidFill>
                    <a:srgbClr val="000000"/>
                  </a:solidFill>
                  <a:latin typeface="Arial Narrow" panose="020B0606020202030204" pitchFamily="34" charset="0"/>
                </a:rPr>
                <a:t>Memory</a:t>
              </a:r>
              <a:endParaRPr lang="zh-CN" altLang="en-US" sz="2400" dirty="0"/>
            </a:p>
          </p:txBody>
        </p:sp>
        <p:sp>
          <p:nvSpPr>
            <p:cNvPr id="35" name="矩形 34">
              <a:extLst>
                <a:ext uri="{FF2B5EF4-FFF2-40B4-BE49-F238E27FC236}">
                  <a16:creationId xmlns:a16="http://schemas.microsoft.com/office/drawing/2014/main" id="{86E5F786-BF93-42D3-BC7E-18B214997FFB}"/>
                </a:ext>
              </a:extLst>
            </p:cNvPr>
            <p:cNvSpPr/>
            <p:nvPr/>
          </p:nvSpPr>
          <p:spPr>
            <a:xfrm>
              <a:off x="4793737" y="3564106"/>
              <a:ext cx="1066799" cy="307777"/>
            </a:xfrm>
            <a:prstGeom prst="rect">
              <a:avLst/>
            </a:prstGeom>
          </p:spPr>
          <p:txBody>
            <a:bodyPr wrap="square">
              <a:spAutoFit/>
            </a:bodyPr>
            <a:lstStyle/>
            <a:p>
              <a:r>
                <a:rPr lang="en-US" altLang="en-US" sz="1400" b="1" dirty="0">
                  <a:solidFill>
                    <a:schemeClr val="accent2"/>
                  </a:solidFill>
                  <a:latin typeface="Arial Narrow" panose="020B0606020202030204" pitchFamily="34" charset="0"/>
                </a:rPr>
                <a:t>CPU action</a:t>
              </a:r>
              <a:endParaRPr lang="zh-CN" altLang="en-US" sz="1400" dirty="0">
                <a:solidFill>
                  <a:schemeClr val="accent2"/>
                </a:solidFill>
              </a:endParaRPr>
            </a:p>
          </p:txBody>
        </p:sp>
        <p:sp>
          <p:nvSpPr>
            <p:cNvPr id="36" name="矩形 35">
              <a:extLst>
                <a:ext uri="{FF2B5EF4-FFF2-40B4-BE49-F238E27FC236}">
                  <a16:creationId xmlns:a16="http://schemas.microsoft.com/office/drawing/2014/main" id="{8DF4378D-F25F-4ABC-A0F4-8BC9C8A6B640}"/>
                </a:ext>
              </a:extLst>
            </p:cNvPr>
            <p:cNvSpPr/>
            <p:nvPr/>
          </p:nvSpPr>
          <p:spPr>
            <a:xfrm>
              <a:off x="4793737" y="4615157"/>
              <a:ext cx="1066799" cy="307777"/>
            </a:xfrm>
            <a:prstGeom prst="rect">
              <a:avLst/>
            </a:prstGeom>
          </p:spPr>
          <p:txBody>
            <a:bodyPr wrap="square">
              <a:spAutoFit/>
            </a:bodyPr>
            <a:lstStyle/>
            <a:p>
              <a:r>
                <a:rPr lang="en-US" altLang="en-US" sz="1400" b="1" dirty="0">
                  <a:solidFill>
                    <a:srgbClr val="92D050"/>
                  </a:solidFill>
                  <a:latin typeface="Arial Narrow" panose="020B0606020202030204" pitchFamily="34" charset="0"/>
                </a:rPr>
                <a:t>Bus action</a:t>
              </a:r>
              <a:endParaRPr lang="zh-CN" altLang="en-US" sz="1400" dirty="0">
                <a:solidFill>
                  <a:srgbClr val="92D050"/>
                </a:solidFill>
              </a:endParaRPr>
            </a:p>
          </p:txBody>
        </p:sp>
        <p:sp>
          <p:nvSpPr>
            <p:cNvPr id="37" name="矩形 36">
              <a:extLst>
                <a:ext uri="{FF2B5EF4-FFF2-40B4-BE49-F238E27FC236}">
                  <a16:creationId xmlns:a16="http://schemas.microsoft.com/office/drawing/2014/main" id="{72E9687B-3708-4E36-B549-3F0FF11FC43F}"/>
                </a:ext>
              </a:extLst>
            </p:cNvPr>
            <p:cNvSpPr/>
            <p:nvPr/>
          </p:nvSpPr>
          <p:spPr>
            <a:xfrm>
              <a:off x="6666379" y="3582293"/>
              <a:ext cx="1066799" cy="307777"/>
            </a:xfrm>
            <a:prstGeom prst="rect">
              <a:avLst/>
            </a:prstGeom>
          </p:spPr>
          <p:txBody>
            <a:bodyPr wrap="square">
              <a:spAutoFit/>
            </a:bodyPr>
            <a:lstStyle/>
            <a:p>
              <a:r>
                <a:rPr lang="en-US" altLang="en-US" sz="1400" b="1" dirty="0">
                  <a:solidFill>
                    <a:schemeClr val="accent2"/>
                  </a:solidFill>
                  <a:latin typeface="Arial Narrow" panose="020B0606020202030204" pitchFamily="34" charset="0"/>
                </a:rPr>
                <a:t>CPU action</a:t>
              </a:r>
              <a:endParaRPr lang="zh-CN" altLang="en-US" sz="1400" dirty="0">
                <a:solidFill>
                  <a:schemeClr val="accent2"/>
                </a:solidFill>
              </a:endParaRPr>
            </a:p>
          </p:txBody>
        </p:sp>
        <p:sp>
          <p:nvSpPr>
            <p:cNvPr id="38" name="矩形 37">
              <a:extLst>
                <a:ext uri="{FF2B5EF4-FFF2-40B4-BE49-F238E27FC236}">
                  <a16:creationId xmlns:a16="http://schemas.microsoft.com/office/drawing/2014/main" id="{36C32580-47BC-4B1E-8569-30824D536957}"/>
                </a:ext>
              </a:extLst>
            </p:cNvPr>
            <p:cNvSpPr/>
            <p:nvPr/>
          </p:nvSpPr>
          <p:spPr>
            <a:xfrm>
              <a:off x="6666380" y="4615157"/>
              <a:ext cx="1066799" cy="307777"/>
            </a:xfrm>
            <a:prstGeom prst="rect">
              <a:avLst/>
            </a:prstGeom>
          </p:spPr>
          <p:txBody>
            <a:bodyPr wrap="square">
              <a:spAutoFit/>
            </a:bodyPr>
            <a:lstStyle/>
            <a:p>
              <a:r>
                <a:rPr lang="en-US" altLang="en-US" sz="1400" b="1" dirty="0">
                  <a:solidFill>
                    <a:srgbClr val="92D050"/>
                  </a:solidFill>
                  <a:latin typeface="Arial Narrow" panose="020B0606020202030204" pitchFamily="34" charset="0"/>
                </a:rPr>
                <a:t>Bus action</a:t>
              </a:r>
              <a:endParaRPr lang="zh-CN" altLang="en-US" sz="1400" dirty="0">
                <a:solidFill>
                  <a:srgbClr val="92D050"/>
                </a:solidFill>
              </a:endParaRPr>
            </a:p>
          </p:txBody>
        </p:sp>
        <p:sp>
          <p:nvSpPr>
            <p:cNvPr id="40" name="矩形 39">
              <a:extLst>
                <a:ext uri="{FF2B5EF4-FFF2-40B4-BE49-F238E27FC236}">
                  <a16:creationId xmlns:a16="http://schemas.microsoft.com/office/drawing/2014/main" id="{F75686F7-F811-483D-B9DE-9C1320341277}"/>
                </a:ext>
              </a:extLst>
            </p:cNvPr>
            <p:cNvSpPr/>
            <p:nvPr/>
          </p:nvSpPr>
          <p:spPr>
            <a:xfrm>
              <a:off x="4210333" y="3971401"/>
              <a:ext cx="673100" cy="523220"/>
            </a:xfrm>
            <a:prstGeom prst="rect">
              <a:avLst/>
            </a:prstGeom>
            <a:ln w="19050">
              <a:solidFill>
                <a:schemeClr val="tx1"/>
              </a:solidFill>
            </a:ln>
          </p:spPr>
          <p:txBody>
            <a:bodyPr wrap="square">
              <a:spAutoFit/>
            </a:bodyPr>
            <a:lstStyle/>
            <a:p>
              <a:pPr algn="ctr"/>
              <a:r>
                <a:rPr lang="en-US" altLang="en-US" sz="1400" dirty="0">
                  <a:solidFill>
                    <a:srgbClr val="000000"/>
                  </a:solidFill>
                  <a:latin typeface="Arial Narrow" panose="020B0606020202030204" pitchFamily="34" charset="0"/>
                </a:rPr>
                <a:t>Cache blocks</a:t>
              </a:r>
              <a:endParaRPr lang="zh-CN" altLang="en-US" sz="1400" dirty="0"/>
            </a:p>
          </p:txBody>
        </p:sp>
        <p:sp>
          <p:nvSpPr>
            <p:cNvPr id="41" name="矩形 40">
              <a:extLst>
                <a:ext uri="{FF2B5EF4-FFF2-40B4-BE49-F238E27FC236}">
                  <a16:creationId xmlns:a16="http://schemas.microsoft.com/office/drawing/2014/main" id="{49683AD4-BE72-4F90-9161-EAC548022989}"/>
                </a:ext>
              </a:extLst>
            </p:cNvPr>
            <p:cNvSpPr/>
            <p:nvPr/>
          </p:nvSpPr>
          <p:spPr>
            <a:xfrm>
              <a:off x="4927880" y="4072117"/>
              <a:ext cx="533400" cy="307777"/>
            </a:xfrm>
            <a:prstGeom prst="rect">
              <a:avLst/>
            </a:prstGeom>
            <a:ln w="15875" cmpd="sng">
              <a:solidFill>
                <a:schemeClr val="tx1"/>
              </a:solidFill>
            </a:ln>
          </p:spPr>
          <p:txBody>
            <a:bodyPr wrap="square">
              <a:spAutoFit/>
            </a:bodyPr>
            <a:lstStyle/>
            <a:p>
              <a:pPr algn="ctr"/>
              <a:r>
                <a:rPr lang="en-US" altLang="en-US" sz="1400" dirty="0">
                  <a:solidFill>
                    <a:srgbClr val="000000"/>
                  </a:solidFill>
                  <a:latin typeface="Arial Narrow" panose="020B0606020202030204" pitchFamily="34" charset="0"/>
                </a:rPr>
                <a:t>Tags</a:t>
              </a:r>
              <a:endParaRPr lang="zh-CN" altLang="en-US" sz="1400" dirty="0"/>
            </a:p>
          </p:txBody>
        </p:sp>
        <p:sp>
          <p:nvSpPr>
            <p:cNvPr id="42" name="矩形: 圆角 41">
              <a:extLst>
                <a:ext uri="{FF2B5EF4-FFF2-40B4-BE49-F238E27FC236}">
                  <a16:creationId xmlns:a16="http://schemas.microsoft.com/office/drawing/2014/main" id="{F22D4DD0-1D4B-44F4-9DE4-30661D8B8BD3}"/>
                </a:ext>
              </a:extLst>
            </p:cNvPr>
            <p:cNvSpPr/>
            <p:nvPr/>
          </p:nvSpPr>
          <p:spPr bwMode="auto">
            <a:xfrm>
              <a:off x="6024063" y="3902770"/>
              <a:ext cx="1371569" cy="679450"/>
            </a:xfrm>
            <a:prstGeom prst="roundRect">
              <a:avLst/>
            </a:prstGeom>
            <a:solidFill>
              <a:srgbClr val="CCECFF"/>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zh-CN" altLang="en-US" sz="1800" b="0" i="0" u="none" strike="noStrike" cap="none" normalizeH="0" baseline="0" dirty="0">
                <a:ln>
                  <a:noFill/>
                </a:ln>
                <a:solidFill>
                  <a:schemeClr val="tx1"/>
                </a:solidFill>
                <a:effectLst/>
                <a:latin typeface="Arial Narrow" panose="020B0606020202030204" pitchFamily="34" charset="0"/>
              </a:endParaRPr>
            </a:p>
          </p:txBody>
        </p:sp>
        <p:sp>
          <p:nvSpPr>
            <p:cNvPr id="43" name="矩形 42">
              <a:extLst>
                <a:ext uri="{FF2B5EF4-FFF2-40B4-BE49-F238E27FC236}">
                  <a16:creationId xmlns:a16="http://schemas.microsoft.com/office/drawing/2014/main" id="{422FB93B-4539-465E-92DB-F6D383E0CF36}"/>
                </a:ext>
              </a:extLst>
            </p:cNvPr>
            <p:cNvSpPr/>
            <p:nvPr/>
          </p:nvSpPr>
          <p:spPr>
            <a:xfrm>
              <a:off x="6068510" y="3987890"/>
              <a:ext cx="673100" cy="523220"/>
            </a:xfrm>
            <a:prstGeom prst="rect">
              <a:avLst/>
            </a:prstGeom>
            <a:ln w="19050">
              <a:solidFill>
                <a:schemeClr val="tx1"/>
              </a:solidFill>
            </a:ln>
          </p:spPr>
          <p:txBody>
            <a:bodyPr wrap="square">
              <a:spAutoFit/>
            </a:bodyPr>
            <a:lstStyle/>
            <a:p>
              <a:pPr algn="ctr"/>
              <a:r>
                <a:rPr lang="en-US" altLang="en-US" sz="1400" dirty="0">
                  <a:solidFill>
                    <a:srgbClr val="000000"/>
                  </a:solidFill>
                  <a:latin typeface="Arial Narrow" panose="020B0606020202030204" pitchFamily="34" charset="0"/>
                </a:rPr>
                <a:t>Cache blocks</a:t>
              </a:r>
              <a:endParaRPr lang="zh-CN" altLang="en-US" sz="1400" dirty="0"/>
            </a:p>
          </p:txBody>
        </p:sp>
        <p:sp>
          <p:nvSpPr>
            <p:cNvPr id="44" name="矩形 43">
              <a:extLst>
                <a:ext uri="{FF2B5EF4-FFF2-40B4-BE49-F238E27FC236}">
                  <a16:creationId xmlns:a16="http://schemas.microsoft.com/office/drawing/2014/main" id="{1BF1E2DE-29F6-4756-9AB1-CCF2C648E72D}"/>
                </a:ext>
              </a:extLst>
            </p:cNvPr>
            <p:cNvSpPr/>
            <p:nvPr/>
          </p:nvSpPr>
          <p:spPr>
            <a:xfrm>
              <a:off x="6786057" y="4088606"/>
              <a:ext cx="533400" cy="307777"/>
            </a:xfrm>
            <a:prstGeom prst="rect">
              <a:avLst/>
            </a:prstGeom>
            <a:ln w="15875" cmpd="sng">
              <a:solidFill>
                <a:schemeClr val="tx1"/>
              </a:solidFill>
            </a:ln>
          </p:spPr>
          <p:txBody>
            <a:bodyPr wrap="square">
              <a:spAutoFit/>
            </a:bodyPr>
            <a:lstStyle/>
            <a:p>
              <a:pPr algn="ctr"/>
              <a:r>
                <a:rPr lang="en-US" altLang="en-US" sz="1400" dirty="0">
                  <a:solidFill>
                    <a:srgbClr val="000000"/>
                  </a:solidFill>
                  <a:latin typeface="Arial Narrow" panose="020B0606020202030204" pitchFamily="34" charset="0"/>
                </a:rPr>
                <a:t>Tags</a:t>
              </a:r>
              <a:endParaRPr lang="zh-CN" altLang="en-US" sz="1400" dirty="0"/>
            </a:p>
          </p:txBody>
        </p:sp>
      </p:grpSp>
      <p:sp>
        <p:nvSpPr>
          <p:cNvPr id="13" name="矩形 12">
            <a:extLst>
              <a:ext uri="{FF2B5EF4-FFF2-40B4-BE49-F238E27FC236}">
                <a16:creationId xmlns:a16="http://schemas.microsoft.com/office/drawing/2014/main" id="{5EDAB7B2-7E79-4F81-8122-F7494A07F825}"/>
              </a:ext>
            </a:extLst>
          </p:cNvPr>
          <p:cNvSpPr/>
          <p:nvPr/>
        </p:nvSpPr>
        <p:spPr>
          <a:xfrm>
            <a:off x="767082" y="5023094"/>
            <a:ext cx="1882033" cy="1200329"/>
          </a:xfrm>
          <a:prstGeom prst="rect">
            <a:avLst/>
          </a:prstGeom>
        </p:spPr>
        <p:txBody>
          <a:bodyPr wrap="square">
            <a:spAutoFit/>
          </a:bodyPr>
          <a:lstStyle/>
          <a:p>
            <a:r>
              <a:rPr lang="en-US" altLang="zh-CN" b="1" dirty="0">
                <a:ea typeface="ＭＳ Ｐゴシック" charset="-128"/>
              </a:rPr>
              <a:t>R</a:t>
            </a:r>
            <a:r>
              <a:rPr lang="en-US" altLang="zh-CN" dirty="0">
                <a:ea typeface="ＭＳ Ｐゴシック" charset="-128"/>
              </a:rPr>
              <a:t>: read</a:t>
            </a:r>
          </a:p>
          <a:p>
            <a:r>
              <a:rPr lang="en-US" altLang="zh-CN" b="1" dirty="0">
                <a:ea typeface="ＭＳ Ｐゴシック" charset="-128"/>
              </a:rPr>
              <a:t>W</a:t>
            </a:r>
            <a:r>
              <a:rPr lang="en-US" altLang="zh-CN" dirty="0">
                <a:ea typeface="ＭＳ Ｐゴシック" charset="-128"/>
              </a:rPr>
              <a:t>:write</a:t>
            </a:r>
          </a:p>
          <a:p>
            <a:r>
              <a:rPr lang="en-US" altLang="zh-CN" b="1" dirty="0">
                <a:ea typeface="ＭＳ Ｐゴシック" charset="-128"/>
              </a:rPr>
              <a:t>I</a:t>
            </a:r>
            <a:r>
              <a:rPr lang="en-US" altLang="zh-CN" dirty="0">
                <a:ea typeface="ＭＳ Ｐゴシック" charset="-128"/>
              </a:rPr>
              <a:t>: invalidate</a:t>
            </a:r>
          </a:p>
          <a:p>
            <a:r>
              <a:rPr lang="en-US" altLang="zh-CN" b="1" dirty="0">
                <a:ea typeface="ＭＳ Ｐゴシック" charset="-128"/>
              </a:rPr>
              <a:t>U</a:t>
            </a:r>
            <a:r>
              <a:rPr lang="en-US" altLang="zh-CN" dirty="0">
                <a:ea typeface="ＭＳ Ｐゴシック" charset="-128"/>
              </a:rPr>
              <a:t>: update</a:t>
            </a:r>
            <a:endParaRPr lang="zh-CN" altLang="en-US" dirty="0"/>
          </a:p>
        </p:txBody>
      </p:sp>
      <p:sp>
        <p:nvSpPr>
          <p:cNvPr id="39" name="Rectangle">
            <a:extLst>
              <a:ext uri="{FF2B5EF4-FFF2-40B4-BE49-F238E27FC236}">
                <a16:creationId xmlns:a16="http://schemas.microsoft.com/office/drawing/2014/main" id="{15838E0D-BCAA-4F55-A415-294E6FEF2C8F}"/>
              </a:ext>
            </a:extLst>
          </p:cNvPr>
          <p:cNvSpPr/>
          <p:nvPr/>
        </p:nvSpPr>
        <p:spPr>
          <a:xfrm>
            <a:off x="4172749" y="4922934"/>
            <a:ext cx="4971251" cy="1557733"/>
          </a:xfrm>
          <a:prstGeom prst="rect">
            <a:avLst/>
          </a:prstGeom>
          <a:solidFill>
            <a:srgbClr val="FFFFFF">
              <a:alpha val="84174"/>
            </a:srgbClr>
          </a:solidFill>
          <a:ln w="12700">
            <a:miter lim="400000"/>
          </a:ln>
        </p:spPr>
        <p:txBody>
          <a:bodyPr lIns="45719" rIns="45719" anchor="ctr"/>
          <a:lstStyle/>
          <a:p>
            <a:endParaRPr/>
          </a:p>
        </p:txBody>
      </p:sp>
    </p:spTree>
    <p:extLst>
      <p:ext uri="{BB962C8B-B14F-4D97-AF65-F5344CB8AC3E}">
        <p14:creationId xmlns:p14="http://schemas.microsoft.com/office/powerpoint/2010/main" val="1999930692"/>
      </p:ext>
    </p:extLst>
  </p:cSld>
  <p:clrMapOvr>
    <a:masterClrMapping/>
  </p:clrMapOvr>
  <p:transition/>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5" name="Title 1"/>
          <p:cNvSpPr>
            <a:spLocks noGrp="1"/>
          </p:cNvSpPr>
          <p:nvPr>
            <p:ph type="title"/>
          </p:nvPr>
        </p:nvSpPr>
        <p:spPr>
          <a:xfrm>
            <a:off x="38100" y="197879"/>
            <a:ext cx="9067800" cy="1066800"/>
          </a:xfrm>
        </p:spPr>
        <p:txBody>
          <a:bodyPr/>
          <a:lstStyle/>
          <a:p>
            <a:r>
              <a:rPr lang="en-US" altLang="en-US" dirty="0">
                <a:ea typeface="ＭＳ Ｐゴシック" charset="-128"/>
              </a:rPr>
              <a:t>Cache Coherence: Cache Tags</a:t>
            </a:r>
          </a:p>
        </p:txBody>
      </p:sp>
      <p:sp>
        <p:nvSpPr>
          <p:cNvPr id="93186" name="Content Placeholder 2"/>
          <p:cNvSpPr>
            <a:spLocks noGrp="1"/>
          </p:cNvSpPr>
          <p:nvPr>
            <p:ph idx="1"/>
          </p:nvPr>
        </p:nvSpPr>
        <p:spPr>
          <a:xfrm>
            <a:off x="-76200" y="878854"/>
            <a:ext cx="9220200" cy="1707302"/>
          </a:xfrm>
        </p:spPr>
        <p:txBody>
          <a:bodyPr/>
          <a:lstStyle/>
          <a:p>
            <a:r>
              <a:rPr lang="en-US" altLang="en-US" b="1" dirty="0">
                <a:ea typeface="ＭＳ Ｐゴシック" charset="-128"/>
              </a:rPr>
              <a:t>MSI </a:t>
            </a:r>
            <a:r>
              <a:rPr lang="en-US" altLang="zh-CN" b="1" dirty="0">
                <a:ea typeface="ＭＳ Ｐゴシック" charset="-128"/>
              </a:rPr>
              <a:t>Protocol</a:t>
            </a:r>
            <a:r>
              <a:rPr lang="en-US" altLang="en-US" dirty="0">
                <a:ea typeface="ＭＳ Ｐゴシック" charset="-128"/>
              </a:rPr>
              <a:t>: safely update replicated data in caches (goal).  </a:t>
            </a:r>
          </a:p>
          <a:p>
            <a:pPr lvl="1"/>
            <a:r>
              <a:rPr lang="en-US" altLang="zh-CN" sz="2000" dirty="0">
                <a:solidFill>
                  <a:srgbClr val="0432FF"/>
                </a:solidFill>
                <a:ea typeface="ＭＳ Ｐゴシック" charset="-128"/>
              </a:rPr>
              <a:t>I</a:t>
            </a:r>
            <a:r>
              <a:rPr lang="en-US" altLang="zh-CN" sz="2000" dirty="0">
                <a:ea typeface="ＭＳ Ｐゴシック" charset="-128"/>
              </a:rPr>
              <a:t>(</a:t>
            </a:r>
            <a:r>
              <a:rPr lang="en-US" altLang="zh-CN" sz="2000" dirty="0" err="1">
                <a:ea typeface="ＭＳ Ｐゴシック" charset="-128"/>
              </a:rPr>
              <a:t>nvalid</a:t>
            </a:r>
            <a:r>
              <a:rPr lang="en-US" altLang="zh-CN" sz="2000" dirty="0">
                <a:ea typeface="ＭＳ Ｐゴシック" charset="-128"/>
              </a:rPr>
              <a:t>):</a:t>
            </a:r>
            <a:r>
              <a:rPr lang="en-US" altLang="en-US" sz="2000" dirty="0">
                <a:ea typeface="ＭＳ Ｐゴシック" charset="-128"/>
              </a:rPr>
              <a:t> block is not in cache, need to fetch from memory or other cache</a:t>
            </a:r>
          </a:p>
          <a:p>
            <a:pPr lvl="1"/>
            <a:r>
              <a:rPr lang="en-US" altLang="zh-CN" sz="2000" dirty="0">
                <a:solidFill>
                  <a:srgbClr val="0432FF"/>
                </a:solidFill>
                <a:ea typeface="ＭＳ Ｐゴシック" charset="-128"/>
              </a:rPr>
              <a:t>S</a:t>
            </a:r>
            <a:r>
              <a:rPr lang="en-US" altLang="zh-CN" sz="2000" dirty="0">
                <a:ea typeface="ＭＳ Ｐゴシック" charset="-128"/>
              </a:rPr>
              <a:t>(hared): in &gt;=1 caches, clean, local cores can read it w/o bus action </a:t>
            </a:r>
          </a:p>
          <a:p>
            <a:pPr lvl="1"/>
            <a:r>
              <a:rPr lang="en-US" altLang="zh-CN" sz="2000" dirty="0">
                <a:solidFill>
                  <a:srgbClr val="0432FF"/>
                </a:solidFill>
                <a:ea typeface="ＭＳ Ｐゴシック" charset="-128"/>
              </a:rPr>
              <a:t>M</a:t>
            </a:r>
            <a:r>
              <a:rPr lang="en-US" altLang="zh-CN" sz="2000" dirty="0">
                <a:ea typeface="ＭＳ Ｐゴシック" charset="-128"/>
              </a:rPr>
              <a:t>(</a:t>
            </a:r>
            <a:r>
              <a:rPr lang="en-US" altLang="zh-CN" sz="2000" dirty="0" err="1">
                <a:ea typeface="ＭＳ Ｐゴシック" charset="-128"/>
              </a:rPr>
              <a:t>odified</a:t>
            </a:r>
            <a:r>
              <a:rPr lang="en-US" altLang="zh-CN" sz="2000" dirty="0">
                <a:ea typeface="ＭＳ Ｐゴシック" charset="-128"/>
              </a:rPr>
              <a:t>):</a:t>
            </a:r>
            <a:r>
              <a:rPr lang="en-US" altLang="en-US" sz="2000" dirty="0">
                <a:ea typeface="ＭＳ Ｐゴシック" charset="-128"/>
              </a:rPr>
              <a:t> in 1 cache, core can read/write it </a:t>
            </a:r>
            <a:r>
              <a:rPr lang="en-US" altLang="zh-CN" sz="2000" dirty="0">
                <a:ea typeface="ＭＳ Ｐゴシック" charset="-128"/>
              </a:rPr>
              <a:t>w/o bus action</a:t>
            </a:r>
            <a:endParaRPr lang="en-US" altLang="en-US" sz="2000" dirty="0">
              <a:ea typeface="ＭＳ Ｐゴシック" charset="-128"/>
            </a:endParaRPr>
          </a:p>
          <a:p>
            <a:pPr lvl="1"/>
            <a:endParaRPr lang="en-US" altLang="en-US" sz="2000" dirty="0">
              <a:ea typeface="ＭＳ Ｐゴシック" charset="-128"/>
            </a:endParaRPr>
          </a:p>
        </p:txBody>
      </p:sp>
      <p:sp>
        <p:nvSpPr>
          <p:cNvPr id="31" name="Oval 7">
            <a:extLst>
              <a:ext uri="{FF2B5EF4-FFF2-40B4-BE49-F238E27FC236}">
                <a16:creationId xmlns:a16="http://schemas.microsoft.com/office/drawing/2014/main" id="{505E7039-0C3E-4F47-87E6-6CAF8F376B31}"/>
              </a:ext>
            </a:extLst>
          </p:cNvPr>
          <p:cNvSpPr>
            <a:spLocks noChangeArrowheads="1"/>
          </p:cNvSpPr>
          <p:nvPr/>
        </p:nvSpPr>
        <p:spPr bwMode="auto">
          <a:xfrm>
            <a:off x="5943600" y="2681589"/>
            <a:ext cx="749300" cy="749300"/>
          </a:xfrm>
          <a:prstGeom prst="ellipse">
            <a:avLst/>
          </a:prstGeom>
          <a:solidFill>
            <a:schemeClr val="bg1"/>
          </a:solidFill>
          <a:ln w="12700">
            <a:solidFill>
              <a:schemeClr val="tx1"/>
            </a:solidFill>
            <a:round/>
            <a:headEnd/>
            <a:tailEnd/>
          </a:ln>
        </p:spPr>
        <p:txBody>
          <a:bodyPr wrap="none" anchor="ctr"/>
          <a:lstStyle>
            <a:lvl1pPr eaLnBrk="0" hangingPunct="0">
              <a:defRPr sz="2400">
                <a:solidFill>
                  <a:schemeClr val="tx1"/>
                </a:solidFill>
                <a:latin typeface="Arial" charset="0"/>
                <a:ea typeface="ＭＳ Ｐゴシック" charset="-128"/>
              </a:defRPr>
            </a:lvl1pPr>
            <a:lvl2pPr marL="742950" indent="-285750" eaLnBrk="0" hangingPunct="0">
              <a:defRPr sz="2400">
                <a:solidFill>
                  <a:schemeClr val="tx1"/>
                </a:solidFill>
                <a:latin typeface="Arial" charset="0"/>
                <a:ea typeface="ＭＳ Ｐゴシック" charset="-128"/>
              </a:defRPr>
            </a:lvl2pPr>
            <a:lvl3pPr marL="1143000" indent="-228600" eaLnBrk="0" hangingPunct="0">
              <a:defRPr sz="2400">
                <a:solidFill>
                  <a:schemeClr val="tx1"/>
                </a:solidFill>
                <a:latin typeface="Arial" charset="0"/>
                <a:ea typeface="ＭＳ Ｐゴシック" charset="-128"/>
              </a:defRPr>
            </a:lvl3pPr>
            <a:lvl4pPr marL="1600200" indent="-228600" eaLnBrk="0" hangingPunct="0">
              <a:defRPr sz="2400">
                <a:solidFill>
                  <a:schemeClr val="tx1"/>
                </a:solidFill>
                <a:latin typeface="Arial" charset="0"/>
                <a:ea typeface="ＭＳ Ｐゴシック" charset="-128"/>
              </a:defRPr>
            </a:lvl4pPr>
            <a:lvl5pPr marL="2057400" indent="-228600" eaLnBrk="0" hangingPunct="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charset="0"/>
              <a:ea typeface="ＭＳ Ｐゴシック" charset="-128"/>
              <a:cs typeface="+mn-cs"/>
            </a:endParaRPr>
          </a:p>
        </p:txBody>
      </p:sp>
      <p:sp>
        <p:nvSpPr>
          <p:cNvPr id="32" name="Line 9">
            <a:extLst>
              <a:ext uri="{FF2B5EF4-FFF2-40B4-BE49-F238E27FC236}">
                <a16:creationId xmlns:a16="http://schemas.microsoft.com/office/drawing/2014/main" id="{BBE36100-A8E7-4D07-8112-079B517F191F}"/>
              </a:ext>
            </a:extLst>
          </p:cNvPr>
          <p:cNvSpPr>
            <a:spLocks noChangeShapeType="1"/>
          </p:cNvSpPr>
          <p:nvPr/>
        </p:nvSpPr>
        <p:spPr bwMode="auto">
          <a:xfrm>
            <a:off x="6335712" y="3437320"/>
            <a:ext cx="0" cy="3111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charset="0"/>
              <a:ea typeface="ＭＳ Ｐゴシック" charset="-128"/>
              <a:cs typeface="+mn-cs"/>
            </a:endParaRPr>
          </a:p>
        </p:txBody>
      </p:sp>
      <p:sp>
        <p:nvSpPr>
          <p:cNvPr id="33" name="Line 10">
            <a:extLst>
              <a:ext uri="{FF2B5EF4-FFF2-40B4-BE49-F238E27FC236}">
                <a16:creationId xmlns:a16="http://schemas.microsoft.com/office/drawing/2014/main" id="{560A9395-1E09-4EF4-879C-4E15A5C7C3E8}"/>
              </a:ext>
            </a:extLst>
          </p:cNvPr>
          <p:cNvSpPr>
            <a:spLocks noChangeShapeType="1"/>
          </p:cNvSpPr>
          <p:nvPr/>
        </p:nvSpPr>
        <p:spPr bwMode="auto">
          <a:xfrm>
            <a:off x="6335712" y="4427920"/>
            <a:ext cx="0" cy="36830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charset="0"/>
              <a:ea typeface="ＭＳ Ｐゴシック" charset="-128"/>
              <a:cs typeface="+mn-cs"/>
            </a:endParaRPr>
          </a:p>
        </p:txBody>
      </p:sp>
      <p:sp>
        <p:nvSpPr>
          <p:cNvPr id="34" name="Rectangle 11">
            <a:extLst>
              <a:ext uri="{FF2B5EF4-FFF2-40B4-BE49-F238E27FC236}">
                <a16:creationId xmlns:a16="http://schemas.microsoft.com/office/drawing/2014/main" id="{A05656FD-72C7-4990-A5A8-DF73A1EABA10}"/>
              </a:ext>
            </a:extLst>
          </p:cNvPr>
          <p:cNvSpPr>
            <a:spLocks noChangeArrowheads="1"/>
          </p:cNvSpPr>
          <p:nvPr/>
        </p:nvSpPr>
        <p:spPr bwMode="auto">
          <a:xfrm>
            <a:off x="5822951" y="5770696"/>
            <a:ext cx="2897184" cy="612843"/>
          </a:xfrm>
          <a:prstGeom prst="rect">
            <a:avLst/>
          </a:prstGeom>
          <a:solidFill>
            <a:schemeClr val="bg1">
              <a:lumMod val="95000"/>
            </a:schemeClr>
          </a:solidFill>
          <a:ln w="25400">
            <a:solidFill>
              <a:schemeClr val="tx1"/>
            </a:solidFill>
            <a:miter lim="800000"/>
            <a:headEnd/>
            <a:tailEnd/>
          </a:ln>
        </p:spPr>
        <p:txBody>
          <a:bodyPr wrap="none" anchor="ctr"/>
          <a:lstStyle>
            <a:lvl1pPr eaLnBrk="0" hangingPunct="0">
              <a:defRPr sz="2400">
                <a:solidFill>
                  <a:schemeClr val="tx1"/>
                </a:solidFill>
                <a:latin typeface="Arial" charset="0"/>
                <a:ea typeface="ＭＳ Ｐゴシック" charset="-128"/>
              </a:defRPr>
            </a:lvl1pPr>
            <a:lvl2pPr marL="742950" indent="-285750" eaLnBrk="0" hangingPunct="0">
              <a:defRPr sz="2400">
                <a:solidFill>
                  <a:schemeClr val="tx1"/>
                </a:solidFill>
                <a:latin typeface="Arial" charset="0"/>
                <a:ea typeface="ＭＳ Ｐゴシック" charset="-128"/>
              </a:defRPr>
            </a:lvl2pPr>
            <a:lvl3pPr marL="1143000" indent="-228600" eaLnBrk="0" hangingPunct="0">
              <a:defRPr sz="2400">
                <a:solidFill>
                  <a:schemeClr val="tx1"/>
                </a:solidFill>
                <a:latin typeface="Arial" charset="0"/>
                <a:ea typeface="ＭＳ Ｐゴシック" charset="-128"/>
              </a:defRPr>
            </a:lvl3pPr>
            <a:lvl4pPr marL="1600200" indent="-228600" eaLnBrk="0" hangingPunct="0">
              <a:defRPr sz="2400">
                <a:solidFill>
                  <a:schemeClr val="tx1"/>
                </a:solidFill>
                <a:latin typeface="Arial" charset="0"/>
                <a:ea typeface="ＭＳ Ｐゴシック" charset="-128"/>
              </a:defRPr>
            </a:lvl4pPr>
            <a:lvl5pPr marL="2057400" indent="-228600" eaLnBrk="0" hangingPunct="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charset="0"/>
              <a:ea typeface="ＭＳ Ｐゴシック" charset="-128"/>
              <a:cs typeface="+mn-cs"/>
            </a:endParaRPr>
          </a:p>
        </p:txBody>
      </p:sp>
      <p:sp>
        <p:nvSpPr>
          <p:cNvPr id="35" name="Rectangle 13">
            <a:extLst>
              <a:ext uri="{FF2B5EF4-FFF2-40B4-BE49-F238E27FC236}">
                <a16:creationId xmlns:a16="http://schemas.microsoft.com/office/drawing/2014/main" id="{A2426C09-8C99-42F3-A22F-ADF2E32ABBF5}"/>
              </a:ext>
            </a:extLst>
          </p:cNvPr>
          <p:cNvSpPr>
            <a:spLocks noChangeArrowheads="1"/>
          </p:cNvSpPr>
          <p:nvPr/>
        </p:nvSpPr>
        <p:spPr bwMode="auto">
          <a:xfrm>
            <a:off x="6022448" y="2858595"/>
            <a:ext cx="593112" cy="3667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eaLnBrk="0" hangingPunct="0">
              <a:defRPr sz="2400">
                <a:solidFill>
                  <a:schemeClr val="tx1"/>
                </a:solidFill>
                <a:latin typeface="Arial" charset="0"/>
                <a:ea typeface="ＭＳ Ｐゴシック" charset="-128"/>
              </a:defRPr>
            </a:lvl1pPr>
            <a:lvl2pPr marL="742950" indent="-285750" eaLnBrk="0" hangingPunct="0">
              <a:defRPr sz="2400">
                <a:solidFill>
                  <a:schemeClr val="tx1"/>
                </a:solidFill>
                <a:latin typeface="Arial" charset="0"/>
                <a:ea typeface="ＭＳ Ｐゴシック" charset="-128"/>
              </a:defRPr>
            </a:lvl2pPr>
            <a:lvl3pPr marL="1143000" indent="-228600" eaLnBrk="0" hangingPunct="0">
              <a:defRPr sz="2400">
                <a:solidFill>
                  <a:schemeClr val="tx1"/>
                </a:solidFill>
                <a:latin typeface="Arial" charset="0"/>
                <a:ea typeface="ＭＳ Ｐゴシック" charset="-128"/>
              </a:defRPr>
            </a:lvl3pPr>
            <a:lvl4pPr marL="1600200" indent="-228600" eaLnBrk="0" hangingPunct="0">
              <a:defRPr sz="2400">
                <a:solidFill>
                  <a:schemeClr val="tx1"/>
                </a:solidFill>
                <a:latin typeface="Arial" charset="0"/>
                <a:ea typeface="ＭＳ Ｐゴシック" charset="-128"/>
              </a:defRPr>
            </a:lvl4pPr>
            <a:lvl5pPr marL="2057400" indent="-228600" eaLnBrk="0" hangingPunct="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dirty="0">
                <a:ln>
                  <a:noFill/>
                </a:ln>
                <a:solidFill>
                  <a:srgbClr val="000000"/>
                </a:solidFill>
                <a:effectLst/>
                <a:uLnTx/>
                <a:uFillTx/>
                <a:latin typeface="Arial Narrow" panose="020B0606020202030204" pitchFamily="34" charset="0"/>
              </a:rPr>
              <a:t>Core</a:t>
            </a:r>
          </a:p>
        </p:txBody>
      </p:sp>
      <p:sp>
        <p:nvSpPr>
          <p:cNvPr id="36" name="AutoShape 16">
            <a:extLst>
              <a:ext uri="{FF2B5EF4-FFF2-40B4-BE49-F238E27FC236}">
                <a16:creationId xmlns:a16="http://schemas.microsoft.com/office/drawing/2014/main" id="{EF911625-2622-4A52-8579-8A886F0B1A32}"/>
              </a:ext>
            </a:extLst>
          </p:cNvPr>
          <p:cNvSpPr>
            <a:spLocks noChangeArrowheads="1"/>
          </p:cNvSpPr>
          <p:nvPr/>
        </p:nvSpPr>
        <p:spPr bwMode="auto">
          <a:xfrm>
            <a:off x="5738018" y="4808920"/>
            <a:ext cx="3067051" cy="596900"/>
          </a:xfrm>
          <a:prstGeom prst="roundRect">
            <a:avLst>
              <a:gd name="adj" fmla="val 12495"/>
            </a:avLst>
          </a:prstGeom>
          <a:solidFill>
            <a:schemeClr val="bg1"/>
          </a:solidFill>
          <a:ln w="12700">
            <a:solidFill>
              <a:schemeClr val="tx1"/>
            </a:solidFill>
            <a:round/>
            <a:headEnd/>
            <a:tailEnd/>
          </a:ln>
        </p:spPr>
        <p:txBody>
          <a:bodyPr wrap="none" anchor="ctr"/>
          <a:lstStyle>
            <a:lvl1pPr eaLnBrk="0" hangingPunct="0">
              <a:defRPr sz="2400">
                <a:solidFill>
                  <a:schemeClr val="tx1"/>
                </a:solidFill>
                <a:latin typeface="Arial" charset="0"/>
                <a:ea typeface="ＭＳ Ｐゴシック" charset="-128"/>
              </a:defRPr>
            </a:lvl1pPr>
            <a:lvl2pPr marL="742950" indent="-285750" eaLnBrk="0" hangingPunct="0">
              <a:defRPr sz="2400">
                <a:solidFill>
                  <a:schemeClr val="tx1"/>
                </a:solidFill>
                <a:latin typeface="Arial" charset="0"/>
                <a:ea typeface="ＭＳ Ｐゴシック" charset="-128"/>
              </a:defRPr>
            </a:lvl2pPr>
            <a:lvl3pPr marL="1143000" indent="-228600" eaLnBrk="0" hangingPunct="0">
              <a:defRPr sz="2400">
                <a:solidFill>
                  <a:schemeClr val="tx1"/>
                </a:solidFill>
                <a:latin typeface="Arial" charset="0"/>
                <a:ea typeface="ＭＳ Ｐゴシック" charset="-128"/>
              </a:defRPr>
            </a:lvl3pPr>
            <a:lvl4pPr marL="1600200" indent="-228600" eaLnBrk="0" hangingPunct="0">
              <a:defRPr sz="2400">
                <a:solidFill>
                  <a:schemeClr val="tx1"/>
                </a:solidFill>
                <a:latin typeface="Arial" charset="0"/>
                <a:ea typeface="ＭＳ Ｐゴシック" charset="-128"/>
              </a:defRPr>
            </a:lvl4pPr>
            <a:lvl5pPr marL="2057400" indent="-228600" eaLnBrk="0" hangingPunct="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charset="0"/>
              <a:ea typeface="ＭＳ Ｐゴシック" charset="-128"/>
              <a:cs typeface="+mn-cs"/>
            </a:endParaRPr>
          </a:p>
        </p:txBody>
      </p:sp>
      <p:sp>
        <p:nvSpPr>
          <p:cNvPr id="37" name="Rectangle 17">
            <a:extLst>
              <a:ext uri="{FF2B5EF4-FFF2-40B4-BE49-F238E27FC236}">
                <a16:creationId xmlns:a16="http://schemas.microsoft.com/office/drawing/2014/main" id="{5B2743AF-6DB9-401C-9C98-0203C05E912A}"/>
              </a:ext>
            </a:extLst>
          </p:cNvPr>
          <p:cNvSpPr>
            <a:spLocks noChangeArrowheads="1"/>
          </p:cNvSpPr>
          <p:nvPr/>
        </p:nvSpPr>
        <p:spPr bwMode="auto">
          <a:xfrm>
            <a:off x="6179840" y="4936609"/>
            <a:ext cx="2212210" cy="3667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eaLnBrk="0" hangingPunct="0">
              <a:defRPr sz="2400">
                <a:solidFill>
                  <a:schemeClr val="tx1"/>
                </a:solidFill>
                <a:latin typeface="Arial" charset="0"/>
                <a:ea typeface="ＭＳ Ｐゴシック" charset="-128"/>
              </a:defRPr>
            </a:lvl1pPr>
            <a:lvl2pPr marL="742950" indent="-285750" eaLnBrk="0" hangingPunct="0">
              <a:defRPr sz="2400">
                <a:solidFill>
                  <a:schemeClr val="tx1"/>
                </a:solidFill>
                <a:latin typeface="Arial" charset="0"/>
                <a:ea typeface="ＭＳ Ｐゴシック" charset="-128"/>
              </a:defRPr>
            </a:lvl2pPr>
            <a:lvl3pPr marL="1143000" indent="-228600" eaLnBrk="0" hangingPunct="0">
              <a:defRPr sz="2400">
                <a:solidFill>
                  <a:schemeClr val="tx1"/>
                </a:solidFill>
                <a:latin typeface="Arial" charset="0"/>
                <a:ea typeface="ＭＳ Ｐゴシック" charset="-128"/>
              </a:defRPr>
            </a:lvl3pPr>
            <a:lvl4pPr marL="1600200" indent="-228600" eaLnBrk="0" hangingPunct="0">
              <a:defRPr sz="2400">
                <a:solidFill>
                  <a:schemeClr val="tx1"/>
                </a:solidFill>
                <a:latin typeface="Arial" charset="0"/>
                <a:ea typeface="ＭＳ Ｐゴシック" charset="-128"/>
              </a:defRPr>
            </a:lvl4pPr>
            <a:lvl5pPr marL="2057400" indent="-228600" eaLnBrk="0" hangingPunct="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dirty="0">
                <a:ln>
                  <a:noFill/>
                </a:ln>
                <a:solidFill>
                  <a:srgbClr val="000000"/>
                </a:solidFill>
                <a:effectLst/>
                <a:uLnTx/>
                <a:uFillTx/>
                <a:latin typeface="Arial" charset="0"/>
                <a:ea typeface="ＭＳ Ｐゴシック" charset="-128"/>
                <a:cs typeface="+mn-cs"/>
              </a:rPr>
              <a:t>Bus (</a:t>
            </a:r>
            <a:r>
              <a:rPr kumimoji="0" lang="en-US" altLang="en-US" sz="1800" b="0" i="0" u="none" strike="noStrike" kern="1200" cap="none" spc="0" normalizeH="0" baseline="0" noProof="0" dirty="0">
                <a:ln>
                  <a:noFill/>
                </a:ln>
                <a:solidFill>
                  <a:schemeClr val="accent3">
                    <a:lumMod val="65000"/>
                  </a:schemeClr>
                </a:solidFill>
                <a:effectLst/>
                <a:uLnTx/>
                <a:uFillTx/>
                <a:latin typeface="Arial Narrow" panose="020B0606020202030204" pitchFamily="34" charset="0"/>
              </a:rPr>
              <a:t>one </a:t>
            </a:r>
            <a:r>
              <a:rPr lang="en-US" altLang="en-US" sz="1800" dirty="0">
                <a:solidFill>
                  <a:schemeClr val="accent3">
                    <a:lumMod val="65000"/>
                  </a:schemeClr>
                </a:solidFill>
                <a:latin typeface="Arial Narrow" panose="020B0606020202030204" pitchFamily="34" charset="0"/>
              </a:rPr>
              <a:t>trans. A time</a:t>
            </a:r>
            <a:r>
              <a:rPr kumimoji="0" lang="en-US" altLang="en-US" sz="1800" b="0" i="0" u="none" strike="noStrike" kern="1200" cap="none" spc="0" normalizeH="0" baseline="0" noProof="0" dirty="0">
                <a:ln>
                  <a:noFill/>
                </a:ln>
                <a:solidFill>
                  <a:srgbClr val="000000"/>
                </a:solidFill>
                <a:effectLst/>
                <a:uLnTx/>
                <a:uFillTx/>
                <a:latin typeface="Arial" charset="0"/>
                <a:ea typeface="ＭＳ Ｐゴシック" charset="-128"/>
                <a:cs typeface="+mn-cs"/>
              </a:rPr>
              <a:t>)</a:t>
            </a:r>
          </a:p>
        </p:txBody>
      </p:sp>
      <p:sp>
        <p:nvSpPr>
          <p:cNvPr id="38" name="Line 18">
            <a:extLst>
              <a:ext uri="{FF2B5EF4-FFF2-40B4-BE49-F238E27FC236}">
                <a16:creationId xmlns:a16="http://schemas.microsoft.com/office/drawing/2014/main" id="{9CA40475-D9C7-407C-B4CE-9CD7F01F176F}"/>
              </a:ext>
            </a:extLst>
          </p:cNvPr>
          <p:cNvSpPr>
            <a:spLocks noChangeShapeType="1"/>
          </p:cNvSpPr>
          <p:nvPr/>
        </p:nvSpPr>
        <p:spPr bwMode="auto">
          <a:xfrm>
            <a:off x="7262019" y="5405820"/>
            <a:ext cx="0" cy="36830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charset="0"/>
              <a:ea typeface="ＭＳ Ｐゴシック" charset="-128"/>
              <a:cs typeface="+mn-cs"/>
            </a:endParaRPr>
          </a:p>
        </p:txBody>
      </p:sp>
      <p:sp>
        <p:nvSpPr>
          <p:cNvPr id="39" name="Rectangle 19">
            <a:extLst>
              <a:ext uri="{FF2B5EF4-FFF2-40B4-BE49-F238E27FC236}">
                <a16:creationId xmlns:a16="http://schemas.microsoft.com/office/drawing/2014/main" id="{52D5B20E-651E-4DC9-927E-5509DED0B56D}"/>
              </a:ext>
            </a:extLst>
          </p:cNvPr>
          <p:cNvSpPr>
            <a:spLocks noChangeArrowheads="1"/>
          </p:cNvSpPr>
          <p:nvPr/>
        </p:nvSpPr>
        <p:spPr bwMode="auto">
          <a:xfrm>
            <a:off x="6479381" y="5876564"/>
            <a:ext cx="1565275" cy="363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eaLnBrk="0" hangingPunct="0">
              <a:defRPr sz="2400">
                <a:solidFill>
                  <a:schemeClr val="tx1"/>
                </a:solidFill>
                <a:latin typeface="Arial" charset="0"/>
                <a:ea typeface="ＭＳ Ｐゴシック" charset="-128"/>
              </a:defRPr>
            </a:lvl1pPr>
            <a:lvl2pPr marL="742950" indent="-285750" eaLnBrk="0" hangingPunct="0">
              <a:defRPr sz="2400">
                <a:solidFill>
                  <a:schemeClr val="tx1"/>
                </a:solidFill>
                <a:latin typeface="Arial" charset="0"/>
                <a:ea typeface="ＭＳ Ｐゴシック" charset="-128"/>
              </a:defRPr>
            </a:lvl2pPr>
            <a:lvl3pPr marL="1143000" indent="-228600" eaLnBrk="0" hangingPunct="0">
              <a:defRPr sz="2400">
                <a:solidFill>
                  <a:schemeClr val="tx1"/>
                </a:solidFill>
                <a:latin typeface="Arial" charset="0"/>
                <a:ea typeface="ＭＳ Ｐゴシック" charset="-128"/>
              </a:defRPr>
            </a:lvl3pPr>
            <a:lvl4pPr marL="1600200" indent="-228600" eaLnBrk="0" hangingPunct="0">
              <a:defRPr sz="2400">
                <a:solidFill>
                  <a:schemeClr val="tx1"/>
                </a:solidFill>
                <a:latin typeface="Arial" charset="0"/>
                <a:ea typeface="ＭＳ Ｐゴシック" charset="-128"/>
              </a:defRPr>
            </a:lvl4pPr>
            <a:lvl5pPr marL="2057400" indent="-228600" eaLnBrk="0" hangingPunct="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dirty="0">
                <a:ln>
                  <a:noFill/>
                </a:ln>
                <a:solidFill>
                  <a:srgbClr val="000000"/>
                </a:solidFill>
                <a:effectLst/>
                <a:uLnTx/>
                <a:uFillTx/>
                <a:latin typeface="Arial" charset="0"/>
                <a:ea typeface="ＭＳ Ｐゴシック" charset="-128"/>
                <a:cs typeface="+mn-cs"/>
              </a:rPr>
              <a:t>Main Memory</a:t>
            </a:r>
          </a:p>
        </p:txBody>
      </p:sp>
      <p:sp>
        <p:nvSpPr>
          <p:cNvPr id="40" name="矩形: 圆角 39">
            <a:extLst>
              <a:ext uri="{FF2B5EF4-FFF2-40B4-BE49-F238E27FC236}">
                <a16:creationId xmlns:a16="http://schemas.microsoft.com/office/drawing/2014/main" id="{22EFF7A7-182C-459F-B607-8175868BD34C}"/>
              </a:ext>
            </a:extLst>
          </p:cNvPr>
          <p:cNvSpPr/>
          <p:nvPr/>
        </p:nvSpPr>
        <p:spPr bwMode="auto">
          <a:xfrm>
            <a:off x="5643569" y="3748470"/>
            <a:ext cx="1371569" cy="679450"/>
          </a:xfrm>
          <a:prstGeom prst="roundRect">
            <a:avLst/>
          </a:prstGeom>
          <a:solidFill>
            <a:srgbClr val="CCECFF"/>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zh-CN" altLang="en-US" sz="1800" b="0" i="0" u="none" strike="noStrike" cap="none" normalizeH="0" baseline="0" dirty="0">
              <a:ln>
                <a:noFill/>
              </a:ln>
              <a:solidFill>
                <a:schemeClr val="tx1"/>
              </a:solidFill>
              <a:effectLst/>
              <a:latin typeface="Arial Narrow" panose="020B0606020202030204" pitchFamily="34" charset="0"/>
            </a:endParaRPr>
          </a:p>
        </p:txBody>
      </p:sp>
      <p:sp>
        <p:nvSpPr>
          <p:cNvPr id="41" name="Oval 7">
            <a:extLst>
              <a:ext uri="{FF2B5EF4-FFF2-40B4-BE49-F238E27FC236}">
                <a16:creationId xmlns:a16="http://schemas.microsoft.com/office/drawing/2014/main" id="{B2AC88E4-862C-4A5B-8315-133D34596B56}"/>
              </a:ext>
            </a:extLst>
          </p:cNvPr>
          <p:cNvSpPr>
            <a:spLocks noChangeArrowheads="1"/>
          </p:cNvSpPr>
          <p:nvPr/>
        </p:nvSpPr>
        <p:spPr bwMode="auto">
          <a:xfrm>
            <a:off x="7795419" y="2690280"/>
            <a:ext cx="749300" cy="749300"/>
          </a:xfrm>
          <a:prstGeom prst="ellipse">
            <a:avLst/>
          </a:prstGeom>
          <a:solidFill>
            <a:schemeClr val="bg1"/>
          </a:solidFill>
          <a:ln w="12700">
            <a:solidFill>
              <a:schemeClr val="tx1"/>
            </a:solidFill>
            <a:round/>
            <a:headEnd/>
            <a:tailEnd/>
          </a:ln>
        </p:spPr>
        <p:txBody>
          <a:bodyPr wrap="none" anchor="ctr"/>
          <a:lstStyle>
            <a:lvl1pPr eaLnBrk="0" hangingPunct="0">
              <a:defRPr sz="2400">
                <a:solidFill>
                  <a:schemeClr val="tx1"/>
                </a:solidFill>
                <a:latin typeface="Arial" charset="0"/>
                <a:ea typeface="ＭＳ Ｐゴシック" charset="-128"/>
              </a:defRPr>
            </a:lvl1pPr>
            <a:lvl2pPr marL="742950" indent="-285750" eaLnBrk="0" hangingPunct="0">
              <a:defRPr sz="2400">
                <a:solidFill>
                  <a:schemeClr val="tx1"/>
                </a:solidFill>
                <a:latin typeface="Arial" charset="0"/>
                <a:ea typeface="ＭＳ Ｐゴシック" charset="-128"/>
              </a:defRPr>
            </a:lvl2pPr>
            <a:lvl3pPr marL="1143000" indent="-228600" eaLnBrk="0" hangingPunct="0">
              <a:defRPr sz="2400">
                <a:solidFill>
                  <a:schemeClr val="tx1"/>
                </a:solidFill>
                <a:latin typeface="Arial" charset="0"/>
                <a:ea typeface="ＭＳ Ｐゴシック" charset="-128"/>
              </a:defRPr>
            </a:lvl3pPr>
            <a:lvl4pPr marL="1600200" indent="-228600" eaLnBrk="0" hangingPunct="0">
              <a:defRPr sz="2400">
                <a:solidFill>
                  <a:schemeClr val="tx1"/>
                </a:solidFill>
                <a:latin typeface="Arial" charset="0"/>
                <a:ea typeface="ＭＳ Ｐゴシック" charset="-128"/>
              </a:defRPr>
            </a:lvl4pPr>
            <a:lvl5pPr marL="2057400" indent="-228600" eaLnBrk="0" hangingPunct="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charset="0"/>
              <a:ea typeface="ＭＳ Ｐゴシック" charset="-128"/>
              <a:cs typeface="+mn-cs"/>
            </a:endParaRPr>
          </a:p>
        </p:txBody>
      </p:sp>
      <p:sp>
        <p:nvSpPr>
          <p:cNvPr id="42" name="Line 9">
            <a:extLst>
              <a:ext uri="{FF2B5EF4-FFF2-40B4-BE49-F238E27FC236}">
                <a16:creationId xmlns:a16="http://schemas.microsoft.com/office/drawing/2014/main" id="{3FCFCF99-43C6-44BB-B210-30DBC1AF1323}"/>
              </a:ext>
            </a:extLst>
          </p:cNvPr>
          <p:cNvSpPr>
            <a:spLocks noChangeShapeType="1"/>
          </p:cNvSpPr>
          <p:nvPr/>
        </p:nvSpPr>
        <p:spPr bwMode="auto">
          <a:xfrm>
            <a:off x="8187531" y="3446011"/>
            <a:ext cx="0" cy="3111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charset="0"/>
              <a:ea typeface="ＭＳ Ｐゴシック" charset="-128"/>
              <a:cs typeface="+mn-cs"/>
            </a:endParaRPr>
          </a:p>
        </p:txBody>
      </p:sp>
      <p:sp>
        <p:nvSpPr>
          <p:cNvPr id="43" name="Line 10">
            <a:extLst>
              <a:ext uri="{FF2B5EF4-FFF2-40B4-BE49-F238E27FC236}">
                <a16:creationId xmlns:a16="http://schemas.microsoft.com/office/drawing/2014/main" id="{A8E50FCD-FB49-471B-BF8E-56676AE33385}"/>
              </a:ext>
            </a:extLst>
          </p:cNvPr>
          <p:cNvSpPr>
            <a:spLocks noChangeShapeType="1"/>
          </p:cNvSpPr>
          <p:nvPr/>
        </p:nvSpPr>
        <p:spPr bwMode="auto">
          <a:xfrm>
            <a:off x="8187531" y="4436611"/>
            <a:ext cx="0" cy="36830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charset="0"/>
              <a:ea typeface="ＭＳ Ｐゴシック" charset="-128"/>
              <a:cs typeface="+mn-cs"/>
            </a:endParaRPr>
          </a:p>
        </p:txBody>
      </p:sp>
      <p:sp>
        <p:nvSpPr>
          <p:cNvPr id="44" name="Rectangle 13">
            <a:extLst>
              <a:ext uri="{FF2B5EF4-FFF2-40B4-BE49-F238E27FC236}">
                <a16:creationId xmlns:a16="http://schemas.microsoft.com/office/drawing/2014/main" id="{4FAF96E6-0AE7-4F80-8C19-8D8B5C61498C}"/>
              </a:ext>
            </a:extLst>
          </p:cNvPr>
          <p:cNvSpPr>
            <a:spLocks noChangeArrowheads="1"/>
          </p:cNvSpPr>
          <p:nvPr/>
        </p:nvSpPr>
        <p:spPr bwMode="auto">
          <a:xfrm>
            <a:off x="7856050" y="2858595"/>
            <a:ext cx="593112" cy="3667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eaLnBrk="0" hangingPunct="0">
              <a:defRPr sz="2400">
                <a:solidFill>
                  <a:schemeClr val="tx1"/>
                </a:solidFill>
                <a:latin typeface="Arial" charset="0"/>
                <a:ea typeface="ＭＳ Ｐゴシック" charset="-128"/>
              </a:defRPr>
            </a:lvl1pPr>
            <a:lvl2pPr marL="742950" indent="-285750" eaLnBrk="0" hangingPunct="0">
              <a:defRPr sz="2400">
                <a:solidFill>
                  <a:schemeClr val="tx1"/>
                </a:solidFill>
                <a:latin typeface="Arial" charset="0"/>
                <a:ea typeface="ＭＳ Ｐゴシック" charset="-128"/>
              </a:defRPr>
            </a:lvl2pPr>
            <a:lvl3pPr marL="1143000" indent="-228600" eaLnBrk="0" hangingPunct="0">
              <a:defRPr sz="2400">
                <a:solidFill>
                  <a:schemeClr val="tx1"/>
                </a:solidFill>
                <a:latin typeface="Arial" charset="0"/>
                <a:ea typeface="ＭＳ Ｐゴシック" charset="-128"/>
              </a:defRPr>
            </a:lvl3pPr>
            <a:lvl4pPr marL="1600200" indent="-228600" eaLnBrk="0" hangingPunct="0">
              <a:defRPr sz="2400">
                <a:solidFill>
                  <a:schemeClr val="tx1"/>
                </a:solidFill>
                <a:latin typeface="Arial" charset="0"/>
                <a:ea typeface="ＭＳ Ｐゴシック" charset="-128"/>
              </a:defRPr>
            </a:lvl4pPr>
            <a:lvl5pPr marL="2057400" indent="-228600" eaLnBrk="0" hangingPunct="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dirty="0">
                <a:ln>
                  <a:noFill/>
                </a:ln>
                <a:solidFill>
                  <a:srgbClr val="000000"/>
                </a:solidFill>
                <a:effectLst/>
                <a:uLnTx/>
                <a:uFillTx/>
                <a:latin typeface="Arial Narrow" panose="020B0606020202030204" pitchFamily="34" charset="0"/>
              </a:rPr>
              <a:t>Core</a:t>
            </a:r>
          </a:p>
        </p:txBody>
      </p:sp>
      <p:sp>
        <p:nvSpPr>
          <p:cNvPr id="45" name="矩形 44">
            <a:extLst>
              <a:ext uri="{FF2B5EF4-FFF2-40B4-BE49-F238E27FC236}">
                <a16:creationId xmlns:a16="http://schemas.microsoft.com/office/drawing/2014/main" id="{5196633B-A3EF-4FC4-92D4-32ACCFDBA5D4}"/>
              </a:ext>
            </a:extLst>
          </p:cNvPr>
          <p:cNvSpPr/>
          <p:nvPr/>
        </p:nvSpPr>
        <p:spPr>
          <a:xfrm>
            <a:off x="6271420" y="3426295"/>
            <a:ext cx="1066799" cy="307777"/>
          </a:xfrm>
          <a:prstGeom prst="rect">
            <a:avLst/>
          </a:prstGeom>
        </p:spPr>
        <p:txBody>
          <a:bodyPr wrap="square">
            <a:spAutoFit/>
          </a:bodyPr>
          <a:lstStyle/>
          <a:p>
            <a:r>
              <a:rPr lang="en-US" altLang="en-US" sz="1400" b="1" dirty="0">
                <a:solidFill>
                  <a:schemeClr val="accent2"/>
                </a:solidFill>
                <a:latin typeface="Arial Narrow" panose="020B0606020202030204" pitchFamily="34" charset="0"/>
              </a:rPr>
              <a:t>CPU action</a:t>
            </a:r>
            <a:endParaRPr lang="zh-CN" altLang="en-US" sz="1400" dirty="0">
              <a:solidFill>
                <a:schemeClr val="accent2"/>
              </a:solidFill>
            </a:endParaRPr>
          </a:p>
        </p:txBody>
      </p:sp>
      <p:sp>
        <p:nvSpPr>
          <p:cNvPr id="46" name="矩形 45">
            <a:extLst>
              <a:ext uri="{FF2B5EF4-FFF2-40B4-BE49-F238E27FC236}">
                <a16:creationId xmlns:a16="http://schemas.microsoft.com/office/drawing/2014/main" id="{268481EA-3C10-47F9-955C-5FD6BA76584D}"/>
              </a:ext>
            </a:extLst>
          </p:cNvPr>
          <p:cNvSpPr/>
          <p:nvPr/>
        </p:nvSpPr>
        <p:spPr>
          <a:xfrm>
            <a:off x="6271420" y="4477346"/>
            <a:ext cx="1066799" cy="307777"/>
          </a:xfrm>
          <a:prstGeom prst="rect">
            <a:avLst/>
          </a:prstGeom>
        </p:spPr>
        <p:txBody>
          <a:bodyPr wrap="square">
            <a:spAutoFit/>
          </a:bodyPr>
          <a:lstStyle/>
          <a:p>
            <a:r>
              <a:rPr lang="en-US" altLang="en-US" sz="1400" b="1" dirty="0">
                <a:solidFill>
                  <a:srgbClr val="92D050"/>
                </a:solidFill>
                <a:latin typeface="Arial Narrow" panose="020B0606020202030204" pitchFamily="34" charset="0"/>
              </a:rPr>
              <a:t>Bus action</a:t>
            </a:r>
            <a:endParaRPr lang="zh-CN" altLang="en-US" sz="1400" dirty="0">
              <a:solidFill>
                <a:srgbClr val="92D050"/>
              </a:solidFill>
            </a:endParaRPr>
          </a:p>
        </p:txBody>
      </p:sp>
      <p:sp>
        <p:nvSpPr>
          <p:cNvPr id="47" name="矩形 46">
            <a:extLst>
              <a:ext uri="{FF2B5EF4-FFF2-40B4-BE49-F238E27FC236}">
                <a16:creationId xmlns:a16="http://schemas.microsoft.com/office/drawing/2014/main" id="{3D627E8C-1F09-4406-9C74-A2798AD99ADA}"/>
              </a:ext>
            </a:extLst>
          </p:cNvPr>
          <p:cNvSpPr/>
          <p:nvPr/>
        </p:nvSpPr>
        <p:spPr>
          <a:xfrm>
            <a:off x="8144062" y="3444482"/>
            <a:ext cx="1066799" cy="307777"/>
          </a:xfrm>
          <a:prstGeom prst="rect">
            <a:avLst/>
          </a:prstGeom>
        </p:spPr>
        <p:txBody>
          <a:bodyPr wrap="square">
            <a:spAutoFit/>
          </a:bodyPr>
          <a:lstStyle/>
          <a:p>
            <a:r>
              <a:rPr lang="en-US" altLang="en-US" sz="1400" b="1" dirty="0">
                <a:solidFill>
                  <a:schemeClr val="accent2"/>
                </a:solidFill>
                <a:latin typeface="Arial Narrow" panose="020B0606020202030204" pitchFamily="34" charset="0"/>
              </a:rPr>
              <a:t>CPU action</a:t>
            </a:r>
            <a:endParaRPr lang="zh-CN" altLang="en-US" sz="1400" dirty="0">
              <a:solidFill>
                <a:schemeClr val="accent2"/>
              </a:solidFill>
            </a:endParaRPr>
          </a:p>
        </p:txBody>
      </p:sp>
      <p:sp>
        <p:nvSpPr>
          <p:cNvPr id="48" name="矩形 47">
            <a:extLst>
              <a:ext uri="{FF2B5EF4-FFF2-40B4-BE49-F238E27FC236}">
                <a16:creationId xmlns:a16="http://schemas.microsoft.com/office/drawing/2014/main" id="{083D37BB-B0D2-4452-A4FC-F528CD488A38}"/>
              </a:ext>
            </a:extLst>
          </p:cNvPr>
          <p:cNvSpPr/>
          <p:nvPr/>
        </p:nvSpPr>
        <p:spPr>
          <a:xfrm>
            <a:off x="8144063" y="4477346"/>
            <a:ext cx="1066799" cy="307777"/>
          </a:xfrm>
          <a:prstGeom prst="rect">
            <a:avLst/>
          </a:prstGeom>
        </p:spPr>
        <p:txBody>
          <a:bodyPr wrap="square">
            <a:spAutoFit/>
          </a:bodyPr>
          <a:lstStyle/>
          <a:p>
            <a:r>
              <a:rPr lang="en-US" altLang="en-US" sz="1400" b="1" dirty="0">
                <a:solidFill>
                  <a:srgbClr val="92D050"/>
                </a:solidFill>
                <a:latin typeface="Arial Narrow" panose="020B0606020202030204" pitchFamily="34" charset="0"/>
              </a:rPr>
              <a:t>Bus action</a:t>
            </a:r>
            <a:endParaRPr lang="zh-CN" altLang="en-US" sz="1400" dirty="0">
              <a:solidFill>
                <a:srgbClr val="92D050"/>
              </a:solidFill>
            </a:endParaRPr>
          </a:p>
        </p:txBody>
      </p:sp>
      <p:sp>
        <p:nvSpPr>
          <p:cNvPr id="49" name="矩形 48">
            <a:extLst>
              <a:ext uri="{FF2B5EF4-FFF2-40B4-BE49-F238E27FC236}">
                <a16:creationId xmlns:a16="http://schemas.microsoft.com/office/drawing/2014/main" id="{FF6E9913-198C-4F80-A320-41BD2725FA15}"/>
              </a:ext>
            </a:extLst>
          </p:cNvPr>
          <p:cNvSpPr/>
          <p:nvPr/>
        </p:nvSpPr>
        <p:spPr>
          <a:xfrm>
            <a:off x="5688016" y="3833590"/>
            <a:ext cx="673100" cy="523220"/>
          </a:xfrm>
          <a:prstGeom prst="rect">
            <a:avLst/>
          </a:prstGeom>
          <a:ln w="19050">
            <a:solidFill>
              <a:schemeClr val="tx1"/>
            </a:solidFill>
          </a:ln>
        </p:spPr>
        <p:txBody>
          <a:bodyPr wrap="square">
            <a:spAutoFit/>
          </a:bodyPr>
          <a:lstStyle/>
          <a:p>
            <a:pPr algn="ctr"/>
            <a:r>
              <a:rPr lang="en-US" altLang="en-US" sz="1400" dirty="0">
                <a:solidFill>
                  <a:srgbClr val="000000"/>
                </a:solidFill>
                <a:latin typeface="Arial Narrow" panose="020B0606020202030204" pitchFamily="34" charset="0"/>
              </a:rPr>
              <a:t>Cache blocks</a:t>
            </a:r>
            <a:endParaRPr lang="zh-CN" altLang="en-US" sz="1400" dirty="0"/>
          </a:p>
        </p:txBody>
      </p:sp>
      <p:sp>
        <p:nvSpPr>
          <p:cNvPr id="50" name="矩形 49">
            <a:extLst>
              <a:ext uri="{FF2B5EF4-FFF2-40B4-BE49-F238E27FC236}">
                <a16:creationId xmlns:a16="http://schemas.microsoft.com/office/drawing/2014/main" id="{EA880816-E3D0-4148-851A-E108108328A8}"/>
              </a:ext>
            </a:extLst>
          </p:cNvPr>
          <p:cNvSpPr/>
          <p:nvPr/>
        </p:nvSpPr>
        <p:spPr>
          <a:xfrm>
            <a:off x="6405563" y="3934306"/>
            <a:ext cx="533400" cy="307777"/>
          </a:xfrm>
          <a:prstGeom prst="rect">
            <a:avLst/>
          </a:prstGeom>
          <a:ln w="15875" cmpd="sng">
            <a:solidFill>
              <a:schemeClr val="tx1"/>
            </a:solidFill>
          </a:ln>
        </p:spPr>
        <p:txBody>
          <a:bodyPr wrap="square">
            <a:spAutoFit/>
          </a:bodyPr>
          <a:lstStyle/>
          <a:p>
            <a:pPr algn="ctr"/>
            <a:r>
              <a:rPr lang="en-US" altLang="en-US" sz="1400" dirty="0">
                <a:solidFill>
                  <a:srgbClr val="000000"/>
                </a:solidFill>
                <a:latin typeface="Arial Narrow" panose="020B0606020202030204" pitchFamily="34" charset="0"/>
              </a:rPr>
              <a:t>Tags</a:t>
            </a:r>
            <a:endParaRPr lang="zh-CN" altLang="en-US" sz="1400" dirty="0"/>
          </a:p>
        </p:txBody>
      </p:sp>
      <p:sp>
        <p:nvSpPr>
          <p:cNvPr id="51" name="矩形: 圆角 50">
            <a:extLst>
              <a:ext uri="{FF2B5EF4-FFF2-40B4-BE49-F238E27FC236}">
                <a16:creationId xmlns:a16="http://schemas.microsoft.com/office/drawing/2014/main" id="{7871F9C9-E945-4690-9AED-A91449D6FA15}"/>
              </a:ext>
            </a:extLst>
          </p:cNvPr>
          <p:cNvSpPr/>
          <p:nvPr/>
        </p:nvSpPr>
        <p:spPr bwMode="auto">
          <a:xfrm>
            <a:off x="7501746" y="3764959"/>
            <a:ext cx="1371569" cy="679450"/>
          </a:xfrm>
          <a:prstGeom prst="roundRect">
            <a:avLst/>
          </a:prstGeom>
          <a:solidFill>
            <a:srgbClr val="CCECFF"/>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zh-CN" altLang="en-US" sz="1800" b="0" i="0" u="none" strike="noStrike" cap="none" normalizeH="0" baseline="0" dirty="0">
              <a:ln>
                <a:noFill/>
              </a:ln>
              <a:solidFill>
                <a:schemeClr val="tx1"/>
              </a:solidFill>
              <a:effectLst/>
              <a:latin typeface="Arial Narrow" panose="020B0606020202030204" pitchFamily="34" charset="0"/>
            </a:endParaRPr>
          </a:p>
        </p:txBody>
      </p:sp>
      <p:sp>
        <p:nvSpPr>
          <p:cNvPr id="52" name="矩形 51">
            <a:extLst>
              <a:ext uri="{FF2B5EF4-FFF2-40B4-BE49-F238E27FC236}">
                <a16:creationId xmlns:a16="http://schemas.microsoft.com/office/drawing/2014/main" id="{29C57301-6A42-42F7-BE37-34969B1D1643}"/>
              </a:ext>
            </a:extLst>
          </p:cNvPr>
          <p:cNvSpPr/>
          <p:nvPr/>
        </p:nvSpPr>
        <p:spPr>
          <a:xfrm>
            <a:off x="7546193" y="3850079"/>
            <a:ext cx="673100" cy="523220"/>
          </a:xfrm>
          <a:prstGeom prst="rect">
            <a:avLst/>
          </a:prstGeom>
          <a:ln w="19050">
            <a:solidFill>
              <a:schemeClr val="tx1"/>
            </a:solidFill>
          </a:ln>
        </p:spPr>
        <p:txBody>
          <a:bodyPr wrap="square">
            <a:spAutoFit/>
          </a:bodyPr>
          <a:lstStyle/>
          <a:p>
            <a:pPr algn="ctr"/>
            <a:r>
              <a:rPr lang="en-US" altLang="en-US" sz="1400" dirty="0">
                <a:solidFill>
                  <a:srgbClr val="000000"/>
                </a:solidFill>
                <a:latin typeface="Arial Narrow" panose="020B0606020202030204" pitchFamily="34" charset="0"/>
              </a:rPr>
              <a:t>Cache blocks</a:t>
            </a:r>
            <a:endParaRPr lang="zh-CN" altLang="en-US" sz="1400" dirty="0"/>
          </a:p>
        </p:txBody>
      </p:sp>
      <p:sp>
        <p:nvSpPr>
          <p:cNvPr id="53" name="矩形 52">
            <a:extLst>
              <a:ext uri="{FF2B5EF4-FFF2-40B4-BE49-F238E27FC236}">
                <a16:creationId xmlns:a16="http://schemas.microsoft.com/office/drawing/2014/main" id="{32F74296-15F0-4ED8-870C-3086A947D7DB}"/>
              </a:ext>
            </a:extLst>
          </p:cNvPr>
          <p:cNvSpPr/>
          <p:nvPr/>
        </p:nvSpPr>
        <p:spPr>
          <a:xfrm>
            <a:off x="8263740" y="3950795"/>
            <a:ext cx="533400" cy="307777"/>
          </a:xfrm>
          <a:prstGeom prst="rect">
            <a:avLst/>
          </a:prstGeom>
          <a:ln w="15875" cmpd="sng">
            <a:solidFill>
              <a:schemeClr val="tx1"/>
            </a:solidFill>
          </a:ln>
        </p:spPr>
        <p:txBody>
          <a:bodyPr wrap="square">
            <a:spAutoFit/>
          </a:bodyPr>
          <a:lstStyle/>
          <a:p>
            <a:pPr algn="ctr"/>
            <a:r>
              <a:rPr lang="en-US" altLang="en-US" sz="1400" dirty="0">
                <a:solidFill>
                  <a:srgbClr val="000000"/>
                </a:solidFill>
                <a:latin typeface="Arial Narrow" panose="020B0606020202030204" pitchFamily="34" charset="0"/>
              </a:rPr>
              <a:t>Tags</a:t>
            </a:r>
            <a:endParaRPr lang="zh-CN" altLang="en-US" sz="1400" dirty="0"/>
          </a:p>
        </p:txBody>
      </p:sp>
      <p:sp>
        <p:nvSpPr>
          <p:cNvPr id="54" name="Rectangle">
            <a:extLst>
              <a:ext uri="{FF2B5EF4-FFF2-40B4-BE49-F238E27FC236}">
                <a16:creationId xmlns:a16="http://schemas.microsoft.com/office/drawing/2014/main" id="{93A47E81-8113-4E59-9280-59EBFDCF0B32}"/>
              </a:ext>
            </a:extLst>
          </p:cNvPr>
          <p:cNvSpPr/>
          <p:nvPr/>
        </p:nvSpPr>
        <p:spPr>
          <a:xfrm>
            <a:off x="5589607" y="4739980"/>
            <a:ext cx="3401989" cy="1740687"/>
          </a:xfrm>
          <a:prstGeom prst="rect">
            <a:avLst/>
          </a:prstGeom>
          <a:solidFill>
            <a:srgbClr val="FFFFFF">
              <a:alpha val="84174"/>
            </a:srgbClr>
          </a:solidFill>
          <a:ln w="12700">
            <a:miter lim="400000"/>
          </a:ln>
        </p:spPr>
        <p:txBody>
          <a:bodyPr lIns="45719" rIns="45719" anchor="ctr"/>
          <a:lstStyle/>
          <a:p>
            <a:endParaRPr/>
          </a:p>
        </p:txBody>
      </p:sp>
      <p:sp>
        <p:nvSpPr>
          <p:cNvPr id="55" name="Rectangle">
            <a:extLst>
              <a:ext uri="{FF2B5EF4-FFF2-40B4-BE49-F238E27FC236}">
                <a16:creationId xmlns:a16="http://schemas.microsoft.com/office/drawing/2014/main" id="{F4608CE1-5DBE-4EC0-86CE-301A488971FA}"/>
              </a:ext>
            </a:extLst>
          </p:cNvPr>
          <p:cNvSpPr/>
          <p:nvPr/>
        </p:nvSpPr>
        <p:spPr>
          <a:xfrm>
            <a:off x="5589608" y="2590800"/>
            <a:ext cx="3554392" cy="862099"/>
          </a:xfrm>
          <a:prstGeom prst="rect">
            <a:avLst/>
          </a:prstGeom>
          <a:solidFill>
            <a:srgbClr val="FFFFFF">
              <a:alpha val="84174"/>
            </a:srgbClr>
          </a:solidFill>
          <a:ln w="12700">
            <a:miter lim="400000"/>
          </a:ln>
        </p:spPr>
        <p:txBody>
          <a:bodyPr lIns="45719" rIns="45719" anchor="ctr"/>
          <a:lstStyle/>
          <a:p>
            <a:endParaRPr/>
          </a:p>
        </p:txBody>
      </p:sp>
    </p:spTree>
    <p:extLst>
      <p:ext uri="{BB962C8B-B14F-4D97-AF65-F5344CB8AC3E}">
        <p14:creationId xmlns:p14="http://schemas.microsoft.com/office/powerpoint/2010/main" val="479560134"/>
      </p:ext>
    </p:extLst>
  </p:cSld>
  <p:clrMapOvr>
    <a:masterClrMapping/>
  </p:clrMapOvr>
  <p:transition/>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09" name="Title 1"/>
          <p:cNvSpPr>
            <a:spLocks noGrp="1"/>
          </p:cNvSpPr>
          <p:nvPr>
            <p:ph type="title"/>
          </p:nvPr>
        </p:nvSpPr>
        <p:spPr>
          <a:xfrm>
            <a:off x="228600" y="152400"/>
            <a:ext cx="8610600" cy="754237"/>
          </a:xfrm>
        </p:spPr>
        <p:txBody>
          <a:bodyPr/>
          <a:lstStyle/>
          <a:p>
            <a:r>
              <a:rPr lang="en-US" altLang="en-US" dirty="0">
                <a:ea typeface="ＭＳ Ｐゴシック" charset="-128"/>
              </a:rPr>
              <a:t>State Diagrams for CPU Requests</a:t>
            </a:r>
          </a:p>
        </p:txBody>
      </p:sp>
      <p:sp>
        <p:nvSpPr>
          <p:cNvPr id="2" name="椭圆 1">
            <a:extLst>
              <a:ext uri="{FF2B5EF4-FFF2-40B4-BE49-F238E27FC236}">
                <a16:creationId xmlns:a16="http://schemas.microsoft.com/office/drawing/2014/main" id="{AC8E1797-93E9-41E0-A5B9-E68F4DB87048}"/>
              </a:ext>
            </a:extLst>
          </p:cNvPr>
          <p:cNvSpPr/>
          <p:nvPr/>
        </p:nvSpPr>
        <p:spPr bwMode="auto">
          <a:xfrm>
            <a:off x="838200" y="2667000"/>
            <a:ext cx="533400" cy="533400"/>
          </a:xfrm>
          <a:prstGeom prst="ellipse">
            <a:avLst/>
          </a:prstGeom>
          <a:solidFill>
            <a:srgbClr val="CCECFF"/>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dirty="0">
                <a:ln>
                  <a:noFill/>
                </a:ln>
                <a:solidFill>
                  <a:schemeClr val="tx1"/>
                </a:solidFill>
                <a:effectLst/>
                <a:latin typeface="Arial" pitchFamily="34" charset="0"/>
              </a:rPr>
              <a:t>I</a:t>
            </a:r>
            <a:endParaRPr kumimoji="0" lang="zh-CN" altLang="en-US" sz="1800" b="0" i="0" u="none" strike="noStrike" cap="none" normalizeH="0" baseline="0" dirty="0">
              <a:ln>
                <a:noFill/>
              </a:ln>
              <a:solidFill>
                <a:schemeClr val="tx1"/>
              </a:solidFill>
              <a:effectLst/>
              <a:latin typeface="Arial" pitchFamily="34" charset="0"/>
            </a:endParaRPr>
          </a:p>
        </p:txBody>
      </p:sp>
      <p:sp>
        <p:nvSpPr>
          <p:cNvPr id="25" name="椭圆 24">
            <a:extLst>
              <a:ext uri="{FF2B5EF4-FFF2-40B4-BE49-F238E27FC236}">
                <a16:creationId xmlns:a16="http://schemas.microsoft.com/office/drawing/2014/main" id="{005BAE60-CE78-4463-AD13-DB69EE7C9A63}"/>
              </a:ext>
            </a:extLst>
          </p:cNvPr>
          <p:cNvSpPr/>
          <p:nvPr/>
        </p:nvSpPr>
        <p:spPr bwMode="auto">
          <a:xfrm>
            <a:off x="3124200" y="2667000"/>
            <a:ext cx="533400" cy="533400"/>
          </a:xfrm>
          <a:prstGeom prst="ellipse">
            <a:avLst/>
          </a:prstGeom>
          <a:solidFill>
            <a:srgbClr val="CCECFF"/>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dirty="0">
                <a:ln>
                  <a:noFill/>
                </a:ln>
                <a:solidFill>
                  <a:schemeClr val="tx1"/>
                </a:solidFill>
                <a:effectLst/>
                <a:latin typeface="Arial" pitchFamily="34" charset="0"/>
              </a:rPr>
              <a:t>S</a:t>
            </a:r>
            <a:endParaRPr kumimoji="0" lang="zh-CN" altLang="en-US" sz="1800" b="0" i="0" u="none" strike="noStrike" cap="none" normalizeH="0" baseline="0" dirty="0">
              <a:ln>
                <a:noFill/>
              </a:ln>
              <a:solidFill>
                <a:schemeClr val="tx1"/>
              </a:solidFill>
              <a:effectLst/>
              <a:latin typeface="Arial" pitchFamily="34" charset="0"/>
            </a:endParaRPr>
          </a:p>
        </p:txBody>
      </p:sp>
      <p:sp>
        <p:nvSpPr>
          <p:cNvPr id="26" name="椭圆 25">
            <a:extLst>
              <a:ext uri="{FF2B5EF4-FFF2-40B4-BE49-F238E27FC236}">
                <a16:creationId xmlns:a16="http://schemas.microsoft.com/office/drawing/2014/main" id="{5D770194-E5A9-4678-928A-83848C41101E}"/>
              </a:ext>
            </a:extLst>
          </p:cNvPr>
          <p:cNvSpPr/>
          <p:nvPr/>
        </p:nvSpPr>
        <p:spPr bwMode="auto">
          <a:xfrm>
            <a:off x="838200" y="4343400"/>
            <a:ext cx="533400" cy="533400"/>
          </a:xfrm>
          <a:prstGeom prst="ellipse">
            <a:avLst/>
          </a:prstGeom>
          <a:solidFill>
            <a:srgbClr val="CCECFF"/>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lang="en-US" altLang="zh-CN" dirty="0"/>
              <a:t>M</a:t>
            </a:r>
            <a:endParaRPr kumimoji="0" lang="zh-CN" altLang="en-US" sz="1800" b="0" i="0" u="none" strike="noStrike" cap="none" normalizeH="0" baseline="0" dirty="0">
              <a:ln>
                <a:noFill/>
              </a:ln>
              <a:solidFill>
                <a:schemeClr val="tx1"/>
              </a:solidFill>
              <a:effectLst/>
              <a:latin typeface="Arial" pitchFamily="34" charset="0"/>
            </a:endParaRPr>
          </a:p>
        </p:txBody>
      </p:sp>
      <p:cxnSp>
        <p:nvCxnSpPr>
          <p:cNvPr id="4" name="直接箭头连接符 3">
            <a:extLst>
              <a:ext uri="{FF2B5EF4-FFF2-40B4-BE49-F238E27FC236}">
                <a16:creationId xmlns:a16="http://schemas.microsoft.com/office/drawing/2014/main" id="{E9B87900-93BD-4D45-9F98-9B8076355842}"/>
              </a:ext>
            </a:extLst>
          </p:cNvPr>
          <p:cNvCxnSpPr>
            <a:stCxn id="2" idx="6"/>
            <a:endCxn id="25" idx="2"/>
          </p:cNvCxnSpPr>
          <p:nvPr/>
        </p:nvCxnSpPr>
        <p:spPr bwMode="auto">
          <a:xfrm>
            <a:off x="1371600" y="2933700"/>
            <a:ext cx="1752600" cy="0"/>
          </a:xfrm>
          <a:prstGeom prst="straightConnector1">
            <a:avLst/>
          </a:prstGeom>
          <a:solidFill>
            <a:srgbClr val="C0C0C0"/>
          </a:solidFill>
          <a:ln w="12700" cap="flat" cmpd="sng" algn="ctr">
            <a:solidFill>
              <a:schemeClr val="tx1"/>
            </a:solidFill>
            <a:prstDash val="solid"/>
            <a:round/>
            <a:headEnd type="none" w="med" len="med"/>
            <a:tailEnd type="arrow"/>
          </a:ln>
          <a:effectLst/>
        </p:spPr>
      </p:cxnSp>
      <p:sp>
        <p:nvSpPr>
          <p:cNvPr id="29" name="矩形 28">
            <a:extLst>
              <a:ext uri="{FF2B5EF4-FFF2-40B4-BE49-F238E27FC236}">
                <a16:creationId xmlns:a16="http://schemas.microsoft.com/office/drawing/2014/main" id="{41B4DC87-2F18-4294-8402-B0B5FA33753D}"/>
              </a:ext>
            </a:extLst>
          </p:cNvPr>
          <p:cNvSpPr/>
          <p:nvPr/>
        </p:nvSpPr>
        <p:spPr>
          <a:xfrm>
            <a:off x="1638300" y="2621137"/>
            <a:ext cx="1295400" cy="307777"/>
          </a:xfrm>
          <a:prstGeom prst="rect">
            <a:avLst/>
          </a:prstGeom>
        </p:spPr>
        <p:txBody>
          <a:bodyPr wrap="square">
            <a:spAutoFit/>
          </a:bodyPr>
          <a:lstStyle/>
          <a:p>
            <a:r>
              <a:rPr lang="en-US" altLang="en-US" sz="1400" b="1" dirty="0">
                <a:solidFill>
                  <a:schemeClr val="accent2"/>
                </a:solidFill>
                <a:latin typeface="Arial Narrow" panose="020B0606020202030204" pitchFamily="34" charset="0"/>
              </a:rPr>
              <a:t>Core read miss</a:t>
            </a:r>
            <a:endParaRPr lang="zh-CN" altLang="en-US" sz="1400" dirty="0">
              <a:solidFill>
                <a:schemeClr val="accent2"/>
              </a:solidFill>
            </a:endParaRPr>
          </a:p>
        </p:txBody>
      </p:sp>
      <p:sp>
        <p:nvSpPr>
          <p:cNvPr id="31" name="矩形 30">
            <a:extLst>
              <a:ext uri="{FF2B5EF4-FFF2-40B4-BE49-F238E27FC236}">
                <a16:creationId xmlns:a16="http://schemas.microsoft.com/office/drawing/2014/main" id="{DA7D2423-30AF-4B5C-AD66-839A73DD0923}"/>
              </a:ext>
            </a:extLst>
          </p:cNvPr>
          <p:cNvSpPr/>
          <p:nvPr/>
        </p:nvSpPr>
        <p:spPr>
          <a:xfrm>
            <a:off x="1523999" y="2933700"/>
            <a:ext cx="1524000" cy="307777"/>
          </a:xfrm>
          <a:prstGeom prst="rect">
            <a:avLst/>
          </a:prstGeom>
        </p:spPr>
        <p:txBody>
          <a:bodyPr wrap="square">
            <a:spAutoFit/>
          </a:bodyPr>
          <a:lstStyle/>
          <a:p>
            <a:r>
              <a:rPr lang="en-US" altLang="en-US" sz="1400" b="1" dirty="0">
                <a:solidFill>
                  <a:srgbClr val="92D050"/>
                </a:solidFill>
                <a:latin typeface="Arial Narrow" panose="020B0606020202030204" pitchFamily="34" charset="0"/>
              </a:rPr>
              <a:t>Read miss on bus</a:t>
            </a:r>
            <a:endParaRPr lang="zh-CN" altLang="en-US" sz="1400" dirty="0">
              <a:solidFill>
                <a:srgbClr val="92D050"/>
              </a:solidFill>
            </a:endParaRPr>
          </a:p>
        </p:txBody>
      </p:sp>
      <p:cxnSp>
        <p:nvCxnSpPr>
          <p:cNvPr id="32" name="直接箭头连接符 31">
            <a:extLst>
              <a:ext uri="{FF2B5EF4-FFF2-40B4-BE49-F238E27FC236}">
                <a16:creationId xmlns:a16="http://schemas.microsoft.com/office/drawing/2014/main" id="{A48AE015-2431-476F-ABEA-92848C2CF5D5}"/>
              </a:ext>
            </a:extLst>
          </p:cNvPr>
          <p:cNvCxnSpPr>
            <a:cxnSpLocks/>
            <a:endCxn id="26" idx="0"/>
          </p:cNvCxnSpPr>
          <p:nvPr/>
        </p:nvCxnSpPr>
        <p:spPr bwMode="auto">
          <a:xfrm>
            <a:off x="1104900" y="3200400"/>
            <a:ext cx="0" cy="1143000"/>
          </a:xfrm>
          <a:prstGeom prst="straightConnector1">
            <a:avLst/>
          </a:prstGeom>
          <a:solidFill>
            <a:srgbClr val="C0C0C0"/>
          </a:solidFill>
          <a:ln w="12700" cap="flat" cmpd="sng" algn="ctr">
            <a:solidFill>
              <a:schemeClr val="tx1"/>
            </a:solidFill>
            <a:prstDash val="solid"/>
            <a:round/>
            <a:headEnd type="none" w="med" len="med"/>
            <a:tailEnd type="arrow"/>
          </a:ln>
          <a:effectLst/>
        </p:spPr>
      </p:cxnSp>
      <p:sp>
        <p:nvSpPr>
          <p:cNvPr id="35" name="矩形 34">
            <a:extLst>
              <a:ext uri="{FF2B5EF4-FFF2-40B4-BE49-F238E27FC236}">
                <a16:creationId xmlns:a16="http://schemas.microsoft.com/office/drawing/2014/main" id="{4C1C1B89-A3E7-4D99-AC9E-1641B9152907}"/>
              </a:ext>
            </a:extLst>
          </p:cNvPr>
          <p:cNvSpPr/>
          <p:nvPr/>
        </p:nvSpPr>
        <p:spPr>
          <a:xfrm>
            <a:off x="76200" y="3741153"/>
            <a:ext cx="1295392" cy="307777"/>
          </a:xfrm>
          <a:prstGeom prst="rect">
            <a:avLst/>
          </a:prstGeom>
        </p:spPr>
        <p:txBody>
          <a:bodyPr wrap="square">
            <a:spAutoFit/>
          </a:bodyPr>
          <a:lstStyle/>
          <a:p>
            <a:r>
              <a:rPr lang="en-US" altLang="en-US" sz="1400" b="1" dirty="0">
                <a:solidFill>
                  <a:schemeClr val="accent2"/>
                </a:solidFill>
                <a:latin typeface="Arial Narrow" panose="020B0606020202030204" pitchFamily="34" charset="0"/>
              </a:rPr>
              <a:t>Core write miss</a:t>
            </a:r>
            <a:endParaRPr lang="zh-CN" altLang="en-US" sz="1400" dirty="0">
              <a:solidFill>
                <a:schemeClr val="accent2"/>
              </a:solidFill>
            </a:endParaRPr>
          </a:p>
        </p:txBody>
      </p:sp>
      <p:sp>
        <p:nvSpPr>
          <p:cNvPr id="37" name="矩形 36">
            <a:extLst>
              <a:ext uri="{FF2B5EF4-FFF2-40B4-BE49-F238E27FC236}">
                <a16:creationId xmlns:a16="http://schemas.microsoft.com/office/drawing/2014/main" id="{78F1DD87-93EE-4D59-819F-BD6FD354FC8A}"/>
              </a:ext>
            </a:extLst>
          </p:cNvPr>
          <p:cNvSpPr/>
          <p:nvPr/>
        </p:nvSpPr>
        <p:spPr>
          <a:xfrm>
            <a:off x="1043781" y="3378814"/>
            <a:ext cx="1524000" cy="307777"/>
          </a:xfrm>
          <a:prstGeom prst="rect">
            <a:avLst/>
          </a:prstGeom>
        </p:spPr>
        <p:txBody>
          <a:bodyPr wrap="square">
            <a:spAutoFit/>
          </a:bodyPr>
          <a:lstStyle/>
          <a:p>
            <a:r>
              <a:rPr lang="en-US" altLang="en-US" sz="1400" b="1" dirty="0">
                <a:solidFill>
                  <a:srgbClr val="92D050"/>
                </a:solidFill>
                <a:latin typeface="Arial Narrow" panose="020B0606020202030204" pitchFamily="34" charset="0"/>
              </a:rPr>
              <a:t>Write miss on bus</a:t>
            </a:r>
            <a:endParaRPr lang="zh-CN" altLang="en-US" sz="1400" dirty="0">
              <a:solidFill>
                <a:srgbClr val="92D050"/>
              </a:solidFill>
            </a:endParaRPr>
          </a:p>
        </p:txBody>
      </p:sp>
      <p:cxnSp>
        <p:nvCxnSpPr>
          <p:cNvPr id="11" name="连接符: 曲线 10">
            <a:extLst>
              <a:ext uri="{FF2B5EF4-FFF2-40B4-BE49-F238E27FC236}">
                <a16:creationId xmlns:a16="http://schemas.microsoft.com/office/drawing/2014/main" id="{F51F1982-ED9B-466D-911D-AABCC5CA32F5}"/>
              </a:ext>
            </a:extLst>
          </p:cNvPr>
          <p:cNvCxnSpPr>
            <a:stCxn id="25" idx="0"/>
            <a:endCxn id="25" idx="6"/>
          </p:cNvCxnSpPr>
          <p:nvPr/>
        </p:nvCxnSpPr>
        <p:spPr bwMode="auto">
          <a:xfrm rot="16200000" flipH="1">
            <a:off x="3390900" y="2667000"/>
            <a:ext cx="266700" cy="266700"/>
          </a:xfrm>
          <a:prstGeom prst="curvedConnector4">
            <a:avLst>
              <a:gd name="adj1" fmla="val -85714"/>
              <a:gd name="adj2" fmla="val 185714"/>
            </a:avLst>
          </a:prstGeom>
          <a:solidFill>
            <a:srgbClr val="C0C0C0"/>
          </a:solidFill>
          <a:ln w="12700" cap="flat" cmpd="sng" algn="ctr">
            <a:solidFill>
              <a:schemeClr val="tx1"/>
            </a:solidFill>
            <a:prstDash val="solid"/>
            <a:round/>
            <a:headEnd type="none" w="med" len="med"/>
            <a:tailEnd type="triangle"/>
          </a:ln>
          <a:effectLst/>
        </p:spPr>
      </p:cxnSp>
      <p:sp>
        <p:nvSpPr>
          <p:cNvPr id="43" name="矩形 42">
            <a:extLst>
              <a:ext uri="{FF2B5EF4-FFF2-40B4-BE49-F238E27FC236}">
                <a16:creationId xmlns:a16="http://schemas.microsoft.com/office/drawing/2014/main" id="{E8EB4686-284D-4450-8B48-93DD48EC3331}"/>
              </a:ext>
            </a:extLst>
          </p:cNvPr>
          <p:cNvSpPr/>
          <p:nvPr/>
        </p:nvSpPr>
        <p:spPr>
          <a:xfrm>
            <a:off x="3200400" y="2205333"/>
            <a:ext cx="1219200" cy="307777"/>
          </a:xfrm>
          <a:prstGeom prst="rect">
            <a:avLst/>
          </a:prstGeom>
        </p:spPr>
        <p:txBody>
          <a:bodyPr wrap="square">
            <a:spAutoFit/>
          </a:bodyPr>
          <a:lstStyle/>
          <a:p>
            <a:r>
              <a:rPr lang="en-US" altLang="en-US" sz="1400" b="1" dirty="0">
                <a:solidFill>
                  <a:schemeClr val="accent2"/>
                </a:solidFill>
                <a:latin typeface="Arial Narrow" panose="020B0606020202030204" pitchFamily="34" charset="0"/>
              </a:rPr>
              <a:t>Core read hit</a:t>
            </a:r>
            <a:endParaRPr lang="zh-CN" altLang="en-US" sz="1400" dirty="0">
              <a:solidFill>
                <a:schemeClr val="accent2"/>
              </a:solidFill>
            </a:endParaRPr>
          </a:p>
        </p:txBody>
      </p:sp>
      <p:cxnSp>
        <p:nvCxnSpPr>
          <p:cNvPr id="15" name="连接符: 曲线 14">
            <a:extLst>
              <a:ext uri="{FF2B5EF4-FFF2-40B4-BE49-F238E27FC236}">
                <a16:creationId xmlns:a16="http://schemas.microsoft.com/office/drawing/2014/main" id="{351F057F-D7E9-4F8A-A533-75614748D877}"/>
              </a:ext>
            </a:extLst>
          </p:cNvPr>
          <p:cNvCxnSpPr>
            <a:stCxn id="26" idx="3"/>
            <a:endCxn id="26" idx="1"/>
          </p:cNvCxnSpPr>
          <p:nvPr/>
        </p:nvCxnSpPr>
        <p:spPr bwMode="auto">
          <a:xfrm rot="5400000" flipH="1">
            <a:off x="727730" y="4610100"/>
            <a:ext cx="377170" cy="12700"/>
          </a:xfrm>
          <a:prstGeom prst="curvedConnector5">
            <a:avLst>
              <a:gd name="adj1" fmla="val -14948"/>
              <a:gd name="adj2" fmla="val 2995685"/>
              <a:gd name="adj3" fmla="val 129081"/>
            </a:avLst>
          </a:prstGeom>
          <a:solidFill>
            <a:srgbClr val="C0C0C0"/>
          </a:solidFill>
          <a:ln w="9525" cap="flat" cmpd="sng" algn="ctr">
            <a:solidFill>
              <a:schemeClr val="tx1"/>
            </a:solidFill>
            <a:prstDash val="solid"/>
            <a:round/>
            <a:headEnd type="none" w="med" len="med"/>
            <a:tailEnd type="triangle"/>
          </a:ln>
          <a:effectLst/>
        </p:spPr>
      </p:cxnSp>
      <p:sp>
        <p:nvSpPr>
          <p:cNvPr id="53" name="矩形 52">
            <a:extLst>
              <a:ext uri="{FF2B5EF4-FFF2-40B4-BE49-F238E27FC236}">
                <a16:creationId xmlns:a16="http://schemas.microsoft.com/office/drawing/2014/main" id="{42A51F05-015D-4ACC-9580-5D59B76CA016}"/>
              </a:ext>
            </a:extLst>
          </p:cNvPr>
          <p:cNvSpPr/>
          <p:nvPr/>
        </p:nvSpPr>
        <p:spPr>
          <a:xfrm>
            <a:off x="118913" y="4816481"/>
            <a:ext cx="1219200" cy="307777"/>
          </a:xfrm>
          <a:prstGeom prst="rect">
            <a:avLst/>
          </a:prstGeom>
        </p:spPr>
        <p:txBody>
          <a:bodyPr wrap="square">
            <a:spAutoFit/>
          </a:bodyPr>
          <a:lstStyle/>
          <a:p>
            <a:r>
              <a:rPr lang="en-US" altLang="en-US" sz="1400" b="1" dirty="0">
                <a:solidFill>
                  <a:schemeClr val="accent2"/>
                </a:solidFill>
                <a:latin typeface="Arial Narrow" panose="020B0606020202030204" pitchFamily="34" charset="0"/>
              </a:rPr>
              <a:t>Core read hit</a:t>
            </a:r>
            <a:endParaRPr lang="zh-CN" altLang="en-US" sz="1400" dirty="0">
              <a:solidFill>
                <a:schemeClr val="accent2"/>
              </a:solidFill>
            </a:endParaRPr>
          </a:p>
        </p:txBody>
      </p:sp>
      <p:sp>
        <p:nvSpPr>
          <p:cNvPr id="54" name="矩形 53">
            <a:extLst>
              <a:ext uri="{FF2B5EF4-FFF2-40B4-BE49-F238E27FC236}">
                <a16:creationId xmlns:a16="http://schemas.microsoft.com/office/drawing/2014/main" id="{C5860720-11DC-4644-882D-DE5ECD2935D7}"/>
              </a:ext>
            </a:extLst>
          </p:cNvPr>
          <p:cNvSpPr/>
          <p:nvPr/>
        </p:nvSpPr>
        <p:spPr>
          <a:xfrm>
            <a:off x="118913" y="5046338"/>
            <a:ext cx="1219200" cy="307777"/>
          </a:xfrm>
          <a:prstGeom prst="rect">
            <a:avLst/>
          </a:prstGeom>
        </p:spPr>
        <p:txBody>
          <a:bodyPr wrap="square">
            <a:spAutoFit/>
          </a:bodyPr>
          <a:lstStyle/>
          <a:p>
            <a:r>
              <a:rPr lang="en-US" altLang="en-US" sz="1400" b="1" dirty="0">
                <a:solidFill>
                  <a:schemeClr val="accent2"/>
                </a:solidFill>
                <a:latin typeface="Arial Narrow" panose="020B0606020202030204" pitchFamily="34" charset="0"/>
              </a:rPr>
              <a:t>Core write hit</a:t>
            </a:r>
            <a:endParaRPr lang="zh-CN" altLang="en-US" sz="1400" dirty="0">
              <a:solidFill>
                <a:schemeClr val="accent2"/>
              </a:solidFill>
            </a:endParaRPr>
          </a:p>
        </p:txBody>
      </p:sp>
      <p:cxnSp>
        <p:nvCxnSpPr>
          <p:cNvPr id="55" name="直接箭头连接符 54">
            <a:extLst>
              <a:ext uri="{FF2B5EF4-FFF2-40B4-BE49-F238E27FC236}">
                <a16:creationId xmlns:a16="http://schemas.microsoft.com/office/drawing/2014/main" id="{8D6C837B-A258-43FE-B491-72F8D5EFCE98}"/>
              </a:ext>
            </a:extLst>
          </p:cNvPr>
          <p:cNvCxnSpPr>
            <a:cxnSpLocks/>
            <a:stCxn id="25" idx="4"/>
          </p:cNvCxnSpPr>
          <p:nvPr/>
        </p:nvCxnSpPr>
        <p:spPr bwMode="auto">
          <a:xfrm flipH="1">
            <a:off x="1371592" y="3200400"/>
            <a:ext cx="2019308" cy="1420030"/>
          </a:xfrm>
          <a:prstGeom prst="straightConnector1">
            <a:avLst/>
          </a:prstGeom>
          <a:solidFill>
            <a:srgbClr val="C0C0C0"/>
          </a:solidFill>
          <a:ln w="12700" cap="flat" cmpd="sng" algn="ctr">
            <a:solidFill>
              <a:schemeClr val="tx1"/>
            </a:solidFill>
            <a:prstDash val="solid"/>
            <a:round/>
            <a:headEnd type="none" w="med" len="med"/>
            <a:tailEnd type="arrow"/>
          </a:ln>
          <a:effectLst/>
        </p:spPr>
      </p:cxnSp>
      <p:sp>
        <p:nvSpPr>
          <p:cNvPr id="57" name="矩形 56">
            <a:extLst>
              <a:ext uri="{FF2B5EF4-FFF2-40B4-BE49-F238E27FC236}">
                <a16:creationId xmlns:a16="http://schemas.microsoft.com/office/drawing/2014/main" id="{321CFE9D-E428-4074-AA22-3A7931D71C74}"/>
              </a:ext>
            </a:extLst>
          </p:cNvPr>
          <p:cNvSpPr/>
          <p:nvPr/>
        </p:nvSpPr>
        <p:spPr>
          <a:xfrm rot="19460699">
            <a:off x="1368581" y="3856873"/>
            <a:ext cx="1295392" cy="307777"/>
          </a:xfrm>
          <a:prstGeom prst="rect">
            <a:avLst/>
          </a:prstGeom>
        </p:spPr>
        <p:txBody>
          <a:bodyPr wrap="square">
            <a:spAutoFit/>
          </a:bodyPr>
          <a:lstStyle/>
          <a:p>
            <a:r>
              <a:rPr lang="en-US" altLang="en-US" sz="1400" b="1" dirty="0">
                <a:solidFill>
                  <a:schemeClr val="accent2"/>
                </a:solidFill>
                <a:latin typeface="Arial Narrow" panose="020B0606020202030204" pitchFamily="34" charset="0"/>
              </a:rPr>
              <a:t>Core write hit</a:t>
            </a:r>
            <a:endParaRPr lang="zh-CN" altLang="en-US" sz="1400" dirty="0">
              <a:solidFill>
                <a:schemeClr val="accent2"/>
              </a:solidFill>
            </a:endParaRPr>
          </a:p>
        </p:txBody>
      </p:sp>
      <p:sp>
        <p:nvSpPr>
          <p:cNvPr id="58" name="矩形 57">
            <a:extLst>
              <a:ext uri="{FF2B5EF4-FFF2-40B4-BE49-F238E27FC236}">
                <a16:creationId xmlns:a16="http://schemas.microsoft.com/office/drawing/2014/main" id="{0DF7B45A-C3FE-4BCA-9A3A-635C7233B47F}"/>
              </a:ext>
            </a:extLst>
          </p:cNvPr>
          <p:cNvSpPr/>
          <p:nvPr/>
        </p:nvSpPr>
        <p:spPr>
          <a:xfrm rot="19423600">
            <a:off x="1427233" y="4037529"/>
            <a:ext cx="1524000" cy="307777"/>
          </a:xfrm>
          <a:prstGeom prst="rect">
            <a:avLst/>
          </a:prstGeom>
        </p:spPr>
        <p:txBody>
          <a:bodyPr wrap="square">
            <a:spAutoFit/>
          </a:bodyPr>
          <a:lstStyle/>
          <a:p>
            <a:r>
              <a:rPr lang="en-US" altLang="en-US" sz="1400" b="1" dirty="0">
                <a:solidFill>
                  <a:srgbClr val="92D050"/>
                </a:solidFill>
                <a:latin typeface="Arial Narrow" panose="020B0606020202030204" pitchFamily="34" charset="0"/>
              </a:rPr>
              <a:t>Invalidate on bus</a:t>
            </a:r>
            <a:endParaRPr lang="zh-CN" altLang="en-US" sz="1400" dirty="0">
              <a:solidFill>
                <a:srgbClr val="92D050"/>
              </a:solidFill>
            </a:endParaRPr>
          </a:p>
        </p:txBody>
      </p:sp>
      <p:sp>
        <p:nvSpPr>
          <p:cNvPr id="20" name="矩形 19">
            <a:extLst>
              <a:ext uri="{FF2B5EF4-FFF2-40B4-BE49-F238E27FC236}">
                <a16:creationId xmlns:a16="http://schemas.microsoft.com/office/drawing/2014/main" id="{3C2FC792-034F-4AC2-8709-DC5E685D355A}"/>
              </a:ext>
            </a:extLst>
          </p:cNvPr>
          <p:cNvSpPr/>
          <p:nvPr/>
        </p:nvSpPr>
        <p:spPr>
          <a:xfrm>
            <a:off x="308159" y="1180615"/>
            <a:ext cx="4648200" cy="830997"/>
          </a:xfrm>
          <a:prstGeom prst="rect">
            <a:avLst/>
          </a:prstGeom>
        </p:spPr>
        <p:txBody>
          <a:bodyPr wrap="square">
            <a:spAutoFit/>
          </a:bodyPr>
          <a:lstStyle/>
          <a:p>
            <a:r>
              <a:rPr lang="en-US" altLang="en-US" sz="1600" b="1" dirty="0">
                <a:solidFill>
                  <a:schemeClr val="accent2"/>
                </a:solidFill>
                <a:latin typeface="Arial Narrow" panose="020B0606020202030204" pitchFamily="34" charset="0"/>
              </a:rPr>
              <a:t>Core memory read/write </a:t>
            </a:r>
            <a:r>
              <a:rPr lang="en-US" altLang="en-US" sz="1600" b="1" dirty="0">
                <a:solidFill>
                  <a:schemeClr val="accent2"/>
                </a:solidFill>
                <a:latin typeface="Arial Narrow" panose="020B0606020202030204" pitchFamily="34" charset="0"/>
                <a:sym typeface="Wingdings" pitchFamily="2" charset="2"/>
              </a:rPr>
              <a:t> </a:t>
            </a:r>
            <a:r>
              <a:rPr lang="en-US" altLang="en-US" sz="1600" b="1" dirty="0">
                <a:latin typeface="Arial Narrow" panose="020B0606020202030204" pitchFamily="34" charset="0"/>
                <a:sym typeface="Wingdings" pitchFamily="2" charset="2"/>
              </a:rPr>
              <a:t>Cache states, Bus action</a:t>
            </a:r>
            <a:r>
              <a:rPr lang="en-US" altLang="en-US" sz="1600" b="1" dirty="0">
                <a:latin typeface="Arial Narrow" panose="020B0606020202030204" pitchFamily="34" charset="0"/>
              </a:rPr>
              <a:t>:</a:t>
            </a:r>
          </a:p>
          <a:p>
            <a:r>
              <a:rPr lang="en-US" altLang="zh-CN" sz="1600" dirty="0">
                <a:solidFill>
                  <a:schemeClr val="accent2"/>
                </a:solidFill>
                <a:latin typeface="Arial Narrow" panose="020B0606020202030204" pitchFamily="34" charset="0"/>
              </a:rPr>
              <a:t>     Miss in local cache</a:t>
            </a:r>
          </a:p>
          <a:p>
            <a:r>
              <a:rPr lang="en-US" altLang="zh-CN" sz="1600" dirty="0">
                <a:solidFill>
                  <a:schemeClr val="accent2"/>
                </a:solidFill>
                <a:latin typeface="Arial Narrow" panose="020B0606020202030204" pitchFamily="34" charset="0"/>
              </a:rPr>
              <a:t>     Hit in local cache</a:t>
            </a:r>
            <a:endParaRPr lang="zh-CN" altLang="en-US" sz="1600" dirty="0">
              <a:solidFill>
                <a:schemeClr val="accent2"/>
              </a:solidFill>
              <a:latin typeface="Arial Narrow" panose="020B0606020202030204" pitchFamily="34" charset="0"/>
            </a:endParaRPr>
          </a:p>
        </p:txBody>
      </p:sp>
      <p:sp>
        <p:nvSpPr>
          <p:cNvPr id="69" name="矩形 68">
            <a:extLst>
              <a:ext uri="{FF2B5EF4-FFF2-40B4-BE49-F238E27FC236}">
                <a16:creationId xmlns:a16="http://schemas.microsoft.com/office/drawing/2014/main" id="{FC767DEF-BD21-47A2-ABDD-3B481DA09A7E}"/>
              </a:ext>
            </a:extLst>
          </p:cNvPr>
          <p:cNvSpPr/>
          <p:nvPr/>
        </p:nvSpPr>
        <p:spPr>
          <a:xfrm>
            <a:off x="5943600" y="1130163"/>
            <a:ext cx="3276600" cy="954107"/>
          </a:xfrm>
          <a:prstGeom prst="rect">
            <a:avLst/>
          </a:prstGeom>
        </p:spPr>
        <p:txBody>
          <a:bodyPr wrap="square">
            <a:spAutoFit/>
          </a:bodyPr>
          <a:lstStyle/>
          <a:p>
            <a:r>
              <a:rPr lang="en-US" altLang="en-US" sz="1400" b="1" dirty="0">
                <a:solidFill>
                  <a:srgbClr val="92D050"/>
                </a:solidFill>
                <a:latin typeface="Arial Narrow" panose="020B0606020202030204" pitchFamily="34" charset="0"/>
              </a:rPr>
              <a:t>Bus action (Outside) </a:t>
            </a:r>
            <a:r>
              <a:rPr lang="en-US" altLang="en-US" sz="1400" b="1" dirty="0">
                <a:solidFill>
                  <a:srgbClr val="92D050"/>
                </a:solidFill>
                <a:latin typeface="Arial Narrow" panose="020B0606020202030204" pitchFamily="34" charset="0"/>
                <a:sym typeface="Wingdings" pitchFamily="2" charset="2"/>
              </a:rPr>
              <a:t> </a:t>
            </a:r>
            <a:r>
              <a:rPr lang="en-US" altLang="en-US" sz="1400" b="1" dirty="0">
                <a:latin typeface="Arial Narrow" panose="020B0606020202030204" pitchFamily="34" charset="0"/>
                <a:sym typeface="Wingdings" pitchFamily="2" charset="2"/>
              </a:rPr>
              <a:t>Cache states</a:t>
            </a:r>
            <a:r>
              <a:rPr lang="en-US" altLang="en-US" sz="1400" b="1" dirty="0">
                <a:solidFill>
                  <a:srgbClr val="92D050"/>
                </a:solidFill>
                <a:latin typeface="Arial Narrow" panose="020B0606020202030204" pitchFamily="34" charset="0"/>
              </a:rPr>
              <a:t>:</a:t>
            </a:r>
          </a:p>
          <a:p>
            <a:r>
              <a:rPr lang="en-US" altLang="zh-CN" sz="1400" b="1" dirty="0">
                <a:solidFill>
                  <a:srgbClr val="92D050"/>
                </a:solidFill>
                <a:latin typeface="Arial Narrow" panose="020B0606020202030204" pitchFamily="34" charset="0"/>
              </a:rPr>
              <a:t>     </a:t>
            </a:r>
            <a:r>
              <a:rPr lang="en-US" altLang="zh-CN" sz="1400" dirty="0">
                <a:solidFill>
                  <a:srgbClr val="92D050"/>
                </a:solidFill>
                <a:latin typeface="Arial Narrow" panose="020B0606020202030204" pitchFamily="34" charset="0"/>
              </a:rPr>
              <a:t>Invalidate</a:t>
            </a:r>
          </a:p>
          <a:p>
            <a:r>
              <a:rPr lang="en-US" altLang="zh-CN" sz="1400" dirty="0">
                <a:solidFill>
                  <a:srgbClr val="92D050"/>
                </a:solidFill>
                <a:latin typeface="Arial Narrow" panose="020B0606020202030204" pitchFamily="34" charset="0"/>
              </a:rPr>
              <a:t>     Write miss</a:t>
            </a:r>
          </a:p>
          <a:p>
            <a:r>
              <a:rPr lang="en-US" altLang="zh-CN" sz="1400" dirty="0">
                <a:solidFill>
                  <a:srgbClr val="92D050"/>
                </a:solidFill>
                <a:latin typeface="Arial Narrow" panose="020B0606020202030204" pitchFamily="34" charset="0"/>
              </a:rPr>
              <a:t>     Read miss </a:t>
            </a:r>
          </a:p>
        </p:txBody>
      </p:sp>
      <p:sp>
        <p:nvSpPr>
          <p:cNvPr id="87" name="Line 9">
            <a:extLst>
              <a:ext uri="{FF2B5EF4-FFF2-40B4-BE49-F238E27FC236}">
                <a16:creationId xmlns:a16="http://schemas.microsoft.com/office/drawing/2014/main" id="{B10A0C40-DDDF-4170-BFFC-F2A092383F03}"/>
              </a:ext>
            </a:extLst>
          </p:cNvPr>
          <p:cNvSpPr>
            <a:spLocks noChangeShapeType="1"/>
          </p:cNvSpPr>
          <p:nvPr/>
        </p:nvSpPr>
        <p:spPr bwMode="auto">
          <a:xfrm>
            <a:off x="8188306" y="5055974"/>
            <a:ext cx="0" cy="3111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charset="0"/>
              <a:ea typeface="ＭＳ Ｐゴシック" charset="-128"/>
              <a:cs typeface="+mn-cs"/>
            </a:endParaRPr>
          </a:p>
        </p:txBody>
      </p:sp>
      <p:sp>
        <p:nvSpPr>
          <p:cNvPr id="88" name="Line 10">
            <a:extLst>
              <a:ext uri="{FF2B5EF4-FFF2-40B4-BE49-F238E27FC236}">
                <a16:creationId xmlns:a16="http://schemas.microsoft.com/office/drawing/2014/main" id="{9A50364A-85BE-4A9B-B68F-E84D3A3157F4}"/>
              </a:ext>
            </a:extLst>
          </p:cNvPr>
          <p:cNvSpPr>
            <a:spLocks noChangeShapeType="1"/>
          </p:cNvSpPr>
          <p:nvPr/>
        </p:nvSpPr>
        <p:spPr bwMode="auto">
          <a:xfrm>
            <a:off x="8188306" y="6046574"/>
            <a:ext cx="0" cy="36830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charset="0"/>
              <a:ea typeface="ＭＳ Ｐゴシック" charset="-128"/>
              <a:cs typeface="+mn-cs"/>
            </a:endParaRPr>
          </a:p>
        </p:txBody>
      </p:sp>
      <p:sp>
        <p:nvSpPr>
          <p:cNvPr id="89" name="矩形: 圆角 88">
            <a:extLst>
              <a:ext uri="{FF2B5EF4-FFF2-40B4-BE49-F238E27FC236}">
                <a16:creationId xmlns:a16="http://schemas.microsoft.com/office/drawing/2014/main" id="{ADAADB6E-9D8A-480F-8333-761F78C9BD9B}"/>
              </a:ext>
            </a:extLst>
          </p:cNvPr>
          <p:cNvSpPr/>
          <p:nvPr/>
        </p:nvSpPr>
        <p:spPr bwMode="auto">
          <a:xfrm>
            <a:off x="7502521" y="5371854"/>
            <a:ext cx="1371569" cy="679450"/>
          </a:xfrm>
          <a:prstGeom prst="roundRect">
            <a:avLst/>
          </a:prstGeom>
          <a:solidFill>
            <a:srgbClr val="CCECFF"/>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zh-CN" altLang="en-US" sz="1800" b="0" i="0" u="none" strike="noStrike" cap="none" normalizeH="0" baseline="0" dirty="0">
              <a:ln>
                <a:noFill/>
              </a:ln>
              <a:solidFill>
                <a:schemeClr val="tx1"/>
              </a:solidFill>
              <a:effectLst/>
              <a:latin typeface="Arial Narrow" panose="020B0606020202030204" pitchFamily="34" charset="0"/>
            </a:endParaRPr>
          </a:p>
        </p:txBody>
      </p:sp>
      <p:sp>
        <p:nvSpPr>
          <p:cNvPr id="90" name="矩形 89">
            <a:extLst>
              <a:ext uri="{FF2B5EF4-FFF2-40B4-BE49-F238E27FC236}">
                <a16:creationId xmlns:a16="http://schemas.microsoft.com/office/drawing/2014/main" id="{4B8D1B5C-1ADD-47A7-9757-1809F5E98E50}"/>
              </a:ext>
            </a:extLst>
          </p:cNvPr>
          <p:cNvSpPr/>
          <p:nvPr/>
        </p:nvSpPr>
        <p:spPr>
          <a:xfrm>
            <a:off x="7315200" y="5029200"/>
            <a:ext cx="1676400" cy="307777"/>
          </a:xfrm>
          <a:prstGeom prst="rect">
            <a:avLst/>
          </a:prstGeom>
        </p:spPr>
        <p:txBody>
          <a:bodyPr wrap="square">
            <a:spAutoFit/>
          </a:bodyPr>
          <a:lstStyle/>
          <a:p>
            <a:r>
              <a:rPr lang="en-US" altLang="en-US" sz="1400" b="1" dirty="0">
                <a:solidFill>
                  <a:schemeClr val="accent2"/>
                </a:solidFill>
                <a:latin typeface="Arial Narrow" panose="020B0606020202030204" pitchFamily="34" charset="0"/>
              </a:rPr>
              <a:t>CPU action</a:t>
            </a:r>
            <a:endParaRPr lang="zh-CN" altLang="en-US" sz="1400" dirty="0">
              <a:solidFill>
                <a:schemeClr val="accent2"/>
              </a:solidFill>
            </a:endParaRPr>
          </a:p>
        </p:txBody>
      </p:sp>
      <p:sp>
        <p:nvSpPr>
          <p:cNvPr id="91" name="矩形 90">
            <a:extLst>
              <a:ext uri="{FF2B5EF4-FFF2-40B4-BE49-F238E27FC236}">
                <a16:creationId xmlns:a16="http://schemas.microsoft.com/office/drawing/2014/main" id="{ACADCB43-8047-4002-ACCE-2F3A46C59F3A}"/>
              </a:ext>
            </a:extLst>
          </p:cNvPr>
          <p:cNvSpPr/>
          <p:nvPr/>
        </p:nvSpPr>
        <p:spPr>
          <a:xfrm>
            <a:off x="8124014" y="6096000"/>
            <a:ext cx="1066799" cy="307777"/>
          </a:xfrm>
          <a:prstGeom prst="rect">
            <a:avLst/>
          </a:prstGeom>
        </p:spPr>
        <p:txBody>
          <a:bodyPr wrap="square">
            <a:spAutoFit/>
          </a:bodyPr>
          <a:lstStyle/>
          <a:p>
            <a:r>
              <a:rPr lang="en-US" altLang="en-US" sz="1400" b="1" dirty="0">
                <a:solidFill>
                  <a:srgbClr val="92D050"/>
                </a:solidFill>
                <a:latin typeface="Arial Narrow" panose="020B0606020202030204" pitchFamily="34" charset="0"/>
              </a:rPr>
              <a:t>Bus action</a:t>
            </a:r>
            <a:endParaRPr lang="zh-CN" altLang="en-US" sz="1400" dirty="0">
              <a:solidFill>
                <a:srgbClr val="92D050"/>
              </a:solidFill>
            </a:endParaRPr>
          </a:p>
        </p:txBody>
      </p:sp>
      <p:sp>
        <p:nvSpPr>
          <p:cNvPr id="92" name="矩形 91">
            <a:extLst>
              <a:ext uri="{FF2B5EF4-FFF2-40B4-BE49-F238E27FC236}">
                <a16:creationId xmlns:a16="http://schemas.microsoft.com/office/drawing/2014/main" id="{33F839C2-42BE-4B02-8563-7F5D98204556}"/>
              </a:ext>
            </a:extLst>
          </p:cNvPr>
          <p:cNvSpPr/>
          <p:nvPr/>
        </p:nvSpPr>
        <p:spPr>
          <a:xfrm>
            <a:off x="7556500" y="5452244"/>
            <a:ext cx="673100" cy="523220"/>
          </a:xfrm>
          <a:prstGeom prst="rect">
            <a:avLst/>
          </a:prstGeom>
          <a:ln w="19050">
            <a:solidFill>
              <a:schemeClr val="tx1"/>
            </a:solidFill>
          </a:ln>
        </p:spPr>
        <p:txBody>
          <a:bodyPr wrap="square">
            <a:spAutoFit/>
          </a:bodyPr>
          <a:lstStyle/>
          <a:p>
            <a:pPr algn="ctr"/>
            <a:r>
              <a:rPr lang="en-US" altLang="en-US" sz="1400" dirty="0">
                <a:solidFill>
                  <a:srgbClr val="000000"/>
                </a:solidFill>
                <a:latin typeface="Arial Narrow" panose="020B0606020202030204" pitchFamily="34" charset="0"/>
              </a:rPr>
              <a:t>Cache blocks</a:t>
            </a:r>
            <a:endParaRPr lang="zh-CN" altLang="en-US" sz="1400" dirty="0"/>
          </a:p>
        </p:txBody>
      </p:sp>
      <p:sp>
        <p:nvSpPr>
          <p:cNvPr id="93" name="矩形 92">
            <a:extLst>
              <a:ext uri="{FF2B5EF4-FFF2-40B4-BE49-F238E27FC236}">
                <a16:creationId xmlns:a16="http://schemas.microsoft.com/office/drawing/2014/main" id="{0DD5C9CB-8E3F-4F8D-8D56-70E4B2CC075F}"/>
              </a:ext>
            </a:extLst>
          </p:cNvPr>
          <p:cNvSpPr/>
          <p:nvPr/>
        </p:nvSpPr>
        <p:spPr>
          <a:xfrm>
            <a:off x="8258157" y="5552960"/>
            <a:ext cx="533400" cy="307777"/>
          </a:xfrm>
          <a:prstGeom prst="rect">
            <a:avLst/>
          </a:prstGeom>
          <a:ln w="15875" cmpd="sng">
            <a:solidFill>
              <a:schemeClr val="tx1"/>
            </a:solidFill>
          </a:ln>
        </p:spPr>
        <p:txBody>
          <a:bodyPr wrap="square">
            <a:spAutoFit/>
          </a:bodyPr>
          <a:lstStyle/>
          <a:p>
            <a:pPr algn="ctr"/>
            <a:r>
              <a:rPr lang="en-US" altLang="en-US" sz="1400" dirty="0">
                <a:solidFill>
                  <a:srgbClr val="000000"/>
                </a:solidFill>
                <a:latin typeface="Arial Narrow" panose="020B0606020202030204" pitchFamily="34" charset="0"/>
              </a:rPr>
              <a:t>Tags</a:t>
            </a:r>
            <a:endParaRPr lang="zh-CN" altLang="en-US" sz="1400" dirty="0"/>
          </a:p>
        </p:txBody>
      </p:sp>
      <p:sp>
        <p:nvSpPr>
          <p:cNvPr id="99" name="矩形 98">
            <a:extLst>
              <a:ext uri="{FF2B5EF4-FFF2-40B4-BE49-F238E27FC236}">
                <a16:creationId xmlns:a16="http://schemas.microsoft.com/office/drawing/2014/main" id="{1C864009-D95D-4CBC-8423-CD0B0BC7E323}"/>
              </a:ext>
            </a:extLst>
          </p:cNvPr>
          <p:cNvSpPr/>
          <p:nvPr/>
        </p:nvSpPr>
        <p:spPr>
          <a:xfrm>
            <a:off x="833523" y="5790798"/>
            <a:ext cx="5800121" cy="369332"/>
          </a:xfrm>
          <a:prstGeom prst="rect">
            <a:avLst/>
          </a:prstGeom>
          <a:ln w="19050">
            <a:solidFill>
              <a:schemeClr val="tx1"/>
            </a:solidFill>
          </a:ln>
        </p:spPr>
        <p:txBody>
          <a:bodyPr wrap="square">
            <a:spAutoFit/>
          </a:bodyPr>
          <a:lstStyle/>
          <a:p>
            <a:pPr algn="ctr"/>
            <a:r>
              <a:rPr lang="en-US" altLang="en-US" b="1" dirty="0">
                <a:solidFill>
                  <a:srgbClr val="92D050"/>
                </a:solidFill>
                <a:latin typeface="Arial Narrow" panose="020B0606020202030204" pitchFamily="34" charset="0"/>
              </a:rPr>
              <a:t>Bus actions </a:t>
            </a:r>
            <a:r>
              <a:rPr lang="en-US" altLang="en-US" b="1" dirty="0">
                <a:solidFill>
                  <a:srgbClr val="FF0000"/>
                </a:solidFill>
                <a:latin typeface="Arial Narrow" panose="020B0606020202030204" pitchFamily="34" charset="0"/>
              </a:rPr>
              <a:t>affects the overall performance of multi-core CPU.</a:t>
            </a:r>
            <a:endParaRPr lang="zh-CN" altLang="en-US" dirty="0">
              <a:solidFill>
                <a:srgbClr val="FF0000"/>
              </a:solidFill>
            </a:endParaRPr>
          </a:p>
        </p:txBody>
      </p:sp>
      <p:sp>
        <p:nvSpPr>
          <p:cNvPr id="3" name="矩形 2">
            <a:extLst>
              <a:ext uri="{FF2B5EF4-FFF2-40B4-BE49-F238E27FC236}">
                <a16:creationId xmlns:a16="http://schemas.microsoft.com/office/drawing/2014/main" id="{8DF72187-CD69-4681-80FF-F3D539C3A994}"/>
              </a:ext>
            </a:extLst>
          </p:cNvPr>
          <p:cNvSpPr/>
          <p:nvPr/>
        </p:nvSpPr>
        <p:spPr bwMode="auto">
          <a:xfrm>
            <a:off x="7893023" y="4753668"/>
            <a:ext cx="590564" cy="288919"/>
          </a:xfrm>
          <a:prstGeom prst="rect">
            <a:avLst/>
          </a:prstGeom>
          <a:solidFill>
            <a:schemeClr val="bg1">
              <a:lumMod val="9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dirty="0">
                <a:ln>
                  <a:noFill/>
                </a:ln>
                <a:solidFill>
                  <a:schemeClr val="tx1"/>
                </a:solidFill>
                <a:effectLst/>
                <a:latin typeface="Arial Narrow" panose="020B0606020202030204" pitchFamily="34" charset="0"/>
              </a:rPr>
              <a:t>Core</a:t>
            </a:r>
            <a:endParaRPr kumimoji="0" lang="zh-CN" altLang="en-US" sz="1800" b="0" i="0" u="none" strike="noStrike" cap="none" normalizeH="0" baseline="0" dirty="0">
              <a:ln>
                <a:noFill/>
              </a:ln>
              <a:solidFill>
                <a:schemeClr val="tx1"/>
              </a:solidFill>
              <a:effectLst/>
              <a:latin typeface="Arial Narrow" panose="020B0606020202030204" pitchFamily="34" charset="0"/>
            </a:endParaRPr>
          </a:p>
        </p:txBody>
      </p:sp>
      <p:sp>
        <p:nvSpPr>
          <p:cNvPr id="5" name="矩形 4">
            <a:extLst>
              <a:ext uri="{FF2B5EF4-FFF2-40B4-BE49-F238E27FC236}">
                <a16:creationId xmlns:a16="http://schemas.microsoft.com/office/drawing/2014/main" id="{1A72D70A-5818-4549-AF12-2C21B9C6DEFA}"/>
              </a:ext>
            </a:extLst>
          </p:cNvPr>
          <p:cNvSpPr/>
          <p:nvPr/>
        </p:nvSpPr>
        <p:spPr>
          <a:xfrm>
            <a:off x="8411832" y="4728850"/>
            <a:ext cx="726481" cy="338554"/>
          </a:xfrm>
          <a:prstGeom prst="rect">
            <a:avLst/>
          </a:prstGeom>
        </p:spPr>
        <p:txBody>
          <a:bodyPr wrap="none">
            <a:spAutoFit/>
          </a:bodyPr>
          <a:lstStyle/>
          <a:p>
            <a:r>
              <a:rPr lang="en-US" altLang="en-US" sz="1600" b="1" dirty="0">
                <a:solidFill>
                  <a:schemeClr val="accent2"/>
                </a:solidFill>
                <a:latin typeface="Arial Narrow" panose="020B0606020202030204" pitchFamily="34" charset="0"/>
              </a:rPr>
              <a:t>Starter</a:t>
            </a:r>
            <a:endParaRPr lang="zh-CN" altLang="en-US" sz="1600" dirty="0"/>
          </a:p>
        </p:txBody>
      </p:sp>
    </p:spTree>
    <p:extLst>
      <p:ext uri="{BB962C8B-B14F-4D97-AF65-F5344CB8AC3E}">
        <p14:creationId xmlns:p14="http://schemas.microsoft.com/office/powerpoint/2010/main" val="4005417545"/>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5"/>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7"/>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1"/>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43"/>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15"/>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53"/>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54"/>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55"/>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57"/>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58"/>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9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 grpId="0"/>
      <p:bldP spid="31" grpId="0"/>
      <p:bldP spid="35" grpId="0"/>
      <p:bldP spid="37" grpId="0"/>
      <p:bldP spid="43" grpId="0"/>
      <p:bldP spid="53" grpId="0"/>
      <p:bldP spid="54" grpId="0"/>
      <p:bldP spid="57" grpId="0"/>
      <p:bldP spid="58" grpId="0"/>
      <p:bldP spid="99" grpId="0" animBg="1"/>
    </p:bld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09" name="Title 1"/>
          <p:cNvSpPr>
            <a:spLocks noGrp="1"/>
          </p:cNvSpPr>
          <p:nvPr>
            <p:ph type="title"/>
          </p:nvPr>
        </p:nvSpPr>
        <p:spPr>
          <a:xfrm>
            <a:off x="228600" y="152400"/>
            <a:ext cx="8610600" cy="754237"/>
          </a:xfrm>
        </p:spPr>
        <p:txBody>
          <a:bodyPr/>
          <a:lstStyle/>
          <a:p>
            <a:r>
              <a:rPr lang="en-US" altLang="en-US" dirty="0">
                <a:ea typeface="ＭＳ Ｐゴシック" charset="-128"/>
              </a:rPr>
              <a:t>State Diagrams for Bus Requests</a:t>
            </a:r>
          </a:p>
        </p:txBody>
      </p:sp>
      <p:sp>
        <p:nvSpPr>
          <p:cNvPr id="2" name="椭圆 1">
            <a:extLst>
              <a:ext uri="{FF2B5EF4-FFF2-40B4-BE49-F238E27FC236}">
                <a16:creationId xmlns:a16="http://schemas.microsoft.com/office/drawing/2014/main" id="{AC8E1797-93E9-41E0-A5B9-E68F4DB87048}"/>
              </a:ext>
            </a:extLst>
          </p:cNvPr>
          <p:cNvSpPr/>
          <p:nvPr/>
        </p:nvSpPr>
        <p:spPr bwMode="auto">
          <a:xfrm>
            <a:off x="838200" y="2667000"/>
            <a:ext cx="533400" cy="533400"/>
          </a:xfrm>
          <a:prstGeom prst="ellipse">
            <a:avLst/>
          </a:prstGeom>
          <a:solidFill>
            <a:srgbClr val="CCECFF"/>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dirty="0">
                <a:ln>
                  <a:noFill/>
                </a:ln>
                <a:solidFill>
                  <a:schemeClr val="tx1"/>
                </a:solidFill>
                <a:effectLst/>
                <a:latin typeface="Arial" pitchFamily="34" charset="0"/>
              </a:rPr>
              <a:t>I</a:t>
            </a:r>
            <a:endParaRPr kumimoji="0" lang="zh-CN" altLang="en-US" sz="1800" b="0" i="0" u="none" strike="noStrike" cap="none" normalizeH="0" baseline="0" dirty="0">
              <a:ln>
                <a:noFill/>
              </a:ln>
              <a:solidFill>
                <a:schemeClr val="tx1"/>
              </a:solidFill>
              <a:effectLst/>
              <a:latin typeface="Arial" pitchFamily="34" charset="0"/>
            </a:endParaRPr>
          </a:p>
        </p:txBody>
      </p:sp>
      <p:sp>
        <p:nvSpPr>
          <p:cNvPr id="25" name="椭圆 24">
            <a:extLst>
              <a:ext uri="{FF2B5EF4-FFF2-40B4-BE49-F238E27FC236}">
                <a16:creationId xmlns:a16="http://schemas.microsoft.com/office/drawing/2014/main" id="{005BAE60-CE78-4463-AD13-DB69EE7C9A63}"/>
              </a:ext>
            </a:extLst>
          </p:cNvPr>
          <p:cNvSpPr/>
          <p:nvPr/>
        </p:nvSpPr>
        <p:spPr bwMode="auto">
          <a:xfrm>
            <a:off x="3124200" y="2667000"/>
            <a:ext cx="533400" cy="533400"/>
          </a:xfrm>
          <a:prstGeom prst="ellipse">
            <a:avLst/>
          </a:prstGeom>
          <a:solidFill>
            <a:srgbClr val="CCECFF"/>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dirty="0">
                <a:ln>
                  <a:noFill/>
                </a:ln>
                <a:solidFill>
                  <a:schemeClr val="tx1"/>
                </a:solidFill>
                <a:effectLst/>
                <a:latin typeface="Arial" pitchFamily="34" charset="0"/>
              </a:rPr>
              <a:t>S</a:t>
            </a:r>
            <a:endParaRPr kumimoji="0" lang="zh-CN" altLang="en-US" sz="1800" b="0" i="0" u="none" strike="noStrike" cap="none" normalizeH="0" baseline="0" dirty="0">
              <a:ln>
                <a:noFill/>
              </a:ln>
              <a:solidFill>
                <a:schemeClr val="tx1"/>
              </a:solidFill>
              <a:effectLst/>
              <a:latin typeface="Arial" pitchFamily="34" charset="0"/>
            </a:endParaRPr>
          </a:p>
        </p:txBody>
      </p:sp>
      <p:sp>
        <p:nvSpPr>
          <p:cNvPr id="26" name="椭圆 25">
            <a:extLst>
              <a:ext uri="{FF2B5EF4-FFF2-40B4-BE49-F238E27FC236}">
                <a16:creationId xmlns:a16="http://schemas.microsoft.com/office/drawing/2014/main" id="{5D770194-E5A9-4678-928A-83848C41101E}"/>
              </a:ext>
            </a:extLst>
          </p:cNvPr>
          <p:cNvSpPr/>
          <p:nvPr/>
        </p:nvSpPr>
        <p:spPr bwMode="auto">
          <a:xfrm>
            <a:off x="838200" y="4343400"/>
            <a:ext cx="533400" cy="533400"/>
          </a:xfrm>
          <a:prstGeom prst="ellipse">
            <a:avLst/>
          </a:prstGeom>
          <a:solidFill>
            <a:srgbClr val="CCECFF"/>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lang="en-US" altLang="zh-CN" dirty="0"/>
              <a:t>M</a:t>
            </a:r>
            <a:endParaRPr kumimoji="0" lang="zh-CN" altLang="en-US" sz="1800" b="0" i="0" u="none" strike="noStrike" cap="none" normalizeH="0" baseline="0" dirty="0">
              <a:ln>
                <a:noFill/>
              </a:ln>
              <a:solidFill>
                <a:schemeClr val="tx1"/>
              </a:solidFill>
              <a:effectLst/>
              <a:latin typeface="Arial" pitchFamily="34" charset="0"/>
            </a:endParaRPr>
          </a:p>
        </p:txBody>
      </p:sp>
      <p:cxnSp>
        <p:nvCxnSpPr>
          <p:cNvPr id="4" name="直接箭头连接符 3">
            <a:extLst>
              <a:ext uri="{FF2B5EF4-FFF2-40B4-BE49-F238E27FC236}">
                <a16:creationId xmlns:a16="http://schemas.microsoft.com/office/drawing/2014/main" id="{E9B87900-93BD-4D45-9F98-9B8076355842}"/>
              </a:ext>
            </a:extLst>
          </p:cNvPr>
          <p:cNvCxnSpPr>
            <a:stCxn id="2" idx="6"/>
            <a:endCxn id="25" idx="2"/>
          </p:cNvCxnSpPr>
          <p:nvPr/>
        </p:nvCxnSpPr>
        <p:spPr bwMode="auto">
          <a:xfrm>
            <a:off x="1371600" y="2933700"/>
            <a:ext cx="1752600" cy="0"/>
          </a:xfrm>
          <a:prstGeom prst="straightConnector1">
            <a:avLst/>
          </a:prstGeom>
          <a:solidFill>
            <a:srgbClr val="C0C0C0"/>
          </a:solidFill>
          <a:ln w="12700" cap="flat" cmpd="sng" algn="ctr">
            <a:solidFill>
              <a:schemeClr val="tx1"/>
            </a:solidFill>
            <a:prstDash val="solid"/>
            <a:round/>
            <a:headEnd type="none" w="med" len="med"/>
            <a:tailEnd type="arrow"/>
          </a:ln>
          <a:effectLst/>
        </p:spPr>
      </p:cxnSp>
      <p:sp>
        <p:nvSpPr>
          <p:cNvPr id="29" name="矩形 28">
            <a:extLst>
              <a:ext uri="{FF2B5EF4-FFF2-40B4-BE49-F238E27FC236}">
                <a16:creationId xmlns:a16="http://schemas.microsoft.com/office/drawing/2014/main" id="{41B4DC87-2F18-4294-8402-B0B5FA33753D}"/>
              </a:ext>
            </a:extLst>
          </p:cNvPr>
          <p:cNvSpPr/>
          <p:nvPr/>
        </p:nvSpPr>
        <p:spPr>
          <a:xfrm>
            <a:off x="1638300" y="2621137"/>
            <a:ext cx="1295400" cy="307777"/>
          </a:xfrm>
          <a:prstGeom prst="rect">
            <a:avLst/>
          </a:prstGeom>
        </p:spPr>
        <p:txBody>
          <a:bodyPr wrap="square">
            <a:spAutoFit/>
          </a:bodyPr>
          <a:lstStyle/>
          <a:p>
            <a:r>
              <a:rPr lang="en-US" altLang="en-US" sz="1400" b="1" dirty="0">
                <a:solidFill>
                  <a:schemeClr val="accent2"/>
                </a:solidFill>
                <a:latin typeface="Arial Narrow" panose="020B0606020202030204" pitchFamily="34" charset="0"/>
              </a:rPr>
              <a:t>Core read miss</a:t>
            </a:r>
            <a:endParaRPr lang="zh-CN" altLang="en-US" sz="1400" dirty="0">
              <a:solidFill>
                <a:schemeClr val="accent2"/>
              </a:solidFill>
            </a:endParaRPr>
          </a:p>
        </p:txBody>
      </p:sp>
      <p:sp>
        <p:nvSpPr>
          <p:cNvPr id="31" name="矩形 30">
            <a:extLst>
              <a:ext uri="{FF2B5EF4-FFF2-40B4-BE49-F238E27FC236}">
                <a16:creationId xmlns:a16="http://schemas.microsoft.com/office/drawing/2014/main" id="{DA7D2423-30AF-4B5C-AD66-839A73DD0923}"/>
              </a:ext>
            </a:extLst>
          </p:cNvPr>
          <p:cNvSpPr/>
          <p:nvPr/>
        </p:nvSpPr>
        <p:spPr>
          <a:xfrm>
            <a:off x="1523999" y="2933700"/>
            <a:ext cx="1524000" cy="307777"/>
          </a:xfrm>
          <a:prstGeom prst="rect">
            <a:avLst/>
          </a:prstGeom>
        </p:spPr>
        <p:txBody>
          <a:bodyPr wrap="square">
            <a:spAutoFit/>
          </a:bodyPr>
          <a:lstStyle/>
          <a:p>
            <a:r>
              <a:rPr lang="en-US" altLang="en-US" sz="1400" b="1" dirty="0">
                <a:solidFill>
                  <a:srgbClr val="92D050"/>
                </a:solidFill>
                <a:latin typeface="Arial Narrow" panose="020B0606020202030204" pitchFamily="34" charset="0"/>
              </a:rPr>
              <a:t>Read miss on bus</a:t>
            </a:r>
            <a:endParaRPr lang="zh-CN" altLang="en-US" sz="1400" dirty="0">
              <a:solidFill>
                <a:srgbClr val="92D050"/>
              </a:solidFill>
            </a:endParaRPr>
          </a:p>
        </p:txBody>
      </p:sp>
      <p:cxnSp>
        <p:nvCxnSpPr>
          <p:cNvPr id="32" name="直接箭头连接符 31">
            <a:extLst>
              <a:ext uri="{FF2B5EF4-FFF2-40B4-BE49-F238E27FC236}">
                <a16:creationId xmlns:a16="http://schemas.microsoft.com/office/drawing/2014/main" id="{A48AE015-2431-476F-ABEA-92848C2CF5D5}"/>
              </a:ext>
            </a:extLst>
          </p:cNvPr>
          <p:cNvCxnSpPr>
            <a:cxnSpLocks/>
            <a:endCxn id="26" idx="0"/>
          </p:cNvCxnSpPr>
          <p:nvPr/>
        </p:nvCxnSpPr>
        <p:spPr bwMode="auto">
          <a:xfrm>
            <a:off x="1104900" y="3200400"/>
            <a:ext cx="0" cy="1143000"/>
          </a:xfrm>
          <a:prstGeom prst="straightConnector1">
            <a:avLst/>
          </a:prstGeom>
          <a:solidFill>
            <a:srgbClr val="C0C0C0"/>
          </a:solidFill>
          <a:ln w="12700" cap="flat" cmpd="sng" algn="ctr">
            <a:solidFill>
              <a:schemeClr val="tx1"/>
            </a:solidFill>
            <a:prstDash val="solid"/>
            <a:round/>
            <a:headEnd type="none" w="med" len="med"/>
            <a:tailEnd type="arrow"/>
          </a:ln>
          <a:effectLst/>
        </p:spPr>
      </p:cxnSp>
      <p:sp>
        <p:nvSpPr>
          <p:cNvPr id="35" name="矩形 34">
            <a:extLst>
              <a:ext uri="{FF2B5EF4-FFF2-40B4-BE49-F238E27FC236}">
                <a16:creationId xmlns:a16="http://schemas.microsoft.com/office/drawing/2014/main" id="{4C1C1B89-A3E7-4D99-AC9E-1641B9152907}"/>
              </a:ext>
            </a:extLst>
          </p:cNvPr>
          <p:cNvSpPr/>
          <p:nvPr/>
        </p:nvSpPr>
        <p:spPr>
          <a:xfrm>
            <a:off x="76200" y="3741153"/>
            <a:ext cx="1295392" cy="307777"/>
          </a:xfrm>
          <a:prstGeom prst="rect">
            <a:avLst/>
          </a:prstGeom>
        </p:spPr>
        <p:txBody>
          <a:bodyPr wrap="square">
            <a:spAutoFit/>
          </a:bodyPr>
          <a:lstStyle/>
          <a:p>
            <a:r>
              <a:rPr lang="en-US" altLang="en-US" sz="1400" b="1" dirty="0">
                <a:solidFill>
                  <a:schemeClr val="accent2"/>
                </a:solidFill>
                <a:latin typeface="Arial Narrow" panose="020B0606020202030204" pitchFamily="34" charset="0"/>
              </a:rPr>
              <a:t>Core write miss</a:t>
            </a:r>
            <a:endParaRPr lang="zh-CN" altLang="en-US" sz="1400" dirty="0">
              <a:solidFill>
                <a:schemeClr val="accent2"/>
              </a:solidFill>
            </a:endParaRPr>
          </a:p>
        </p:txBody>
      </p:sp>
      <p:sp>
        <p:nvSpPr>
          <p:cNvPr id="37" name="矩形 36">
            <a:extLst>
              <a:ext uri="{FF2B5EF4-FFF2-40B4-BE49-F238E27FC236}">
                <a16:creationId xmlns:a16="http://schemas.microsoft.com/office/drawing/2014/main" id="{78F1DD87-93EE-4D59-819F-BD6FD354FC8A}"/>
              </a:ext>
            </a:extLst>
          </p:cNvPr>
          <p:cNvSpPr/>
          <p:nvPr/>
        </p:nvSpPr>
        <p:spPr>
          <a:xfrm>
            <a:off x="1043781" y="3378814"/>
            <a:ext cx="1524000" cy="307777"/>
          </a:xfrm>
          <a:prstGeom prst="rect">
            <a:avLst/>
          </a:prstGeom>
        </p:spPr>
        <p:txBody>
          <a:bodyPr wrap="square">
            <a:spAutoFit/>
          </a:bodyPr>
          <a:lstStyle/>
          <a:p>
            <a:r>
              <a:rPr lang="en-US" altLang="en-US" sz="1400" b="1" dirty="0">
                <a:solidFill>
                  <a:srgbClr val="92D050"/>
                </a:solidFill>
                <a:latin typeface="Arial Narrow" panose="020B0606020202030204" pitchFamily="34" charset="0"/>
              </a:rPr>
              <a:t>Write miss on bus</a:t>
            </a:r>
            <a:endParaRPr lang="zh-CN" altLang="en-US" sz="1400" dirty="0">
              <a:solidFill>
                <a:srgbClr val="92D050"/>
              </a:solidFill>
            </a:endParaRPr>
          </a:p>
        </p:txBody>
      </p:sp>
      <p:cxnSp>
        <p:nvCxnSpPr>
          <p:cNvPr id="11" name="连接符: 曲线 10">
            <a:extLst>
              <a:ext uri="{FF2B5EF4-FFF2-40B4-BE49-F238E27FC236}">
                <a16:creationId xmlns:a16="http://schemas.microsoft.com/office/drawing/2014/main" id="{F51F1982-ED9B-466D-911D-AABCC5CA32F5}"/>
              </a:ext>
            </a:extLst>
          </p:cNvPr>
          <p:cNvCxnSpPr>
            <a:stCxn id="25" idx="0"/>
            <a:endCxn id="25" idx="6"/>
          </p:cNvCxnSpPr>
          <p:nvPr/>
        </p:nvCxnSpPr>
        <p:spPr bwMode="auto">
          <a:xfrm rot="16200000" flipH="1">
            <a:off x="3390900" y="2667000"/>
            <a:ext cx="266700" cy="266700"/>
          </a:xfrm>
          <a:prstGeom prst="curvedConnector4">
            <a:avLst>
              <a:gd name="adj1" fmla="val -85714"/>
              <a:gd name="adj2" fmla="val 185714"/>
            </a:avLst>
          </a:prstGeom>
          <a:solidFill>
            <a:srgbClr val="C0C0C0"/>
          </a:solidFill>
          <a:ln w="12700" cap="flat" cmpd="sng" algn="ctr">
            <a:solidFill>
              <a:schemeClr val="tx1"/>
            </a:solidFill>
            <a:prstDash val="solid"/>
            <a:round/>
            <a:headEnd type="none" w="med" len="med"/>
            <a:tailEnd type="triangle"/>
          </a:ln>
          <a:effectLst/>
        </p:spPr>
      </p:cxnSp>
      <p:sp>
        <p:nvSpPr>
          <p:cNvPr id="43" name="矩形 42">
            <a:extLst>
              <a:ext uri="{FF2B5EF4-FFF2-40B4-BE49-F238E27FC236}">
                <a16:creationId xmlns:a16="http://schemas.microsoft.com/office/drawing/2014/main" id="{E8EB4686-284D-4450-8B48-93DD48EC3331}"/>
              </a:ext>
            </a:extLst>
          </p:cNvPr>
          <p:cNvSpPr/>
          <p:nvPr/>
        </p:nvSpPr>
        <p:spPr>
          <a:xfrm>
            <a:off x="3200400" y="2205333"/>
            <a:ext cx="1219200" cy="307777"/>
          </a:xfrm>
          <a:prstGeom prst="rect">
            <a:avLst/>
          </a:prstGeom>
        </p:spPr>
        <p:txBody>
          <a:bodyPr wrap="square">
            <a:spAutoFit/>
          </a:bodyPr>
          <a:lstStyle/>
          <a:p>
            <a:r>
              <a:rPr lang="en-US" altLang="en-US" sz="1400" b="1" dirty="0">
                <a:solidFill>
                  <a:schemeClr val="accent2"/>
                </a:solidFill>
                <a:latin typeface="Arial Narrow" panose="020B0606020202030204" pitchFamily="34" charset="0"/>
              </a:rPr>
              <a:t>Core read hit</a:t>
            </a:r>
            <a:endParaRPr lang="zh-CN" altLang="en-US" sz="1400" dirty="0">
              <a:solidFill>
                <a:schemeClr val="accent2"/>
              </a:solidFill>
            </a:endParaRPr>
          </a:p>
        </p:txBody>
      </p:sp>
      <p:cxnSp>
        <p:nvCxnSpPr>
          <p:cNvPr id="15" name="连接符: 曲线 14">
            <a:extLst>
              <a:ext uri="{FF2B5EF4-FFF2-40B4-BE49-F238E27FC236}">
                <a16:creationId xmlns:a16="http://schemas.microsoft.com/office/drawing/2014/main" id="{351F057F-D7E9-4F8A-A533-75614748D877}"/>
              </a:ext>
            </a:extLst>
          </p:cNvPr>
          <p:cNvCxnSpPr>
            <a:stCxn id="26" idx="3"/>
            <a:endCxn id="26" idx="1"/>
          </p:cNvCxnSpPr>
          <p:nvPr/>
        </p:nvCxnSpPr>
        <p:spPr bwMode="auto">
          <a:xfrm rot="5400000" flipH="1">
            <a:off x="727730" y="4610100"/>
            <a:ext cx="377170" cy="12700"/>
          </a:xfrm>
          <a:prstGeom prst="curvedConnector5">
            <a:avLst>
              <a:gd name="adj1" fmla="val -14948"/>
              <a:gd name="adj2" fmla="val 2995685"/>
              <a:gd name="adj3" fmla="val 129081"/>
            </a:avLst>
          </a:prstGeom>
          <a:solidFill>
            <a:srgbClr val="C0C0C0"/>
          </a:solidFill>
          <a:ln w="9525" cap="flat" cmpd="sng" algn="ctr">
            <a:solidFill>
              <a:schemeClr val="tx1"/>
            </a:solidFill>
            <a:prstDash val="solid"/>
            <a:round/>
            <a:headEnd type="none" w="med" len="med"/>
            <a:tailEnd type="triangle"/>
          </a:ln>
          <a:effectLst/>
        </p:spPr>
      </p:cxnSp>
      <p:sp>
        <p:nvSpPr>
          <p:cNvPr id="53" name="矩形 52">
            <a:extLst>
              <a:ext uri="{FF2B5EF4-FFF2-40B4-BE49-F238E27FC236}">
                <a16:creationId xmlns:a16="http://schemas.microsoft.com/office/drawing/2014/main" id="{42A51F05-015D-4ACC-9580-5D59B76CA016}"/>
              </a:ext>
            </a:extLst>
          </p:cNvPr>
          <p:cNvSpPr/>
          <p:nvPr/>
        </p:nvSpPr>
        <p:spPr>
          <a:xfrm>
            <a:off x="118913" y="4816481"/>
            <a:ext cx="1219200" cy="307777"/>
          </a:xfrm>
          <a:prstGeom prst="rect">
            <a:avLst/>
          </a:prstGeom>
        </p:spPr>
        <p:txBody>
          <a:bodyPr wrap="square">
            <a:spAutoFit/>
          </a:bodyPr>
          <a:lstStyle/>
          <a:p>
            <a:r>
              <a:rPr lang="en-US" altLang="en-US" sz="1400" b="1" dirty="0">
                <a:solidFill>
                  <a:schemeClr val="accent2"/>
                </a:solidFill>
                <a:latin typeface="Arial Narrow" panose="020B0606020202030204" pitchFamily="34" charset="0"/>
              </a:rPr>
              <a:t>Core read hit</a:t>
            </a:r>
            <a:endParaRPr lang="zh-CN" altLang="en-US" sz="1400" dirty="0">
              <a:solidFill>
                <a:schemeClr val="accent2"/>
              </a:solidFill>
            </a:endParaRPr>
          </a:p>
        </p:txBody>
      </p:sp>
      <p:sp>
        <p:nvSpPr>
          <p:cNvPr id="54" name="矩形 53">
            <a:extLst>
              <a:ext uri="{FF2B5EF4-FFF2-40B4-BE49-F238E27FC236}">
                <a16:creationId xmlns:a16="http://schemas.microsoft.com/office/drawing/2014/main" id="{C5860720-11DC-4644-882D-DE5ECD2935D7}"/>
              </a:ext>
            </a:extLst>
          </p:cNvPr>
          <p:cNvSpPr/>
          <p:nvPr/>
        </p:nvSpPr>
        <p:spPr>
          <a:xfrm>
            <a:off x="118913" y="5046338"/>
            <a:ext cx="1219200" cy="307777"/>
          </a:xfrm>
          <a:prstGeom prst="rect">
            <a:avLst/>
          </a:prstGeom>
        </p:spPr>
        <p:txBody>
          <a:bodyPr wrap="square">
            <a:spAutoFit/>
          </a:bodyPr>
          <a:lstStyle/>
          <a:p>
            <a:r>
              <a:rPr lang="en-US" altLang="en-US" sz="1400" b="1" dirty="0">
                <a:solidFill>
                  <a:schemeClr val="accent2"/>
                </a:solidFill>
                <a:latin typeface="Arial Narrow" panose="020B0606020202030204" pitchFamily="34" charset="0"/>
              </a:rPr>
              <a:t>Core write hit</a:t>
            </a:r>
            <a:endParaRPr lang="zh-CN" altLang="en-US" sz="1400" dirty="0">
              <a:solidFill>
                <a:schemeClr val="accent2"/>
              </a:solidFill>
            </a:endParaRPr>
          </a:p>
        </p:txBody>
      </p:sp>
      <p:cxnSp>
        <p:nvCxnSpPr>
          <p:cNvPr id="55" name="直接箭头连接符 54">
            <a:extLst>
              <a:ext uri="{FF2B5EF4-FFF2-40B4-BE49-F238E27FC236}">
                <a16:creationId xmlns:a16="http://schemas.microsoft.com/office/drawing/2014/main" id="{8D6C837B-A258-43FE-B491-72F8D5EFCE98}"/>
              </a:ext>
            </a:extLst>
          </p:cNvPr>
          <p:cNvCxnSpPr>
            <a:cxnSpLocks/>
            <a:stCxn id="25" idx="4"/>
          </p:cNvCxnSpPr>
          <p:nvPr/>
        </p:nvCxnSpPr>
        <p:spPr bwMode="auto">
          <a:xfrm flipH="1">
            <a:off x="1371592" y="3200400"/>
            <a:ext cx="2019308" cy="1420030"/>
          </a:xfrm>
          <a:prstGeom prst="straightConnector1">
            <a:avLst/>
          </a:prstGeom>
          <a:solidFill>
            <a:srgbClr val="C0C0C0"/>
          </a:solidFill>
          <a:ln w="12700" cap="flat" cmpd="sng" algn="ctr">
            <a:solidFill>
              <a:schemeClr val="tx1"/>
            </a:solidFill>
            <a:prstDash val="solid"/>
            <a:round/>
            <a:headEnd type="none" w="med" len="med"/>
            <a:tailEnd type="arrow"/>
          </a:ln>
          <a:effectLst/>
        </p:spPr>
      </p:cxnSp>
      <p:sp>
        <p:nvSpPr>
          <p:cNvPr id="57" name="矩形 56">
            <a:extLst>
              <a:ext uri="{FF2B5EF4-FFF2-40B4-BE49-F238E27FC236}">
                <a16:creationId xmlns:a16="http://schemas.microsoft.com/office/drawing/2014/main" id="{321CFE9D-E428-4074-AA22-3A7931D71C74}"/>
              </a:ext>
            </a:extLst>
          </p:cNvPr>
          <p:cNvSpPr/>
          <p:nvPr/>
        </p:nvSpPr>
        <p:spPr>
          <a:xfrm rot="19460699">
            <a:off x="1368581" y="3856873"/>
            <a:ext cx="1295392" cy="307777"/>
          </a:xfrm>
          <a:prstGeom prst="rect">
            <a:avLst/>
          </a:prstGeom>
        </p:spPr>
        <p:txBody>
          <a:bodyPr wrap="square">
            <a:spAutoFit/>
          </a:bodyPr>
          <a:lstStyle/>
          <a:p>
            <a:r>
              <a:rPr lang="en-US" altLang="en-US" sz="1400" b="1" dirty="0">
                <a:solidFill>
                  <a:schemeClr val="accent2"/>
                </a:solidFill>
                <a:latin typeface="Arial Narrow" panose="020B0606020202030204" pitchFamily="34" charset="0"/>
              </a:rPr>
              <a:t>Core write hit</a:t>
            </a:r>
            <a:endParaRPr lang="zh-CN" altLang="en-US" sz="1400" dirty="0">
              <a:solidFill>
                <a:schemeClr val="accent2"/>
              </a:solidFill>
            </a:endParaRPr>
          </a:p>
        </p:txBody>
      </p:sp>
      <p:sp>
        <p:nvSpPr>
          <p:cNvPr id="58" name="矩形 57">
            <a:extLst>
              <a:ext uri="{FF2B5EF4-FFF2-40B4-BE49-F238E27FC236}">
                <a16:creationId xmlns:a16="http://schemas.microsoft.com/office/drawing/2014/main" id="{0DF7B45A-C3FE-4BCA-9A3A-635C7233B47F}"/>
              </a:ext>
            </a:extLst>
          </p:cNvPr>
          <p:cNvSpPr/>
          <p:nvPr/>
        </p:nvSpPr>
        <p:spPr>
          <a:xfrm rot="19423600">
            <a:off x="1427233" y="4037529"/>
            <a:ext cx="1524000" cy="307777"/>
          </a:xfrm>
          <a:prstGeom prst="rect">
            <a:avLst/>
          </a:prstGeom>
        </p:spPr>
        <p:txBody>
          <a:bodyPr wrap="square">
            <a:spAutoFit/>
          </a:bodyPr>
          <a:lstStyle/>
          <a:p>
            <a:r>
              <a:rPr lang="en-US" altLang="en-US" sz="1400" b="1" dirty="0">
                <a:solidFill>
                  <a:srgbClr val="92D050"/>
                </a:solidFill>
                <a:latin typeface="Arial Narrow" panose="020B0606020202030204" pitchFamily="34" charset="0"/>
              </a:rPr>
              <a:t>Invalidate on bus</a:t>
            </a:r>
            <a:endParaRPr lang="zh-CN" altLang="en-US" sz="1400" dirty="0">
              <a:solidFill>
                <a:srgbClr val="92D050"/>
              </a:solidFill>
            </a:endParaRPr>
          </a:p>
        </p:txBody>
      </p:sp>
      <p:sp>
        <p:nvSpPr>
          <p:cNvPr id="20" name="矩形 19">
            <a:extLst>
              <a:ext uri="{FF2B5EF4-FFF2-40B4-BE49-F238E27FC236}">
                <a16:creationId xmlns:a16="http://schemas.microsoft.com/office/drawing/2014/main" id="{3C2FC792-034F-4AC2-8709-DC5E685D355A}"/>
              </a:ext>
            </a:extLst>
          </p:cNvPr>
          <p:cNvSpPr/>
          <p:nvPr/>
        </p:nvSpPr>
        <p:spPr>
          <a:xfrm>
            <a:off x="308159" y="1180615"/>
            <a:ext cx="4648200" cy="830997"/>
          </a:xfrm>
          <a:prstGeom prst="rect">
            <a:avLst/>
          </a:prstGeom>
        </p:spPr>
        <p:txBody>
          <a:bodyPr wrap="square">
            <a:spAutoFit/>
          </a:bodyPr>
          <a:lstStyle/>
          <a:p>
            <a:r>
              <a:rPr lang="en-US" altLang="en-US" sz="1600" b="1" dirty="0">
                <a:solidFill>
                  <a:schemeClr val="accent2"/>
                </a:solidFill>
                <a:latin typeface="Arial Narrow" panose="020B0606020202030204" pitchFamily="34" charset="0"/>
              </a:rPr>
              <a:t>Core memory read/write </a:t>
            </a:r>
            <a:r>
              <a:rPr lang="en-US" altLang="en-US" sz="1600" b="1" dirty="0">
                <a:solidFill>
                  <a:schemeClr val="accent2"/>
                </a:solidFill>
                <a:latin typeface="Arial Narrow" panose="020B0606020202030204" pitchFamily="34" charset="0"/>
                <a:sym typeface="Wingdings" pitchFamily="2" charset="2"/>
              </a:rPr>
              <a:t> </a:t>
            </a:r>
            <a:r>
              <a:rPr lang="en-US" altLang="en-US" sz="1600" b="1" dirty="0">
                <a:latin typeface="Arial Narrow" panose="020B0606020202030204" pitchFamily="34" charset="0"/>
                <a:sym typeface="Wingdings" pitchFamily="2" charset="2"/>
              </a:rPr>
              <a:t>Cache states, Bus action</a:t>
            </a:r>
            <a:r>
              <a:rPr lang="en-US" altLang="en-US" sz="1600" b="1" dirty="0">
                <a:latin typeface="Arial Narrow" panose="020B0606020202030204" pitchFamily="34" charset="0"/>
              </a:rPr>
              <a:t>:</a:t>
            </a:r>
          </a:p>
          <a:p>
            <a:r>
              <a:rPr lang="en-US" altLang="zh-CN" sz="1600" dirty="0">
                <a:solidFill>
                  <a:schemeClr val="accent2"/>
                </a:solidFill>
                <a:latin typeface="Arial Narrow" panose="020B0606020202030204" pitchFamily="34" charset="0"/>
              </a:rPr>
              <a:t>     Miss in local cache</a:t>
            </a:r>
          </a:p>
          <a:p>
            <a:r>
              <a:rPr lang="en-US" altLang="zh-CN" sz="1600" dirty="0">
                <a:solidFill>
                  <a:schemeClr val="accent2"/>
                </a:solidFill>
                <a:latin typeface="Arial Narrow" panose="020B0606020202030204" pitchFamily="34" charset="0"/>
              </a:rPr>
              <a:t>     Hit in local cache</a:t>
            </a:r>
            <a:endParaRPr lang="zh-CN" altLang="en-US" sz="1600" dirty="0">
              <a:solidFill>
                <a:schemeClr val="accent2"/>
              </a:solidFill>
              <a:latin typeface="Arial Narrow" panose="020B0606020202030204" pitchFamily="34" charset="0"/>
            </a:endParaRPr>
          </a:p>
        </p:txBody>
      </p:sp>
      <p:grpSp>
        <p:nvGrpSpPr>
          <p:cNvPr id="24" name="组合 23">
            <a:extLst>
              <a:ext uri="{FF2B5EF4-FFF2-40B4-BE49-F238E27FC236}">
                <a16:creationId xmlns:a16="http://schemas.microsoft.com/office/drawing/2014/main" id="{526C89E2-E57C-4E77-9B38-6620B7662C67}"/>
              </a:ext>
            </a:extLst>
          </p:cNvPr>
          <p:cNvGrpSpPr/>
          <p:nvPr/>
        </p:nvGrpSpPr>
        <p:grpSpPr>
          <a:xfrm>
            <a:off x="5267026" y="1130163"/>
            <a:ext cx="3953174" cy="3774597"/>
            <a:chOff x="5267026" y="1130163"/>
            <a:chExt cx="3953174" cy="3774597"/>
          </a:xfrm>
        </p:grpSpPr>
        <p:sp>
          <p:nvSpPr>
            <p:cNvPr id="69" name="矩形 68">
              <a:extLst>
                <a:ext uri="{FF2B5EF4-FFF2-40B4-BE49-F238E27FC236}">
                  <a16:creationId xmlns:a16="http://schemas.microsoft.com/office/drawing/2014/main" id="{FC767DEF-BD21-47A2-ABDD-3B481DA09A7E}"/>
                </a:ext>
              </a:extLst>
            </p:cNvPr>
            <p:cNvSpPr/>
            <p:nvPr/>
          </p:nvSpPr>
          <p:spPr>
            <a:xfrm>
              <a:off x="5943600" y="1130163"/>
              <a:ext cx="3276600" cy="954107"/>
            </a:xfrm>
            <a:prstGeom prst="rect">
              <a:avLst/>
            </a:prstGeom>
          </p:spPr>
          <p:txBody>
            <a:bodyPr wrap="square">
              <a:spAutoFit/>
            </a:bodyPr>
            <a:lstStyle/>
            <a:p>
              <a:r>
                <a:rPr lang="en-US" altLang="en-US" sz="1400" b="1" dirty="0">
                  <a:solidFill>
                    <a:srgbClr val="92D050"/>
                  </a:solidFill>
                  <a:latin typeface="Arial Narrow" panose="020B0606020202030204" pitchFamily="34" charset="0"/>
                </a:rPr>
                <a:t>Bus action (Outside) </a:t>
              </a:r>
              <a:r>
                <a:rPr lang="en-US" altLang="en-US" sz="1400" b="1" dirty="0">
                  <a:solidFill>
                    <a:srgbClr val="92D050"/>
                  </a:solidFill>
                  <a:latin typeface="Arial Narrow" panose="020B0606020202030204" pitchFamily="34" charset="0"/>
                  <a:sym typeface="Wingdings" pitchFamily="2" charset="2"/>
                </a:rPr>
                <a:t> </a:t>
              </a:r>
              <a:r>
                <a:rPr lang="en-US" altLang="en-US" sz="1400" b="1" dirty="0">
                  <a:latin typeface="Arial Narrow" panose="020B0606020202030204" pitchFamily="34" charset="0"/>
                  <a:sym typeface="Wingdings" pitchFamily="2" charset="2"/>
                </a:rPr>
                <a:t>Cache states</a:t>
              </a:r>
              <a:r>
                <a:rPr lang="en-US" altLang="en-US" sz="1400" b="1" dirty="0">
                  <a:solidFill>
                    <a:srgbClr val="92D050"/>
                  </a:solidFill>
                  <a:latin typeface="Arial Narrow" panose="020B0606020202030204" pitchFamily="34" charset="0"/>
                </a:rPr>
                <a:t>:</a:t>
              </a:r>
            </a:p>
            <a:p>
              <a:r>
                <a:rPr lang="en-US" altLang="zh-CN" sz="1400" b="1" dirty="0">
                  <a:solidFill>
                    <a:srgbClr val="92D050"/>
                  </a:solidFill>
                  <a:latin typeface="Arial Narrow" panose="020B0606020202030204" pitchFamily="34" charset="0"/>
                </a:rPr>
                <a:t>     </a:t>
              </a:r>
              <a:r>
                <a:rPr lang="en-US" altLang="zh-CN" sz="1400" dirty="0">
                  <a:solidFill>
                    <a:srgbClr val="92D050"/>
                  </a:solidFill>
                  <a:latin typeface="Arial Narrow" panose="020B0606020202030204" pitchFamily="34" charset="0"/>
                </a:rPr>
                <a:t>Invalidate</a:t>
              </a:r>
            </a:p>
            <a:p>
              <a:r>
                <a:rPr lang="en-US" altLang="zh-CN" sz="1400" dirty="0">
                  <a:solidFill>
                    <a:srgbClr val="92D050"/>
                  </a:solidFill>
                  <a:latin typeface="Arial Narrow" panose="020B0606020202030204" pitchFamily="34" charset="0"/>
                </a:rPr>
                <a:t>     Write miss</a:t>
              </a:r>
            </a:p>
            <a:p>
              <a:r>
                <a:rPr lang="en-US" altLang="zh-CN" sz="1400" dirty="0">
                  <a:solidFill>
                    <a:srgbClr val="92D050"/>
                  </a:solidFill>
                  <a:latin typeface="Arial Narrow" panose="020B0606020202030204" pitchFamily="34" charset="0"/>
                </a:rPr>
                <a:t>     Read miss </a:t>
              </a:r>
            </a:p>
          </p:txBody>
        </p:sp>
        <p:sp>
          <p:nvSpPr>
            <p:cNvPr id="70" name="椭圆 69">
              <a:extLst>
                <a:ext uri="{FF2B5EF4-FFF2-40B4-BE49-F238E27FC236}">
                  <a16:creationId xmlns:a16="http://schemas.microsoft.com/office/drawing/2014/main" id="{353613F6-0374-442E-8948-51792C101437}"/>
                </a:ext>
              </a:extLst>
            </p:cNvPr>
            <p:cNvSpPr/>
            <p:nvPr/>
          </p:nvSpPr>
          <p:spPr bwMode="auto">
            <a:xfrm>
              <a:off x="5267026" y="2694960"/>
              <a:ext cx="533400" cy="533400"/>
            </a:xfrm>
            <a:prstGeom prst="ellipse">
              <a:avLst/>
            </a:prstGeom>
            <a:solidFill>
              <a:srgbClr val="CCECFF"/>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dirty="0">
                  <a:ln>
                    <a:noFill/>
                  </a:ln>
                  <a:solidFill>
                    <a:schemeClr val="tx1"/>
                  </a:solidFill>
                  <a:effectLst/>
                  <a:latin typeface="Arial" pitchFamily="34" charset="0"/>
                </a:rPr>
                <a:t>I</a:t>
              </a:r>
              <a:endParaRPr kumimoji="0" lang="zh-CN" altLang="en-US" sz="1800" b="0" i="0" u="none" strike="noStrike" cap="none" normalizeH="0" baseline="0" dirty="0">
                <a:ln>
                  <a:noFill/>
                </a:ln>
                <a:solidFill>
                  <a:schemeClr val="tx1"/>
                </a:solidFill>
                <a:effectLst/>
                <a:latin typeface="Arial" pitchFamily="34" charset="0"/>
              </a:endParaRPr>
            </a:p>
          </p:txBody>
        </p:sp>
        <p:sp>
          <p:nvSpPr>
            <p:cNvPr id="71" name="椭圆 70">
              <a:extLst>
                <a:ext uri="{FF2B5EF4-FFF2-40B4-BE49-F238E27FC236}">
                  <a16:creationId xmlns:a16="http://schemas.microsoft.com/office/drawing/2014/main" id="{7F9D0DF9-DCB6-45C0-B1C6-481BBA075EA5}"/>
                </a:ext>
              </a:extLst>
            </p:cNvPr>
            <p:cNvSpPr/>
            <p:nvPr/>
          </p:nvSpPr>
          <p:spPr bwMode="auto">
            <a:xfrm>
              <a:off x="7553026" y="2694960"/>
              <a:ext cx="533400" cy="533400"/>
            </a:xfrm>
            <a:prstGeom prst="ellipse">
              <a:avLst/>
            </a:prstGeom>
            <a:solidFill>
              <a:srgbClr val="CCECFF"/>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dirty="0">
                  <a:ln>
                    <a:noFill/>
                  </a:ln>
                  <a:solidFill>
                    <a:schemeClr val="tx1"/>
                  </a:solidFill>
                  <a:effectLst/>
                  <a:latin typeface="Arial" pitchFamily="34" charset="0"/>
                </a:rPr>
                <a:t>S</a:t>
              </a:r>
              <a:endParaRPr kumimoji="0" lang="zh-CN" altLang="en-US" sz="1800" b="0" i="0" u="none" strike="noStrike" cap="none" normalizeH="0" baseline="0" dirty="0">
                <a:ln>
                  <a:noFill/>
                </a:ln>
                <a:solidFill>
                  <a:schemeClr val="tx1"/>
                </a:solidFill>
                <a:effectLst/>
                <a:latin typeface="Arial" pitchFamily="34" charset="0"/>
              </a:endParaRPr>
            </a:p>
          </p:txBody>
        </p:sp>
        <p:sp>
          <p:nvSpPr>
            <p:cNvPr id="72" name="椭圆 71">
              <a:extLst>
                <a:ext uri="{FF2B5EF4-FFF2-40B4-BE49-F238E27FC236}">
                  <a16:creationId xmlns:a16="http://schemas.microsoft.com/office/drawing/2014/main" id="{0C6FEB89-FDA9-45E9-B7EB-BAC735722B80}"/>
                </a:ext>
              </a:extLst>
            </p:cNvPr>
            <p:cNvSpPr/>
            <p:nvPr/>
          </p:nvSpPr>
          <p:spPr bwMode="auto">
            <a:xfrm>
              <a:off x="5267026" y="4371360"/>
              <a:ext cx="533400" cy="533400"/>
            </a:xfrm>
            <a:prstGeom prst="ellipse">
              <a:avLst/>
            </a:prstGeom>
            <a:solidFill>
              <a:srgbClr val="CCECFF"/>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lang="en-US" altLang="zh-CN" dirty="0"/>
                <a:t>M</a:t>
              </a:r>
              <a:endParaRPr kumimoji="0" lang="zh-CN" altLang="en-US" sz="1800" b="0" i="0" u="none" strike="noStrike" cap="none" normalizeH="0" baseline="0" dirty="0">
                <a:ln>
                  <a:noFill/>
                </a:ln>
                <a:solidFill>
                  <a:schemeClr val="tx1"/>
                </a:solidFill>
                <a:effectLst/>
                <a:latin typeface="Arial" pitchFamily="34" charset="0"/>
              </a:endParaRPr>
            </a:p>
          </p:txBody>
        </p:sp>
      </p:grpSp>
      <p:cxnSp>
        <p:nvCxnSpPr>
          <p:cNvPr id="73" name="直接箭头连接符 72">
            <a:extLst>
              <a:ext uri="{FF2B5EF4-FFF2-40B4-BE49-F238E27FC236}">
                <a16:creationId xmlns:a16="http://schemas.microsoft.com/office/drawing/2014/main" id="{4A9813A4-75B0-46B9-9D09-3D9ED193F4E5}"/>
              </a:ext>
            </a:extLst>
          </p:cNvPr>
          <p:cNvCxnSpPr>
            <a:stCxn id="70" idx="6"/>
            <a:endCxn id="71" idx="2"/>
          </p:cNvCxnSpPr>
          <p:nvPr/>
        </p:nvCxnSpPr>
        <p:spPr bwMode="auto">
          <a:xfrm>
            <a:off x="5800426" y="2961660"/>
            <a:ext cx="1752600" cy="0"/>
          </a:xfrm>
          <a:prstGeom prst="straightConnector1">
            <a:avLst/>
          </a:prstGeom>
          <a:solidFill>
            <a:srgbClr val="C0C0C0"/>
          </a:solidFill>
          <a:ln w="12700" cap="flat" cmpd="sng" algn="ctr">
            <a:solidFill>
              <a:schemeClr val="tx1"/>
            </a:solidFill>
            <a:prstDash val="solid"/>
            <a:round/>
            <a:headEnd type="arrow" w="med" len="med"/>
            <a:tailEnd type="none"/>
          </a:ln>
          <a:effectLst/>
        </p:spPr>
      </p:cxnSp>
      <p:cxnSp>
        <p:nvCxnSpPr>
          <p:cNvPr id="76" name="直接箭头连接符 75">
            <a:extLst>
              <a:ext uri="{FF2B5EF4-FFF2-40B4-BE49-F238E27FC236}">
                <a16:creationId xmlns:a16="http://schemas.microsoft.com/office/drawing/2014/main" id="{8CD8C8CE-DACC-4126-9291-E8C4D8BCCA7F}"/>
              </a:ext>
            </a:extLst>
          </p:cNvPr>
          <p:cNvCxnSpPr>
            <a:cxnSpLocks/>
            <a:endCxn id="72" idx="0"/>
          </p:cNvCxnSpPr>
          <p:nvPr/>
        </p:nvCxnSpPr>
        <p:spPr bwMode="auto">
          <a:xfrm>
            <a:off x="5533726" y="3228360"/>
            <a:ext cx="0" cy="1143000"/>
          </a:xfrm>
          <a:prstGeom prst="straightConnector1">
            <a:avLst/>
          </a:prstGeom>
          <a:solidFill>
            <a:srgbClr val="C0C0C0"/>
          </a:solidFill>
          <a:ln w="12700" cap="flat" cmpd="sng" algn="ctr">
            <a:solidFill>
              <a:schemeClr val="tx1"/>
            </a:solidFill>
            <a:prstDash val="solid"/>
            <a:round/>
            <a:headEnd type="arrow" w="med" len="med"/>
            <a:tailEnd type="none"/>
          </a:ln>
          <a:effectLst/>
        </p:spPr>
      </p:cxnSp>
      <p:sp>
        <p:nvSpPr>
          <p:cNvPr id="78" name="矩形 77">
            <a:extLst>
              <a:ext uri="{FF2B5EF4-FFF2-40B4-BE49-F238E27FC236}">
                <a16:creationId xmlns:a16="http://schemas.microsoft.com/office/drawing/2014/main" id="{71906773-E1E1-4D0B-82CB-6642A603C491}"/>
              </a:ext>
            </a:extLst>
          </p:cNvPr>
          <p:cNvSpPr/>
          <p:nvPr/>
        </p:nvSpPr>
        <p:spPr>
          <a:xfrm>
            <a:off x="5885856" y="2691809"/>
            <a:ext cx="1683743" cy="307777"/>
          </a:xfrm>
          <a:prstGeom prst="rect">
            <a:avLst/>
          </a:prstGeom>
        </p:spPr>
        <p:txBody>
          <a:bodyPr wrap="square">
            <a:spAutoFit/>
          </a:bodyPr>
          <a:lstStyle/>
          <a:p>
            <a:r>
              <a:rPr lang="en-US" altLang="en-US" sz="1400" b="1" dirty="0">
                <a:solidFill>
                  <a:srgbClr val="92D050"/>
                </a:solidFill>
                <a:latin typeface="Arial Narrow" panose="020B0606020202030204" pitchFamily="34" charset="0"/>
              </a:rPr>
              <a:t>Invalidate/Write miss</a:t>
            </a:r>
            <a:endParaRPr lang="zh-CN" altLang="en-US" sz="1400" dirty="0">
              <a:solidFill>
                <a:srgbClr val="92D050"/>
              </a:solidFill>
            </a:endParaRPr>
          </a:p>
        </p:txBody>
      </p:sp>
      <p:cxnSp>
        <p:nvCxnSpPr>
          <p:cNvPr id="79" name="连接符: 曲线 78">
            <a:extLst>
              <a:ext uri="{FF2B5EF4-FFF2-40B4-BE49-F238E27FC236}">
                <a16:creationId xmlns:a16="http://schemas.microsoft.com/office/drawing/2014/main" id="{41FE95A4-DEA4-4DB7-B4EA-152CA1FBF59E}"/>
              </a:ext>
            </a:extLst>
          </p:cNvPr>
          <p:cNvCxnSpPr>
            <a:stCxn id="71" idx="0"/>
            <a:endCxn id="71" idx="6"/>
          </p:cNvCxnSpPr>
          <p:nvPr/>
        </p:nvCxnSpPr>
        <p:spPr bwMode="auto">
          <a:xfrm rot="16200000" flipH="1">
            <a:off x="7819726" y="2694960"/>
            <a:ext cx="266700" cy="266700"/>
          </a:xfrm>
          <a:prstGeom prst="curvedConnector4">
            <a:avLst>
              <a:gd name="adj1" fmla="val -85714"/>
              <a:gd name="adj2" fmla="val 185714"/>
            </a:avLst>
          </a:prstGeom>
          <a:solidFill>
            <a:srgbClr val="C0C0C0"/>
          </a:solidFill>
          <a:ln w="12700" cap="flat" cmpd="sng" algn="ctr">
            <a:solidFill>
              <a:schemeClr val="tx1"/>
            </a:solidFill>
            <a:prstDash val="solid"/>
            <a:round/>
            <a:headEnd type="none" w="med" len="med"/>
            <a:tailEnd type="triangle"/>
          </a:ln>
          <a:effectLst/>
        </p:spPr>
      </p:cxnSp>
      <p:cxnSp>
        <p:nvCxnSpPr>
          <p:cNvPr id="83" name="直接箭头连接符 82">
            <a:extLst>
              <a:ext uri="{FF2B5EF4-FFF2-40B4-BE49-F238E27FC236}">
                <a16:creationId xmlns:a16="http://schemas.microsoft.com/office/drawing/2014/main" id="{424A3A1F-0E45-4612-8711-28CFC89D75C9}"/>
              </a:ext>
            </a:extLst>
          </p:cNvPr>
          <p:cNvCxnSpPr>
            <a:cxnSpLocks/>
            <a:stCxn id="71" idx="4"/>
          </p:cNvCxnSpPr>
          <p:nvPr/>
        </p:nvCxnSpPr>
        <p:spPr bwMode="auto">
          <a:xfrm flipH="1">
            <a:off x="5800418" y="3228360"/>
            <a:ext cx="2019308" cy="1420030"/>
          </a:xfrm>
          <a:prstGeom prst="straightConnector1">
            <a:avLst/>
          </a:prstGeom>
          <a:solidFill>
            <a:srgbClr val="C0C0C0"/>
          </a:solidFill>
          <a:ln w="12700" cap="flat" cmpd="sng" algn="ctr">
            <a:solidFill>
              <a:schemeClr val="tx1"/>
            </a:solidFill>
            <a:prstDash val="solid"/>
            <a:round/>
            <a:headEnd type="arrow" w="med" len="med"/>
            <a:tailEnd type="none"/>
          </a:ln>
          <a:effectLst/>
        </p:spPr>
      </p:cxnSp>
      <p:sp>
        <p:nvSpPr>
          <p:cNvPr id="84" name="矩形 83">
            <a:extLst>
              <a:ext uri="{FF2B5EF4-FFF2-40B4-BE49-F238E27FC236}">
                <a16:creationId xmlns:a16="http://schemas.microsoft.com/office/drawing/2014/main" id="{3BA7457C-3BC0-4EA8-9E5C-A0892E59FED4}"/>
              </a:ext>
            </a:extLst>
          </p:cNvPr>
          <p:cNvSpPr/>
          <p:nvPr/>
        </p:nvSpPr>
        <p:spPr>
          <a:xfrm rot="19460699">
            <a:off x="6252307" y="3539132"/>
            <a:ext cx="1295392" cy="307777"/>
          </a:xfrm>
          <a:prstGeom prst="rect">
            <a:avLst/>
          </a:prstGeom>
        </p:spPr>
        <p:txBody>
          <a:bodyPr wrap="square">
            <a:spAutoFit/>
          </a:bodyPr>
          <a:lstStyle/>
          <a:p>
            <a:r>
              <a:rPr lang="en-US" altLang="en-US" sz="1400" b="1" dirty="0">
                <a:solidFill>
                  <a:srgbClr val="92D050"/>
                </a:solidFill>
                <a:latin typeface="Arial Narrow" panose="020B0606020202030204" pitchFamily="34" charset="0"/>
              </a:rPr>
              <a:t>Read miss</a:t>
            </a:r>
          </a:p>
        </p:txBody>
      </p:sp>
      <p:sp>
        <p:nvSpPr>
          <p:cNvPr id="88" name="Line 10">
            <a:extLst>
              <a:ext uri="{FF2B5EF4-FFF2-40B4-BE49-F238E27FC236}">
                <a16:creationId xmlns:a16="http://schemas.microsoft.com/office/drawing/2014/main" id="{9A50364A-85BE-4A9B-B68F-E84D3A3157F4}"/>
              </a:ext>
            </a:extLst>
          </p:cNvPr>
          <p:cNvSpPr>
            <a:spLocks noChangeShapeType="1"/>
          </p:cNvSpPr>
          <p:nvPr/>
        </p:nvSpPr>
        <p:spPr bwMode="auto">
          <a:xfrm flipH="1">
            <a:off x="8316292" y="6046574"/>
            <a:ext cx="13" cy="392957"/>
          </a:xfrm>
          <a:prstGeom prst="line">
            <a:avLst/>
          </a:prstGeom>
          <a:noFill/>
          <a:ln w="12700">
            <a:solidFill>
              <a:schemeClr val="tx1"/>
            </a:solidFill>
            <a:round/>
            <a:headEnd type="arrow"/>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charset="0"/>
              <a:ea typeface="ＭＳ Ｐゴシック" charset="-128"/>
              <a:cs typeface="+mn-cs"/>
            </a:endParaRPr>
          </a:p>
        </p:txBody>
      </p:sp>
      <p:sp>
        <p:nvSpPr>
          <p:cNvPr id="89" name="矩形: 圆角 88">
            <a:extLst>
              <a:ext uri="{FF2B5EF4-FFF2-40B4-BE49-F238E27FC236}">
                <a16:creationId xmlns:a16="http://schemas.microsoft.com/office/drawing/2014/main" id="{ADAADB6E-9D8A-480F-8333-761F78C9BD9B}"/>
              </a:ext>
            </a:extLst>
          </p:cNvPr>
          <p:cNvSpPr/>
          <p:nvPr/>
        </p:nvSpPr>
        <p:spPr bwMode="auto">
          <a:xfrm>
            <a:off x="7502521" y="5371854"/>
            <a:ext cx="1371569" cy="679450"/>
          </a:xfrm>
          <a:prstGeom prst="roundRect">
            <a:avLst/>
          </a:prstGeom>
          <a:solidFill>
            <a:srgbClr val="CCECFF"/>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zh-CN" altLang="en-US" sz="1800" b="0" i="0" u="none" strike="noStrike" cap="none" normalizeH="0" baseline="0" dirty="0">
              <a:ln>
                <a:noFill/>
              </a:ln>
              <a:solidFill>
                <a:schemeClr val="tx1"/>
              </a:solidFill>
              <a:effectLst/>
              <a:latin typeface="Arial Narrow" panose="020B0606020202030204" pitchFamily="34" charset="0"/>
            </a:endParaRPr>
          </a:p>
        </p:txBody>
      </p:sp>
      <p:sp>
        <p:nvSpPr>
          <p:cNvPr id="91" name="矩形 90">
            <a:extLst>
              <a:ext uri="{FF2B5EF4-FFF2-40B4-BE49-F238E27FC236}">
                <a16:creationId xmlns:a16="http://schemas.microsoft.com/office/drawing/2014/main" id="{ACADCB43-8047-4002-ACCE-2F3A46C59F3A}"/>
              </a:ext>
            </a:extLst>
          </p:cNvPr>
          <p:cNvSpPr/>
          <p:nvPr/>
        </p:nvSpPr>
        <p:spPr>
          <a:xfrm>
            <a:off x="8238565" y="6123824"/>
            <a:ext cx="961213" cy="307777"/>
          </a:xfrm>
          <a:prstGeom prst="rect">
            <a:avLst/>
          </a:prstGeom>
        </p:spPr>
        <p:txBody>
          <a:bodyPr wrap="square">
            <a:spAutoFit/>
          </a:bodyPr>
          <a:lstStyle/>
          <a:p>
            <a:r>
              <a:rPr lang="en-US" altLang="en-US" sz="1400" b="1" dirty="0">
                <a:solidFill>
                  <a:srgbClr val="92D050"/>
                </a:solidFill>
                <a:latin typeface="Arial Narrow" panose="020B0606020202030204" pitchFamily="34" charset="0"/>
              </a:rPr>
              <a:t>Bus action</a:t>
            </a:r>
            <a:endParaRPr lang="zh-CN" altLang="en-US" sz="1400" dirty="0">
              <a:solidFill>
                <a:srgbClr val="92D050"/>
              </a:solidFill>
            </a:endParaRPr>
          </a:p>
        </p:txBody>
      </p:sp>
      <p:sp>
        <p:nvSpPr>
          <p:cNvPr id="92" name="矩形 91">
            <a:extLst>
              <a:ext uri="{FF2B5EF4-FFF2-40B4-BE49-F238E27FC236}">
                <a16:creationId xmlns:a16="http://schemas.microsoft.com/office/drawing/2014/main" id="{33F839C2-42BE-4B02-8563-7F5D98204556}"/>
              </a:ext>
            </a:extLst>
          </p:cNvPr>
          <p:cNvSpPr/>
          <p:nvPr/>
        </p:nvSpPr>
        <p:spPr>
          <a:xfrm>
            <a:off x="7556500" y="5452244"/>
            <a:ext cx="673100" cy="523220"/>
          </a:xfrm>
          <a:prstGeom prst="rect">
            <a:avLst/>
          </a:prstGeom>
          <a:ln w="19050">
            <a:solidFill>
              <a:schemeClr val="tx1"/>
            </a:solidFill>
          </a:ln>
        </p:spPr>
        <p:txBody>
          <a:bodyPr wrap="square">
            <a:spAutoFit/>
          </a:bodyPr>
          <a:lstStyle/>
          <a:p>
            <a:pPr algn="ctr"/>
            <a:r>
              <a:rPr lang="en-US" altLang="en-US" sz="1400" dirty="0">
                <a:solidFill>
                  <a:srgbClr val="000000"/>
                </a:solidFill>
                <a:latin typeface="Arial Narrow" panose="020B0606020202030204" pitchFamily="34" charset="0"/>
              </a:rPr>
              <a:t>Cache blocks</a:t>
            </a:r>
            <a:endParaRPr lang="zh-CN" altLang="en-US" sz="1400" dirty="0"/>
          </a:p>
        </p:txBody>
      </p:sp>
      <p:sp>
        <p:nvSpPr>
          <p:cNvPr id="93" name="矩形 92">
            <a:extLst>
              <a:ext uri="{FF2B5EF4-FFF2-40B4-BE49-F238E27FC236}">
                <a16:creationId xmlns:a16="http://schemas.microsoft.com/office/drawing/2014/main" id="{0DD5C9CB-8E3F-4F8D-8D56-70E4B2CC075F}"/>
              </a:ext>
            </a:extLst>
          </p:cNvPr>
          <p:cNvSpPr/>
          <p:nvPr/>
        </p:nvSpPr>
        <p:spPr>
          <a:xfrm>
            <a:off x="8258157" y="5552960"/>
            <a:ext cx="533400" cy="307777"/>
          </a:xfrm>
          <a:prstGeom prst="rect">
            <a:avLst/>
          </a:prstGeom>
          <a:ln w="15875" cmpd="sng">
            <a:solidFill>
              <a:schemeClr val="tx1"/>
            </a:solidFill>
          </a:ln>
        </p:spPr>
        <p:txBody>
          <a:bodyPr wrap="square">
            <a:spAutoFit/>
          </a:bodyPr>
          <a:lstStyle/>
          <a:p>
            <a:pPr algn="ctr"/>
            <a:r>
              <a:rPr lang="en-US" altLang="en-US" sz="1400" dirty="0">
                <a:solidFill>
                  <a:srgbClr val="000000"/>
                </a:solidFill>
                <a:latin typeface="Arial Narrow" panose="020B0606020202030204" pitchFamily="34" charset="0"/>
              </a:rPr>
              <a:t>Tags</a:t>
            </a:r>
            <a:endParaRPr lang="zh-CN" altLang="en-US" sz="1400" dirty="0"/>
          </a:p>
        </p:txBody>
      </p:sp>
      <p:sp>
        <p:nvSpPr>
          <p:cNvPr id="94" name="矩形 93">
            <a:extLst>
              <a:ext uri="{FF2B5EF4-FFF2-40B4-BE49-F238E27FC236}">
                <a16:creationId xmlns:a16="http://schemas.microsoft.com/office/drawing/2014/main" id="{890FB45B-E580-4AE9-88E7-46B3B1428CA2}"/>
              </a:ext>
            </a:extLst>
          </p:cNvPr>
          <p:cNvSpPr/>
          <p:nvPr/>
        </p:nvSpPr>
        <p:spPr>
          <a:xfrm>
            <a:off x="8171169" y="2325388"/>
            <a:ext cx="979665" cy="307777"/>
          </a:xfrm>
          <a:prstGeom prst="rect">
            <a:avLst/>
          </a:prstGeom>
        </p:spPr>
        <p:txBody>
          <a:bodyPr wrap="square">
            <a:spAutoFit/>
          </a:bodyPr>
          <a:lstStyle/>
          <a:p>
            <a:r>
              <a:rPr lang="en-US" altLang="en-US" sz="1400" b="1" dirty="0">
                <a:solidFill>
                  <a:srgbClr val="92D050"/>
                </a:solidFill>
                <a:latin typeface="Arial Narrow" panose="020B0606020202030204" pitchFamily="34" charset="0"/>
              </a:rPr>
              <a:t>Read miss</a:t>
            </a:r>
          </a:p>
        </p:txBody>
      </p:sp>
      <p:sp>
        <p:nvSpPr>
          <p:cNvPr id="95" name="矩形 94">
            <a:extLst>
              <a:ext uri="{FF2B5EF4-FFF2-40B4-BE49-F238E27FC236}">
                <a16:creationId xmlns:a16="http://schemas.microsoft.com/office/drawing/2014/main" id="{926ED11D-CA88-4586-BDDF-9FC0FBE86B4E}"/>
              </a:ext>
            </a:extLst>
          </p:cNvPr>
          <p:cNvSpPr/>
          <p:nvPr/>
        </p:nvSpPr>
        <p:spPr>
          <a:xfrm>
            <a:off x="6866092" y="6079150"/>
            <a:ext cx="1312168" cy="276999"/>
          </a:xfrm>
          <a:prstGeom prst="rect">
            <a:avLst/>
          </a:prstGeom>
        </p:spPr>
        <p:txBody>
          <a:bodyPr wrap="square">
            <a:spAutoFit/>
          </a:bodyPr>
          <a:lstStyle/>
          <a:p>
            <a:r>
              <a:rPr lang="en-US" altLang="en-US" sz="1200" b="1" dirty="0">
                <a:solidFill>
                  <a:srgbClr val="FF0000"/>
                </a:solidFill>
                <a:latin typeface="Arial Narrow" panose="020B0606020202030204" pitchFamily="34" charset="0"/>
              </a:rPr>
              <a:t>Cache response</a:t>
            </a:r>
          </a:p>
        </p:txBody>
      </p:sp>
      <p:sp>
        <p:nvSpPr>
          <p:cNvPr id="96" name="矩形 95">
            <a:extLst>
              <a:ext uri="{FF2B5EF4-FFF2-40B4-BE49-F238E27FC236}">
                <a16:creationId xmlns:a16="http://schemas.microsoft.com/office/drawing/2014/main" id="{226AE574-1945-476C-AFD5-2235E2AFBAB2}"/>
              </a:ext>
            </a:extLst>
          </p:cNvPr>
          <p:cNvSpPr/>
          <p:nvPr/>
        </p:nvSpPr>
        <p:spPr>
          <a:xfrm rot="19460699">
            <a:off x="5987966" y="3882650"/>
            <a:ext cx="2023756" cy="461665"/>
          </a:xfrm>
          <a:prstGeom prst="rect">
            <a:avLst/>
          </a:prstGeom>
        </p:spPr>
        <p:txBody>
          <a:bodyPr wrap="square">
            <a:spAutoFit/>
          </a:bodyPr>
          <a:lstStyle/>
          <a:p>
            <a:r>
              <a:rPr lang="en-US" altLang="en-US" sz="1200" b="1" dirty="0">
                <a:solidFill>
                  <a:srgbClr val="FF0000"/>
                </a:solidFill>
                <a:latin typeface="Arial Narrow" panose="020B0606020202030204" pitchFamily="34" charset="0"/>
              </a:rPr>
              <a:t>Write back block to requesting cache and memory</a:t>
            </a:r>
          </a:p>
        </p:txBody>
      </p:sp>
      <p:sp>
        <p:nvSpPr>
          <p:cNvPr id="97" name="矩形 96">
            <a:extLst>
              <a:ext uri="{FF2B5EF4-FFF2-40B4-BE49-F238E27FC236}">
                <a16:creationId xmlns:a16="http://schemas.microsoft.com/office/drawing/2014/main" id="{047A0CA9-0D87-4BCC-BD41-3C28138F3ECF}"/>
              </a:ext>
            </a:extLst>
          </p:cNvPr>
          <p:cNvSpPr/>
          <p:nvPr/>
        </p:nvSpPr>
        <p:spPr>
          <a:xfrm>
            <a:off x="4655034" y="3367289"/>
            <a:ext cx="1163711" cy="307777"/>
          </a:xfrm>
          <a:prstGeom prst="rect">
            <a:avLst/>
          </a:prstGeom>
        </p:spPr>
        <p:txBody>
          <a:bodyPr wrap="square">
            <a:spAutoFit/>
          </a:bodyPr>
          <a:lstStyle/>
          <a:p>
            <a:r>
              <a:rPr lang="en-US" altLang="en-US" sz="1400" b="1" dirty="0">
                <a:solidFill>
                  <a:srgbClr val="92D050"/>
                </a:solidFill>
                <a:latin typeface="Arial Narrow" panose="020B0606020202030204" pitchFamily="34" charset="0"/>
              </a:rPr>
              <a:t>Write miss</a:t>
            </a:r>
          </a:p>
        </p:txBody>
      </p:sp>
      <p:sp>
        <p:nvSpPr>
          <p:cNvPr id="23" name="矩形 22">
            <a:extLst>
              <a:ext uri="{FF2B5EF4-FFF2-40B4-BE49-F238E27FC236}">
                <a16:creationId xmlns:a16="http://schemas.microsoft.com/office/drawing/2014/main" id="{9D133EB5-E5E8-46B8-B4B0-690DAAC8B500}"/>
              </a:ext>
            </a:extLst>
          </p:cNvPr>
          <p:cNvSpPr/>
          <p:nvPr/>
        </p:nvSpPr>
        <p:spPr>
          <a:xfrm>
            <a:off x="4076688" y="3628763"/>
            <a:ext cx="2320402" cy="523220"/>
          </a:xfrm>
          <a:prstGeom prst="rect">
            <a:avLst/>
          </a:prstGeom>
        </p:spPr>
        <p:txBody>
          <a:bodyPr wrap="square">
            <a:spAutoFit/>
          </a:bodyPr>
          <a:lstStyle/>
          <a:p>
            <a:r>
              <a:rPr lang="en-US" altLang="en-US" sz="1400" b="1" dirty="0">
                <a:solidFill>
                  <a:srgbClr val="FF0000"/>
                </a:solidFill>
                <a:latin typeface="Arial Narrow" panose="020B0606020202030204" pitchFamily="34" charset="0"/>
              </a:rPr>
              <a:t>Write back block to requesting cache and memory</a:t>
            </a:r>
          </a:p>
        </p:txBody>
      </p:sp>
      <p:sp>
        <p:nvSpPr>
          <p:cNvPr id="99" name="矩形 98">
            <a:extLst>
              <a:ext uri="{FF2B5EF4-FFF2-40B4-BE49-F238E27FC236}">
                <a16:creationId xmlns:a16="http://schemas.microsoft.com/office/drawing/2014/main" id="{1C864009-D95D-4CBC-8423-CD0B0BC7E323}"/>
              </a:ext>
            </a:extLst>
          </p:cNvPr>
          <p:cNvSpPr/>
          <p:nvPr/>
        </p:nvSpPr>
        <p:spPr>
          <a:xfrm>
            <a:off x="334514" y="5473566"/>
            <a:ext cx="5800121" cy="369332"/>
          </a:xfrm>
          <a:prstGeom prst="rect">
            <a:avLst/>
          </a:prstGeom>
          <a:ln w="19050">
            <a:solidFill>
              <a:schemeClr val="tx1"/>
            </a:solidFill>
          </a:ln>
        </p:spPr>
        <p:txBody>
          <a:bodyPr wrap="square">
            <a:spAutoFit/>
          </a:bodyPr>
          <a:lstStyle/>
          <a:p>
            <a:pPr algn="ctr"/>
            <a:r>
              <a:rPr lang="en-US" altLang="en-US" b="1" dirty="0">
                <a:solidFill>
                  <a:srgbClr val="92D050"/>
                </a:solidFill>
                <a:latin typeface="Arial Narrow" panose="020B0606020202030204" pitchFamily="34" charset="0"/>
              </a:rPr>
              <a:t>Bus actions </a:t>
            </a:r>
            <a:r>
              <a:rPr lang="en-US" altLang="en-US" b="1" dirty="0">
                <a:solidFill>
                  <a:srgbClr val="FF0000"/>
                </a:solidFill>
                <a:latin typeface="Arial Narrow" panose="020B0606020202030204" pitchFamily="34" charset="0"/>
              </a:rPr>
              <a:t>affects the overall performance of multi-core CPU.</a:t>
            </a:r>
            <a:endParaRPr lang="zh-CN" altLang="en-US" dirty="0">
              <a:solidFill>
                <a:srgbClr val="FF0000"/>
              </a:solidFill>
            </a:endParaRPr>
          </a:p>
        </p:txBody>
      </p:sp>
      <p:sp>
        <p:nvSpPr>
          <p:cNvPr id="45" name="Line 9">
            <a:extLst>
              <a:ext uri="{FF2B5EF4-FFF2-40B4-BE49-F238E27FC236}">
                <a16:creationId xmlns:a16="http://schemas.microsoft.com/office/drawing/2014/main" id="{1FAB4065-480E-4636-A078-2D10BBFAC506}"/>
              </a:ext>
            </a:extLst>
          </p:cNvPr>
          <p:cNvSpPr>
            <a:spLocks noChangeShapeType="1"/>
          </p:cNvSpPr>
          <p:nvPr/>
        </p:nvSpPr>
        <p:spPr bwMode="auto">
          <a:xfrm flipH="1">
            <a:off x="6476999" y="6022555"/>
            <a:ext cx="1" cy="416976"/>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charset="0"/>
              <a:ea typeface="ＭＳ Ｐゴシック" charset="-128"/>
              <a:cs typeface="+mn-cs"/>
            </a:endParaRPr>
          </a:p>
        </p:txBody>
      </p:sp>
      <p:sp>
        <p:nvSpPr>
          <p:cNvPr id="46" name="矩形 45">
            <a:extLst>
              <a:ext uri="{FF2B5EF4-FFF2-40B4-BE49-F238E27FC236}">
                <a16:creationId xmlns:a16="http://schemas.microsoft.com/office/drawing/2014/main" id="{B450BF47-09BB-4421-B818-1599E37E3716}"/>
              </a:ext>
            </a:extLst>
          </p:cNvPr>
          <p:cNvSpPr/>
          <p:nvPr/>
        </p:nvSpPr>
        <p:spPr bwMode="auto">
          <a:xfrm>
            <a:off x="6279776" y="5716277"/>
            <a:ext cx="716843" cy="288919"/>
          </a:xfrm>
          <a:prstGeom prst="rect">
            <a:avLst/>
          </a:prstGeom>
          <a:solidFill>
            <a:schemeClr val="bg1">
              <a:lumMod val="9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dirty="0">
                <a:ln>
                  <a:noFill/>
                </a:ln>
                <a:solidFill>
                  <a:schemeClr val="tx1"/>
                </a:solidFill>
                <a:effectLst/>
                <a:latin typeface="Arial Narrow" panose="020B0606020202030204" pitchFamily="34" charset="0"/>
              </a:rPr>
              <a:t>Cache</a:t>
            </a:r>
            <a:endParaRPr kumimoji="0" lang="zh-CN" altLang="en-US" sz="1600" b="0" i="0" u="none" strike="noStrike" cap="none" normalizeH="0" baseline="0" dirty="0">
              <a:ln>
                <a:noFill/>
              </a:ln>
              <a:solidFill>
                <a:schemeClr val="tx1"/>
              </a:solidFill>
              <a:effectLst/>
              <a:latin typeface="Arial Narrow" panose="020B0606020202030204" pitchFamily="34" charset="0"/>
            </a:endParaRPr>
          </a:p>
        </p:txBody>
      </p:sp>
      <p:sp>
        <p:nvSpPr>
          <p:cNvPr id="47" name="矩形 46">
            <a:extLst>
              <a:ext uri="{FF2B5EF4-FFF2-40B4-BE49-F238E27FC236}">
                <a16:creationId xmlns:a16="http://schemas.microsoft.com/office/drawing/2014/main" id="{33BE2183-D36F-44B5-8AE2-D52745F60B5E}"/>
              </a:ext>
            </a:extLst>
          </p:cNvPr>
          <p:cNvSpPr/>
          <p:nvPr/>
        </p:nvSpPr>
        <p:spPr>
          <a:xfrm>
            <a:off x="6279776" y="5431556"/>
            <a:ext cx="726481" cy="338554"/>
          </a:xfrm>
          <a:prstGeom prst="rect">
            <a:avLst/>
          </a:prstGeom>
        </p:spPr>
        <p:txBody>
          <a:bodyPr wrap="none">
            <a:spAutoFit/>
          </a:bodyPr>
          <a:lstStyle/>
          <a:p>
            <a:r>
              <a:rPr lang="en-US" altLang="en-US" sz="1600" b="1" dirty="0">
                <a:solidFill>
                  <a:schemeClr val="accent2"/>
                </a:solidFill>
                <a:latin typeface="Arial Narrow" panose="020B0606020202030204" pitchFamily="34" charset="0"/>
              </a:rPr>
              <a:t>Starter</a:t>
            </a:r>
            <a:endParaRPr lang="zh-CN" altLang="en-US" sz="1600" dirty="0"/>
          </a:p>
        </p:txBody>
      </p:sp>
      <p:sp>
        <p:nvSpPr>
          <p:cNvPr id="48" name="Line 9">
            <a:extLst>
              <a:ext uri="{FF2B5EF4-FFF2-40B4-BE49-F238E27FC236}">
                <a16:creationId xmlns:a16="http://schemas.microsoft.com/office/drawing/2014/main" id="{0AF6978A-A320-4AF9-86D8-51BBC419A80E}"/>
              </a:ext>
            </a:extLst>
          </p:cNvPr>
          <p:cNvSpPr>
            <a:spLocks noChangeShapeType="1"/>
          </p:cNvSpPr>
          <p:nvPr/>
        </p:nvSpPr>
        <p:spPr bwMode="auto">
          <a:xfrm flipV="1">
            <a:off x="6477000" y="6439531"/>
            <a:ext cx="1839193" cy="2"/>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charset="0"/>
              <a:ea typeface="ＭＳ Ｐゴシック" charset="-128"/>
              <a:cs typeface="+mn-cs"/>
            </a:endParaRPr>
          </a:p>
        </p:txBody>
      </p:sp>
      <p:sp>
        <p:nvSpPr>
          <p:cNvPr id="49" name="Line 9">
            <a:extLst>
              <a:ext uri="{FF2B5EF4-FFF2-40B4-BE49-F238E27FC236}">
                <a16:creationId xmlns:a16="http://schemas.microsoft.com/office/drawing/2014/main" id="{BC9D63F2-7551-4FD0-B849-3886819CA805}"/>
              </a:ext>
            </a:extLst>
          </p:cNvPr>
          <p:cNvSpPr>
            <a:spLocks noChangeShapeType="1"/>
          </p:cNvSpPr>
          <p:nvPr/>
        </p:nvSpPr>
        <p:spPr bwMode="auto">
          <a:xfrm flipH="1">
            <a:off x="8023984" y="6043886"/>
            <a:ext cx="0" cy="268819"/>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charset="0"/>
              <a:ea typeface="ＭＳ Ｐゴシック" charset="-128"/>
              <a:cs typeface="+mn-cs"/>
            </a:endParaRPr>
          </a:p>
        </p:txBody>
      </p:sp>
      <p:sp>
        <p:nvSpPr>
          <p:cNvPr id="50" name="Line 9">
            <a:extLst>
              <a:ext uri="{FF2B5EF4-FFF2-40B4-BE49-F238E27FC236}">
                <a16:creationId xmlns:a16="http://schemas.microsoft.com/office/drawing/2014/main" id="{FA49029C-620F-4A68-B53D-F08324334AF8}"/>
              </a:ext>
            </a:extLst>
          </p:cNvPr>
          <p:cNvSpPr>
            <a:spLocks noChangeShapeType="1"/>
          </p:cNvSpPr>
          <p:nvPr/>
        </p:nvSpPr>
        <p:spPr bwMode="auto">
          <a:xfrm flipV="1">
            <a:off x="6818979" y="6310039"/>
            <a:ext cx="1207507" cy="6122"/>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charset="0"/>
              <a:ea typeface="ＭＳ Ｐゴシック" charset="-128"/>
              <a:cs typeface="+mn-cs"/>
            </a:endParaRPr>
          </a:p>
        </p:txBody>
      </p:sp>
      <p:sp>
        <p:nvSpPr>
          <p:cNvPr id="51" name="Line 10">
            <a:extLst>
              <a:ext uri="{FF2B5EF4-FFF2-40B4-BE49-F238E27FC236}">
                <a16:creationId xmlns:a16="http://schemas.microsoft.com/office/drawing/2014/main" id="{49BF578E-DEED-41E4-B64F-09765AC34DFE}"/>
              </a:ext>
            </a:extLst>
          </p:cNvPr>
          <p:cNvSpPr>
            <a:spLocks noChangeShapeType="1"/>
          </p:cNvSpPr>
          <p:nvPr/>
        </p:nvSpPr>
        <p:spPr bwMode="auto">
          <a:xfrm flipH="1">
            <a:off x="6818979" y="6000466"/>
            <a:ext cx="13" cy="307771"/>
          </a:xfrm>
          <a:prstGeom prst="line">
            <a:avLst/>
          </a:prstGeom>
          <a:noFill/>
          <a:ln w="12700">
            <a:solidFill>
              <a:schemeClr val="tx1"/>
            </a:solidFill>
            <a:round/>
            <a:headEnd type="arrow"/>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charset="0"/>
              <a:ea typeface="ＭＳ Ｐゴシック" charset="-128"/>
              <a:cs typeface="+mn-cs"/>
            </a:endParaRPr>
          </a:p>
        </p:txBody>
      </p:sp>
    </p:spTree>
    <p:extLst>
      <p:ext uri="{BB962C8B-B14F-4D97-AF65-F5344CB8AC3E}">
        <p14:creationId xmlns:p14="http://schemas.microsoft.com/office/powerpoint/2010/main" val="1579896870"/>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3"/>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78"/>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79"/>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9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84"/>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83"/>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96"/>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97"/>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76"/>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23"/>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9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8" grpId="0"/>
      <p:bldP spid="84" grpId="0"/>
      <p:bldP spid="94" grpId="0"/>
      <p:bldP spid="96" grpId="0"/>
      <p:bldP spid="97" grpId="0"/>
      <p:bldP spid="23" grpId="0"/>
      <p:bldP spid="99" grpId="0" animBg="1"/>
    </p:bld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09" name="Title 4"/>
          <p:cNvSpPr>
            <a:spLocks noGrp="1"/>
          </p:cNvSpPr>
          <p:nvPr>
            <p:ph type="title"/>
          </p:nvPr>
        </p:nvSpPr>
        <p:spPr/>
        <p:txBody>
          <a:bodyPr/>
          <a:lstStyle/>
          <a:p>
            <a:r>
              <a:rPr lang="en-US" altLang="en-US">
                <a:ea typeface="ＭＳ Ｐゴシック" charset="-128"/>
              </a:rPr>
              <a:t>The Problem with MSI</a:t>
            </a:r>
          </a:p>
        </p:txBody>
      </p:sp>
      <p:sp>
        <p:nvSpPr>
          <p:cNvPr id="6" name="Content Placeholder 5"/>
          <p:cNvSpPr>
            <a:spLocks noGrp="1"/>
          </p:cNvSpPr>
          <p:nvPr>
            <p:ph idx="1"/>
          </p:nvPr>
        </p:nvSpPr>
        <p:spPr>
          <a:xfrm>
            <a:off x="0" y="1079500"/>
            <a:ext cx="9220200" cy="2349500"/>
          </a:xfrm>
        </p:spPr>
        <p:txBody>
          <a:bodyPr/>
          <a:lstStyle/>
          <a:p>
            <a:r>
              <a:rPr lang="en-US" altLang="en-US" dirty="0">
                <a:ea typeface="ＭＳ Ｐゴシック" charset="-128"/>
              </a:rPr>
              <a:t>A block is not in cache at the beginning. On a read, the block immediately goes to the “</a:t>
            </a:r>
            <a:r>
              <a:rPr lang="en-US" altLang="en-US" b="1" dirty="0">
                <a:solidFill>
                  <a:srgbClr val="FF0000"/>
                </a:solidFill>
                <a:ea typeface="ＭＳ Ｐゴシック" charset="-128"/>
              </a:rPr>
              <a:t>Shared</a:t>
            </a:r>
            <a:r>
              <a:rPr lang="en-US" altLang="en-US" dirty="0">
                <a:ea typeface="ＭＳ Ｐゴシック" charset="-128"/>
              </a:rPr>
              <a:t>” state. </a:t>
            </a:r>
          </a:p>
          <a:p>
            <a:r>
              <a:rPr lang="en-US" altLang="en-US" b="1" dirty="0">
                <a:ea typeface="ＭＳ Ｐゴシック" charset="-128"/>
              </a:rPr>
              <a:t>Problem</a:t>
            </a:r>
            <a:r>
              <a:rPr lang="en-US" altLang="en-US" dirty="0">
                <a:ea typeface="ＭＳ Ｐゴシック" charset="-128"/>
              </a:rPr>
              <a:t>: </a:t>
            </a:r>
            <a:r>
              <a:rPr lang="en-US" altLang="en-US" dirty="0">
                <a:solidFill>
                  <a:srgbClr val="FF0000"/>
                </a:solidFill>
                <a:ea typeface="ＭＳ Ｐゴシック" charset="-128"/>
              </a:rPr>
              <a:t>The core issues a bus action invalidate before writing the block to cache, even when only one cache copy exists.  </a:t>
            </a:r>
            <a:endParaRPr lang="en-US" altLang="en-US" dirty="0">
              <a:ea typeface="ＭＳ Ｐゴシック" charset="-128"/>
            </a:endParaRPr>
          </a:p>
        </p:txBody>
      </p:sp>
      <p:sp>
        <p:nvSpPr>
          <p:cNvPr id="94211" name="Slide Number Placeholder 3"/>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charset="0"/>
                <a:ea typeface="ＭＳ Ｐゴシック" charset="-128"/>
              </a:defRPr>
            </a:lvl1pPr>
            <a:lvl2pPr marL="742950" indent="-285750" eaLnBrk="0" hangingPunct="0">
              <a:defRPr sz="2400">
                <a:solidFill>
                  <a:schemeClr val="tx1"/>
                </a:solidFill>
                <a:latin typeface="Arial" charset="0"/>
                <a:ea typeface="ＭＳ Ｐゴシック" charset="-128"/>
              </a:defRPr>
            </a:lvl2pPr>
            <a:lvl3pPr marL="1143000" indent="-228600" eaLnBrk="0" hangingPunct="0">
              <a:defRPr sz="2400">
                <a:solidFill>
                  <a:schemeClr val="tx1"/>
                </a:solidFill>
                <a:latin typeface="Arial" charset="0"/>
                <a:ea typeface="ＭＳ Ｐゴシック" charset="-128"/>
              </a:defRPr>
            </a:lvl3pPr>
            <a:lvl4pPr marL="1600200" indent="-228600" eaLnBrk="0" hangingPunct="0">
              <a:defRPr sz="2400">
                <a:solidFill>
                  <a:schemeClr val="tx1"/>
                </a:solidFill>
                <a:latin typeface="Arial" charset="0"/>
                <a:ea typeface="ＭＳ Ｐゴシック" charset="-128"/>
              </a:defRPr>
            </a:lvl4pPr>
            <a:lvl5pPr marL="2057400" indent="-228600" eaLnBrk="0" hangingPunct="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eaLnBrk="1" hangingPunct="1"/>
            <a:fld id="{C64A9343-84D5-F142-83D4-511D05BF8A09}" type="slidenum">
              <a:rPr lang="en-US" altLang="en-US" sz="1600">
                <a:solidFill>
                  <a:srgbClr val="000000"/>
                </a:solidFill>
                <a:latin typeface="Garamond" charset="0"/>
              </a:rPr>
              <a:pPr eaLnBrk="1" hangingPunct="1"/>
              <a:t>70</a:t>
            </a:fld>
            <a:endParaRPr lang="en-US" altLang="en-US" sz="1600">
              <a:solidFill>
                <a:srgbClr val="000000"/>
              </a:solidFill>
              <a:latin typeface="Garamond" charset="0"/>
            </a:endParaRPr>
          </a:p>
        </p:txBody>
      </p:sp>
      <p:graphicFrame>
        <p:nvGraphicFramePr>
          <p:cNvPr id="3" name="表格 2">
            <a:extLst>
              <a:ext uri="{FF2B5EF4-FFF2-40B4-BE49-F238E27FC236}">
                <a16:creationId xmlns:a16="http://schemas.microsoft.com/office/drawing/2014/main" id="{9EACAF90-C7E6-4963-AE3D-B896A716345C}"/>
              </a:ext>
            </a:extLst>
          </p:cNvPr>
          <p:cNvGraphicFramePr>
            <a:graphicFrameLocks noGrp="1"/>
          </p:cNvGraphicFramePr>
          <p:nvPr>
            <p:extLst/>
          </p:nvPr>
        </p:nvGraphicFramePr>
        <p:xfrm>
          <a:off x="1219200" y="2971800"/>
          <a:ext cx="6625983" cy="2468880"/>
        </p:xfrm>
        <a:graphic>
          <a:graphicData uri="http://schemas.openxmlformats.org/drawingml/2006/table">
            <a:tbl>
              <a:tblPr firstRow="1" bandRow="1">
                <a:tableStyleId>{F5AB1C69-6EDB-4FF4-983F-18BD219EF322}</a:tableStyleId>
              </a:tblPr>
              <a:tblGrid>
                <a:gridCol w="913929">
                  <a:extLst>
                    <a:ext uri="{9D8B030D-6E8A-4147-A177-3AD203B41FA5}">
                      <a16:colId xmlns:a16="http://schemas.microsoft.com/office/drawing/2014/main" val="3840491383"/>
                    </a:ext>
                  </a:extLst>
                </a:gridCol>
                <a:gridCol w="1066250">
                  <a:extLst>
                    <a:ext uri="{9D8B030D-6E8A-4147-A177-3AD203B41FA5}">
                      <a16:colId xmlns:a16="http://schemas.microsoft.com/office/drawing/2014/main" val="3512029855"/>
                    </a:ext>
                  </a:extLst>
                </a:gridCol>
                <a:gridCol w="990089">
                  <a:extLst>
                    <a:ext uri="{9D8B030D-6E8A-4147-A177-3AD203B41FA5}">
                      <a16:colId xmlns:a16="http://schemas.microsoft.com/office/drawing/2014/main" val="2300775718"/>
                    </a:ext>
                  </a:extLst>
                </a:gridCol>
                <a:gridCol w="1142411">
                  <a:extLst>
                    <a:ext uri="{9D8B030D-6E8A-4147-A177-3AD203B41FA5}">
                      <a16:colId xmlns:a16="http://schemas.microsoft.com/office/drawing/2014/main" val="541588849"/>
                    </a:ext>
                  </a:extLst>
                </a:gridCol>
                <a:gridCol w="1066250">
                  <a:extLst>
                    <a:ext uri="{9D8B030D-6E8A-4147-A177-3AD203B41FA5}">
                      <a16:colId xmlns:a16="http://schemas.microsoft.com/office/drawing/2014/main" val="2187653967"/>
                    </a:ext>
                  </a:extLst>
                </a:gridCol>
                <a:gridCol w="1447054">
                  <a:extLst>
                    <a:ext uri="{9D8B030D-6E8A-4147-A177-3AD203B41FA5}">
                      <a16:colId xmlns:a16="http://schemas.microsoft.com/office/drawing/2014/main" val="2986282273"/>
                    </a:ext>
                  </a:extLst>
                </a:gridCol>
              </a:tblGrid>
              <a:tr h="630678">
                <a:tc>
                  <a:txBody>
                    <a:bodyPr/>
                    <a:lstStyle/>
                    <a:p>
                      <a:pPr algn="ctr"/>
                      <a:r>
                        <a:rPr lang="en-US" altLang="zh-CN" dirty="0">
                          <a:solidFill>
                            <a:srgbClr val="00B0F0"/>
                          </a:solidFill>
                        </a:rPr>
                        <a:t>Time</a:t>
                      </a:r>
                      <a:endParaRPr lang="zh-CN" altLang="en-US" dirty="0">
                        <a:solidFill>
                          <a:srgbClr val="00B0F0"/>
                        </a:solidFill>
                      </a:endParaRPr>
                    </a:p>
                  </a:txBody>
                  <a:tcPr>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tcPr>
                </a:tc>
                <a:tc>
                  <a:txBody>
                    <a:bodyPr/>
                    <a:lstStyle/>
                    <a:p>
                      <a:pPr algn="ctr"/>
                      <a:r>
                        <a:rPr lang="en-US" altLang="zh-CN" dirty="0">
                          <a:solidFill>
                            <a:srgbClr val="00B0F0"/>
                          </a:solidFill>
                        </a:rPr>
                        <a:t>P1 op.</a:t>
                      </a:r>
                      <a:endParaRPr lang="zh-CN" altLang="en-US" dirty="0">
                        <a:solidFill>
                          <a:srgbClr val="00B0F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tcPr>
                </a:tc>
                <a:tc>
                  <a:txBody>
                    <a:bodyPr/>
                    <a:lstStyle/>
                    <a:p>
                      <a:pPr algn="ctr"/>
                      <a:r>
                        <a:rPr lang="en-US" altLang="zh-CN" dirty="0">
                          <a:solidFill>
                            <a:srgbClr val="00B0F0"/>
                          </a:solidFill>
                        </a:rPr>
                        <a:t>P2 op.</a:t>
                      </a:r>
                      <a:endParaRPr lang="zh-CN" altLang="en-US" dirty="0">
                        <a:solidFill>
                          <a:srgbClr val="00B0F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tcPr>
                </a:tc>
                <a:tc>
                  <a:txBody>
                    <a:bodyPr/>
                    <a:lstStyle/>
                    <a:p>
                      <a:pPr algn="ctr"/>
                      <a:r>
                        <a:rPr lang="en-US" altLang="zh-CN" dirty="0">
                          <a:solidFill>
                            <a:srgbClr val="00B0F0"/>
                          </a:solidFill>
                        </a:rPr>
                        <a:t>State A in P1</a:t>
                      </a:r>
                      <a:endParaRPr lang="zh-CN" altLang="en-US" dirty="0">
                        <a:solidFill>
                          <a:srgbClr val="00B0F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tcPr>
                </a:tc>
                <a:tc>
                  <a:txBody>
                    <a:bodyPr/>
                    <a:lstStyle/>
                    <a:p>
                      <a:pPr algn="ctr"/>
                      <a:r>
                        <a:rPr lang="en-US" altLang="zh-CN" dirty="0">
                          <a:solidFill>
                            <a:srgbClr val="00B0F0"/>
                          </a:solidFill>
                        </a:rPr>
                        <a:t>State B in P2</a:t>
                      </a:r>
                      <a:endParaRPr lang="zh-CN" altLang="en-US" dirty="0">
                        <a:solidFill>
                          <a:srgbClr val="00B0F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tcPr>
                </a:tc>
                <a:tc>
                  <a:txBody>
                    <a:bodyPr/>
                    <a:lstStyle/>
                    <a:p>
                      <a:pPr algn="ctr"/>
                      <a:r>
                        <a:rPr lang="en-US" altLang="zh-CN" dirty="0">
                          <a:solidFill>
                            <a:srgbClr val="00B0F0"/>
                          </a:solidFill>
                        </a:rPr>
                        <a:t>Bus action</a:t>
                      </a:r>
                      <a:endParaRPr lang="zh-CN" altLang="en-US" dirty="0"/>
                    </a:p>
                  </a:txBody>
                  <a:tcPr>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92689419"/>
                  </a:ext>
                </a:extLst>
              </a:tr>
              <a:tr h="360388">
                <a:tc>
                  <a:txBody>
                    <a:bodyPr/>
                    <a:lstStyle/>
                    <a:p>
                      <a:pPr algn="ctr"/>
                      <a:r>
                        <a:rPr lang="en-US" altLang="zh-CN" dirty="0">
                          <a:latin typeface="Arial Narrow" panose="020B0606020202030204" pitchFamily="34" charset="0"/>
                        </a:rPr>
                        <a:t>t0</a:t>
                      </a:r>
                      <a:endParaRPr lang="zh-CN" altLang="en-US" dirty="0">
                        <a:latin typeface="Arial Narrow" panose="020B0606020202030204" pitchFamily="34" charset="0"/>
                      </a:endParaRPr>
                    </a:p>
                  </a:txBody>
                  <a:tcP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CN" altLang="en-US" dirty="0">
                        <a:latin typeface="Arial Narrow" panose="020B060602020203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CN" altLang="en-US" dirty="0">
                        <a:latin typeface="Arial Narrow" panose="020B060602020203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latin typeface="Arial Narrow" panose="020B0606020202030204" pitchFamily="34" charset="0"/>
                        </a:rPr>
                        <a:t>I</a:t>
                      </a:r>
                      <a:endParaRPr lang="zh-CN" altLang="en-US" dirty="0">
                        <a:latin typeface="Arial Narrow" panose="020B060602020203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latin typeface="Arial Narrow" panose="020B0606020202030204" pitchFamily="34" charset="0"/>
                        </a:rPr>
                        <a:t>I</a:t>
                      </a:r>
                      <a:endParaRPr lang="zh-CN" altLang="en-US" dirty="0">
                        <a:latin typeface="Arial Narrow" panose="020B060602020203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CN" altLang="en-US" dirty="0">
                        <a:latin typeface="Arial Narrow" panose="020B0606020202030204" pitchFamily="34" charset="0"/>
                      </a:endParaRPr>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39255117"/>
                  </a:ext>
                </a:extLst>
              </a:tr>
              <a:tr h="365393">
                <a:tc>
                  <a:txBody>
                    <a:bodyPr/>
                    <a:lstStyle/>
                    <a:p>
                      <a:pPr algn="ctr"/>
                      <a:r>
                        <a:rPr lang="en-US" altLang="zh-CN" dirty="0">
                          <a:latin typeface="Arial Narrow" panose="020B0606020202030204" pitchFamily="34" charset="0"/>
                        </a:rPr>
                        <a:t>t1</a:t>
                      </a:r>
                      <a:endParaRPr lang="zh-CN" altLang="en-US" dirty="0">
                        <a:latin typeface="Arial Narrow" panose="020B0606020202030204" pitchFamily="34" charset="0"/>
                      </a:endParaRPr>
                    </a:p>
                  </a:txBody>
                  <a:tcP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latin typeface="Arial Narrow" panose="020B0606020202030204" pitchFamily="34" charset="0"/>
                        </a:rPr>
                        <a:t>Read A</a:t>
                      </a:r>
                      <a:endParaRPr lang="zh-CN" altLang="en-US" dirty="0">
                        <a:latin typeface="Arial Narrow" panose="020B060602020203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CN" altLang="en-US" dirty="0">
                        <a:latin typeface="Arial Narrow" panose="020B060602020203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latin typeface="Arial Narrow" panose="020B0606020202030204" pitchFamily="34" charset="0"/>
                        </a:rPr>
                        <a:t>S</a:t>
                      </a:r>
                      <a:endParaRPr lang="zh-CN" altLang="en-US" dirty="0">
                        <a:latin typeface="Arial Narrow" panose="020B060602020203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latin typeface="Arial Narrow" panose="020B0606020202030204" pitchFamily="34" charset="0"/>
                        </a:rPr>
                        <a:t>I</a:t>
                      </a:r>
                      <a:endParaRPr lang="zh-CN" altLang="en-US" dirty="0">
                        <a:latin typeface="Arial Narrow" panose="020B060602020203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latin typeface="Arial Narrow" panose="020B0606020202030204" pitchFamily="34" charset="0"/>
                        </a:rPr>
                        <a:t>Read miss A</a:t>
                      </a:r>
                      <a:endParaRPr lang="zh-CN" altLang="en-US" dirty="0">
                        <a:latin typeface="Arial Narrow" panose="020B0606020202030204" pitchFamily="34" charset="0"/>
                      </a:endParaRPr>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49564079"/>
                  </a:ext>
                </a:extLst>
              </a:tr>
              <a:tr h="365393">
                <a:tc>
                  <a:txBody>
                    <a:bodyPr/>
                    <a:lstStyle/>
                    <a:p>
                      <a:pPr algn="ctr"/>
                      <a:r>
                        <a:rPr lang="en-US" altLang="zh-CN" dirty="0">
                          <a:latin typeface="Arial Narrow" panose="020B0606020202030204" pitchFamily="34" charset="0"/>
                        </a:rPr>
                        <a:t>t2</a:t>
                      </a:r>
                      <a:endParaRPr lang="zh-CN" altLang="en-US" dirty="0">
                        <a:latin typeface="Arial Narrow" panose="020B0606020202030204" pitchFamily="34" charset="0"/>
                      </a:endParaRPr>
                    </a:p>
                  </a:txBody>
                  <a:tcP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latin typeface="Arial Narrow" panose="020B0606020202030204" pitchFamily="34" charset="0"/>
                        </a:rPr>
                        <a:t>Write A</a:t>
                      </a:r>
                      <a:endParaRPr lang="zh-CN" altLang="en-US" dirty="0">
                        <a:latin typeface="Arial Narrow" panose="020B060602020203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CN" altLang="en-US" dirty="0">
                        <a:latin typeface="Arial Narrow" panose="020B060602020203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solidFill>
                            <a:srgbClr val="FF0000"/>
                          </a:solidFill>
                          <a:latin typeface="Arial Narrow" panose="020B0606020202030204" pitchFamily="34" charset="0"/>
                        </a:rPr>
                        <a:t>M</a:t>
                      </a:r>
                      <a:endParaRPr lang="zh-CN" altLang="en-US" dirty="0">
                        <a:solidFill>
                          <a:srgbClr val="FF0000"/>
                        </a:solidFill>
                        <a:latin typeface="Arial Narrow" panose="020B060602020203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latin typeface="Arial Narrow" panose="020B0606020202030204" pitchFamily="34" charset="0"/>
                        </a:rPr>
                        <a:t>I</a:t>
                      </a:r>
                      <a:endParaRPr lang="zh-CN" altLang="en-US" dirty="0">
                        <a:latin typeface="Arial Narrow" panose="020B060602020203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solidFill>
                            <a:srgbClr val="FF0000"/>
                          </a:solidFill>
                          <a:latin typeface="Arial Narrow" panose="020B0606020202030204" pitchFamily="34" charset="0"/>
                        </a:rPr>
                        <a:t>Invalidate</a:t>
                      </a:r>
                      <a:endParaRPr lang="zh-CN" altLang="en-US" dirty="0">
                        <a:solidFill>
                          <a:srgbClr val="FF0000"/>
                        </a:solidFill>
                        <a:latin typeface="Arial Narrow" panose="020B0606020202030204" pitchFamily="34" charset="0"/>
                      </a:endParaRPr>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091308593"/>
                  </a:ext>
                </a:extLst>
              </a:tr>
              <a:tr h="365393">
                <a:tc>
                  <a:txBody>
                    <a:bodyPr/>
                    <a:lstStyle/>
                    <a:p>
                      <a:pPr algn="ctr"/>
                      <a:r>
                        <a:rPr lang="en-US" altLang="zh-CN" dirty="0">
                          <a:latin typeface="Arial Narrow" panose="020B0606020202030204" pitchFamily="34" charset="0"/>
                        </a:rPr>
                        <a:t>t3</a:t>
                      </a:r>
                      <a:endParaRPr lang="zh-CN" altLang="en-US" dirty="0">
                        <a:latin typeface="Arial Narrow" panose="020B0606020202030204" pitchFamily="34" charset="0"/>
                      </a:endParaRPr>
                    </a:p>
                  </a:txBody>
                  <a:tcP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CN" altLang="en-US" dirty="0">
                        <a:latin typeface="Arial Narrow" panose="020B060602020203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dirty="0">
                          <a:latin typeface="Arial Narrow" panose="020B0606020202030204" pitchFamily="34" charset="0"/>
                        </a:rPr>
                        <a:t>Read B</a:t>
                      </a:r>
                      <a:endParaRPr lang="zh-CN" altLang="en-US" dirty="0">
                        <a:latin typeface="Arial Narrow" panose="020B060602020203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latin typeface="Arial Narrow" panose="020B0606020202030204" pitchFamily="34" charset="0"/>
                        </a:rPr>
                        <a:t>M</a:t>
                      </a:r>
                      <a:endParaRPr lang="zh-CN" altLang="en-US" dirty="0">
                        <a:latin typeface="Arial Narrow" panose="020B060602020203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latin typeface="Arial Narrow" panose="020B0606020202030204" pitchFamily="34" charset="0"/>
                        </a:rPr>
                        <a:t>S</a:t>
                      </a:r>
                      <a:endParaRPr lang="zh-CN" altLang="en-US" dirty="0">
                        <a:latin typeface="Arial Narrow" panose="020B060602020203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dirty="0">
                          <a:latin typeface="Arial Narrow" panose="020B0606020202030204" pitchFamily="34" charset="0"/>
                        </a:rPr>
                        <a:t>Read miss B</a:t>
                      </a:r>
                      <a:endParaRPr lang="zh-CN" altLang="en-US" dirty="0">
                        <a:latin typeface="Arial Narrow" panose="020B0606020202030204" pitchFamily="34" charset="0"/>
                      </a:endParaRPr>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79757351"/>
                  </a:ext>
                </a:extLst>
              </a:tr>
              <a:tr h="365393">
                <a:tc>
                  <a:txBody>
                    <a:bodyPr/>
                    <a:lstStyle/>
                    <a:p>
                      <a:pPr algn="ctr"/>
                      <a:r>
                        <a:rPr lang="en-US" altLang="zh-CN" dirty="0">
                          <a:latin typeface="Arial Narrow" panose="020B0606020202030204" pitchFamily="34" charset="0"/>
                        </a:rPr>
                        <a:t>t4</a:t>
                      </a:r>
                      <a:endParaRPr lang="zh-CN" altLang="en-US" dirty="0">
                        <a:latin typeface="Arial Narrow" panose="020B0606020202030204" pitchFamily="34" charset="0"/>
                      </a:endParaRPr>
                    </a:p>
                  </a:txBody>
                  <a:tcP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tcPr>
                </a:tc>
                <a:tc>
                  <a:txBody>
                    <a:bodyPr/>
                    <a:lstStyle/>
                    <a:p>
                      <a:pPr algn="ctr"/>
                      <a:endParaRPr lang="zh-CN" altLang="en-US" dirty="0">
                        <a:latin typeface="Arial Narrow" panose="020B060602020203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tcPr>
                </a:tc>
                <a:tc>
                  <a:txBody>
                    <a:bodyPr/>
                    <a:lstStyle/>
                    <a:p>
                      <a:pPr algn="ctr"/>
                      <a:r>
                        <a:rPr lang="en-US" altLang="zh-CN" dirty="0">
                          <a:latin typeface="Arial Narrow" panose="020B0606020202030204" pitchFamily="34" charset="0"/>
                        </a:rPr>
                        <a:t>Write B</a:t>
                      </a:r>
                      <a:endParaRPr lang="zh-CN" altLang="en-US" dirty="0">
                        <a:latin typeface="Arial Narrow" panose="020B060602020203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tcPr>
                </a:tc>
                <a:tc>
                  <a:txBody>
                    <a:bodyPr/>
                    <a:lstStyle/>
                    <a:p>
                      <a:pPr algn="ctr"/>
                      <a:r>
                        <a:rPr lang="en-US" altLang="zh-CN" dirty="0">
                          <a:latin typeface="Arial Narrow" panose="020B0606020202030204" pitchFamily="34" charset="0"/>
                        </a:rPr>
                        <a:t>M</a:t>
                      </a:r>
                      <a:endParaRPr lang="zh-CN" altLang="en-US" dirty="0">
                        <a:latin typeface="Arial Narrow" panose="020B060602020203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tcPr>
                </a:tc>
                <a:tc>
                  <a:txBody>
                    <a:bodyPr/>
                    <a:lstStyle/>
                    <a:p>
                      <a:pPr algn="ctr"/>
                      <a:r>
                        <a:rPr lang="en-US" altLang="zh-CN" dirty="0">
                          <a:solidFill>
                            <a:srgbClr val="FF0000"/>
                          </a:solidFill>
                          <a:latin typeface="Arial Narrow" panose="020B0606020202030204" pitchFamily="34" charset="0"/>
                        </a:rPr>
                        <a:t>M</a:t>
                      </a:r>
                      <a:endParaRPr lang="zh-CN" altLang="en-US" dirty="0">
                        <a:solidFill>
                          <a:srgbClr val="FF0000"/>
                        </a:solidFill>
                        <a:latin typeface="Arial Narrow" panose="020B060602020203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tcPr>
                </a:tc>
                <a:tc>
                  <a:txBody>
                    <a:bodyPr/>
                    <a:lstStyle/>
                    <a:p>
                      <a:pPr algn="ctr"/>
                      <a:r>
                        <a:rPr lang="en-US" altLang="zh-CN" dirty="0">
                          <a:solidFill>
                            <a:srgbClr val="FF0000"/>
                          </a:solidFill>
                          <a:latin typeface="Arial Narrow" panose="020B0606020202030204" pitchFamily="34" charset="0"/>
                        </a:rPr>
                        <a:t>Invalidate</a:t>
                      </a:r>
                      <a:endParaRPr lang="zh-CN" altLang="en-US" dirty="0">
                        <a:solidFill>
                          <a:srgbClr val="FF0000"/>
                        </a:solidFill>
                        <a:latin typeface="Arial Narrow" panose="020B0606020202030204" pitchFamily="34" charset="0"/>
                      </a:endParaRPr>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3718296590"/>
                  </a:ext>
                </a:extLst>
              </a:tr>
            </a:tbl>
          </a:graphicData>
        </a:graphic>
      </p:graphicFrame>
    </p:spTree>
    <p:extLst>
      <p:ext uri="{BB962C8B-B14F-4D97-AF65-F5344CB8AC3E}">
        <p14:creationId xmlns:p14="http://schemas.microsoft.com/office/powerpoint/2010/main" val="624245419"/>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5" name="Title 1"/>
          <p:cNvSpPr>
            <a:spLocks noGrp="1"/>
          </p:cNvSpPr>
          <p:nvPr>
            <p:ph type="title"/>
          </p:nvPr>
        </p:nvSpPr>
        <p:spPr>
          <a:xfrm>
            <a:off x="152400" y="197879"/>
            <a:ext cx="8953500" cy="697377"/>
          </a:xfrm>
        </p:spPr>
        <p:txBody>
          <a:bodyPr/>
          <a:lstStyle/>
          <a:p>
            <a:r>
              <a:rPr lang="en-US" altLang="en-US" dirty="0">
                <a:ea typeface="ＭＳ Ｐゴシック" charset="-128"/>
              </a:rPr>
              <a:t>MESI Protocol</a:t>
            </a:r>
          </a:p>
        </p:txBody>
      </p:sp>
      <p:sp>
        <p:nvSpPr>
          <p:cNvPr id="93186" name="Content Placeholder 2"/>
          <p:cNvSpPr>
            <a:spLocks noGrp="1"/>
          </p:cNvSpPr>
          <p:nvPr>
            <p:ph idx="1"/>
          </p:nvPr>
        </p:nvSpPr>
        <p:spPr>
          <a:xfrm>
            <a:off x="-38100" y="1048250"/>
            <a:ext cx="9220200" cy="2016746"/>
          </a:xfrm>
        </p:spPr>
        <p:txBody>
          <a:bodyPr/>
          <a:lstStyle/>
          <a:p>
            <a:r>
              <a:rPr lang="en-US" altLang="en-US" b="1" dirty="0">
                <a:ea typeface="ＭＳ Ｐゴシック" charset="-128"/>
              </a:rPr>
              <a:t>MESI </a:t>
            </a:r>
            <a:r>
              <a:rPr lang="en-US" altLang="zh-CN" b="1" dirty="0">
                <a:ea typeface="ＭＳ Ｐゴシック" charset="-128"/>
              </a:rPr>
              <a:t>Protocol</a:t>
            </a:r>
            <a:r>
              <a:rPr lang="en-US" altLang="en-US" dirty="0">
                <a:ea typeface="ＭＳ Ｐゴシック" charset="-128"/>
              </a:rPr>
              <a:t>: Illinois protocol (ISCA, 84) </a:t>
            </a:r>
          </a:p>
          <a:p>
            <a:pPr lvl="1"/>
            <a:r>
              <a:rPr lang="en-US" altLang="zh-CN" sz="2000" dirty="0">
                <a:solidFill>
                  <a:srgbClr val="0432FF"/>
                </a:solidFill>
                <a:ea typeface="ＭＳ Ｐゴシック" charset="-128"/>
              </a:rPr>
              <a:t>I</a:t>
            </a:r>
            <a:r>
              <a:rPr lang="en-US" altLang="zh-CN" sz="2000" dirty="0">
                <a:ea typeface="ＭＳ Ｐゴシック" charset="-128"/>
              </a:rPr>
              <a:t>(</a:t>
            </a:r>
            <a:r>
              <a:rPr lang="en-US" altLang="zh-CN" sz="2000" dirty="0" err="1">
                <a:ea typeface="ＭＳ Ｐゴシック" charset="-128"/>
              </a:rPr>
              <a:t>nvalid</a:t>
            </a:r>
            <a:r>
              <a:rPr lang="en-US" altLang="zh-CN" sz="2000" dirty="0">
                <a:ea typeface="ＭＳ Ｐゴシック" charset="-128"/>
              </a:rPr>
              <a:t>):</a:t>
            </a:r>
            <a:r>
              <a:rPr lang="en-US" altLang="en-US" sz="2000" dirty="0">
                <a:ea typeface="ＭＳ Ｐゴシック" charset="-128"/>
              </a:rPr>
              <a:t> block is not in cache, need to fetch from memory or other cache</a:t>
            </a:r>
          </a:p>
          <a:p>
            <a:pPr lvl="1"/>
            <a:r>
              <a:rPr lang="en-US" altLang="zh-CN" sz="2000" dirty="0">
                <a:solidFill>
                  <a:srgbClr val="0432FF"/>
                </a:solidFill>
                <a:ea typeface="ＭＳ Ｐゴシック" charset="-128"/>
              </a:rPr>
              <a:t>S</a:t>
            </a:r>
            <a:r>
              <a:rPr lang="en-US" altLang="zh-CN" sz="2000" dirty="0">
                <a:ea typeface="ＭＳ Ｐゴシック" charset="-128"/>
              </a:rPr>
              <a:t>(hared): in &gt;1 caches, clean, local cores directly reads it w/o bus action </a:t>
            </a:r>
          </a:p>
          <a:p>
            <a:pPr lvl="1"/>
            <a:r>
              <a:rPr lang="en-US" altLang="zh-CN" sz="2000" dirty="0">
                <a:solidFill>
                  <a:srgbClr val="0432FF"/>
                </a:solidFill>
                <a:ea typeface="ＭＳ Ｐゴシック" charset="-128"/>
              </a:rPr>
              <a:t>M</a:t>
            </a:r>
            <a:r>
              <a:rPr lang="en-US" altLang="zh-CN" sz="2000" dirty="0">
                <a:ea typeface="ＭＳ Ｐゴシック" charset="-128"/>
              </a:rPr>
              <a:t>(</a:t>
            </a:r>
            <a:r>
              <a:rPr lang="en-US" altLang="zh-CN" sz="2000" dirty="0" err="1">
                <a:ea typeface="ＭＳ Ｐゴシック" charset="-128"/>
              </a:rPr>
              <a:t>odified</a:t>
            </a:r>
            <a:r>
              <a:rPr lang="en-US" altLang="zh-CN" sz="2000" dirty="0">
                <a:ea typeface="ＭＳ Ｐゴシック" charset="-128"/>
              </a:rPr>
              <a:t>):</a:t>
            </a:r>
            <a:r>
              <a:rPr lang="en-US" altLang="en-US" sz="2000" dirty="0">
                <a:ea typeface="ＭＳ Ｐゴシック" charset="-128"/>
              </a:rPr>
              <a:t> in 1 cache, local core can read/write it </a:t>
            </a:r>
            <a:r>
              <a:rPr lang="en-US" altLang="zh-CN" sz="2000" dirty="0">
                <a:ea typeface="ＭＳ Ｐゴシック" charset="-128"/>
              </a:rPr>
              <a:t>w/o bus action</a:t>
            </a:r>
          </a:p>
          <a:p>
            <a:pPr lvl="1"/>
            <a:r>
              <a:rPr lang="en-US" altLang="zh-CN" sz="2000" dirty="0">
                <a:solidFill>
                  <a:srgbClr val="0432FF"/>
                </a:solidFill>
                <a:ea typeface="ＭＳ Ｐゴシック" charset="-128"/>
              </a:rPr>
              <a:t>E</a:t>
            </a:r>
            <a:r>
              <a:rPr lang="en-US" altLang="zh-CN" sz="2000" dirty="0">
                <a:ea typeface="ＭＳ Ｐゴシック" charset="-128"/>
              </a:rPr>
              <a:t>(</a:t>
            </a:r>
            <a:r>
              <a:rPr lang="en-US" altLang="zh-CN" sz="2000" dirty="0" err="1">
                <a:ea typeface="ＭＳ Ｐゴシック" charset="-128"/>
              </a:rPr>
              <a:t>xclusive</a:t>
            </a:r>
            <a:r>
              <a:rPr lang="en-US" altLang="zh-CN" sz="2000" dirty="0">
                <a:ea typeface="ＭＳ Ｐゴシック" charset="-128"/>
              </a:rPr>
              <a:t>): in 1 cache, clean, local core reads/writes it w/o bus action </a:t>
            </a:r>
          </a:p>
          <a:p>
            <a:pPr lvl="1"/>
            <a:endParaRPr lang="en-US" altLang="en-US" sz="2000" dirty="0">
              <a:ea typeface="ＭＳ Ｐゴシック" charset="-128"/>
            </a:endParaRPr>
          </a:p>
          <a:p>
            <a:pPr lvl="1"/>
            <a:endParaRPr lang="en-US" altLang="en-US" sz="2000" dirty="0">
              <a:ea typeface="ＭＳ Ｐゴシック" charset="-128"/>
            </a:endParaRPr>
          </a:p>
        </p:txBody>
      </p:sp>
      <p:sp>
        <p:nvSpPr>
          <p:cNvPr id="4" name="矩形 3">
            <a:extLst>
              <a:ext uri="{FF2B5EF4-FFF2-40B4-BE49-F238E27FC236}">
                <a16:creationId xmlns:a16="http://schemas.microsoft.com/office/drawing/2014/main" id="{2F4E066A-51BB-44CE-A634-A5F228BF2917}"/>
              </a:ext>
            </a:extLst>
          </p:cNvPr>
          <p:cNvSpPr/>
          <p:nvPr/>
        </p:nvSpPr>
        <p:spPr>
          <a:xfrm>
            <a:off x="152400" y="3429000"/>
            <a:ext cx="8878168" cy="1938992"/>
          </a:xfrm>
          <a:prstGeom prst="rect">
            <a:avLst/>
          </a:prstGeom>
        </p:spPr>
        <p:txBody>
          <a:bodyPr wrap="square">
            <a:spAutoFit/>
          </a:bodyPr>
          <a:lstStyle/>
          <a:p>
            <a:pPr marL="342900" lvl="0" indent="-342900">
              <a:spcBef>
                <a:spcPct val="20000"/>
              </a:spcBef>
              <a:buClr>
                <a:srgbClr val="CC9900"/>
              </a:buClr>
              <a:buSzPct val="65000"/>
              <a:buFont typeface="Wingdings" charset="2"/>
              <a:buChar char="n"/>
            </a:pPr>
            <a:r>
              <a:rPr lang="en-US" altLang="en-US" sz="2400" b="1" kern="0" dirty="0">
                <a:solidFill>
                  <a:srgbClr val="000000"/>
                </a:solidFill>
                <a:latin typeface="Tahoma"/>
                <a:ea typeface="ＭＳ Ｐゴシック" charset="-128"/>
              </a:rPr>
              <a:t>Key Differences </a:t>
            </a:r>
            <a:r>
              <a:rPr lang="en-US" altLang="en-US" sz="2400" kern="0" dirty="0">
                <a:solidFill>
                  <a:srgbClr val="000000"/>
                </a:solidFill>
                <a:latin typeface="Tahoma"/>
                <a:ea typeface="ＭＳ Ｐゴシック" charset="-128"/>
              </a:rPr>
              <a:t>from MSI </a:t>
            </a:r>
            <a:r>
              <a:rPr lang="en-US" altLang="zh-CN" sz="2400" kern="0" dirty="0">
                <a:solidFill>
                  <a:srgbClr val="000000"/>
                </a:solidFill>
                <a:latin typeface="Tahoma"/>
                <a:ea typeface="ＭＳ Ｐゴシック" charset="-128"/>
              </a:rPr>
              <a:t>Protocol</a:t>
            </a:r>
            <a:r>
              <a:rPr lang="en-US" altLang="en-US" sz="2400" kern="0" dirty="0">
                <a:solidFill>
                  <a:srgbClr val="000000"/>
                </a:solidFill>
                <a:latin typeface="Tahoma"/>
                <a:ea typeface="ＭＳ Ｐゴシック" charset="-128"/>
              </a:rPr>
              <a:t>:</a:t>
            </a:r>
          </a:p>
          <a:p>
            <a:pPr marL="669925" lvl="1" indent="-325438">
              <a:spcBef>
                <a:spcPct val="20000"/>
              </a:spcBef>
              <a:buClr>
                <a:srgbClr val="3B812F"/>
              </a:buClr>
              <a:buSzPct val="60000"/>
              <a:buFont typeface="Wingdings" charset="2"/>
              <a:buChar char="q"/>
            </a:pPr>
            <a:r>
              <a:rPr lang="en-US" altLang="en-US" sz="2000" kern="0" dirty="0">
                <a:latin typeface="Tahoma"/>
                <a:ea typeface="ＭＳ Ｐゴシック" charset="-128"/>
              </a:rPr>
              <a:t>Local core reads block in </a:t>
            </a:r>
            <a:r>
              <a:rPr lang="en-US" altLang="en-US" sz="2000" kern="0" dirty="0">
                <a:latin typeface="Tahoma"/>
                <a:ea typeface="ＭＳ Ｐゴシック" charset="-128"/>
                <a:sym typeface="Wingdings" panose="05000000000000000000" pitchFamily="2" charset="2"/>
              </a:rPr>
              <a:t>state</a:t>
            </a:r>
            <a:r>
              <a:rPr lang="en-US" altLang="en-US" sz="2000" kern="0" dirty="0">
                <a:solidFill>
                  <a:srgbClr val="0432FF"/>
                </a:solidFill>
                <a:latin typeface="Tahoma"/>
                <a:ea typeface="ＭＳ Ｐゴシック" charset="-128"/>
              </a:rPr>
              <a:t> E</a:t>
            </a:r>
            <a:r>
              <a:rPr lang="en-US" altLang="en-US" sz="2000" kern="0" dirty="0">
                <a:latin typeface="Tahoma"/>
                <a:ea typeface="ＭＳ Ｐゴシック" charset="-128"/>
                <a:sym typeface="Wingdings" panose="05000000000000000000" pitchFamily="2" charset="2"/>
              </a:rPr>
              <a:t>, the state holds</a:t>
            </a:r>
          </a:p>
          <a:p>
            <a:pPr marL="669925" lvl="1" indent="-325438">
              <a:spcBef>
                <a:spcPct val="20000"/>
              </a:spcBef>
              <a:buClr>
                <a:srgbClr val="3B812F"/>
              </a:buClr>
              <a:buSzPct val="60000"/>
              <a:buFont typeface="Wingdings" charset="2"/>
              <a:buChar char="q"/>
            </a:pPr>
            <a:r>
              <a:rPr lang="en-US" altLang="en-US" sz="2000" kern="0" dirty="0">
                <a:latin typeface="Tahoma"/>
                <a:ea typeface="ＭＳ Ｐゴシック" charset="-128"/>
              </a:rPr>
              <a:t>Local core writes block in </a:t>
            </a:r>
            <a:r>
              <a:rPr lang="en-US" altLang="en-US" sz="2000" kern="0" dirty="0">
                <a:latin typeface="Tahoma"/>
                <a:ea typeface="ＭＳ Ｐゴシック" charset="-128"/>
                <a:sym typeface="Wingdings" panose="05000000000000000000" pitchFamily="2" charset="2"/>
              </a:rPr>
              <a:t>state</a:t>
            </a:r>
            <a:r>
              <a:rPr lang="en-US" altLang="en-US" sz="2000" kern="0" dirty="0">
                <a:solidFill>
                  <a:srgbClr val="0432FF"/>
                </a:solidFill>
                <a:latin typeface="Tahoma"/>
                <a:ea typeface="ＭＳ Ｐゴシック" charset="-128"/>
              </a:rPr>
              <a:t> E </a:t>
            </a:r>
            <a:r>
              <a:rPr lang="en-US" altLang="en-US" sz="2000" kern="0" dirty="0">
                <a:latin typeface="Tahoma"/>
                <a:ea typeface="ＭＳ Ｐゴシック" charset="-128"/>
                <a:sym typeface="Wingdings" panose="05000000000000000000" pitchFamily="2" charset="2"/>
              </a:rPr>
              <a:t> state </a:t>
            </a:r>
            <a:r>
              <a:rPr lang="en-US" altLang="en-US" sz="2000" kern="0" dirty="0">
                <a:solidFill>
                  <a:srgbClr val="0432FF"/>
                </a:solidFill>
                <a:latin typeface="Tahoma"/>
                <a:ea typeface="ＭＳ Ｐゴシック" charset="-128"/>
                <a:sym typeface="Wingdings" panose="05000000000000000000" pitchFamily="2" charset="2"/>
              </a:rPr>
              <a:t>M</a:t>
            </a:r>
            <a:r>
              <a:rPr lang="en-US" altLang="en-US" sz="2000" kern="0" dirty="0">
                <a:latin typeface="Tahoma"/>
                <a:ea typeface="ＭＳ Ｐゴシック" charset="-128"/>
                <a:sym typeface="Wingdings" panose="05000000000000000000" pitchFamily="2" charset="2"/>
              </a:rPr>
              <a:t>, without </a:t>
            </a:r>
            <a:r>
              <a:rPr lang="en-US" altLang="en-US" sz="2000" b="1" dirty="0">
                <a:solidFill>
                  <a:srgbClr val="92D050"/>
                </a:solidFill>
                <a:latin typeface="Arial Narrow" panose="020B0606020202030204" pitchFamily="34" charset="0"/>
                <a:sym typeface="Wingdings" panose="05000000000000000000" pitchFamily="2" charset="2"/>
              </a:rPr>
              <a:t>bus action</a:t>
            </a:r>
            <a:endParaRPr lang="en-US" altLang="en-US" sz="2000" b="1" dirty="0">
              <a:solidFill>
                <a:srgbClr val="92D050"/>
              </a:solidFill>
              <a:latin typeface="Arial Narrow" panose="020B0606020202030204" pitchFamily="34" charset="0"/>
            </a:endParaRPr>
          </a:p>
          <a:p>
            <a:pPr marL="669925" lvl="1" indent="-325438">
              <a:spcBef>
                <a:spcPct val="20000"/>
              </a:spcBef>
              <a:buClr>
                <a:srgbClr val="3B812F"/>
              </a:buClr>
              <a:buSzPct val="60000"/>
              <a:buFont typeface="Wingdings" charset="2"/>
              <a:buChar char="q"/>
            </a:pPr>
            <a:r>
              <a:rPr lang="en-US" altLang="en-US" sz="2000" kern="0" dirty="0">
                <a:latin typeface="Tahoma"/>
                <a:ea typeface="ＭＳ Ｐゴシック" charset="-128"/>
              </a:rPr>
              <a:t>Remote core reads, via </a:t>
            </a:r>
            <a:r>
              <a:rPr lang="en-US" altLang="en-US" sz="2000" b="1" dirty="0">
                <a:solidFill>
                  <a:srgbClr val="92D050"/>
                </a:solidFill>
                <a:latin typeface="Arial Narrow" panose="020B0606020202030204" pitchFamily="34" charset="0"/>
              </a:rPr>
              <a:t>read miss on bus</a:t>
            </a:r>
            <a:r>
              <a:rPr lang="en-US" altLang="en-US" sz="2000" kern="0" dirty="0">
                <a:latin typeface="Tahoma"/>
                <a:ea typeface="ＭＳ Ｐゴシック" charset="-128"/>
              </a:rPr>
              <a:t>, block in </a:t>
            </a:r>
            <a:r>
              <a:rPr lang="en-US" altLang="en-US" sz="2000" kern="0" dirty="0">
                <a:latin typeface="Tahoma"/>
                <a:ea typeface="ＭＳ Ｐゴシック" charset="-128"/>
                <a:sym typeface="Wingdings" panose="05000000000000000000" pitchFamily="2" charset="2"/>
              </a:rPr>
              <a:t>state</a:t>
            </a:r>
            <a:r>
              <a:rPr lang="en-US" altLang="en-US" sz="2000" kern="0" dirty="0">
                <a:latin typeface="Tahoma"/>
                <a:ea typeface="ＭＳ Ｐゴシック" charset="-128"/>
              </a:rPr>
              <a:t> </a:t>
            </a:r>
            <a:r>
              <a:rPr lang="en-US" altLang="en-US" sz="2000" kern="0" dirty="0">
                <a:solidFill>
                  <a:srgbClr val="0432FF"/>
                </a:solidFill>
                <a:latin typeface="Tahoma"/>
                <a:ea typeface="ＭＳ Ｐゴシック" charset="-128"/>
              </a:rPr>
              <a:t>E</a:t>
            </a:r>
            <a:r>
              <a:rPr lang="en-US" altLang="en-US" sz="2000" kern="0" dirty="0">
                <a:latin typeface="Tahoma"/>
                <a:ea typeface="ＭＳ Ｐゴシック" charset="-128"/>
              </a:rPr>
              <a:t> </a:t>
            </a:r>
            <a:r>
              <a:rPr lang="en-US" altLang="en-US" sz="2000" kern="0" dirty="0">
                <a:latin typeface="Tahoma"/>
                <a:ea typeface="ＭＳ Ｐゴシック" charset="-128"/>
                <a:sym typeface="Wingdings" panose="05000000000000000000" pitchFamily="2" charset="2"/>
              </a:rPr>
              <a:t> state</a:t>
            </a:r>
            <a:r>
              <a:rPr lang="en-US" altLang="en-US" sz="2000" kern="0" dirty="0">
                <a:solidFill>
                  <a:srgbClr val="0432FF"/>
                </a:solidFill>
                <a:latin typeface="Tahoma"/>
                <a:ea typeface="ＭＳ Ｐゴシック" charset="-128"/>
                <a:sym typeface="Wingdings" panose="05000000000000000000" pitchFamily="2" charset="2"/>
              </a:rPr>
              <a:t> S</a:t>
            </a:r>
            <a:endParaRPr lang="en-US" altLang="en-US" sz="2000" kern="0" dirty="0">
              <a:latin typeface="Tahoma"/>
              <a:ea typeface="ＭＳ Ｐゴシック" charset="-128"/>
            </a:endParaRPr>
          </a:p>
          <a:p>
            <a:pPr marL="669925" lvl="1" indent="-325438">
              <a:spcBef>
                <a:spcPct val="20000"/>
              </a:spcBef>
              <a:buClr>
                <a:srgbClr val="3B812F"/>
              </a:buClr>
              <a:buSzPct val="60000"/>
              <a:buFont typeface="Wingdings" charset="2"/>
              <a:buChar char="q"/>
            </a:pPr>
            <a:r>
              <a:rPr lang="en-US" altLang="en-US" sz="2000" kern="0" dirty="0">
                <a:latin typeface="Tahoma"/>
                <a:ea typeface="ＭＳ Ｐゴシック" charset="-128"/>
              </a:rPr>
              <a:t>Remote core writes, via </a:t>
            </a:r>
            <a:r>
              <a:rPr lang="en-US" altLang="en-US" sz="2000" b="1" dirty="0">
                <a:solidFill>
                  <a:srgbClr val="92D050"/>
                </a:solidFill>
                <a:latin typeface="Arial Narrow" panose="020B0606020202030204" pitchFamily="34" charset="0"/>
              </a:rPr>
              <a:t>write miss on bus</a:t>
            </a:r>
            <a:r>
              <a:rPr lang="en-US" altLang="en-US" sz="2000" kern="0" dirty="0">
                <a:latin typeface="Tahoma"/>
                <a:ea typeface="ＭＳ Ｐゴシック" charset="-128"/>
              </a:rPr>
              <a:t>, block in </a:t>
            </a:r>
            <a:r>
              <a:rPr lang="en-US" altLang="en-US" sz="2000" kern="0" dirty="0">
                <a:latin typeface="Tahoma"/>
                <a:ea typeface="ＭＳ Ｐゴシック" charset="-128"/>
                <a:sym typeface="Wingdings" panose="05000000000000000000" pitchFamily="2" charset="2"/>
              </a:rPr>
              <a:t>state</a:t>
            </a:r>
            <a:r>
              <a:rPr lang="en-US" altLang="en-US" sz="2000" kern="0" dirty="0">
                <a:latin typeface="Tahoma"/>
                <a:ea typeface="ＭＳ Ｐゴシック" charset="-128"/>
              </a:rPr>
              <a:t> </a:t>
            </a:r>
            <a:r>
              <a:rPr lang="en-US" altLang="en-US" sz="2000" kern="0" dirty="0">
                <a:solidFill>
                  <a:srgbClr val="0432FF"/>
                </a:solidFill>
                <a:latin typeface="Tahoma"/>
                <a:ea typeface="ＭＳ Ｐゴシック" charset="-128"/>
              </a:rPr>
              <a:t>E</a:t>
            </a:r>
            <a:r>
              <a:rPr lang="en-US" altLang="en-US" sz="2000" kern="0" dirty="0">
                <a:latin typeface="Tahoma"/>
                <a:ea typeface="ＭＳ Ｐゴシック" charset="-128"/>
              </a:rPr>
              <a:t> </a:t>
            </a:r>
            <a:r>
              <a:rPr lang="en-US" altLang="en-US" sz="2000" kern="0" dirty="0">
                <a:latin typeface="Tahoma"/>
                <a:ea typeface="ＭＳ Ｐゴシック" charset="-128"/>
                <a:sym typeface="Wingdings" panose="05000000000000000000" pitchFamily="2" charset="2"/>
              </a:rPr>
              <a:t> state </a:t>
            </a:r>
            <a:r>
              <a:rPr lang="en-US" altLang="en-US" sz="2000" kern="0" dirty="0">
                <a:solidFill>
                  <a:srgbClr val="0432FF"/>
                </a:solidFill>
                <a:latin typeface="Tahoma"/>
                <a:ea typeface="ＭＳ Ｐゴシック" charset="-128"/>
                <a:sym typeface="Wingdings" panose="05000000000000000000" pitchFamily="2" charset="2"/>
              </a:rPr>
              <a:t>I</a:t>
            </a:r>
            <a:endParaRPr lang="en-US" altLang="en-US" sz="2000" kern="0" dirty="0">
              <a:solidFill>
                <a:srgbClr val="000000"/>
              </a:solidFill>
              <a:latin typeface="Tahoma"/>
              <a:ea typeface="ＭＳ Ｐゴシック" charset="-128"/>
            </a:endParaRPr>
          </a:p>
        </p:txBody>
      </p:sp>
      <p:sp>
        <p:nvSpPr>
          <p:cNvPr id="2" name="矩形 1">
            <a:extLst>
              <a:ext uri="{FF2B5EF4-FFF2-40B4-BE49-F238E27FC236}">
                <a16:creationId xmlns:a16="http://schemas.microsoft.com/office/drawing/2014/main" id="{6BC79D9B-EE37-433B-B7FE-D0E4BAC65A68}"/>
              </a:ext>
            </a:extLst>
          </p:cNvPr>
          <p:cNvSpPr/>
          <p:nvPr/>
        </p:nvSpPr>
        <p:spPr>
          <a:xfrm>
            <a:off x="5809" y="6096000"/>
            <a:ext cx="9144000" cy="338554"/>
          </a:xfrm>
          <a:prstGeom prst="rect">
            <a:avLst/>
          </a:prstGeom>
        </p:spPr>
        <p:txBody>
          <a:bodyPr wrap="square">
            <a:spAutoFit/>
          </a:bodyPr>
          <a:lstStyle/>
          <a:p>
            <a:pPr marL="695325" lvl="2" indent="-342900"/>
            <a:r>
              <a:rPr lang="en-US" altLang="en-US" sz="1600" dirty="0" err="1">
                <a:latin typeface="Arial Narrow" panose="020B0606020202030204" pitchFamily="34" charset="0"/>
                <a:ea typeface="ＭＳ Ｐゴシック" charset="-128"/>
              </a:rPr>
              <a:t>Papamarcos</a:t>
            </a:r>
            <a:r>
              <a:rPr lang="en-US" altLang="en-US" sz="1600" dirty="0">
                <a:latin typeface="Arial Narrow" panose="020B0606020202030204" pitchFamily="34" charset="0"/>
                <a:ea typeface="ＭＳ Ｐゴシック" charset="-128"/>
              </a:rPr>
              <a:t>, “</a:t>
            </a:r>
            <a:r>
              <a:rPr lang="en-US" altLang="ja-JP" sz="1600" dirty="0">
                <a:latin typeface="Arial Narrow" panose="020B0606020202030204" pitchFamily="34" charset="0"/>
                <a:ea typeface="ＭＳ Ｐゴシック" charset="-128"/>
              </a:rPr>
              <a:t>A low-overhead coherence solution for multiprocessors with private cache memories,</a:t>
            </a:r>
            <a:r>
              <a:rPr lang="en-US" altLang="en-US" sz="1600" dirty="0">
                <a:latin typeface="Arial Narrow" panose="020B0606020202030204" pitchFamily="34" charset="0"/>
                <a:ea typeface="ＭＳ Ｐゴシック" charset="-128"/>
              </a:rPr>
              <a:t>”</a:t>
            </a:r>
            <a:r>
              <a:rPr lang="en-US" altLang="ja-JP" sz="1600" dirty="0">
                <a:latin typeface="Arial Narrow" panose="020B0606020202030204" pitchFamily="34" charset="0"/>
                <a:ea typeface="ＭＳ Ｐゴシック" charset="-128"/>
              </a:rPr>
              <a:t> ISCA 1984.</a:t>
            </a:r>
          </a:p>
        </p:txBody>
      </p:sp>
    </p:spTree>
    <p:extLst>
      <p:ext uri="{BB962C8B-B14F-4D97-AF65-F5344CB8AC3E}">
        <p14:creationId xmlns:p14="http://schemas.microsoft.com/office/powerpoint/2010/main" val="2018190955"/>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09" name="Title 4"/>
          <p:cNvSpPr>
            <a:spLocks noGrp="1"/>
          </p:cNvSpPr>
          <p:nvPr>
            <p:ph type="title"/>
          </p:nvPr>
        </p:nvSpPr>
        <p:spPr/>
        <p:txBody>
          <a:bodyPr/>
          <a:lstStyle/>
          <a:p>
            <a:r>
              <a:rPr lang="en-US" altLang="en-US" dirty="0">
                <a:ea typeface="ＭＳ Ｐゴシック" charset="-128"/>
              </a:rPr>
              <a:t>MESI over MSI</a:t>
            </a:r>
          </a:p>
        </p:txBody>
      </p:sp>
      <p:sp>
        <p:nvSpPr>
          <p:cNvPr id="94211" name="Slide Number Placeholder 3"/>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charset="0"/>
                <a:ea typeface="ＭＳ Ｐゴシック" charset="-128"/>
              </a:defRPr>
            </a:lvl1pPr>
            <a:lvl2pPr marL="742950" indent="-285750" eaLnBrk="0" hangingPunct="0">
              <a:defRPr sz="2400">
                <a:solidFill>
                  <a:schemeClr val="tx1"/>
                </a:solidFill>
                <a:latin typeface="Arial" charset="0"/>
                <a:ea typeface="ＭＳ Ｐゴシック" charset="-128"/>
              </a:defRPr>
            </a:lvl2pPr>
            <a:lvl3pPr marL="1143000" indent="-228600" eaLnBrk="0" hangingPunct="0">
              <a:defRPr sz="2400">
                <a:solidFill>
                  <a:schemeClr val="tx1"/>
                </a:solidFill>
                <a:latin typeface="Arial" charset="0"/>
                <a:ea typeface="ＭＳ Ｐゴシック" charset="-128"/>
              </a:defRPr>
            </a:lvl3pPr>
            <a:lvl4pPr marL="1600200" indent="-228600" eaLnBrk="0" hangingPunct="0">
              <a:defRPr sz="2400">
                <a:solidFill>
                  <a:schemeClr val="tx1"/>
                </a:solidFill>
                <a:latin typeface="Arial" charset="0"/>
                <a:ea typeface="ＭＳ Ｐゴシック" charset="-128"/>
              </a:defRPr>
            </a:lvl4pPr>
            <a:lvl5pPr marL="2057400" indent="-228600" eaLnBrk="0" hangingPunct="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eaLnBrk="1" hangingPunct="1"/>
            <a:fld id="{C64A9343-84D5-F142-83D4-511D05BF8A09}" type="slidenum">
              <a:rPr lang="en-US" altLang="en-US" sz="1600">
                <a:solidFill>
                  <a:srgbClr val="000000"/>
                </a:solidFill>
                <a:latin typeface="Garamond" charset="0"/>
              </a:rPr>
              <a:pPr eaLnBrk="1" hangingPunct="1"/>
              <a:t>72</a:t>
            </a:fld>
            <a:endParaRPr lang="en-US" altLang="en-US" sz="1600">
              <a:solidFill>
                <a:srgbClr val="000000"/>
              </a:solidFill>
              <a:latin typeface="Garamond" charset="0"/>
            </a:endParaRPr>
          </a:p>
        </p:txBody>
      </p:sp>
      <p:graphicFrame>
        <p:nvGraphicFramePr>
          <p:cNvPr id="5" name="表格 4">
            <a:extLst>
              <a:ext uri="{FF2B5EF4-FFF2-40B4-BE49-F238E27FC236}">
                <a16:creationId xmlns:a16="http://schemas.microsoft.com/office/drawing/2014/main" id="{BDBA8718-1950-4625-9B53-C27CC534CDFF}"/>
              </a:ext>
            </a:extLst>
          </p:cNvPr>
          <p:cNvGraphicFramePr>
            <a:graphicFrameLocks noGrp="1"/>
          </p:cNvGraphicFramePr>
          <p:nvPr>
            <p:extLst/>
          </p:nvPr>
        </p:nvGraphicFramePr>
        <p:xfrm>
          <a:off x="1524000" y="1066800"/>
          <a:ext cx="6625983" cy="2468880"/>
        </p:xfrm>
        <a:graphic>
          <a:graphicData uri="http://schemas.openxmlformats.org/drawingml/2006/table">
            <a:tbl>
              <a:tblPr firstRow="1" bandRow="1">
                <a:tableStyleId>{F5AB1C69-6EDB-4FF4-983F-18BD219EF322}</a:tableStyleId>
              </a:tblPr>
              <a:tblGrid>
                <a:gridCol w="913929">
                  <a:extLst>
                    <a:ext uri="{9D8B030D-6E8A-4147-A177-3AD203B41FA5}">
                      <a16:colId xmlns:a16="http://schemas.microsoft.com/office/drawing/2014/main" val="3840491383"/>
                    </a:ext>
                  </a:extLst>
                </a:gridCol>
                <a:gridCol w="1066250">
                  <a:extLst>
                    <a:ext uri="{9D8B030D-6E8A-4147-A177-3AD203B41FA5}">
                      <a16:colId xmlns:a16="http://schemas.microsoft.com/office/drawing/2014/main" val="3512029855"/>
                    </a:ext>
                  </a:extLst>
                </a:gridCol>
                <a:gridCol w="990089">
                  <a:extLst>
                    <a:ext uri="{9D8B030D-6E8A-4147-A177-3AD203B41FA5}">
                      <a16:colId xmlns:a16="http://schemas.microsoft.com/office/drawing/2014/main" val="2300775718"/>
                    </a:ext>
                  </a:extLst>
                </a:gridCol>
                <a:gridCol w="1142411">
                  <a:extLst>
                    <a:ext uri="{9D8B030D-6E8A-4147-A177-3AD203B41FA5}">
                      <a16:colId xmlns:a16="http://schemas.microsoft.com/office/drawing/2014/main" val="541588849"/>
                    </a:ext>
                  </a:extLst>
                </a:gridCol>
                <a:gridCol w="1066250">
                  <a:extLst>
                    <a:ext uri="{9D8B030D-6E8A-4147-A177-3AD203B41FA5}">
                      <a16:colId xmlns:a16="http://schemas.microsoft.com/office/drawing/2014/main" val="2187653967"/>
                    </a:ext>
                  </a:extLst>
                </a:gridCol>
                <a:gridCol w="1447054">
                  <a:extLst>
                    <a:ext uri="{9D8B030D-6E8A-4147-A177-3AD203B41FA5}">
                      <a16:colId xmlns:a16="http://schemas.microsoft.com/office/drawing/2014/main" val="2986282273"/>
                    </a:ext>
                  </a:extLst>
                </a:gridCol>
              </a:tblGrid>
              <a:tr h="630678">
                <a:tc>
                  <a:txBody>
                    <a:bodyPr/>
                    <a:lstStyle/>
                    <a:p>
                      <a:pPr algn="ctr"/>
                      <a:r>
                        <a:rPr lang="en-US" altLang="zh-CN" dirty="0">
                          <a:solidFill>
                            <a:srgbClr val="00B0F0"/>
                          </a:solidFill>
                        </a:rPr>
                        <a:t>Time</a:t>
                      </a:r>
                      <a:endParaRPr lang="zh-CN" altLang="en-US" dirty="0">
                        <a:solidFill>
                          <a:srgbClr val="00B0F0"/>
                        </a:solidFill>
                      </a:endParaRPr>
                    </a:p>
                  </a:txBody>
                  <a:tcPr>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tcPr>
                </a:tc>
                <a:tc>
                  <a:txBody>
                    <a:bodyPr/>
                    <a:lstStyle/>
                    <a:p>
                      <a:pPr algn="ctr"/>
                      <a:r>
                        <a:rPr lang="en-US" altLang="zh-CN" dirty="0">
                          <a:solidFill>
                            <a:srgbClr val="00B0F0"/>
                          </a:solidFill>
                        </a:rPr>
                        <a:t>P1 op.</a:t>
                      </a:r>
                      <a:endParaRPr lang="zh-CN" altLang="en-US" dirty="0">
                        <a:solidFill>
                          <a:srgbClr val="00B0F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tcPr>
                </a:tc>
                <a:tc>
                  <a:txBody>
                    <a:bodyPr/>
                    <a:lstStyle/>
                    <a:p>
                      <a:pPr algn="ctr"/>
                      <a:r>
                        <a:rPr lang="en-US" altLang="zh-CN" dirty="0">
                          <a:solidFill>
                            <a:srgbClr val="00B0F0"/>
                          </a:solidFill>
                        </a:rPr>
                        <a:t>P2 op.</a:t>
                      </a:r>
                      <a:endParaRPr lang="zh-CN" altLang="en-US" dirty="0">
                        <a:solidFill>
                          <a:srgbClr val="00B0F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tcPr>
                </a:tc>
                <a:tc>
                  <a:txBody>
                    <a:bodyPr/>
                    <a:lstStyle/>
                    <a:p>
                      <a:pPr algn="ctr"/>
                      <a:r>
                        <a:rPr lang="en-US" altLang="zh-CN" dirty="0">
                          <a:solidFill>
                            <a:srgbClr val="00B0F0"/>
                          </a:solidFill>
                        </a:rPr>
                        <a:t>State A in P1</a:t>
                      </a:r>
                      <a:endParaRPr lang="zh-CN" altLang="en-US" dirty="0">
                        <a:solidFill>
                          <a:srgbClr val="00B0F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tcPr>
                </a:tc>
                <a:tc>
                  <a:txBody>
                    <a:bodyPr/>
                    <a:lstStyle/>
                    <a:p>
                      <a:pPr algn="ctr"/>
                      <a:r>
                        <a:rPr lang="en-US" altLang="zh-CN" dirty="0">
                          <a:solidFill>
                            <a:srgbClr val="00B0F0"/>
                          </a:solidFill>
                        </a:rPr>
                        <a:t>State B in P2</a:t>
                      </a:r>
                      <a:endParaRPr lang="zh-CN" altLang="en-US" dirty="0">
                        <a:solidFill>
                          <a:srgbClr val="00B0F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tcPr>
                </a:tc>
                <a:tc>
                  <a:txBody>
                    <a:bodyPr/>
                    <a:lstStyle/>
                    <a:p>
                      <a:pPr algn="ctr"/>
                      <a:r>
                        <a:rPr lang="en-US" altLang="zh-CN" dirty="0">
                          <a:solidFill>
                            <a:srgbClr val="00B0F0"/>
                          </a:solidFill>
                        </a:rPr>
                        <a:t>Bus action</a:t>
                      </a:r>
                      <a:endParaRPr lang="zh-CN" altLang="en-US" dirty="0"/>
                    </a:p>
                  </a:txBody>
                  <a:tcPr>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92689419"/>
                  </a:ext>
                </a:extLst>
              </a:tr>
              <a:tr h="360388">
                <a:tc>
                  <a:txBody>
                    <a:bodyPr/>
                    <a:lstStyle/>
                    <a:p>
                      <a:pPr algn="ctr"/>
                      <a:r>
                        <a:rPr lang="en-US" altLang="zh-CN" dirty="0">
                          <a:latin typeface="Arial Narrow" panose="020B0606020202030204" pitchFamily="34" charset="0"/>
                        </a:rPr>
                        <a:t>t0</a:t>
                      </a:r>
                      <a:endParaRPr lang="zh-CN" altLang="en-US" dirty="0">
                        <a:latin typeface="Arial Narrow" panose="020B0606020202030204" pitchFamily="34" charset="0"/>
                      </a:endParaRPr>
                    </a:p>
                  </a:txBody>
                  <a:tcP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CN" altLang="en-US" dirty="0">
                        <a:latin typeface="Arial Narrow" panose="020B060602020203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CN" altLang="en-US" dirty="0">
                        <a:latin typeface="Arial Narrow" panose="020B060602020203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latin typeface="Arial Narrow" panose="020B0606020202030204" pitchFamily="34" charset="0"/>
                        </a:rPr>
                        <a:t>I</a:t>
                      </a:r>
                      <a:endParaRPr lang="zh-CN" altLang="en-US" dirty="0">
                        <a:latin typeface="Arial Narrow" panose="020B060602020203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latin typeface="Arial Narrow" panose="020B0606020202030204" pitchFamily="34" charset="0"/>
                        </a:rPr>
                        <a:t>I</a:t>
                      </a:r>
                      <a:endParaRPr lang="zh-CN" altLang="en-US" dirty="0">
                        <a:latin typeface="Arial Narrow" panose="020B060602020203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CN" altLang="en-US" dirty="0">
                        <a:latin typeface="Arial Narrow" panose="020B0606020202030204" pitchFamily="34" charset="0"/>
                      </a:endParaRPr>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39255117"/>
                  </a:ext>
                </a:extLst>
              </a:tr>
              <a:tr h="365393">
                <a:tc>
                  <a:txBody>
                    <a:bodyPr/>
                    <a:lstStyle/>
                    <a:p>
                      <a:pPr algn="ctr"/>
                      <a:r>
                        <a:rPr lang="en-US" altLang="zh-CN" dirty="0">
                          <a:latin typeface="Arial Narrow" panose="020B0606020202030204" pitchFamily="34" charset="0"/>
                        </a:rPr>
                        <a:t>t1</a:t>
                      </a:r>
                      <a:endParaRPr lang="zh-CN" altLang="en-US" dirty="0">
                        <a:latin typeface="Arial Narrow" panose="020B0606020202030204" pitchFamily="34" charset="0"/>
                      </a:endParaRPr>
                    </a:p>
                  </a:txBody>
                  <a:tcP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latin typeface="Arial Narrow" panose="020B0606020202030204" pitchFamily="34" charset="0"/>
                        </a:rPr>
                        <a:t>Read A</a:t>
                      </a:r>
                      <a:endParaRPr lang="zh-CN" altLang="en-US" dirty="0">
                        <a:latin typeface="Arial Narrow" panose="020B060602020203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CN" altLang="en-US" dirty="0">
                        <a:latin typeface="Arial Narrow" panose="020B060602020203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latin typeface="Arial Narrow" panose="020B0606020202030204" pitchFamily="34" charset="0"/>
                        </a:rPr>
                        <a:t>S</a:t>
                      </a:r>
                      <a:endParaRPr lang="zh-CN" altLang="en-US" dirty="0">
                        <a:latin typeface="Arial Narrow" panose="020B060602020203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latin typeface="Arial Narrow" panose="020B0606020202030204" pitchFamily="34" charset="0"/>
                        </a:rPr>
                        <a:t>I</a:t>
                      </a:r>
                      <a:endParaRPr lang="zh-CN" altLang="en-US" dirty="0">
                        <a:latin typeface="Arial Narrow" panose="020B060602020203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latin typeface="Arial Narrow" panose="020B0606020202030204" pitchFamily="34" charset="0"/>
                        </a:rPr>
                        <a:t>Read miss A</a:t>
                      </a:r>
                      <a:endParaRPr lang="zh-CN" altLang="en-US" dirty="0">
                        <a:latin typeface="Arial Narrow" panose="020B0606020202030204" pitchFamily="34" charset="0"/>
                      </a:endParaRPr>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49564079"/>
                  </a:ext>
                </a:extLst>
              </a:tr>
              <a:tr h="365393">
                <a:tc>
                  <a:txBody>
                    <a:bodyPr/>
                    <a:lstStyle/>
                    <a:p>
                      <a:pPr algn="ctr"/>
                      <a:r>
                        <a:rPr lang="en-US" altLang="zh-CN" dirty="0">
                          <a:latin typeface="Arial Narrow" panose="020B0606020202030204" pitchFamily="34" charset="0"/>
                        </a:rPr>
                        <a:t>t2</a:t>
                      </a:r>
                      <a:endParaRPr lang="zh-CN" altLang="en-US" dirty="0">
                        <a:latin typeface="Arial Narrow" panose="020B0606020202030204" pitchFamily="34" charset="0"/>
                      </a:endParaRPr>
                    </a:p>
                  </a:txBody>
                  <a:tcP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latin typeface="Arial Narrow" panose="020B0606020202030204" pitchFamily="34" charset="0"/>
                        </a:rPr>
                        <a:t>Write A</a:t>
                      </a:r>
                      <a:endParaRPr lang="zh-CN" altLang="en-US" dirty="0">
                        <a:latin typeface="Arial Narrow" panose="020B060602020203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CN" altLang="en-US" dirty="0">
                        <a:latin typeface="Arial Narrow" panose="020B060602020203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solidFill>
                            <a:srgbClr val="FF0000"/>
                          </a:solidFill>
                          <a:latin typeface="Arial Narrow" panose="020B0606020202030204" pitchFamily="34" charset="0"/>
                        </a:rPr>
                        <a:t>M</a:t>
                      </a:r>
                      <a:endParaRPr lang="zh-CN" altLang="en-US" dirty="0">
                        <a:solidFill>
                          <a:srgbClr val="FF0000"/>
                        </a:solidFill>
                        <a:latin typeface="Arial Narrow" panose="020B060602020203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latin typeface="Arial Narrow" panose="020B0606020202030204" pitchFamily="34" charset="0"/>
                        </a:rPr>
                        <a:t>I</a:t>
                      </a:r>
                      <a:endParaRPr lang="zh-CN" altLang="en-US" dirty="0">
                        <a:latin typeface="Arial Narrow" panose="020B060602020203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solidFill>
                            <a:srgbClr val="FF0000"/>
                          </a:solidFill>
                          <a:latin typeface="Arial Narrow" panose="020B0606020202030204" pitchFamily="34" charset="0"/>
                        </a:rPr>
                        <a:t>Invalidate</a:t>
                      </a:r>
                      <a:endParaRPr lang="zh-CN" altLang="en-US" dirty="0">
                        <a:solidFill>
                          <a:srgbClr val="FF0000"/>
                        </a:solidFill>
                        <a:latin typeface="Arial Narrow" panose="020B0606020202030204" pitchFamily="34" charset="0"/>
                      </a:endParaRPr>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091308593"/>
                  </a:ext>
                </a:extLst>
              </a:tr>
              <a:tr h="365393">
                <a:tc>
                  <a:txBody>
                    <a:bodyPr/>
                    <a:lstStyle/>
                    <a:p>
                      <a:pPr algn="ctr"/>
                      <a:r>
                        <a:rPr lang="en-US" altLang="zh-CN" dirty="0">
                          <a:latin typeface="Arial Narrow" panose="020B0606020202030204" pitchFamily="34" charset="0"/>
                        </a:rPr>
                        <a:t>t3</a:t>
                      </a:r>
                      <a:endParaRPr lang="zh-CN" altLang="en-US" dirty="0">
                        <a:latin typeface="Arial Narrow" panose="020B0606020202030204" pitchFamily="34" charset="0"/>
                      </a:endParaRPr>
                    </a:p>
                  </a:txBody>
                  <a:tcP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CN" altLang="en-US" dirty="0">
                        <a:latin typeface="Arial Narrow" panose="020B060602020203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dirty="0">
                          <a:latin typeface="Arial Narrow" panose="020B0606020202030204" pitchFamily="34" charset="0"/>
                        </a:rPr>
                        <a:t>Read B</a:t>
                      </a:r>
                      <a:endParaRPr lang="zh-CN" altLang="en-US" dirty="0">
                        <a:latin typeface="Arial Narrow" panose="020B060602020203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latin typeface="Arial Narrow" panose="020B0606020202030204" pitchFamily="34" charset="0"/>
                        </a:rPr>
                        <a:t>M</a:t>
                      </a:r>
                      <a:endParaRPr lang="zh-CN" altLang="en-US" dirty="0">
                        <a:latin typeface="Arial Narrow" panose="020B060602020203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latin typeface="Arial Narrow" panose="020B0606020202030204" pitchFamily="34" charset="0"/>
                        </a:rPr>
                        <a:t>S</a:t>
                      </a:r>
                      <a:endParaRPr lang="zh-CN" altLang="en-US" dirty="0">
                        <a:latin typeface="Arial Narrow" panose="020B060602020203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dirty="0">
                          <a:latin typeface="Arial Narrow" panose="020B0606020202030204" pitchFamily="34" charset="0"/>
                        </a:rPr>
                        <a:t>Read miss B</a:t>
                      </a:r>
                      <a:endParaRPr lang="zh-CN" altLang="en-US" dirty="0">
                        <a:latin typeface="Arial Narrow" panose="020B0606020202030204" pitchFamily="34" charset="0"/>
                      </a:endParaRPr>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79757351"/>
                  </a:ext>
                </a:extLst>
              </a:tr>
              <a:tr h="365393">
                <a:tc>
                  <a:txBody>
                    <a:bodyPr/>
                    <a:lstStyle/>
                    <a:p>
                      <a:pPr algn="ctr"/>
                      <a:r>
                        <a:rPr lang="en-US" altLang="zh-CN" dirty="0">
                          <a:latin typeface="Arial Narrow" panose="020B0606020202030204" pitchFamily="34" charset="0"/>
                        </a:rPr>
                        <a:t>t4</a:t>
                      </a:r>
                      <a:endParaRPr lang="zh-CN" altLang="en-US" dirty="0">
                        <a:latin typeface="Arial Narrow" panose="020B0606020202030204" pitchFamily="34" charset="0"/>
                      </a:endParaRPr>
                    </a:p>
                  </a:txBody>
                  <a:tcP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tcPr>
                </a:tc>
                <a:tc>
                  <a:txBody>
                    <a:bodyPr/>
                    <a:lstStyle/>
                    <a:p>
                      <a:pPr algn="ctr"/>
                      <a:endParaRPr lang="zh-CN" altLang="en-US" dirty="0">
                        <a:latin typeface="Arial Narrow" panose="020B060602020203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tcPr>
                </a:tc>
                <a:tc>
                  <a:txBody>
                    <a:bodyPr/>
                    <a:lstStyle/>
                    <a:p>
                      <a:pPr algn="ctr"/>
                      <a:r>
                        <a:rPr lang="en-US" altLang="zh-CN" dirty="0">
                          <a:latin typeface="Arial Narrow" panose="020B0606020202030204" pitchFamily="34" charset="0"/>
                        </a:rPr>
                        <a:t>Write B</a:t>
                      </a:r>
                      <a:endParaRPr lang="zh-CN" altLang="en-US" dirty="0">
                        <a:latin typeface="Arial Narrow" panose="020B060602020203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tcPr>
                </a:tc>
                <a:tc>
                  <a:txBody>
                    <a:bodyPr/>
                    <a:lstStyle/>
                    <a:p>
                      <a:pPr algn="ctr"/>
                      <a:r>
                        <a:rPr lang="en-US" altLang="zh-CN" dirty="0">
                          <a:latin typeface="Arial Narrow" panose="020B0606020202030204" pitchFamily="34" charset="0"/>
                        </a:rPr>
                        <a:t>M</a:t>
                      </a:r>
                      <a:endParaRPr lang="zh-CN" altLang="en-US" dirty="0">
                        <a:latin typeface="Arial Narrow" panose="020B060602020203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tcPr>
                </a:tc>
                <a:tc>
                  <a:txBody>
                    <a:bodyPr/>
                    <a:lstStyle/>
                    <a:p>
                      <a:pPr algn="ctr"/>
                      <a:r>
                        <a:rPr lang="en-US" altLang="zh-CN" dirty="0">
                          <a:solidFill>
                            <a:srgbClr val="FF0000"/>
                          </a:solidFill>
                          <a:latin typeface="Arial Narrow" panose="020B0606020202030204" pitchFamily="34" charset="0"/>
                        </a:rPr>
                        <a:t>M</a:t>
                      </a:r>
                      <a:endParaRPr lang="zh-CN" altLang="en-US" dirty="0">
                        <a:solidFill>
                          <a:srgbClr val="FF0000"/>
                        </a:solidFill>
                        <a:latin typeface="Arial Narrow" panose="020B060602020203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tcPr>
                </a:tc>
                <a:tc>
                  <a:txBody>
                    <a:bodyPr/>
                    <a:lstStyle/>
                    <a:p>
                      <a:pPr algn="ctr"/>
                      <a:r>
                        <a:rPr lang="en-US" altLang="zh-CN" dirty="0">
                          <a:solidFill>
                            <a:srgbClr val="FF0000"/>
                          </a:solidFill>
                          <a:latin typeface="Arial Narrow" panose="020B0606020202030204" pitchFamily="34" charset="0"/>
                        </a:rPr>
                        <a:t>Invalidate</a:t>
                      </a:r>
                      <a:endParaRPr lang="zh-CN" altLang="en-US" dirty="0">
                        <a:solidFill>
                          <a:srgbClr val="FF0000"/>
                        </a:solidFill>
                        <a:latin typeface="Arial Narrow" panose="020B0606020202030204" pitchFamily="34" charset="0"/>
                      </a:endParaRPr>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3718296590"/>
                  </a:ext>
                </a:extLst>
              </a:tr>
            </a:tbl>
          </a:graphicData>
        </a:graphic>
      </p:graphicFrame>
      <p:sp>
        <p:nvSpPr>
          <p:cNvPr id="4" name="矩形 3">
            <a:extLst>
              <a:ext uri="{FF2B5EF4-FFF2-40B4-BE49-F238E27FC236}">
                <a16:creationId xmlns:a16="http://schemas.microsoft.com/office/drawing/2014/main" id="{11705B81-E271-4D31-A407-9B3929FE6016}"/>
              </a:ext>
            </a:extLst>
          </p:cNvPr>
          <p:cNvSpPr/>
          <p:nvPr/>
        </p:nvSpPr>
        <p:spPr>
          <a:xfrm>
            <a:off x="381000" y="2057400"/>
            <a:ext cx="795411" cy="461665"/>
          </a:xfrm>
          <a:prstGeom prst="rect">
            <a:avLst/>
          </a:prstGeom>
        </p:spPr>
        <p:txBody>
          <a:bodyPr wrap="none">
            <a:spAutoFit/>
          </a:bodyPr>
          <a:lstStyle/>
          <a:p>
            <a:r>
              <a:rPr lang="en-US" altLang="en-US" sz="2400" b="1" dirty="0">
                <a:ea typeface="ＭＳ Ｐゴシック" charset="-128"/>
              </a:rPr>
              <a:t>MSI</a:t>
            </a:r>
            <a:r>
              <a:rPr lang="en-US" altLang="en-US" dirty="0">
                <a:ea typeface="ＭＳ Ｐゴシック" charset="-128"/>
              </a:rPr>
              <a:t>:</a:t>
            </a:r>
            <a:endParaRPr lang="zh-CN" altLang="en-US" dirty="0"/>
          </a:p>
        </p:txBody>
      </p:sp>
      <p:graphicFrame>
        <p:nvGraphicFramePr>
          <p:cNvPr id="9" name="表格 8">
            <a:extLst>
              <a:ext uri="{FF2B5EF4-FFF2-40B4-BE49-F238E27FC236}">
                <a16:creationId xmlns:a16="http://schemas.microsoft.com/office/drawing/2014/main" id="{56FEFD82-B043-4304-90D3-3B16D527FB8C}"/>
              </a:ext>
            </a:extLst>
          </p:cNvPr>
          <p:cNvGraphicFramePr>
            <a:graphicFrameLocks noGrp="1"/>
          </p:cNvGraphicFramePr>
          <p:nvPr>
            <p:extLst/>
          </p:nvPr>
        </p:nvGraphicFramePr>
        <p:xfrm>
          <a:off x="1524000" y="3886200"/>
          <a:ext cx="6625983" cy="2468880"/>
        </p:xfrm>
        <a:graphic>
          <a:graphicData uri="http://schemas.openxmlformats.org/drawingml/2006/table">
            <a:tbl>
              <a:tblPr firstRow="1" bandRow="1">
                <a:tableStyleId>{F5AB1C69-6EDB-4FF4-983F-18BD219EF322}</a:tableStyleId>
              </a:tblPr>
              <a:tblGrid>
                <a:gridCol w="913929">
                  <a:extLst>
                    <a:ext uri="{9D8B030D-6E8A-4147-A177-3AD203B41FA5}">
                      <a16:colId xmlns:a16="http://schemas.microsoft.com/office/drawing/2014/main" val="3840491383"/>
                    </a:ext>
                  </a:extLst>
                </a:gridCol>
                <a:gridCol w="1066250">
                  <a:extLst>
                    <a:ext uri="{9D8B030D-6E8A-4147-A177-3AD203B41FA5}">
                      <a16:colId xmlns:a16="http://schemas.microsoft.com/office/drawing/2014/main" val="3512029855"/>
                    </a:ext>
                  </a:extLst>
                </a:gridCol>
                <a:gridCol w="990089">
                  <a:extLst>
                    <a:ext uri="{9D8B030D-6E8A-4147-A177-3AD203B41FA5}">
                      <a16:colId xmlns:a16="http://schemas.microsoft.com/office/drawing/2014/main" val="2300775718"/>
                    </a:ext>
                  </a:extLst>
                </a:gridCol>
                <a:gridCol w="1142411">
                  <a:extLst>
                    <a:ext uri="{9D8B030D-6E8A-4147-A177-3AD203B41FA5}">
                      <a16:colId xmlns:a16="http://schemas.microsoft.com/office/drawing/2014/main" val="541588849"/>
                    </a:ext>
                  </a:extLst>
                </a:gridCol>
                <a:gridCol w="1066250">
                  <a:extLst>
                    <a:ext uri="{9D8B030D-6E8A-4147-A177-3AD203B41FA5}">
                      <a16:colId xmlns:a16="http://schemas.microsoft.com/office/drawing/2014/main" val="2187653967"/>
                    </a:ext>
                  </a:extLst>
                </a:gridCol>
                <a:gridCol w="1447054">
                  <a:extLst>
                    <a:ext uri="{9D8B030D-6E8A-4147-A177-3AD203B41FA5}">
                      <a16:colId xmlns:a16="http://schemas.microsoft.com/office/drawing/2014/main" val="2986282273"/>
                    </a:ext>
                  </a:extLst>
                </a:gridCol>
              </a:tblGrid>
              <a:tr h="630678">
                <a:tc>
                  <a:txBody>
                    <a:bodyPr/>
                    <a:lstStyle/>
                    <a:p>
                      <a:pPr algn="ctr"/>
                      <a:r>
                        <a:rPr lang="en-US" altLang="zh-CN" dirty="0">
                          <a:solidFill>
                            <a:srgbClr val="00B0F0"/>
                          </a:solidFill>
                        </a:rPr>
                        <a:t>Time</a:t>
                      </a:r>
                      <a:endParaRPr lang="zh-CN" altLang="en-US" dirty="0">
                        <a:solidFill>
                          <a:srgbClr val="00B0F0"/>
                        </a:solidFill>
                      </a:endParaRPr>
                    </a:p>
                  </a:txBody>
                  <a:tcPr>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tcPr>
                </a:tc>
                <a:tc>
                  <a:txBody>
                    <a:bodyPr/>
                    <a:lstStyle/>
                    <a:p>
                      <a:pPr algn="ctr"/>
                      <a:r>
                        <a:rPr lang="en-US" altLang="zh-CN" dirty="0">
                          <a:solidFill>
                            <a:srgbClr val="00B0F0"/>
                          </a:solidFill>
                        </a:rPr>
                        <a:t>P1 op.</a:t>
                      </a:r>
                      <a:endParaRPr lang="zh-CN" altLang="en-US" dirty="0">
                        <a:solidFill>
                          <a:srgbClr val="00B0F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tcPr>
                </a:tc>
                <a:tc>
                  <a:txBody>
                    <a:bodyPr/>
                    <a:lstStyle/>
                    <a:p>
                      <a:pPr algn="ctr"/>
                      <a:r>
                        <a:rPr lang="en-US" altLang="zh-CN" dirty="0">
                          <a:solidFill>
                            <a:srgbClr val="00B0F0"/>
                          </a:solidFill>
                        </a:rPr>
                        <a:t>P2 op.</a:t>
                      </a:r>
                      <a:endParaRPr lang="zh-CN" altLang="en-US" dirty="0">
                        <a:solidFill>
                          <a:srgbClr val="00B0F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tcPr>
                </a:tc>
                <a:tc>
                  <a:txBody>
                    <a:bodyPr/>
                    <a:lstStyle/>
                    <a:p>
                      <a:pPr algn="ctr"/>
                      <a:r>
                        <a:rPr lang="en-US" altLang="zh-CN" dirty="0">
                          <a:solidFill>
                            <a:srgbClr val="00B0F0"/>
                          </a:solidFill>
                        </a:rPr>
                        <a:t>State A in P1</a:t>
                      </a:r>
                      <a:endParaRPr lang="zh-CN" altLang="en-US" dirty="0">
                        <a:solidFill>
                          <a:srgbClr val="00B0F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tcPr>
                </a:tc>
                <a:tc>
                  <a:txBody>
                    <a:bodyPr/>
                    <a:lstStyle/>
                    <a:p>
                      <a:pPr algn="ctr"/>
                      <a:r>
                        <a:rPr lang="en-US" altLang="zh-CN" dirty="0">
                          <a:solidFill>
                            <a:srgbClr val="00B0F0"/>
                          </a:solidFill>
                        </a:rPr>
                        <a:t>State B in P2</a:t>
                      </a:r>
                      <a:endParaRPr lang="zh-CN" altLang="en-US" dirty="0">
                        <a:solidFill>
                          <a:srgbClr val="00B0F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tcPr>
                </a:tc>
                <a:tc>
                  <a:txBody>
                    <a:bodyPr/>
                    <a:lstStyle/>
                    <a:p>
                      <a:pPr algn="ctr"/>
                      <a:r>
                        <a:rPr lang="en-US" altLang="zh-CN" dirty="0">
                          <a:solidFill>
                            <a:srgbClr val="00B0F0"/>
                          </a:solidFill>
                        </a:rPr>
                        <a:t>Bus action</a:t>
                      </a:r>
                      <a:endParaRPr lang="zh-CN" altLang="en-US" dirty="0"/>
                    </a:p>
                  </a:txBody>
                  <a:tcPr>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92689419"/>
                  </a:ext>
                </a:extLst>
              </a:tr>
              <a:tr h="360388">
                <a:tc>
                  <a:txBody>
                    <a:bodyPr/>
                    <a:lstStyle/>
                    <a:p>
                      <a:pPr algn="ctr"/>
                      <a:r>
                        <a:rPr lang="en-US" altLang="zh-CN" dirty="0">
                          <a:latin typeface="Arial Narrow" panose="020B0606020202030204" pitchFamily="34" charset="0"/>
                        </a:rPr>
                        <a:t>t0</a:t>
                      </a:r>
                      <a:endParaRPr lang="zh-CN" altLang="en-US" dirty="0">
                        <a:latin typeface="Arial Narrow" panose="020B0606020202030204" pitchFamily="34" charset="0"/>
                      </a:endParaRPr>
                    </a:p>
                  </a:txBody>
                  <a:tcP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CN" altLang="en-US" dirty="0">
                        <a:latin typeface="Arial Narrow" panose="020B060602020203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CN" altLang="en-US" dirty="0">
                        <a:latin typeface="Arial Narrow" panose="020B060602020203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latin typeface="Arial Narrow" panose="020B0606020202030204" pitchFamily="34" charset="0"/>
                        </a:rPr>
                        <a:t>I</a:t>
                      </a:r>
                      <a:endParaRPr lang="zh-CN" altLang="en-US" dirty="0">
                        <a:latin typeface="Arial Narrow" panose="020B060602020203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latin typeface="Arial Narrow" panose="020B0606020202030204" pitchFamily="34" charset="0"/>
                        </a:rPr>
                        <a:t>I</a:t>
                      </a:r>
                      <a:endParaRPr lang="zh-CN" altLang="en-US" dirty="0">
                        <a:latin typeface="Arial Narrow" panose="020B060602020203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CN" altLang="en-US" dirty="0">
                        <a:latin typeface="Arial Narrow" panose="020B0606020202030204" pitchFamily="34" charset="0"/>
                      </a:endParaRPr>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39255117"/>
                  </a:ext>
                </a:extLst>
              </a:tr>
              <a:tr h="365393">
                <a:tc>
                  <a:txBody>
                    <a:bodyPr/>
                    <a:lstStyle/>
                    <a:p>
                      <a:pPr algn="ctr"/>
                      <a:r>
                        <a:rPr lang="en-US" altLang="zh-CN" dirty="0">
                          <a:latin typeface="Arial Narrow" panose="020B0606020202030204" pitchFamily="34" charset="0"/>
                        </a:rPr>
                        <a:t>t1</a:t>
                      </a:r>
                      <a:endParaRPr lang="zh-CN" altLang="en-US" dirty="0">
                        <a:latin typeface="Arial Narrow" panose="020B0606020202030204" pitchFamily="34" charset="0"/>
                      </a:endParaRPr>
                    </a:p>
                  </a:txBody>
                  <a:tcP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latin typeface="Arial Narrow" panose="020B0606020202030204" pitchFamily="34" charset="0"/>
                        </a:rPr>
                        <a:t>Read A</a:t>
                      </a:r>
                      <a:endParaRPr lang="zh-CN" altLang="en-US" dirty="0">
                        <a:latin typeface="Arial Narrow" panose="020B060602020203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CN" altLang="en-US" dirty="0">
                        <a:latin typeface="Arial Narrow" panose="020B060602020203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latin typeface="Arial Narrow" panose="020B0606020202030204" pitchFamily="34" charset="0"/>
                        </a:rPr>
                        <a:t>E</a:t>
                      </a:r>
                      <a:endParaRPr lang="zh-CN" altLang="en-US" dirty="0">
                        <a:latin typeface="Arial Narrow" panose="020B060602020203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latin typeface="Arial Narrow" panose="020B0606020202030204" pitchFamily="34" charset="0"/>
                        </a:rPr>
                        <a:t>I</a:t>
                      </a:r>
                      <a:endParaRPr lang="zh-CN" altLang="en-US" dirty="0">
                        <a:latin typeface="Arial Narrow" panose="020B060602020203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latin typeface="Arial Narrow" panose="020B0606020202030204" pitchFamily="34" charset="0"/>
                        </a:rPr>
                        <a:t>Read miss A</a:t>
                      </a:r>
                      <a:endParaRPr lang="zh-CN" altLang="en-US" dirty="0">
                        <a:latin typeface="Arial Narrow" panose="020B0606020202030204" pitchFamily="34" charset="0"/>
                      </a:endParaRPr>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49564079"/>
                  </a:ext>
                </a:extLst>
              </a:tr>
              <a:tr h="365393">
                <a:tc>
                  <a:txBody>
                    <a:bodyPr/>
                    <a:lstStyle/>
                    <a:p>
                      <a:pPr algn="ctr"/>
                      <a:r>
                        <a:rPr lang="en-US" altLang="zh-CN" dirty="0">
                          <a:latin typeface="Arial Narrow" panose="020B0606020202030204" pitchFamily="34" charset="0"/>
                        </a:rPr>
                        <a:t>t2</a:t>
                      </a:r>
                      <a:endParaRPr lang="zh-CN" altLang="en-US" dirty="0">
                        <a:latin typeface="Arial Narrow" panose="020B0606020202030204" pitchFamily="34" charset="0"/>
                      </a:endParaRPr>
                    </a:p>
                  </a:txBody>
                  <a:tcP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latin typeface="Arial Narrow" panose="020B0606020202030204" pitchFamily="34" charset="0"/>
                        </a:rPr>
                        <a:t>Write A</a:t>
                      </a:r>
                      <a:endParaRPr lang="zh-CN" altLang="en-US" dirty="0">
                        <a:latin typeface="Arial Narrow" panose="020B060602020203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CN" altLang="en-US" dirty="0">
                        <a:latin typeface="Arial Narrow" panose="020B060602020203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solidFill>
                            <a:srgbClr val="FF0000"/>
                          </a:solidFill>
                          <a:latin typeface="Arial Narrow" panose="020B0606020202030204" pitchFamily="34" charset="0"/>
                        </a:rPr>
                        <a:t>M</a:t>
                      </a:r>
                      <a:endParaRPr lang="zh-CN" altLang="en-US" dirty="0">
                        <a:solidFill>
                          <a:srgbClr val="FF0000"/>
                        </a:solidFill>
                        <a:latin typeface="Arial Narrow" panose="020B060602020203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latin typeface="Arial Narrow" panose="020B0606020202030204" pitchFamily="34" charset="0"/>
                        </a:rPr>
                        <a:t>I</a:t>
                      </a:r>
                      <a:endParaRPr lang="zh-CN" altLang="en-US" dirty="0">
                        <a:latin typeface="Arial Narrow" panose="020B060602020203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CN" altLang="en-US" dirty="0">
                        <a:solidFill>
                          <a:srgbClr val="FF0000"/>
                        </a:solidFill>
                        <a:latin typeface="Arial Narrow" panose="020B0606020202030204" pitchFamily="34" charset="0"/>
                      </a:endParaRPr>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091308593"/>
                  </a:ext>
                </a:extLst>
              </a:tr>
              <a:tr h="365393">
                <a:tc>
                  <a:txBody>
                    <a:bodyPr/>
                    <a:lstStyle/>
                    <a:p>
                      <a:pPr algn="ctr"/>
                      <a:r>
                        <a:rPr lang="en-US" altLang="zh-CN" dirty="0">
                          <a:latin typeface="Arial Narrow" panose="020B0606020202030204" pitchFamily="34" charset="0"/>
                        </a:rPr>
                        <a:t>t3</a:t>
                      </a:r>
                      <a:endParaRPr lang="zh-CN" altLang="en-US" dirty="0">
                        <a:latin typeface="Arial Narrow" panose="020B0606020202030204" pitchFamily="34" charset="0"/>
                      </a:endParaRPr>
                    </a:p>
                  </a:txBody>
                  <a:tcP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CN" altLang="en-US" dirty="0">
                        <a:latin typeface="Arial Narrow" panose="020B060602020203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dirty="0">
                          <a:latin typeface="Arial Narrow" panose="020B0606020202030204" pitchFamily="34" charset="0"/>
                        </a:rPr>
                        <a:t>Read B</a:t>
                      </a:r>
                      <a:endParaRPr lang="zh-CN" altLang="en-US" dirty="0">
                        <a:latin typeface="Arial Narrow" panose="020B060602020203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latin typeface="Arial Narrow" panose="020B0606020202030204" pitchFamily="34" charset="0"/>
                        </a:rPr>
                        <a:t>M</a:t>
                      </a:r>
                      <a:endParaRPr lang="zh-CN" altLang="en-US" dirty="0">
                        <a:latin typeface="Arial Narrow" panose="020B060602020203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latin typeface="Arial Narrow" panose="020B0606020202030204" pitchFamily="34" charset="0"/>
                        </a:rPr>
                        <a:t>E</a:t>
                      </a:r>
                      <a:endParaRPr lang="zh-CN" altLang="en-US" dirty="0">
                        <a:latin typeface="Arial Narrow" panose="020B060602020203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dirty="0">
                          <a:latin typeface="Arial Narrow" panose="020B0606020202030204" pitchFamily="34" charset="0"/>
                        </a:rPr>
                        <a:t>Read miss B</a:t>
                      </a:r>
                      <a:endParaRPr lang="zh-CN" altLang="en-US" dirty="0">
                        <a:latin typeface="Arial Narrow" panose="020B0606020202030204" pitchFamily="34" charset="0"/>
                      </a:endParaRPr>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79757351"/>
                  </a:ext>
                </a:extLst>
              </a:tr>
              <a:tr h="365393">
                <a:tc>
                  <a:txBody>
                    <a:bodyPr/>
                    <a:lstStyle/>
                    <a:p>
                      <a:pPr algn="ctr"/>
                      <a:r>
                        <a:rPr lang="en-US" altLang="zh-CN" dirty="0">
                          <a:latin typeface="Arial Narrow" panose="020B0606020202030204" pitchFamily="34" charset="0"/>
                        </a:rPr>
                        <a:t>t4</a:t>
                      </a:r>
                      <a:endParaRPr lang="zh-CN" altLang="en-US" dirty="0">
                        <a:latin typeface="Arial Narrow" panose="020B0606020202030204" pitchFamily="34" charset="0"/>
                      </a:endParaRPr>
                    </a:p>
                  </a:txBody>
                  <a:tcP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tcPr>
                </a:tc>
                <a:tc>
                  <a:txBody>
                    <a:bodyPr/>
                    <a:lstStyle/>
                    <a:p>
                      <a:pPr algn="ctr"/>
                      <a:endParaRPr lang="zh-CN" altLang="en-US" dirty="0">
                        <a:latin typeface="Arial Narrow" panose="020B060602020203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tcPr>
                </a:tc>
                <a:tc>
                  <a:txBody>
                    <a:bodyPr/>
                    <a:lstStyle/>
                    <a:p>
                      <a:pPr algn="ctr"/>
                      <a:r>
                        <a:rPr lang="en-US" altLang="zh-CN" dirty="0">
                          <a:latin typeface="Arial Narrow" panose="020B0606020202030204" pitchFamily="34" charset="0"/>
                        </a:rPr>
                        <a:t>Write B</a:t>
                      </a:r>
                      <a:endParaRPr lang="zh-CN" altLang="en-US" dirty="0">
                        <a:latin typeface="Arial Narrow" panose="020B060602020203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tcPr>
                </a:tc>
                <a:tc>
                  <a:txBody>
                    <a:bodyPr/>
                    <a:lstStyle/>
                    <a:p>
                      <a:pPr algn="ctr"/>
                      <a:r>
                        <a:rPr lang="en-US" altLang="zh-CN" dirty="0">
                          <a:latin typeface="Arial Narrow" panose="020B0606020202030204" pitchFamily="34" charset="0"/>
                        </a:rPr>
                        <a:t>M</a:t>
                      </a:r>
                      <a:endParaRPr lang="zh-CN" altLang="en-US" dirty="0">
                        <a:latin typeface="Arial Narrow" panose="020B060602020203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tcPr>
                </a:tc>
                <a:tc>
                  <a:txBody>
                    <a:bodyPr/>
                    <a:lstStyle/>
                    <a:p>
                      <a:pPr algn="ctr"/>
                      <a:r>
                        <a:rPr lang="en-US" altLang="zh-CN" dirty="0">
                          <a:solidFill>
                            <a:srgbClr val="FF0000"/>
                          </a:solidFill>
                          <a:latin typeface="Arial Narrow" panose="020B0606020202030204" pitchFamily="34" charset="0"/>
                        </a:rPr>
                        <a:t>M</a:t>
                      </a:r>
                      <a:endParaRPr lang="zh-CN" altLang="en-US" dirty="0">
                        <a:solidFill>
                          <a:srgbClr val="FF0000"/>
                        </a:solidFill>
                        <a:latin typeface="Arial Narrow" panose="020B060602020203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tcPr>
                </a:tc>
                <a:tc>
                  <a:txBody>
                    <a:bodyPr/>
                    <a:lstStyle/>
                    <a:p>
                      <a:pPr algn="ctr"/>
                      <a:endParaRPr lang="zh-CN" altLang="en-US" dirty="0">
                        <a:solidFill>
                          <a:srgbClr val="FF0000"/>
                        </a:solidFill>
                        <a:latin typeface="Arial Narrow" panose="020B0606020202030204" pitchFamily="34" charset="0"/>
                      </a:endParaRPr>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3718296590"/>
                  </a:ext>
                </a:extLst>
              </a:tr>
            </a:tbl>
          </a:graphicData>
        </a:graphic>
      </p:graphicFrame>
      <p:sp>
        <p:nvSpPr>
          <p:cNvPr id="10" name="矩形 9">
            <a:extLst>
              <a:ext uri="{FF2B5EF4-FFF2-40B4-BE49-F238E27FC236}">
                <a16:creationId xmlns:a16="http://schemas.microsoft.com/office/drawing/2014/main" id="{21B8B5AF-1940-474D-8475-D9EC377EEFC0}"/>
              </a:ext>
            </a:extLst>
          </p:cNvPr>
          <p:cNvSpPr/>
          <p:nvPr/>
        </p:nvSpPr>
        <p:spPr>
          <a:xfrm>
            <a:off x="304800" y="4953000"/>
            <a:ext cx="1000595" cy="461665"/>
          </a:xfrm>
          <a:prstGeom prst="rect">
            <a:avLst/>
          </a:prstGeom>
        </p:spPr>
        <p:txBody>
          <a:bodyPr wrap="none">
            <a:spAutoFit/>
          </a:bodyPr>
          <a:lstStyle/>
          <a:p>
            <a:r>
              <a:rPr lang="en-US" altLang="en-US" sz="2400" b="1" dirty="0">
                <a:ea typeface="ＭＳ Ｐゴシック" charset="-128"/>
              </a:rPr>
              <a:t>MESI</a:t>
            </a:r>
            <a:r>
              <a:rPr lang="en-US" altLang="en-US" dirty="0">
                <a:ea typeface="ＭＳ Ｐゴシック" charset="-128"/>
              </a:rPr>
              <a:t>:</a:t>
            </a:r>
            <a:endParaRPr lang="zh-CN" altLang="en-US" dirty="0"/>
          </a:p>
        </p:txBody>
      </p:sp>
    </p:spTree>
    <p:extLst>
      <p:ext uri="{BB962C8B-B14F-4D97-AF65-F5344CB8AC3E}">
        <p14:creationId xmlns:p14="http://schemas.microsoft.com/office/powerpoint/2010/main" val="4287640761"/>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5" name="Title 4"/>
          <p:cNvSpPr>
            <a:spLocks noGrp="1"/>
          </p:cNvSpPr>
          <p:nvPr>
            <p:ph type="title"/>
          </p:nvPr>
        </p:nvSpPr>
        <p:spPr>
          <a:xfrm>
            <a:off x="228600" y="152400"/>
            <a:ext cx="8915400" cy="1066800"/>
          </a:xfrm>
        </p:spPr>
        <p:txBody>
          <a:bodyPr/>
          <a:lstStyle/>
          <a:p>
            <a:r>
              <a:rPr lang="en-US" altLang="en-US" sz="3200" dirty="0">
                <a:ea typeface="ＭＳ Ｐゴシック" charset="-128"/>
              </a:rPr>
              <a:t>Sophisticated Cache Coherence Protocols</a:t>
            </a:r>
          </a:p>
        </p:txBody>
      </p:sp>
      <p:sp>
        <p:nvSpPr>
          <p:cNvPr id="6" name="Content Placeholder 5"/>
          <p:cNvSpPr>
            <a:spLocks noGrp="1"/>
          </p:cNvSpPr>
          <p:nvPr>
            <p:ph idx="1"/>
          </p:nvPr>
        </p:nvSpPr>
        <p:spPr>
          <a:xfrm>
            <a:off x="228600" y="996950"/>
            <a:ext cx="8610600" cy="5403850"/>
          </a:xfrm>
        </p:spPr>
        <p:txBody>
          <a:bodyPr/>
          <a:lstStyle/>
          <a:p>
            <a:pPr>
              <a:buFont typeface="Wingdings" charset="0"/>
              <a:buChar char="n"/>
              <a:defRPr/>
            </a:pPr>
            <a:r>
              <a:rPr lang="en-US" dirty="0"/>
              <a:t>Intel </a:t>
            </a:r>
            <a:r>
              <a:rPr lang="en-US" altLang="zh-CN" dirty="0"/>
              <a:t>i7</a:t>
            </a:r>
            <a:r>
              <a:rPr lang="en-US" dirty="0"/>
              <a:t>: </a:t>
            </a:r>
            <a:r>
              <a:rPr lang="en-US" dirty="0">
                <a:solidFill>
                  <a:srgbClr val="0432FF"/>
                </a:solidFill>
              </a:rPr>
              <a:t>MESIF</a:t>
            </a:r>
          </a:p>
          <a:p>
            <a:pPr lvl="1">
              <a:buFont typeface="Wingdings" charset="0"/>
              <a:buChar char="n"/>
              <a:defRPr/>
            </a:pPr>
            <a:r>
              <a:rPr lang="en-US" dirty="0">
                <a:solidFill>
                  <a:srgbClr val="0432FF"/>
                </a:solidFill>
              </a:rPr>
              <a:t>F</a:t>
            </a:r>
            <a:r>
              <a:rPr lang="en-US" dirty="0"/>
              <a:t>: forward (read from remote shared instead of memory)</a:t>
            </a:r>
          </a:p>
          <a:p>
            <a:pPr>
              <a:buFont typeface="Wingdings" charset="0"/>
              <a:buChar char="n"/>
              <a:defRPr/>
            </a:pPr>
            <a:r>
              <a:rPr lang="en-US" altLang="zh-CN" dirty="0"/>
              <a:t>AMD: </a:t>
            </a:r>
            <a:r>
              <a:rPr lang="en-US" altLang="zh-CN" dirty="0">
                <a:solidFill>
                  <a:srgbClr val="0432FF"/>
                </a:solidFill>
              </a:rPr>
              <a:t>MOESI</a:t>
            </a:r>
          </a:p>
          <a:p>
            <a:pPr lvl="1">
              <a:buFont typeface="Wingdings" charset="0"/>
              <a:buChar char="n"/>
              <a:defRPr/>
            </a:pPr>
            <a:r>
              <a:rPr lang="en-US" altLang="zh-CN" dirty="0">
                <a:solidFill>
                  <a:srgbClr val="0432FF"/>
                </a:solidFill>
              </a:rPr>
              <a:t>O</a:t>
            </a:r>
            <a:r>
              <a:rPr lang="en-US" altLang="zh-CN" dirty="0"/>
              <a:t>: owned (read from remote shared instead of memory)</a:t>
            </a:r>
          </a:p>
          <a:p>
            <a:pPr>
              <a:buFont typeface="Wingdings" charset="0"/>
              <a:buChar char="n"/>
              <a:defRPr/>
            </a:pPr>
            <a:endParaRPr lang="en-US" dirty="0"/>
          </a:p>
          <a:p>
            <a:pPr>
              <a:buFont typeface="Wingdings" charset="0"/>
              <a:buChar char="n"/>
              <a:defRPr/>
            </a:pPr>
            <a:r>
              <a:rPr lang="en-US" dirty="0"/>
              <a:t>The protocol can be optimized with more states and prediction mechanisms to</a:t>
            </a:r>
          </a:p>
          <a:p>
            <a:pPr marL="344487" lvl="1" indent="0">
              <a:buFont typeface="Wingdings" charset="0"/>
              <a:buNone/>
              <a:defRPr/>
            </a:pPr>
            <a:r>
              <a:rPr lang="en-US" dirty="0"/>
              <a:t>+ Reduce unnecessary invalidates and transfers of blocks</a:t>
            </a:r>
          </a:p>
          <a:p>
            <a:pPr>
              <a:buFont typeface="Wingdings" charset="0"/>
              <a:buChar char="n"/>
              <a:defRPr/>
            </a:pPr>
            <a:endParaRPr lang="en-US" dirty="0"/>
          </a:p>
          <a:p>
            <a:pPr>
              <a:buFont typeface="Wingdings" charset="0"/>
              <a:buChar char="n"/>
              <a:defRPr/>
            </a:pPr>
            <a:r>
              <a:rPr lang="en-US" dirty="0"/>
              <a:t>However, more states and optimizations </a:t>
            </a:r>
          </a:p>
          <a:p>
            <a:pPr marL="344487" lvl="1" indent="0">
              <a:buFont typeface="Wingdings" charset="0"/>
              <a:buNone/>
              <a:defRPr/>
            </a:pPr>
            <a:r>
              <a:rPr lang="en-US" dirty="0"/>
              <a:t>-- Are more difficult to design and verify (lead to more cases to take care of, race conditions)</a:t>
            </a:r>
          </a:p>
          <a:p>
            <a:pPr marL="344487" lvl="1" indent="0">
              <a:buFont typeface="Wingdings" charset="0"/>
              <a:buNone/>
              <a:defRPr/>
            </a:pPr>
            <a:r>
              <a:rPr lang="en-US" dirty="0"/>
              <a:t>-- Provide diminishing returns</a:t>
            </a:r>
          </a:p>
          <a:p>
            <a:pPr marL="0" indent="0">
              <a:buFont typeface="Wingdings" charset="0"/>
              <a:buNone/>
              <a:defRPr/>
            </a:pPr>
            <a:endParaRPr lang="en-US" dirty="0"/>
          </a:p>
        </p:txBody>
      </p:sp>
      <p:sp>
        <p:nvSpPr>
          <p:cNvPr id="108547" name="Slide Number Placeholder 3"/>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charset="0"/>
                <a:ea typeface="ＭＳ Ｐゴシック" charset="-128"/>
              </a:defRPr>
            </a:lvl1pPr>
            <a:lvl2pPr marL="742950" indent="-285750" eaLnBrk="0" hangingPunct="0">
              <a:defRPr sz="2400">
                <a:solidFill>
                  <a:schemeClr val="tx1"/>
                </a:solidFill>
                <a:latin typeface="Arial" charset="0"/>
                <a:ea typeface="ＭＳ Ｐゴシック" charset="-128"/>
              </a:defRPr>
            </a:lvl2pPr>
            <a:lvl3pPr marL="1143000" indent="-228600" eaLnBrk="0" hangingPunct="0">
              <a:defRPr sz="2400">
                <a:solidFill>
                  <a:schemeClr val="tx1"/>
                </a:solidFill>
                <a:latin typeface="Arial" charset="0"/>
                <a:ea typeface="ＭＳ Ｐゴシック" charset="-128"/>
              </a:defRPr>
            </a:lvl3pPr>
            <a:lvl4pPr marL="1600200" indent="-228600" eaLnBrk="0" hangingPunct="0">
              <a:defRPr sz="2400">
                <a:solidFill>
                  <a:schemeClr val="tx1"/>
                </a:solidFill>
                <a:latin typeface="Arial" charset="0"/>
                <a:ea typeface="ＭＳ Ｐゴシック" charset="-128"/>
              </a:defRPr>
            </a:lvl4pPr>
            <a:lvl5pPr marL="2057400" indent="-228600" eaLnBrk="0" hangingPunct="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eaLnBrk="1" hangingPunct="1"/>
            <a:fld id="{2DCF8EF8-A858-444E-A34B-0C0717EA41A7}" type="slidenum">
              <a:rPr lang="en-US" altLang="en-US" sz="1600">
                <a:solidFill>
                  <a:srgbClr val="000000"/>
                </a:solidFill>
                <a:latin typeface="Garamond" charset="0"/>
              </a:rPr>
              <a:pPr eaLnBrk="1" hangingPunct="1"/>
              <a:t>73</a:t>
            </a:fld>
            <a:endParaRPr lang="en-US" altLang="en-US" sz="1600">
              <a:solidFill>
                <a:srgbClr val="000000"/>
              </a:solidFill>
              <a:latin typeface="Garamond" charset="0"/>
            </a:endParaRPr>
          </a:p>
        </p:txBody>
      </p:sp>
    </p:spTree>
    <p:extLst>
      <p:ext uri="{BB962C8B-B14F-4D97-AF65-F5344CB8AC3E}">
        <p14:creationId xmlns:p14="http://schemas.microsoft.com/office/powerpoint/2010/main" val="4072382488"/>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5" end="5"/>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
                                            <p:txEl>
                                              <p:pRg st="6" end="6"/>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6">
                                            <p:txEl>
                                              <p:pRg st="8" end="8"/>
                                            </p:txEl>
                                          </p:spTgt>
                                        </p:tgtEl>
                                        <p:attrNameLst>
                                          <p:attrName>style.visibility</p:attrName>
                                        </p:attrNameLst>
                                      </p:cBhvr>
                                      <p:to>
                                        <p:strVal val="visible"/>
                                      </p:to>
                                    </p:set>
                                  </p:childTnLst>
                                </p:cTn>
                              </p:par>
                            </p:childTnLst>
                          </p:cTn>
                        </p:par>
                      </p:childTnLst>
                    </p:cTn>
                  </p:par>
                  <p:par>
                    <p:cTn id="13" fill="hold" nodeType="clickPar">
                      <p:stCondLst>
                        <p:cond delay="indefinite"/>
                      </p:stCondLst>
                      <p:childTnLst>
                        <p:par>
                          <p:cTn id="14" fill="hold" nodeType="withGroup">
                            <p:stCondLst>
                              <p:cond delay="0"/>
                            </p:stCondLst>
                            <p:childTnLst>
                              <p:par>
                                <p:cTn id="15" presetID="1" presetClass="entr" presetSubtype="0" fill="hold" nodeType="clickEffect">
                                  <p:stCondLst>
                                    <p:cond delay="0"/>
                                  </p:stCondLst>
                                  <p:childTnLst>
                                    <p:set>
                                      <p:cBhvr>
                                        <p:cTn id="16" dur="1" fill="hold">
                                          <p:stCondLst>
                                            <p:cond delay="0"/>
                                          </p:stCondLst>
                                        </p:cTn>
                                        <p:tgtEl>
                                          <p:spTgt spid="6">
                                            <p:txEl>
                                              <p:pRg st="9" end="9"/>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6">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5" name="Title 1"/>
          <p:cNvSpPr>
            <a:spLocks noGrp="1"/>
          </p:cNvSpPr>
          <p:nvPr>
            <p:ph type="title"/>
          </p:nvPr>
        </p:nvSpPr>
        <p:spPr>
          <a:xfrm>
            <a:off x="38100" y="197879"/>
            <a:ext cx="9067800" cy="1066800"/>
          </a:xfrm>
        </p:spPr>
        <p:txBody>
          <a:bodyPr/>
          <a:lstStyle/>
          <a:p>
            <a:r>
              <a:rPr lang="en-US" altLang="en-US" dirty="0">
                <a:ea typeface="ＭＳ Ｐゴシック" charset="-128"/>
              </a:rPr>
              <a:t>Cache Coherence Protocols</a:t>
            </a:r>
          </a:p>
        </p:txBody>
      </p:sp>
      <p:sp>
        <p:nvSpPr>
          <p:cNvPr id="62" name="Oval 7">
            <a:extLst>
              <a:ext uri="{FF2B5EF4-FFF2-40B4-BE49-F238E27FC236}">
                <a16:creationId xmlns:a16="http://schemas.microsoft.com/office/drawing/2014/main" id="{C3FD745C-6FD2-49C8-8581-9947D0A0173E}"/>
              </a:ext>
            </a:extLst>
          </p:cNvPr>
          <p:cNvSpPr>
            <a:spLocks noChangeArrowheads="1"/>
          </p:cNvSpPr>
          <p:nvPr/>
        </p:nvSpPr>
        <p:spPr bwMode="auto">
          <a:xfrm>
            <a:off x="5791200" y="2590800"/>
            <a:ext cx="749300" cy="749300"/>
          </a:xfrm>
          <a:prstGeom prst="ellipse">
            <a:avLst/>
          </a:prstGeom>
          <a:solidFill>
            <a:schemeClr val="bg1"/>
          </a:solidFill>
          <a:ln w="12700">
            <a:solidFill>
              <a:schemeClr val="tx1"/>
            </a:solidFill>
            <a:round/>
            <a:headEnd/>
            <a:tailEnd/>
          </a:ln>
        </p:spPr>
        <p:txBody>
          <a:bodyPr wrap="none" anchor="ctr"/>
          <a:lstStyle>
            <a:lvl1pPr eaLnBrk="0" hangingPunct="0">
              <a:defRPr sz="2400">
                <a:solidFill>
                  <a:schemeClr val="tx1"/>
                </a:solidFill>
                <a:latin typeface="Arial" charset="0"/>
                <a:ea typeface="ＭＳ Ｐゴシック" charset="-128"/>
              </a:defRPr>
            </a:lvl1pPr>
            <a:lvl2pPr marL="742950" indent="-285750" eaLnBrk="0" hangingPunct="0">
              <a:defRPr sz="2400">
                <a:solidFill>
                  <a:schemeClr val="tx1"/>
                </a:solidFill>
                <a:latin typeface="Arial" charset="0"/>
                <a:ea typeface="ＭＳ Ｐゴシック" charset="-128"/>
              </a:defRPr>
            </a:lvl2pPr>
            <a:lvl3pPr marL="1143000" indent="-228600" eaLnBrk="0" hangingPunct="0">
              <a:defRPr sz="2400">
                <a:solidFill>
                  <a:schemeClr val="tx1"/>
                </a:solidFill>
                <a:latin typeface="Arial" charset="0"/>
                <a:ea typeface="ＭＳ Ｐゴシック" charset="-128"/>
              </a:defRPr>
            </a:lvl3pPr>
            <a:lvl4pPr marL="1600200" indent="-228600" eaLnBrk="0" hangingPunct="0">
              <a:defRPr sz="2400">
                <a:solidFill>
                  <a:schemeClr val="tx1"/>
                </a:solidFill>
                <a:latin typeface="Arial" charset="0"/>
                <a:ea typeface="ＭＳ Ｐゴシック" charset="-128"/>
              </a:defRPr>
            </a:lvl4pPr>
            <a:lvl5pPr marL="2057400" indent="-228600" eaLnBrk="0" hangingPunct="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charset="0"/>
              <a:ea typeface="ＭＳ Ｐゴシック" charset="-128"/>
              <a:cs typeface="+mn-cs"/>
            </a:endParaRPr>
          </a:p>
        </p:txBody>
      </p:sp>
      <p:sp>
        <p:nvSpPr>
          <p:cNvPr id="63" name="Line 9">
            <a:extLst>
              <a:ext uri="{FF2B5EF4-FFF2-40B4-BE49-F238E27FC236}">
                <a16:creationId xmlns:a16="http://schemas.microsoft.com/office/drawing/2014/main" id="{8D004B49-60EF-4C3B-B44D-B0F18B1C6733}"/>
              </a:ext>
            </a:extLst>
          </p:cNvPr>
          <p:cNvSpPr>
            <a:spLocks noChangeShapeType="1"/>
          </p:cNvSpPr>
          <p:nvPr/>
        </p:nvSpPr>
        <p:spPr bwMode="auto">
          <a:xfrm>
            <a:off x="6183312" y="3346531"/>
            <a:ext cx="0" cy="3111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charset="0"/>
              <a:ea typeface="ＭＳ Ｐゴシック" charset="-128"/>
              <a:cs typeface="+mn-cs"/>
            </a:endParaRPr>
          </a:p>
        </p:txBody>
      </p:sp>
      <p:sp>
        <p:nvSpPr>
          <p:cNvPr id="64" name="Line 10">
            <a:extLst>
              <a:ext uri="{FF2B5EF4-FFF2-40B4-BE49-F238E27FC236}">
                <a16:creationId xmlns:a16="http://schemas.microsoft.com/office/drawing/2014/main" id="{78F93EC4-754D-4E17-9CA2-8EBF58ACABE6}"/>
              </a:ext>
            </a:extLst>
          </p:cNvPr>
          <p:cNvSpPr>
            <a:spLocks noChangeShapeType="1"/>
          </p:cNvSpPr>
          <p:nvPr/>
        </p:nvSpPr>
        <p:spPr bwMode="auto">
          <a:xfrm>
            <a:off x="6183312" y="4337131"/>
            <a:ext cx="0" cy="36830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charset="0"/>
              <a:ea typeface="ＭＳ Ｐゴシック" charset="-128"/>
              <a:cs typeface="+mn-cs"/>
            </a:endParaRPr>
          </a:p>
        </p:txBody>
      </p:sp>
      <p:sp>
        <p:nvSpPr>
          <p:cNvPr id="65" name="Rectangle 11">
            <a:extLst>
              <a:ext uri="{FF2B5EF4-FFF2-40B4-BE49-F238E27FC236}">
                <a16:creationId xmlns:a16="http://schemas.microsoft.com/office/drawing/2014/main" id="{2FAB76D7-1805-492E-B58B-4C7C7D98E6C7}"/>
              </a:ext>
            </a:extLst>
          </p:cNvPr>
          <p:cNvSpPr>
            <a:spLocks noChangeArrowheads="1"/>
          </p:cNvSpPr>
          <p:nvPr/>
        </p:nvSpPr>
        <p:spPr bwMode="auto">
          <a:xfrm>
            <a:off x="5670551" y="5679907"/>
            <a:ext cx="2897184" cy="612843"/>
          </a:xfrm>
          <a:prstGeom prst="rect">
            <a:avLst/>
          </a:prstGeom>
          <a:solidFill>
            <a:schemeClr val="bg1">
              <a:lumMod val="95000"/>
            </a:schemeClr>
          </a:solidFill>
          <a:ln w="25400">
            <a:solidFill>
              <a:schemeClr val="tx1"/>
            </a:solidFill>
            <a:miter lim="800000"/>
            <a:headEnd/>
            <a:tailEnd/>
          </a:ln>
        </p:spPr>
        <p:txBody>
          <a:bodyPr wrap="none" anchor="ctr"/>
          <a:lstStyle>
            <a:lvl1pPr eaLnBrk="0" hangingPunct="0">
              <a:defRPr sz="2400">
                <a:solidFill>
                  <a:schemeClr val="tx1"/>
                </a:solidFill>
                <a:latin typeface="Arial" charset="0"/>
                <a:ea typeface="ＭＳ Ｐゴシック" charset="-128"/>
              </a:defRPr>
            </a:lvl1pPr>
            <a:lvl2pPr marL="742950" indent="-285750" eaLnBrk="0" hangingPunct="0">
              <a:defRPr sz="2400">
                <a:solidFill>
                  <a:schemeClr val="tx1"/>
                </a:solidFill>
                <a:latin typeface="Arial" charset="0"/>
                <a:ea typeface="ＭＳ Ｐゴシック" charset="-128"/>
              </a:defRPr>
            </a:lvl2pPr>
            <a:lvl3pPr marL="1143000" indent="-228600" eaLnBrk="0" hangingPunct="0">
              <a:defRPr sz="2400">
                <a:solidFill>
                  <a:schemeClr val="tx1"/>
                </a:solidFill>
                <a:latin typeface="Arial" charset="0"/>
                <a:ea typeface="ＭＳ Ｐゴシック" charset="-128"/>
              </a:defRPr>
            </a:lvl3pPr>
            <a:lvl4pPr marL="1600200" indent="-228600" eaLnBrk="0" hangingPunct="0">
              <a:defRPr sz="2400">
                <a:solidFill>
                  <a:schemeClr val="tx1"/>
                </a:solidFill>
                <a:latin typeface="Arial" charset="0"/>
                <a:ea typeface="ＭＳ Ｐゴシック" charset="-128"/>
              </a:defRPr>
            </a:lvl4pPr>
            <a:lvl5pPr marL="2057400" indent="-228600" eaLnBrk="0" hangingPunct="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charset="0"/>
              <a:ea typeface="ＭＳ Ｐゴシック" charset="-128"/>
              <a:cs typeface="+mn-cs"/>
            </a:endParaRPr>
          </a:p>
        </p:txBody>
      </p:sp>
      <p:sp>
        <p:nvSpPr>
          <p:cNvPr id="66" name="Rectangle 13">
            <a:extLst>
              <a:ext uri="{FF2B5EF4-FFF2-40B4-BE49-F238E27FC236}">
                <a16:creationId xmlns:a16="http://schemas.microsoft.com/office/drawing/2014/main" id="{C81878FC-9DB1-4103-BDCF-371293ED4DC3}"/>
              </a:ext>
            </a:extLst>
          </p:cNvPr>
          <p:cNvSpPr>
            <a:spLocks noChangeArrowheads="1"/>
          </p:cNvSpPr>
          <p:nvPr/>
        </p:nvSpPr>
        <p:spPr bwMode="auto">
          <a:xfrm>
            <a:off x="5870048" y="2767806"/>
            <a:ext cx="593112" cy="3667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eaLnBrk="0" hangingPunct="0">
              <a:defRPr sz="2400">
                <a:solidFill>
                  <a:schemeClr val="tx1"/>
                </a:solidFill>
                <a:latin typeface="Arial" charset="0"/>
                <a:ea typeface="ＭＳ Ｐゴシック" charset="-128"/>
              </a:defRPr>
            </a:lvl1pPr>
            <a:lvl2pPr marL="742950" indent="-285750" eaLnBrk="0" hangingPunct="0">
              <a:defRPr sz="2400">
                <a:solidFill>
                  <a:schemeClr val="tx1"/>
                </a:solidFill>
                <a:latin typeface="Arial" charset="0"/>
                <a:ea typeface="ＭＳ Ｐゴシック" charset="-128"/>
              </a:defRPr>
            </a:lvl2pPr>
            <a:lvl3pPr marL="1143000" indent="-228600" eaLnBrk="0" hangingPunct="0">
              <a:defRPr sz="2400">
                <a:solidFill>
                  <a:schemeClr val="tx1"/>
                </a:solidFill>
                <a:latin typeface="Arial" charset="0"/>
                <a:ea typeface="ＭＳ Ｐゴシック" charset="-128"/>
              </a:defRPr>
            </a:lvl3pPr>
            <a:lvl4pPr marL="1600200" indent="-228600" eaLnBrk="0" hangingPunct="0">
              <a:defRPr sz="2400">
                <a:solidFill>
                  <a:schemeClr val="tx1"/>
                </a:solidFill>
                <a:latin typeface="Arial" charset="0"/>
                <a:ea typeface="ＭＳ Ｐゴシック" charset="-128"/>
              </a:defRPr>
            </a:lvl4pPr>
            <a:lvl5pPr marL="2057400" indent="-228600" eaLnBrk="0" hangingPunct="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dirty="0">
                <a:ln>
                  <a:noFill/>
                </a:ln>
                <a:solidFill>
                  <a:srgbClr val="000000"/>
                </a:solidFill>
                <a:effectLst/>
                <a:uLnTx/>
                <a:uFillTx/>
                <a:latin typeface="Arial Narrow" panose="020B0606020202030204" pitchFamily="34" charset="0"/>
              </a:rPr>
              <a:t>Core</a:t>
            </a:r>
          </a:p>
        </p:txBody>
      </p:sp>
      <p:sp>
        <p:nvSpPr>
          <p:cNvPr id="67" name="AutoShape 16">
            <a:extLst>
              <a:ext uri="{FF2B5EF4-FFF2-40B4-BE49-F238E27FC236}">
                <a16:creationId xmlns:a16="http://schemas.microsoft.com/office/drawing/2014/main" id="{F44B164B-3365-4157-9B91-277598472F54}"/>
              </a:ext>
            </a:extLst>
          </p:cNvPr>
          <p:cNvSpPr>
            <a:spLocks noChangeArrowheads="1"/>
          </p:cNvSpPr>
          <p:nvPr/>
        </p:nvSpPr>
        <p:spPr bwMode="auto">
          <a:xfrm>
            <a:off x="5585618" y="4718131"/>
            <a:ext cx="3067051" cy="596900"/>
          </a:xfrm>
          <a:prstGeom prst="roundRect">
            <a:avLst>
              <a:gd name="adj" fmla="val 12495"/>
            </a:avLst>
          </a:prstGeom>
          <a:solidFill>
            <a:schemeClr val="bg1"/>
          </a:solidFill>
          <a:ln w="12700">
            <a:solidFill>
              <a:schemeClr val="tx1"/>
            </a:solidFill>
            <a:round/>
            <a:headEnd/>
            <a:tailEnd/>
          </a:ln>
        </p:spPr>
        <p:txBody>
          <a:bodyPr wrap="none" anchor="ctr"/>
          <a:lstStyle>
            <a:lvl1pPr eaLnBrk="0" hangingPunct="0">
              <a:defRPr sz="2400">
                <a:solidFill>
                  <a:schemeClr val="tx1"/>
                </a:solidFill>
                <a:latin typeface="Arial" charset="0"/>
                <a:ea typeface="ＭＳ Ｐゴシック" charset="-128"/>
              </a:defRPr>
            </a:lvl1pPr>
            <a:lvl2pPr marL="742950" indent="-285750" eaLnBrk="0" hangingPunct="0">
              <a:defRPr sz="2400">
                <a:solidFill>
                  <a:schemeClr val="tx1"/>
                </a:solidFill>
                <a:latin typeface="Arial" charset="0"/>
                <a:ea typeface="ＭＳ Ｐゴシック" charset="-128"/>
              </a:defRPr>
            </a:lvl2pPr>
            <a:lvl3pPr marL="1143000" indent="-228600" eaLnBrk="0" hangingPunct="0">
              <a:defRPr sz="2400">
                <a:solidFill>
                  <a:schemeClr val="tx1"/>
                </a:solidFill>
                <a:latin typeface="Arial" charset="0"/>
                <a:ea typeface="ＭＳ Ｐゴシック" charset="-128"/>
              </a:defRPr>
            </a:lvl3pPr>
            <a:lvl4pPr marL="1600200" indent="-228600" eaLnBrk="0" hangingPunct="0">
              <a:defRPr sz="2400">
                <a:solidFill>
                  <a:schemeClr val="tx1"/>
                </a:solidFill>
                <a:latin typeface="Arial" charset="0"/>
                <a:ea typeface="ＭＳ Ｐゴシック" charset="-128"/>
              </a:defRPr>
            </a:lvl4pPr>
            <a:lvl5pPr marL="2057400" indent="-228600" eaLnBrk="0" hangingPunct="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charset="0"/>
              <a:ea typeface="ＭＳ Ｐゴシック" charset="-128"/>
              <a:cs typeface="+mn-cs"/>
            </a:endParaRPr>
          </a:p>
        </p:txBody>
      </p:sp>
      <p:sp>
        <p:nvSpPr>
          <p:cNvPr id="68" name="Rectangle 17">
            <a:extLst>
              <a:ext uri="{FF2B5EF4-FFF2-40B4-BE49-F238E27FC236}">
                <a16:creationId xmlns:a16="http://schemas.microsoft.com/office/drawing/2014/main" id="{6726E8FF-1CC8-4E08-8810-8FE0E87D5EA1}"/>
              </a:ext>
            </a:extLst>
          </p:cNvPr>
          <p:cNvSpPr>
            <a:spLocks noChangeArrowheads="1"/>
          </p:cNvSpPr>
          <p:nvPr/>
        </p:nvSpPr>
        <p:spPr bwMode="auto">
          <a:xfrm>
            <a:off x="6027440" y="4845820"/>
            <a:ext cx="2212210" cy="3667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eaLnBrk="0" hangingPunct="0">
              <a:defRPr sz="2400">
                <a:solidFill>
                  <a:schemeClr val="tx1"/>
                </a:solidFill>
                <a:latin typeface="Arial" charset="0"/>
                <a:ea typeface="ＭＳ Ｐゴシック" charset="-128"/>
              </a:defRPr>
            </a:lvl1pPr>
            <a:lvl2pPr marL="742950" indent="-285750" eaLnBrk="0" hangingPunct="0">
              <a:defRPr sz="2400">
                <a:solidFill>
                  <a:schemeClr val="tx1"/>
                </a:solidFill>
                <a:latin typeface="Arial" charset="0"/>
                <a:ea typeface="ＭＳ Ｐゴシック" charset="-128"/>
              </a:defRPr>
            </a:lvl2pPr>
            <a:lvl3pPr marL="1143000" indent="-228600" eaLnBrk="0" hangingPunct="0">
              <a:defRPr sz="2400">
                <a:solidFill>
                  <a:schemeClr val="tx1"/>
                </a:solidFill>
                <a:latin typeface="Arial" charset="0"/>
                <a:ea typeface="ＭＳ Ｐゴシック" charset="-128"/>
              </a:defRPr>
            </a:lvl3pPr>
            <a:lvl4pPr marL="1600200" indent="-228600" eaLnBrk="0" hangingPunct="0">
              <a:defRPr sz="2400">
                <a:solidFill>
                  <a:schemeClr val="tx1"/>
                </a:solidFill>
                <a:latin typeface="Arial" charset="0"/>
                <a:ea typeface="ＭＳ Ｐゴシック" charset="-128"/>
              </a:defRPr>
            </a:lvl4pPr>
            <a:lvl5pPr marL="2057400" indent="-228600" eaLnBrk="0" hangingPunct="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dirty="0">
                <a:ln>
                  <a:noFill/>
                </a:ln>
                <a:solidFill>
                  <a:srgbClr val="000000"/>
                </a:solidFill>
                <a:effectLst/>
                <a:uLnTx/>
                <a:uFillTx/>
                <a:latin typeface="Arial" charset="0"/>
                <a:ea typeface="ＭＳ Ｐゴシック" charset="-128"/>
                <a:cs typeface="+mn-cs"/>
              </a:rPr>
              <a:t>Bus (</a:t>
            </a:r>
            <a:r>
              <a:rPr kumimoji="0" lang="en-US" altLang="en-US" sz="1800" b="0" i="0" u="none" strike="noStrike" kern="1200" cap="none" spc="0" normalizeH="0" baseline="0" noProof="0" dirty="0">
                <a:ln>
                  <a:noFill/>
                </a:ln>
                <a:solidFill>
                  <a:schemeClr val="accent3">
                    <a:lumMod val="65000"/>
                  </a:schemeClr>
                </a:solidFill>
                <a:effectLst/>
                <a:uLnTx/>
                <a:uFillTx/>
                <a:latin typeface="Arial Narrow" panose="020B0606020202030204" pitchFamily="34" charset="0"/>
              </a:rPr>
              <a:t>one </a:t>
            </a:r>
            <a:r>
              <a:rPr lang="en-US" altLang="en-US" sz="1800" dirty="0">
                <a:solidFill>
                  <a:schemeClr val="accent3">
                    <a:lumMod val="65000"/>
                  </a:schemeClr>
                </a:solidFill>
                <a:latin typeface="Arial Narrow" panose="020B0606020202030204" pitchFamily="34" charset="0"/>
              </a:rPr>
              <a:t>trans. A time</a:t>
            </a:r>
            <a:r>
              <a:rPr kumimoji="0" lang="en-US" altLang="en-US" sz="1800" b="0" i="0" u="none" strike="noStrike" kern="1200" cap="none" spc="0" normalizeH="0" baseline="0" noProof="0" dirty="0">
                <a:ln>
                  <a:noFill/>
                </a:ln>
                <a:solidFill>
                  <a:srgbClr val="000000"/>
                </a:solidFill>
                <a:effectLst/>
                <a:uLnTx/>
                <a:uFillTx/>
                <a:latin typeface="Arial" charset="0"/>
                <a:ea typeface="ＭＳ Ｐゴシック" charset="-128"/>
                <a:cs typeface="+mn-cs"/>
              </a:rPr>
              <a:t>)</a:t>
            </a:r>
          </a:p>
        </p:txBody>
      </p:sp>
      <p:sp>
        <p:nvSpPr>
          <p:cNvPr id="69" name="Line 18">
            <a:extLst>
              <a:ext uri="{FF2B5EF4-FFF2-40B4-BE49-F238E27FC236}">
                <a16:creationId xmlns:a16="http://schemas.microsoft.com/office/drawing/2014/main" id="{9C8E6EED-6D8A-40F4-8D07-AA9EC802D653}"/>
              </a:ext>
            </a:extLst>
          </p:cNvPr>
          <p:cNvSpPr>
            <a:spLocks noChangeShapeType="1"/>
          </p:cNvSpPr>
          <p:nvPr/>
        </p:nvSpPr>
        <p:spPr bwMode="auto">
          <a:xfrm>
            <a:off x="7109619" y="5315031"/>
            <a:ext cx="0" cy="36830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charset="0"/>
              <a:ea typeface="ＭＳ Ｐゴシック" charset="-128"/>
              <a:cs typeface="+mn-cs"/>
            </a:endParaRPr>
          </a:p>
        </p:txBody>
      </p:sp>
      <p:sp>
        <p:nvSpPr>
          <p:cNvPr id="70" name="Rectangle 19">
            <a:extLst>
              <a:ext uri="{FF2B5EF4-FFF2-40B4-BE49-F238E27FC236}">
                <a16:creationId xmlns:a16="http://schemas.microsoft.com/office/drawing/2014/main" id="{A171447C-8908-4EFD-9151-3797598C349E}"/>
              </a:ext>
            </a:extLst>
          </p:cNvPr>
          <p:cNvSpPr>
            <a:spLocks noChangeArrowheads="1"/>
          </p:cNvSpPr>
          <p:nvPr/>
        </p:nvSpPr>
        <p:spPr bwMode="auto">
          <a:xfrm>
            <a:off x="6326981" y="5785775"/>
            <a:ext cx="1565275" cy="363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eaLnBrk="0" hangingPunct="0">
              <a:defRPr sz="2400">
                <a:solidFill>
                  <a:schemeClr val="tx1"/>
                </a:solidFill>
                <a:latin typeface="Arial" charset="0"/>
                <a:ea typeface="ＭＳ Ｐゴシック" charset="-128"/>
              </a:defRPr>
            </a:lvl1pPr>
            <a:lvl2pPr marL="742950" indent="-285750" eaLnBrk="0" hangingPunct="0">
              <a:defRPr sz="2400">
                <a:solidFill>
                  <a:schemeClr val="tx1"/>
                </a:solidFill>
                <a:latin typeface="Arial" charset="0"/>
                <a:ea typeface="ＭＳ Ｐゴシック" charset="-128"/>
              </a:defRPr>
            </a:lvl2pPr>
            <a:lvl3pPr marL="1143000" indent="-228600" eaLnBrk="0" hangingPunct="0">
              <a:defRPr sz="2400">
                <a:solidFill>
                  <a:schemeClr val="tx1"/>
                </a:solidFill>
                <a:latin typeface="Arial" charset="0"/>
                <a:ea typeface="ＭＳ Ｐゴシック" charset="-128"/>
              </a:defRPr>
            </a:lvl3pPr>
            <a:lvl4pPr marL="1600200" indent="-228600" eaLnBrk="0" hangingPunct="0">
              <a:defRPr sz="2400">
                <a:solidFill>
                  <a:schemeClr val="tx1"/>
                </a:solidFill>
                <a:latin typeface="Arial" charset="0"/>
                <a:ea typeface="ＭＳ Ｐゴシック" charset="-128"/>
              </a:defRPr>
            </a:lvl4pPr>
            <a:lvl5pPr marL="2057400" indent="-228600" eaLnBrk="0" hangingPunct="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dirty="0">
                <a:ln>
                  <a:noFill/>
                </a:ln>
                <a:solidFill>
                  <a:srgbClr val="000000"/>
                </a:solidFill>
                <a:effectLst/>
                <a:uLnTx/>
                <a:uFillTx/>
                <a:latin typeface="Arial" charset="0"/>
                <a:ea typeface="ＭＳ Ｐゴシック" charset="-128"/>
                <a:cs typeface="+mn-cs"/>
              </a:rPr>
              <a:t>Main Memory</a:t>
            </a:r>
          </a:p>
        </p:txBody>
      </p:sp>
      <p:sp>
        <p:nvSpPr>
          <p:cNvPr id="71" name="矩形: 圆角 70">
            <a:extLst>
              <a:ext uri="{FF2B5EF4-FFF2-40B4-BE49-F238E27FC236}">
                <a16:creationId xmlns:a16="http://schemas.microsoft.com/office/drawing/2014/main" id="{CD5547E4-1DDA-42DC-A2DC-DF8A6E33F02A}"/>
              </a:ext>
            </a:extLst>
          </p:cNvPr>
          <p:cNvSpPr/>
          <p:nvPr/>
        </p:nvSpPr>
        <p:spPr bwMode="auto">
          <a:xfrm>
            <a:off x="5491169" y="3657681"/>
            <a:ext cx="1371569" cy="679450"/>
          </a:xfrm>
          <a:prstGeom prst="roundRect">
            <a:avLst/>
          </a:prstGeom>
          <a:solidFill>
            <a:srgbClr val="CCECFF"/>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zh-CN" altLang="en-US" sz="1800" b="0" i="0" u="none" strike="noStrike" cap="none" normalizeH="0" baseline="0" dirty="0">
              <a:ln>
                <a:noFill/>
              </a:ln>
              <a:solidFill>
                <a:schemeClr val="tx1"/>
              </a:solidFill>
              <a:effectLst/>
              <a:latin typeface="Arial Narrow" panose="020B0606020202030204" pitchFamily="34" charset="0"/>
            </a:endParaRPr>
          </a:p>
        </p:txBody>
      </p:sp>
      <p:sp>
        <p:nvSpPr>
          <p:cNvPr id="72" name="Oval 7">
            <a:extLst>
              <a:ext uri="{FF2B5EF4-FFF2-40B4-BE49-F238E27FC236}">
                <a16:creationId xmlns:a16="http://schemas.microsoft.com/office/drawing/2014/main" id="{41CD9E39-0BB2-4CF4-870E-CF5B9BDF28E5}"/>
              </a:ext>
            </a:extLst>
          </p:cNvPr>
          <p:cNvSpPr>
            <a:spLocks noChangeArrowheads="1"/>
          </p:cNvSpPr>
          <p:nvPr/>
        </p:nvSpPr>
        <p:spPr bwMode="auto">
          <a:xfrm>
            <a:off x="7643019" y="2599491"/>
            <a:ext cx="749300" cy="749300"/>
          </a:xfrm>
          <a:prstGeom prst="ellipse">
            <a:avLst/>
          </a:prstGeom>
          <a:solidFill>
            <a:schemeClr val="bg1"/>
          </a:solidFill>
          <a:ln w="12700">
            <a:solidFill>
              <a:schemeClr val="tx1"/>
            </a:solidFill>
            <a:round/>
            <a:headEnd/>
            <a:tailEnd/>
          </a:ln>
        </p:spPr>
        <p:txBody>
          <a:bodyPr wrap="none" anchor="ctr"/>
          <a:lstStyle>
            <a:lvl1pPr eaLnBrk="0" hangingPunct="0">
              <a:defRPr sz="2400">
                <a:solidFill>
                  <a:schemeClr val="tx1"/>
                </a:solidFill>
                <a:latin typeface="Arial" charset="0"/>
                <a:ea typeface="ＭＳ Ｐゴシック" charset="-128"/>
              </a:defRPr>
            </a:lvl1pPr>
            <a:lvl2pPr marL="742950" indent="-285750" eaLnBrk="0" hangingPunct="0">
              <a:defRPr sz="2400">
                <a:solidFill>
                  <a:schemeClr val="tx1"/>
                </a:solidFill>
                <a:latin typeface="Arial" charset="0"/>
                <a:ea typeface="ＭＳ Ｐゴシック" charset="-128"/>
              </a:defRPr>
            </a:lvl2pPr>
            <a:lvl3pPr marL="1143000" indent="-228600" eaLnBrk="0" hangingPunct="0">
              <a:defRPr sz="2400">
                <a:solidFill>
                  <a:schemeClr val="tx1"/>
                </a:solidFill>
                <a:latin typeface="Arial" charset="0"/>
                <a:ea typeface="ＭＳ Ｐゴシック" charset="-128"/>
              </a:defRPr>
            </a:lvl3pPr>
            <a:lvl4pPr marL="1600200" indent="-228600" eaLnBrk="0" hangingPunct="0">
              <a:defRPr sz="2400">
                <a:solidFill>
                  <a:schemeClr val="tx1"/>
                </a:solidFill>
                <a:latin typeface="Arial" charset="0"/>
                <a:ea typeface="ＭＳ Ｐゴシック" charset="-128"/>
              </a:defRPr>
            </a:lvl4pPr>
            <a:lvl5pPr marL="2057400" indent="-228600" eaLnBrk="0" hangingPunct="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charset="0"/>
              <a:ea typeface="ＭＳ Ｐゴシック" charset="-128"/>
              <a:cs typeface="+mn-cs"/>
            </a:endParaRPr>
          </a:p>
        </p:txBody>
      </p:sp>
      <p:sp>
        <p:nvSpPr>
          <p:cNvPr id="73" name="Line 9">
            <a:extLst>
              <a:ext uri="{FF2B5EF4-FFF2-40B4-BE49-F238E27FC236}">
                <a16:creationId xmlns:a16="http://schemas.microsoft.com/office/drawing/2014/main" id="{3B5D5838-BED1-4543-85BF-E68725F7B89F}"/>
              </a:ext>
            </a:extLst>
          </p:cNvPr>
          <p:cNvSpPr>
            <a:spLocks noChangeShapeType="1"/>
          </p:cNvSpPr>
          <p:nvPr/>
        </p:nvSpPr>
        <p:spPr bwMode="auto">
          <a:xfrm>
            <a:off x="8035131" y="3355222"/>
            <a:ext cx="0" cy="3111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charset="0"/>
              <a:ea typeface="ＭＳ Ｐゴシック" charset="-128"/>
              <a:cs typeface="+mn-cs"/>
            </a:endParaRPr>
          </a:p>
        </p:txBody>
      </p:sp>
      <p:sp>
        <p:nvSpPr>
          <p:cNvPr id="74" name="Line 10">
            <a:extLst>
              <a:ext uri="{FF2B5EF4-FFF2-40B4-BE49-F238E27FC236}">
                <a16:creationId xmlns:a16="http://schemas.microsoft.com/office/drawing/2014/main" id="{68570B5F-8237-4B27-8B33-6CB70A53B906}"/>
              </a:ext>
            </a:extLst>
          </p:cNvPr>
          <p:cNvSpPr>
            <a:spLocks noChangeShapeType="1"/>
          </p:cNvSpPr>
          <p:nvPr/>
        </p:nvSpPr>
        <p:spPr bwMode="auto">
          <a:xfrm>
            <a:off x="8035131" y="4345822"/>
            <a:ext cx="0" cy="36830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charset="0"/>
              <a:ea typeface="ＭＳ Ｐゴシック" charset="-128"/>
              <a:cs typeface="+mn-cs"/>
            </a:endParaRPr>
          </a:p>
        </p:txBody>
      </p:sp>
      <p:sp>
        <p:nvSpPr>
          <p:cNvPr id="75" name="Rectangle 13">
            <a:extLst>
              <a:ext uri="{FF2B5EF4-FFF2-40B4-BE49-F238E27FC236}">
                <a16:creationId xmlns:a16="http://schemas.microsoft.com/office/drawing/2014/main" id="{7325B334-2C11-449E-9916-501898389F77}"/>
              </a:ext>
            </a:extLst>
          </p:cNvPr>
          <p:cNvSpPr>
            <a:spLocks noChangeArrowheads="1"/>
          </p:cNvSpPr>
          <p:nvPr/>
        </p:nvSpPr>
        <p:spPr bwMode="auto">
          <a:xfrm>
            <a:off x="7703650" y="2767806"/>
            <a:ext cx="593112" cy="3667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eaLnBrk="0" hangingPunct="0">
              <a:defRPr sz="2400">
                <a:solidFill>
                  <a:schemeClr val="tx1"/>
                </a:solidFill>
                <a:latin typeface="Arial" charset="0"/>
                <a:ea typeface="ＭＳ Ｐゴシック" charset="-128"/>
              </a:defRPr>
            </a:lvl1pPr>
            <a:lvl2pPr marL="742950" indent="-285750" eaLnBrk="0" hangingPunct="0">
              <a:defRPr sz="2400">
                <a:solidFill>
                  <a:schemeClr val="tx1"/>
                </a:solidFill>
                <a:latin typeface="Arial" charset="0"/>
                <a:ea typeface="ＭＳ Ｐゴシック" charset="-128"/>
              </a:defRPr>
            </a:lvl2pPr>
            <a:lvl3pPr marL="1143000" indent="-228600" eaLnBrk="0" hangingPunct="0">
              <a:defRPr sz="2400">
                <a:solidFill>
                  <a:schemeClr val="tx1"/>
                </a:solidFill>
                <a:latin typeface="Arial" charset="0"/>
                <a:ea typeface="ＭＳ Ｐゴシック" charset="-128"/>
              </a:defRPr>
            </a:lvl3pPr>
            <a:lvl4pPr marL="1600200" indent="-228600" eaLnBrk="0" hangingPunct="0">
              <a:defRPr sz="2400">
                <a:solidFill>
                  <a:schemeClr val="tx1"/>
                </a:solidFill>
                <a:latin typeface="Arial" charset="0"/>
                <a:ea typeface="ＭＳ Ｐゴシック" charset="-128"/>
              </a:defRPr>
            </a:lvl4pPr>
            <a:lvl5pPr marL="2057400" indent="-228600" eaLnBrk="0" hangingPunct="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dirty="0">
                <a:ln>
                  <a:noFill/>
                </a:ln>
                <a:solidFill>
                  <a:srgbClr val="000000"/>
                </a:solidFill>
                <a:effectLst/>
                <a:uLnTx/>
                <a:uFillTx/>
                <a:latin typeface="Arial Narrow" panose="020B0606020202030204" pitchFamily="34" charset="0"/>
              </a:rPr>
              <a:t>Core</a:t>
            </a:r>
          </a:p>
        </p:txBody>
      </p:sp>
      <p:sp>
        <p:nvSpPr>
          <p:cNvPr id="76" name="矩形 75">
            <a:extLst>
              <a:ext uri="{FF2B5EF4-FFF2-40B4-BE49-F238E27FC236}">
                <a16:creationId xmlns:a16="http://schemas.microsoft.com/office/drawing/2014/main" id="{9EDEF3E5-65FA-45F3-951F-3DAFB02C94A1}"/>
              </a:ext>
            </a:extLst>
          </p:cNvPr>
          <p:cNvSpPr/>
          <p:nvPr/>
        </p:nvSpPr>
        <p:spPr>
          <a:xfrm>
            <a:off x="6119020" y="3335506"/>
            <a:ext cx="1066799" cy="307777"/>
          </a:xfrm>
          <a:prstGeom prst="rect">
            <a:avLst/>
          </a:prstGeom>
        </p:spPr>
        <p:txBody>
          <a:bodyPr wrap="square">
            <a:spAutoFit/>
          </a:bodyPr>
          <a:lstStyle/>
          <a:p>
            <a:r>
              <a:rPr lang="en-US" altLang="en-US" sz="1400" b="1" dirty="0">
                <a:solidFill>
                  <a:schemeClr val="accent2"/>
                </a:solidFill>
                <a:latin typeface="Arial Narrow" panose="020B0606020202030204" pitchFamily="34" charset="0"/>
              </a:rPr>
              <a:t>CPU action</a:t>
            </a:r>
            <a:endParaRPr lang="zh-CN" altLang="en-US" sz="1400" dirty="0">
              <a:solidFill>
                <a:schemeClr val="accent2"/>
              </a:solidFill>
            </a:endParaRPr>
          </a:p>
        </p:txBody>
      </p:sp>
      <p:sp>
        <p:nvSpPr>
          <p:cNvPr id="77" name="矩形 76">
            <a:extLst>
              <a:ext uri="{FF2B5EF4-FFF2-40B4-BE49-F238E27FC236}">
                <a16:creationId xmlns:a16="http://schemas.microsoft.com/office/drawing/2014/main" id="{21E5251A-A363-461C-9DC6-C9CE986B96BD}"/>
              </a:ext>
            </a:extLst>
          </p:cNvPr>
          <p:cNvSpPr/>
          <p:nvPr/>
        </p:nvSpPr>
        <p:spPr>
          <a:xfrm>
            <a:off x="6119020" y="4386557"/>
            <a:ext cx="1066799" cy="307777"/>
          </a:xfrm>
          <a:prstGeom prst="rect">
            <a:avLst/>
          </a:prstGeom>
        </p:spPr>
        <p:txBody>
          <a:bodyPr wrap="square">
            <a:spAutoFit/>
          </a:bodyPr>
          <a:lstStyle/>
          <a:p>
            <a:r>
              <a:rPr lang="en-US" altLang="en-US" sz="1400" b="1" dirty="0">
                <a:solidFill>
                  <a:srgbClr val="92D050"/>
                </a:solidFill>
                <a:latin typeface="Arial Narrow" panose="020B0606020202030204" pitchFamily="34" charset="0"/>
              </a:rPr>
              <a:t>Bus action</a:t>
            </a:r>
            <a:endParaRPr lang="zh-CN" altLang="en-US" sz="1400" dirty="0">
              <a:solidFill>
                <a:srgbClr val="92D050"/>
              </a:solidFill>
            </a:endParaRPr>
          </a:p>
        </p:txBody>
      </p:sp>
      <p:sp>
        <p:nvSpPr>
          <p:cNvPr id="78" name="矩形 77">
            <a:extLst>
              <a:ext uri="{FF2B5EF4-FFF2-40B4-BE49-F238E27FC236}">
                <a16:creationId xmlns:a16="http://schemas.microsoft.com/office/drawing/2014/main" id="{B22C4E31-9354-45D4-923B-82884D9EC8E4}"/>
              </a:ext>
            </a:extLst>
          </p:cNvPr>
          <p:cNvSpPr/>
          <p:nvPr/>
        </p:nvSpPr>
        <p:spPr>
          <a:xfrm>
            <a:off x="7991662" y="3353693"/>
            <a:ext cx="1066799" cy="307777"/>
          </a:xfrm>
          <a:prstGeom prst="rect">
            <a:avLst/>
          </a:prstGeom>
        </p:spPr>
        <p:txBody>
          <a:bodyPr wrap="square">
            <a:spAutoFit/>
          </a:bodyPr>
          <a:lstStyle/>
          <a:p>
            <a:r>
              <a:rPr lang="en-US" altLang="en-US" sz="1400" b="1" dirty="0">
                <a:solidFill>
                  <a:schemeClr val="accent2"/>
                </a:solidFill>
                <a:latin typeface="Arial Narrow" panose="020B0606020202030204" pitchFamily="34" charset="0"/>
              </a:rPr>
              <a:t>CPU action</a:t>
            </a:r>
            <a:endParaRPr lang="zh-CN" altLang="en-US" sz="1400" dirty="0">
              <a:solidFill>
                <a:schemeClr val="accent2"/>
              </a:solidFill>
            </a:endParaRPr>
          </a:p>
        </p:txBody>
      </p:sp>
      <p:sp>
        <p:nvSpPr>
          <p:cNvPr id="79" name="矩形 78">
            <a:extLst>
              <a:ext uri="{FF2B5EF4-FFF2-40B4-BE49-F238E27FC236}">
                <a16:creationId xmlns:a16="http://schemas.microsoft.com/office/drawing/2014/main" id="{E6AC795D-FC33-4DBC-BDE3-0FEE466ED3C8}"/>
              </a:ext>
            </a:extLst>
          </p:cNvPr>
          <p:cNvSpPr/>
          <p:nvPr/>
        </p:nvSpPr>
        <p:spPr>
          <a:xfrm>
            <a:off x="7991663" y="4386557"/>
            <a:ext cx="1066799" cy="307777"/>
          </a:xfrm>
          <a:prstGeom prst="rect">
            <a:avLst/>
          </a:prstGeom>
        </p:spPr>
        <p:txBody>
          <a:bodyPr wrap="square">
            <a:spAutoFit/>
          </a:bodyPr>
          <a:lstStyle/>
          <a:p>
            <a:r>
              <a:rPr lang="en-US" altLang="en-US" sz="1400" b="1" dirty="0">
                <a:solidFill>
                  <a:srgbClr val="92D050"/>
                </a:solidFill>
                <a:latin typeface="Arial Narrow" panose="020B0606020202030204" pitchFamily="34" charset="0"/>
              </a:rPr>
              <a:t>Bus action</a:t>
            </a:r>
            <a:endParaRPr lang="zh-CN" altLang="en-US" sz="1400" dirty="0">
              <a:solidFill>
                <a:srgbClr val="92D050"/>
              </a:solidFill>
            </a:endParaRPr>
          </a:p>
        </p:txBody>
      </p:sp>
      <p:sp>
        <p:nvSpPr>
          <p:cNvPr id="80" name="矩形 79">
            <a:extLst>
              <a:ext uri="{FF2B5EF4-FFF2-40B4-BE49-F238E27FC236}">
                <a16:creationId xmlns:a16="http://schemas.microsoft.com/office/drawing/2014/main" id="{7CD3EA7F-7201-4C85-9E1D-B725A8499E94}"/>
              </a:ext>
            </a:extLst>
          </p:cNvPr>
          <p:cNvSpPr/>
          <p:nvPr/>
        </p:nvSpPr>
        <p:spPr>
          <a:xfrm>
            <a:off x="5535616" y="3742801"/>
            <a:ext cx="673100" cy="523220"/>
          </a:xfrm>
          <a:prstGeom prst="rect">
            <a:avLst/>
          </a:prstGeom>
          <a:ln w="19050">
            <a:solidFill>
              <a:schemeClr val="tx1"/>
            </a:solidFill>
          </a:ln>
        </p:spPr>
        <p:txBody>
          <a:bodyPr wrap="square">
            <a:spAutoFit/>
          </a:bodyPr>
          <a:lstStyle/>
          <a:p>
            <a:pPr algn="ctr"/>
            <a:r>
              <a:rPr lang="en-US" altLang="en-US" sz="1400" dirty="0">
                <a:solidFill>
                  <a:srgbClr val="000000"/>
                </a:solidFill>
                <a:latin typeface="Arial Narrow" panose="020B0606020202030204" pitchFamily="34" charset="0"/>
              </a:rPr>
              <a:t>Cache blocks</a:t>
            </a:r>
            <a:endParaRPr lang="zh-CN" altLang="en-US" sz="1400" dirty="0"/>
          </a:p>
        </p:txBody>
      </p:sp>
      <p:sp>
        <p:nvSpPr>
          <p:cNvPr id="81" name="矩形 80">
            <a:extLst>
              <a:ext uri="{FF2B5EF4-FFF2-40B4-BE49-F238E27FC236}">
                <a16:creationId xmlns:a16="http://schemas.microsoft.com/office/drawing/2014/main" id="{C711DF37-BF5F-4939-A09F-D1D341A6DF4C}"/>
              </a:ext>
            </a:extLst>
          </p:cNvPr>
          <p:cNvSpPr/>
          <p:nvPr/>
        </p:nvSpPr>
        <p:spPr>
          <a:xfrm>
            <a:off x="6253163" y="3843517"/>
            <a:ext cx="533400" cy="307777"/>
          </a:xfrm>
          <a:prstGeom prst="rect">
            <a:avLst/>
          </a:prstGeom>
          <a:ln w="15875" cmpd="sng">
            <a:solidFill>
              <a:schemeClr val="tx1"/>
            </a:solidFill>
          </a:ln>
        </p:spPr>
        <p:txBody>
          <a:bodyPr wrap="square">
            <a:spAutoFit/>
          </a:bodyPr>
          <a:lstStyle/>
          <a:p>
            <a:pPr algn="ctr"/>
            <a:r>
              <a:rPr lang="en-US" altLang="en-US" sz="1400" dirty="0">
                <a:solidFill>
                  <a:srgbClr val="000000"/>
                </a:solidFill>
                <a:latin typeface="Arial Narrow" panose="020B0606020202030204" pitchFamily="34" charset="0"/>
              </a:rPr>
              <a:t>Tags</a:t>
            </a:r>
            <a:endParaRPr lang="zh-CN" altLang="en-US" sz="1400" dirty="0"/>
          </a:p>
        </p:txBody>
      </p:sp>
      <p:sp>
        <p:nvSpPr>
          <p:cNvPr id="82" name="矩形: 圆角 81">
            <a:extLst>
              <a:ext uri="{FF2B5EF4-FFF2-40B4-BE49-F238E27FC236}">
                <a16:creationId xmlns:a16="http://schemas.microsoft.com/office/drawing/2014/main" id="{E7267A33-DB8B-4A2C-8BF8-6EA265BBFEE2}"/>
              </a:ext>
            </a:extLst>
          </p:cNvPr>
          <p:cNvSpPr/>
          <p:nvPr/>
        </p:nvSpPr>
        <p:spPr bwMode="auto">
          <a:xfrm>
            <a:off x="7349346" y="3674170"/>
            <a:ext cx="1371569" cy="679450"/>
          </a:xfrm>
          <a:prstGeom prst="roundRect">
            <a:avLst/>
          </a:prstGeom>
          <a:solidFill>
            <a:srgbClr val="CCECFF"/>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zh-CN" altLang="en-US" sz="1800" b="0" i="0" u="none" strike="noStrike" cap="none" normalizeH="0" baseline="0" dirty="0">
              <a:ln>
                <a:noFill/>
              </a:ln>
              <a:solidFill>
                <a:schemeClr val="tx1"/>
              </a:solidFill>
              <a:effectLst/>
              <a:latin typeface="Arial Narrow" panose="020B0606020202030204" pitchFamily="34" charset="0"/>
            </a:endParaRPr>
          </a:p>
        </p:txBody>
      </p:sp>
      <p:sp>
        <p:nvSpPr>
          <p:cNvPr id="83" name="矩形 82">
            <a:extLst>
              <a:ext uri="{FF2B5EF4-FFF2-40B4-BE49-F238E27FC236}">
                <a16:creationId xmlns:a16="http://schemas.microsoft.com/office/drawing/2014/main" id="{0609948D-EC11-4A1B-9BEA-C1E4F1651B73}"/>
              </a:ext>
            </a:extLst>
          </p:cNvPr>
          <p:cNvSpPr/>
          <p:nvPr/>
        </p:nvSpPr>
        <p:spPr>
          <a:xfrm>
            <a:off x="7393793" y="3759290"/>
            <a:ext cx="673100" cy="523220"/>
          </a:xfrm>
          <a:prstGeom prst="rect">
            <a:avLst/>
          </a:prstGeom>
          <a:ln w="19050">
            <a:solidFill>
              <a:schemeClr val="tx1"/>
            </a:solidFill>
          </a:ln>
        </p:spPr>
        <p:txBody>
          <a:bodyPr wrap="square">
            <a:spAutoFit/>
          </a:bodyPr>
          <a:lstStyle/>
          <a:p>
            <a:pPr algn="ctr"/>
            <a:r>
              <a:rPr lang="en-US" altLang="en-US" sz="1400" dirty="0">
                <a:solidFill>
                  <a:srgbClr val="000000"/>
                </a:solidFill>
                <a:latin typeface="Arial Narrow" panose="020B0606020202030204" pitchFamily="34" charset="0"/>
              </a:rPr>
              <a:t>Cache blocks</a:t>
            </a:r>
            <a:endParaRPr lang="zh-CN" altLang="en-US" sz="1400" dirty="0"/>
          </a:p>
        </p:txBody>
      </p:sp>
      <p:sp>
        <p:nvSpPr>
          <p:cNvPr id="84" name="矩形 83">
            <a:extLst>
              <a:ext uri="{FF2B5EF4-FFF2-40B4-BE49-F238E27FC236}">
                <a16:creationId xmlns:a16="http://schemas.microsoft.com/office/drawing/2014/main" id="{9A3CBBD7-FB7A-423C-A316-A0D6E9F019D6}"/>
              </a:ext>
            </a:extLst>
          </p:cNvPr>
          <p:cNvSpPr/>
          <p:nvPr/>
        </p:nvSpPr>
        <p:spPr>
          <a:xfrm>
            <a:off x="8111340" y="3860006"/>
            <a:ext cx="533400" cy="307777"/>
          </a:xfrm>
          <a:prstGeom prst="rect">
            <a:avLst/>
          </a:prstGeom>
          <a:ln w="15875" cmpd="sng">
            <a:solidFill>
              <a:schemeClr val="tx1"/>
            </a:solidFill>
          </a:ln>
        </p:spPr>
        <p:txBody>
          <a:bodyPr wrap="square">
            <a:spAutoFit/>
          </a:bodyPr>
          <a:lstStyle/>
          <a:p>
            <a:pPr algn="ctr"/>
            <a:r>
              <a:rPr lang="en-US" altLang="en-US" sz="1400" dirty="0">
                <a:solidFill>
                  <a:srgbClr val="000000"/>
                </a:solidFill>
                <a:latin typeface="Arial Narrow" panose="020B0606020202030204" pitchFamily="34" charset="0"/>
              </a:rPr>
              <a:t>Tags</a:t>
            </a:r>
            <a:endParaRPr lang="zh-CN" altLang="en-US" sz="1400" dirty="0"/>
          </a:p>
        </p:txBody>
      </p:sp>
      <p:sp>
        <p:nvSpPr>
          <p:cNvPr id="85" name="Rectangle">
            <a:extLst>
              <a:ext uri="{FF2B5EF4-FFF2-40B4-BE49-F238E27FC236}">
                <a16:creationId xmlns:a16="http://schemas.microsoft.com/office/drawing/2014/main" id="{34394321-B1A3-4469-BF59-FF03364058C9}"/>
              </a:ext>
            </a:extLst>
          </p:cNvPr>
          <p:cNvSpPr/>
          <p:nvPr/>
        </p:nvSpPr>
        <p:spPr>
          <a:xfrm>
            <a:off x="5437207" y="5527779"/>
            <a:ext cx="3401989" cy="862099"/>
          </a:xfrm>
          <a:prstGeom prst="rect">
            <a:avLst/>
          </a:prstGeom>
          <a:solidFill>
            <a:srgbClr val="FFFFFF">
              <a:alpha val="84174"/>
            </a:srgbClr>
          </a:solidFill>
          <a:ln w="12700">
            <a:miter lim="400000"/>
          </a:ln>
        </p:spPr>
        <p:txBody>
          <a:bodyPr lIns="45719" rIns="45719" anchor="ctr"/>
          <a:lstStyle/>
          <a:p>
            <a:endParaRPr/>
          </a:p>
        </p:txBody>
      </p:sp>
      <p:sp>
        <p:nvSpPr>
          <p:cNvPr id="86" name="Rectangle">
            <a:extLst>
              <a:ext uri="{FF2B5EF4-FFF2-40B4-BE49-F238E27FC236}">
                <a16:creationId xmlns:a16="http://schemas.microsoft.com/office/drawing/2014/main" id="{30E4483F-3015-4FCD-B19A-0578BA480F0A}"/>
              </a:ext>
            </a:extLst>
          </p:cNvPr>
          <p:cNvSpPr/>
          <p:nvPr/>
        </p:nvSpPr>
        <p:spPr>
          <a:xfrm>
            <a:off x="5437208" y="2500011"/>
            <a:ext cx="3554392" cy="1882538"/>
          </a:xfrm>
          <a:prstGeom prst="rect">
            <a:avLst/>
          </a:prstGeom>
          <a:solidFill>
            <a:srgbClr val="FFFFFF">
              <a:alpha val="84174"/>
            </a:srgbClr>
          </a:solidFill>
          <a:ln w="12700">
            <a:miter lim="400000"/>
          </a:ln>
        </p:spPr>
        <p:txBody>
          <a:bodyPr lIns="45719" rIns="45719" anchor="ctr"/>
          <a:lstStyle/>
          <a:p>
            <a:endParaRPr/>
          </a:p>
        </p:txBody>
      </p:sp>
      <p:sp>
        <p:nvSpPr>
          <p:cNvPr id="35" name="Content Placeholder 2">
            <a:extLst>
              <a:ext uri="{FF2B5EF4-FFF2-40B4-BE49-F238E27FC236}">
                <a16:creationId xmlns:a16="http://schemas.microsoft.com/office/drawing/2014/main" id="{7824F0CD-2C0D-4F18-9DD9-D4393568B5EE}"/>
              </a:ext>
            </a:extLst>
          </p:cNvPr>
          <p:cNvSpPr>
            <a:spLocks noGrp="1"/>
          </p:cNvSpPr>
          <p:nvPr>
            <p:ph idx="1"/>
          </p:nvPr>
        </p:nvSpPr>
        <p:spPr>
          <a:xfrm>
            <a:off x="0" y="875532"/>
            <a:ext cx="5584031" cy="3275762"/>
          </a:xfrm>
        </p:spPr>
        <p:txBody>
          <a:bodyPr/>
          <a:lstStyle/>
          <a:p>
            <a:r>
              <a:rPr lang="en-US" altLang="en-US" b="1" dirty="0">
                <a:ea typeface="ＭＳ Ｐゴシック" charset="-128"/>
              </a:rPr>
              <a:t>Cache Coherence</a:t>
            </a:r>
            <a:r>
              <a:rPr lang="en-US" altLang="en-US" dirty="0">
                <a:ea typeface="ＭＳ Ｐゴシック" charset="-128"/>
              </a:rPr>
              <a:t> </a:t>
            </a:r>
          </a:p>
          <a:p>
            <a:pPr lvl="1"/>
            <a:r>
              <a:rPr lang="en-US" altLang="zh-CN" b="1" dirty="0">
                <a:ea typeface="ＭＳ Ｐゴシック" charset="-128"/>
              </a:rPr>
              <a:t>Snoop</a:t>
            </a:r>
            <a:r>
              <a:rPr lang="en-US" altLang="zh-CN" dirty="0">
                <a:ea typeface="ＭＳ Ｐゴシック" charset="-128"/>
              </a:rPr>
              <a:t>:</a:t>
            </a:r>
            <a:r>
              <a:rPr lang="en-US" altLang="en-US" dirty="0">
                <a:ea typeface="ＭＳ Ｐゴシック" charset="-128"/>
              </a:rPr>
              <a:t> </a:t>
            </a:r>
            <a:r>
              <a:rPr lang="en-US" altLang="en-US" sz="2000" dirty="0">
                <a:ea typeface="ＭＳ Ｐゴシック" charset="-128"/>
              </a:rPr>
              <a:t>[Goodman ISCA 1983]</a:t>
            </a:r>
            <a:endParaRPr lang="en-US" altLang="zh-CN" sz="2000" dirty="0">
              <a:ea typeface="ＭＳ Ｐゴシック" charset="-128"/>
            </a:endParaRPr>
          </a:p>
          <a:p>
            <a:pPr lvl="2"/>
            <a:r>
              <a:rPr lang="en-US" altLang="zh-CN" dirty="0">
                <a:ea typeface="ＭＳ Ｐゴシック" charset="-128"/>
              </a:rPr>
              <a:t>Bus-based, each bus action broadcasts on the bus, one action at a time</a:t>
            </a:r>
            <a:r>
              <a:rPr lang="en-US" altLang="ja-JP" dirty="0">
                <a:ea typeface="ＭＳ Ｐゴシック" charset="-128"/>
              </a:rPr>
              <a:t>.</a:t>
            </a:r>
            <a:r>
              <a:rPr lang="en-US" altLang="en-US" dirty="0">
                <a:solidFill>
                  <a:srgbClr val="0000FF"/>
                </a:solidFill>
                <a:ea typeface="ＭＳ Ｐゴシック" charset="-128"/>
              </a:rPr>
              <a:t> </a:t>
            </a:r>
          </a:p>
          <a:p>
            <a:pPr lvl="2"/>
            <a:r>
              <a:rPr lang="en-US" altLang="en-US" dirty="0">
                <a:solidFill>
                  <a:srgbClr val="0000FF"/>
                </a:solidFill>
                <a:ea typeface="ＭＳ Ｐゴシック" charset="-128"/>
              </a:rPr>
              <a:t>Each to implement</a:t>
            </a:r>
          </a:p>
          <a:p>
            <a:pPr lvl="2"/>
            <a:r>
              <a:rPr lang="en-US" altLang="en-US" dirty="0">
                <a:solidFill>
                  <a:srgbClr val="FF0000"/>
                </a:solidFill>
                <a:ea typeface="ＭＳ Ｐゴシック" charset="-128"/>
              </a:rPr>
              <a:t>Single point of serialization </a:t>
            </a:r>
            <a:r>
              <a:rPr lang="en-US" altLang="en-US" i="1" dirty="0">
                <a:solidFill>
                  <a:srgbClr val="FF0000"/>
                </a:solidFill>
                <a:ea typeface="ＭＳ Ｐゴシック" charset="-128"/>
              </a:rPr>
              <a:t>for all memory requests. </a:t>
            </a:r>
            <a:endParaRPr lang="en-US" altLang="zh-CN" dirty="0">
              <a:solidFill>
                <a:srgbClr val="FF0000"/>
              </a:solidFill>
              <a:ea typeface="ＭＳ Ｐゴシック" charset="-128"/>
            </a:endParaRPr>
          </a:p>
          <a:p>
            <a:pPr lvl="2"/>
            <a:endParaRPr lang="en-US" altLang="zh-CN" dirty="0">
              <a:ea typeface="ＭＳ Ｐゴシック" charset="-128"/>
            </a:endParaRPr>
          </a:p>
          <a:p>
            <a:pPr lvl="2"/>
            <a:endParaRPr lang="en-US" altLang="zh-CN" dirty="0">
              <a:ea typeface="ＭＳ Ｐゴシック" charset="-128"/>
            </a:endParaRPr>
          </a:p>
        </p:txBody>
      </p:sp>
    </p:spTree>
    <p:extLst>
      <p:ext uri="{BB962C8B-B14F-4D97-AF65-F5344CB8AC3E}">
        <p14:creationId xmlns:p14="http://schemas.microsoft.com/office/powerpoint/2010/main" val="2682713527"/>
      </p:ext>
    </p:extLst>
  </p:cSld>
  <p:clrMapOvr>
    <a:masterClrMapping/>
  </p:clrMapOvr>
  <p:transition/>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1" name="Title 4"/>
          <p:cNvSpPr>
            <a:spLocks noGrp="1"/>
          </p:cNvSpPr>
          <p:nvPr>
            <p:ph type="ctrTitle"/>
          </p:nvPr>
        </p:nvSpPr>
        <p:spPr>
          <a:xfrm>
            <a:off x="647700" y="1800447"/>
            <a:ext cx="7924800" cy="1752600"/>
          </a:xfrm>
        </p:spPr>
        <p:txBody>
          <a:bodyPr/>
          <a:lstStyle/>
          <a:p>
            <a:r>
              <a:rPr lang="en-US" altLang="en-US" dirty="0">
                <a:ea typeface="ＭＳ Ｐゴシック" charset="-128"/>
              </a:rPr>
              <a:t>Snoop-Based Cache Coherence</a:t>
            </a:r>
          </a:p>
        </p:txBody>
      </p:sp>
      <p:sp>
        <p:nvSpPr>
          <p:cNvPr id="112642" name="Subtitle 5"/>
          <p:cNvSpPr>
            <a:spLocks noGrp="1"/>
          </p:cNvSpPr>
          <p:nvPr>
            <p:ph type="subTitle" idx="1"/>
          </p:nvPr>
        </p:nvSpPr>
        <p:spPr/>
        <p:txBody>
          <a:bodyPr/>
          <a:lstStyle/>
          <a:p>
            <a:pPr>
              <a:buFont typeface="Wingdings" charset="2"/>
              <a:buNone/>
            </a:pPr>
            <a:endParaRPr lang="en-US" altLang="en-US">
              <a:ea typeface="ＭＳ Ｐゴシック" charset="-128"/>
            </a:endParaRPr>
          </a:p>
        </p:txBody>
      </p:sp>
      <p:sp>
        <p:nvSpPr>
          <p:cNvPr id="112643" name="Slide Number Placeholder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charset="0"/>
                <a:ea typeface="ＭＳ Ｐゴシック" charset="-128"/>
              </a:defRPr>
            </a:lvl1pPr>
            <a:lvl2pPr marL="742950" indent="-285750" eaLnBrk="0" hangingPunct="0">
              <a:defRPr sz="2400">
                <a:solidFill>
                  <a:schemeClr val="tx1"/>
                </a:solidFill>
                <a:latin typeface="Arial" charset="0"/>
                <a:ea typeface="ＭＳ Ｐゴシック" charset="-128"/>
              </a:defRPr>
            </a:lvl2pPr>
            <a:lvl3pPr marL="1143000" indent="-228600" eaLnBrk="0" hangingPunct="0">
              <a:defRPr sz="2400">
                <a:solidFill>
                  <a:schemeClr val="tx1"/>
                </a:solidFill>
                <a:latin typeface="Arial" charset="0"/>
                <a:ea typeface="ＭＳ Ｐゴシック" charset="-128"/>
              </a:defRPr>
            </a:lvl3pPr>
            <a:lvl4pPr marL="1600200" indent="-228600" eaLnBrk="0" hangingPunct="0">
              <a:defRPr sz="2400">
                <a:solidFill>
                  <a:schemeClr val="tx1"/>
                </a:solidFill>
                <a:latin typeface="Arial" charset="0"/>
                <a:ea typeface="ＭＳ Ｐゴシック" charset="-128"/>
              </a:defRPr>
            </a:lvl4pPr>
            <a:lvl5pPr marL="2057400" indent="-228600" eaLnBrk="0" hangingPunct="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eaLnBrk="1" hangingPunct="1"/>
            <a:fld id="{A12566CE-D7C4-CE4F-8B7A-841558877604}" type="slidenum">
              <a:rPr lang="en-US" altLang="en-US" sz="1200">
                <a:solidFill>
                  <a:srgbClr val="000000"/>
                </a:solidFill>
                <a:latin typeface="Garamond" charset="0"/>
              </a:rPr>
              <a:pPr eaLnBrk="1" hangingPunct="1"/>
              <a:t>75</a:t>
            </a:fld>
            <a:endParaRPr lang="en-US" altLang="en-US" sz="1200">
              <a:solidFill>
                <a:srgbClr val="000000"/>
              </a:solidFill>
              <a:latin typeface="Garamond" charset="0"/>
            </a:endParaRPr>
          </a:p>
        </p:txBody>
      </p:sp>
    </p:spTree>
    <p:extLst>
      <p:ext uri="{BB962C8B-B14F-4D97-AF65-F5344CB8AC3E}">
        <p14:creationId xmlns:p14="http://schemas.microsoft.com/office/powerpoint/2010/main" val="3411013673"/>
      </p:ext>
    </p:extLst>
  </p:cSld>
  <p:clrMapOvr>
    <a:masterClrMapping/>
  </p:clrMapOvr>
  <p:transition/>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5" name="Title 1"/>
          <p:cNvSpPr>
            <a:spLocks noGrp="1"/>
          </p:cNvSpPr>
          <p:nvPr>
            <p:ph type="title"/>
          </p:nvPr>
        </p:nvSpPr>
        <p:spPr>
          <a:xfrm>
            <a:off x="38100" y="197879"/>
            <a:ext cx="9067800" cy="1066800"/>
          </a:xfrm>
        </p:spPr>
        <p:txBody>
          <a:bodyPr/>
          <a:lstStyle/>
          <a:p>
            <a:r>
              <a:rPr lang="en-US" altLang="en-US" dirty="0">
                <a:ea typeface="ＭＳ Ｐゴシック" charset="-128"/>
              </a:rPr>
              <a:t>Cache Snoop Protocol</a:t>
            </a:r>
          </a:p>
        </p:txBody>
      </p:sp>
      <p:sp>
        <p:nvSpPr>
          <p:cNvPr id="62" name="Oval 7">
            <a:extLst>
              <a:ext uri="{FF2B5EF4-FFF2-40B4-BE49-F238E27FC236}">
                <a16:creationId xmlns:a16="http://schemas.microsoft.com/office/drawing/2014/main" id="{C3FD745C-6FD2-49C8-8581-9947D0A0173E}"/>
              </a:ext>
            </a:extLst>
          </p:cNvPr>
          <p:cNvSpPr>
            <a:spLocks noChangeArrowheads="1"/>
          </p:cNvSpPr>
          <p:nvPr/>
        </p:nvSpPr>
        <p:spPr bwMode="auto">
          <a:xfrm>
            <a:off x="3249592" y="1029372"/>
            <a:ext cx="749300" cy="749300"/>
          </a:xfrm>
          <a:prstGeom prst="ellipse">
            <a:avLst/>
          </a:prstGeom>
          <a:solidFill>
            <a:schemeClr val="bg1"/>
          </a:solidFill>
          <a:ln w="12700">
            <a:solidFill>
              <a:schemeClr val="tx1"/>
            </a:solidFill>
            <a:round/>
            <a:headEnd/>
            <a:tailEnd/>
          </a:ln>
        </p:spPr>
        <p:txBody>
          <a:bodyPr wrap="none" anchor="ctr"/>
          <a:lstStyle>
            <a:lvl1pPr eaLnBrk="0" hangingPunct="0">
              <a:defRPr sz="2400">
                <a:solidFill>
                  <a:schemeClr val="tx1"/>
                </a:solidFill>
                <a:latin typeface="Arial" charset="0"/>
                <a:ea typeface="ＭＳ Ｐゴシック" charset="-128"/>
              </a:defRPr>
            </a:lvl1pPr>
            <a:lvl2pPr marL="742950" indent="-285750" eaLnBrk="0" hangingPunct="0">
              <a:defRPr sz="2400">
                <a:solidFill>
                  <a:schemeClr val="tx1"/>
                </a:solidFill>
                <a:latin typeface="Arial" charset="0"/>
                <a:ea typeface="ＭＳ Ｐゴシック" charset="-128"/>
              </a:defRPr>
            </a:lvl2pPr>
            <a:lvl3pPr marL="1143000" indent="-228600" eaLnBrk="0" hangingPunct="0">
              <a:defRPr sz="2400">
                <a:solidFill>
                  <a:schemeClr val="tx1"/>
                </a:solidFill>
                <a:latin typeface="Arial" charset="0"/>
                <a:ea typeface="ＭＳ Ｐゴシック" charset="-128"/>
              </a:defRPr>
            </a:lvl3pPr>
            <a:lvl4pPr marL="1600200" indent="-228600" eaLnBrk="0" hangingPunct="0">
              <a:defRPr sz="2400">
                <a:solidFill>
                  <a:schemeClr val="tx1"/>
                </a:solidFill>
                <a:latin typeface="Arial" charset="0"/>
                <a:ea typeface="ＭＳ Ｐゴシック" charset="-128"/>
              </a:defRPr>
            </a:lvl4pPr>
            <a:lvl5pPr marL="2057400" indent="-228600" eaLnBrk="0" hangingPunct="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charset="0"/>
              <a:ea typeface="ＭＳ Ｐゴシック" charset="-128"/>
              <a:cs typeface="+mn-cs"/>
            </a:endParaRPr>
          </a:p>
        </p:txBody>
      </p:sp>
      <p:sp>
        <p:nvSpPr>
          <p:cNvPr id="63" name="Line 9">
            <a:extLst>
              <a:ext uri="{FF2B5EF4-FFF2-40B4-BE49-F238E27FC236}">
                <a16:creationId xmlns:a16="http://schemas.microsoft.com/office/drawing/2014/main" id="{8D004B49-60EF-4C3B-B44D-B0F18B1C6733}"/>
              </a:ext>
            </a:extLst>
          </p:cNvPr>
          <p:cNvSpPr>
            <a:spLocks noChangeShapeType="1"/>
          </p:cNvSpPr>
          <p:nvPr/>
        </p:nvSpPr>
        <p:spPr bwMode="auto">
          <a:xfrm>
            <a:off x="3641704" y="1785103"/>
            <a:ext cx="0" cy="3111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charset="0"/>
              <a:ea typeface="ＭＳ Ｐゴシック" charset="-128"/>
              <a:cs typeface="+mn-cs"/>
            </a:endParaRPr>
          </a:p>
        </p:txBody>
      </p:sp>
      <p:sp>
        <p:nvSpPr>
          <p:cNvPr id="64" name="Line 10">
            <a:extLst>
              <a:ext uri="{FF2B5EF4-FFF2-40B4-BE49-F238E27FC236}">
                <a16:creationId xmlns:a16="http://schemas.microsoft.com/office/drawing/2014/main" id="{78F93EC4-754D-4E17-9CA2-8EBF58ACABE6}"/>
              </a:ext>
            </a:extLst>
          </p:cNvPr>
          <p:cNvSpPr>
            <a:spLocks noChangeShapeType="1"/>
          </p:cNvSpPr>
          <p:nvPr/>
        </p:nvSpPr>
        <p:spPr bwMode="auto">
          <a:xfrm>
            <a:off x="3641704" y="2775703"/>
            <a:ext cx="0" cy="36830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charset="0"/>
              <a:ea typeface="ＭＳ Ｐゴシック" charset="-128"/>
              <a:cs typeface="+mn-cs"/>
            </a:endParaRPr>
          </a:p>
        </p:txBody>
      </p:sp>
      <p:sp>
        <p:nvSpPr>
          <p:cNvPr id="65" name="Rectangle 11">
            <a:extLst>
              <a:ext uri="{FF2B5EF4-FFF2-40B4-BE49-F238E27FC236}">
                <a16:creationId xmlns:a16="http://schemas.microsoft.com/office/drawing/2014/main" id="{2FAB76D7-1805-492E-B58B-4C7C7D98E6C7}"/>
              </a:ext>
            </a:extLst>
          </p:cNvPr>
          <p:cNvSpPr>
            <a:spLocks noChangeArrowheads="1"/>
          </p:cNvSpPr>
          <p:nvPr/>
        </p:nvSpPr>
        <p:spPr bwMode="auto">
          <a:xfrm>
            <a:off x="3143345" y="4034963"/>
            <a:ext cx="2897184" cy="412172"/>
          </a:xfrm>
          <a:prstGeom prst="rect">
            <a:avLst/>
          </a:prstGeom>
          <a:solidFill>
            <a:schemeClr val="bg1">
              <a:lumMod val="95000"/>
            </a:schemeClr>
          </a:solidFill>
          <a:ln w="25400">
            <a:solidFill>
              <a:schemeClr val="tx1"/>
            </a:solidFill>
            <a:miter lim="800000"/>
            <a:headEnd/>
            <a:tailEnd/>
          </a:ln>
        </p:spPr>
        <p:txBody>
          <a:bodyPr wrap="none" anchor="ctr"/>
          <a:lstStyle>
            <a:lvl1pPr eaLnBrk="0" hangingPunct="0">
              <a:defRPr sz="2400">
                <a:solidFill>
                  <a:schemeClr val="tx1"/>
                </a:solidFill>
                <a:latin typeface="Arial" charset="0"/>
                <a:ea typeface="ＭＳ Ｐゴシック" charset="-128"/>
              </a:defRPr>
            </a:lvl1pPr>
            <a:lvl2pPr marL="742950" indent="-285750" eaLnBrk="0" hangingPunct="0">
              <a:defRPr sz="2400">
                <a:solidFill>
                  <a:schemeClr val="tx1"/>
                </a:solidFill>
                <a:latin typeface="Arial" charset="0"/>
                <a:ea typeface="ＭＳ Ｐゴシック" charset="-128"/>
              </a:defRPr>
            </a:lvl2pPr>
            <a:lvl3pPr marL="1143000" indent="-228600" eaLnBrk="0" hangingPunct="0">
              <a:defRPr sz="2400">
                <a:solidFill>
                  <a:schemeClr val="tx1"/>
                </a:solidFill>
                <a:latin typeface="Arial" charset="0"/>
                <a:ea typeface="ＭＳ Ｐゴシック" charset="-128"/>
              </a:defRPr>
            </a:lvl3pPr>
            <a:lvl4pPr marL="1600200" indent="-228600" eaLnBrk="0" hangingPunct="0">
              <a:defRPr sz="2400">
                <a:solidFill>
                  <a:schemeClr val="tx1"/>
                </a:solidFill>
                <a:latin typeface="Arial" charset="0"/>
                <a:ea typeface="ＭＳ Ｐゴシック" charset="-128"/>
              </a:defRPr>
            </a:lvl4pPr>
            <a:lvl5pPr marL="2057400" indent="-228600" eaLnBrk="0" hangingPunct="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charset="0"/>
              <a:ea typeface="ＭＳ Ｐゴシック" charset="-128"/>
              <a:cs typeface="+mn-cs"/>
            </a:endParaRPr>
          </a:p>
        </p:txBody>
      </p:sp>
      <p:sp>
        <p:nvSpPr>
          <p:cNvPr id="66" name="Rectangle 13">
            <a:extLst>
              <a:ext uri="{FF2B5EF4-FFF2-40B4-BE49-F238E27FC236}">
                <a16:creationId xmlns:a16="http://schemas.microsoft.com/office/drawing/2014/main" id="{C81878FC-9DB1-4103-BDCF-371293ED4DC3}"/>
              </a:ext>
            </a:extLst>
          </p:cNvPr>
          <p:cNvSpPr>
            <a:spLocks noChangeArrowheads="1"/>
          </p:cNvSpPr>
          <p:nvPr/>
        </p:nvSpPr>
        <p:spPr bwMode="auto">
          <a:xfrm>
            <a:off x="3328440" y="1206378"/>
            <a:ext cx="593112" cy="3667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eaLnBrk="0" hangingPunct="0">
              <a:defRPr sz="2400">
                <a:solidFill>
                  <a:schemeClr val="tx1"/>
                </a:solidFill>
                <a:latin typeface="Arial" charset="0"/>
                <a:ea typeface="ＭＳ Ｐゴシック" charset="-128"/>
              </a:defRPr>
            </a:lvl1pPr>
            <a:lvl2pPr marL="742950" indent="-285750" eaLnBrk="0" hangingPunct="0">
              <a:defRPr sz="2400">
                <a:solidFill>
                  <a:schemeClr val="tx1"/>
                </a:solidFill>
                <a:latin typeface="Arial" charset="0"/>
                <a:ea typeface="ＭＳ Ｐゴシック" charset="-128"/>
              </a:defRPr>
            </a:lvl2pPr>
            <a:lvl3pPr marL="1143000" indent="-228600" eaLnBrk="0" hangingPunct="0">
              <a:defRPr sz="2400">
                <a:solidFill>
                  <a:schemeClr val="tx1"/>
                </a:solidFill>
                <a:latin typeface="Arial" charset="0"/>
                <a:ea typeface="ＭＳ Ｐゴシック" charset="-128"/>
              </a:defRPr>
            </a:lvl3pPr>
            <a:lvl4pPr marL="1600200" indent="-228600" eaLnBrk="0" hangingPunct="0">
              <a:defRPr sz="2400">
                <a:solidFill>
                  <a:schemeClr val="tx1"/>
                </a:solidFill>
                <a:latin typeface="Arial" charset="0"/>
                <a:ea typeface="ＭＳ Ｐゴシック" charset="-128"/>
              </a:defRPr>
            </a:lvl4pPr>
            <a:lvl5pPr marL="2057400" indent="-228600" eaLnBrk="0" hangingPunct="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dirty="0">
                <a:ln>
                  <a:noFill/>
                </a:ln>
                <a:solidFill>
                  <a:srgbClr val="000000"/>
                </a:solidFill>
                <a:effectLst/>
                <a:uLnTx/>
                <a:uFillTx/>
                <a:latin typeface="Arial Narrow" panose="020B0606020202030204" pitchFamily="34" charset="0"/>
              </a:rPr>
              <a:t>Core</a:t>
            </a:r>
          </a:p>
        </p:txBody>
      </p:sp>
      <p:sp>
        <p:nvSpPr>
          <p:cNvPr id="67" name="AutoShape 16">
            <a:extLst>
              <a:ext uri="{FF2B5EF4-FFF2-40B4-BE49-F238E27FC236}">
                <a16:creationId xmlns:a16="http://schemas.microsoft.com/office/drawing/2014/main" id="{F44B164B-3365-4157-9B91-277598472F54}"/>
              </a:ext>
            </a:extLst>
          </p:cNvPr>
          <p:cNvSpPr>
            <a:spLocks noChangeArrowheads="1"/>
          </p:cNvSpPr>
          <p:nvPr/>
        </p:nvSpPr>
        <p:spPr bwMode="auto">
          <a:xfrm>
            <a:off x="3044010" y="3156703"/>
            <a:ext cx="3067051" cy="596900"/>
          </a:xfrm>
          <a:prstGeom prst="roundRect">
            <a:avLst>
              <a:gd name="adj" fmla="val 12495"/>
            </a:avLst>
          </a:prstGeom>
          <a:solidFill>
            <a:schemeClr val="bg1"/>
          </a:solidFill>
          <a:ln w="12700">
            <a:solidFill>
              <a:schemeClr val="tx1"/>
            </a:solidFill>
            <a:round/>
            <a:headEnd/>
            <a:tailEnd/>
          </a:ln>
        </p:spPr>
        <p:txBody>
          <a:bodyPr wrap="none" anchor="ctr"/>
          <a:lstStyle>
            <a:lvl1pPr eaLnBrk="0" hangingPunct="0">
              <a:defRPr sz="2400">
                <a:solidFill>
                  <a:schemeClr val="tx1"/>
                </a:solidFill>
                <a:latin typeface="Arial" charset="0"/>
                <a:ea typeface="ＭＳ Ｐゴシック" charset="-128"/>
              </a:defRPr>
            </a:lvl1pPr>
            <a:lvl2pPr marL="742950" indent="-285750" eaLnBrk="0" hangingPunct="0">
              <a:defRPr sz="2400">
                <a:solidFill>
                  <a:schemeClr val="tx1"/>
                </a:solidFill>
                <a:latin typeface="Arial" charset="0"/>
                <a:ea typeface="ＭＳ Ｐゴシック" charset="-128"/>
              </a:defRPr>
            </a:lvl2pPr>
            <a:lvl3pPr marL="1143000" indent="-228600" eaLnBrk="0" hangingPunct="0">
              <a:defRPr sz="2400">
                <a:solidFill>
                  <a:schemeClr val="tx1"/>
                </a:solidFill>
                <a:latin typeface="Arial" charset="0"/>
                <a:ea typeface="ＭＳ Ｐゴシック" charset="-128"/>
              </a:defRPr>
            </a:lvl3pPr>
            <a:lvl4pPr marL="1600200" indent="-228600" eaLnBrk="0" hangingPunct="0">
              <a:defRPr sz="2400">
                <a:solidFill>
                  <a:schemeClr val="tx1"/>
                </a:solidFill>
                <a:latin typeface="Arial" charset="0"/>
                <a:ea typeface="ＭＳ Ｐゴシック" charset="-128"/>
              </a:defRPr>
            </a:lvl4pPr>
            <a:lvl5pPr marL="2057400" indent="-228600" eaLnBrk="0" hangingPunct="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charset="0"/>
              <a:ea typeface="ＭＳ Ｐゴシック" charset="-128"/>
              <a:cs typeface="+mn-cs"/>
            </a:endParaRPr>
          </a:p>
        </p:txBody>
      </p:sp>
      <p:sp>
        <p:nvSpPr>
          <p:cNvPr id="68" name="Rectangle 17">
            <a:extLst>
              <a:ext uri="{FF2B5EF4-FFF2-40B4-BE49-F238E27FC236}">
                <a16:creationId xmlns:a16="http://schemas.microsoft.com/office/drawing/2014/main" id="{6726E8FF-1CC8-4E08-8810-8FE0E87D5EA1}"/>
              </a:ext>
            </a:extLst>
          </p:cNvPr>
          <p:cNvSpPr>
            <a:spLocks noChangeArrowheads="1"/>
          </p:cNvSpPr>
          <p:nvPr/>
        </p:nvSpPr>
        <p:spPr bwMode="auto">
          <a:xfrm>
            <a:off x="3485832" y="3284392"/>
            <a:ext cx="2522295" cy="397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eaLnBrk="0" hangingPunct="0">
              <a:defRPr sz="2400">
                <a:solidFill>
                  <a:schemeClr val="tx1"/>
                </a:solidFill>
                <a:latin typeface="Arial" charset="0"/>
                <a:ea typeface="ＭＳ Ｐゴシック" charset="-128"/>
              </a:defRPr>
            </a:lvl1pPr>
            <a:lvl2pPr marL="742950" indent="-285750" eaLnBrk="0" hangingPunct="0">
              <a:defRPr sz="2400">
                <a:solidFill>
                  <a:schemeClr val="tx1"/>
                </a:solidFill>
                <a:latin typeface="Arial" charset="0"/>
                <a:ea typeface="ＭＳ Ｐゴシック" charset="-128"/>
              </a:defRPr>
            </a:lvl2pPr>
            <a:lvl3pPr marL="1143000" indent="-228600" eaLnBrk="0" hangingPunct="0">
              <a:defRPr sz="2400">
                <a:solidFill>
                  <a:schemeClr val="tx1"/>
                </a:solidFill>
                <a:latin typeface="Arial" charset="0"/>
                <a:ea typeface="ＭＳ Ｐゴシック" charset="-128"/>
              </a:defRPr>
            </a:lvl3pPr>
            <a:lvl4pPr marL="1600200" indent="-228600" eaLnBrk="0" hangingPunct="0">
              <a:defRPr sz="2400">
                <a:solidFill>
                  <a:schemeClr val="tx1"/>
                </a:solidFill>
                <a:latin typeface="Arial" charset="0"/>
                <a:ea typeface="ＭＳ Ｐゴシック" charset="-128"/>
              </a:defRPr>
            </a:lvl4pPr>
            <a:lvl5pPr marL="2057400" indent="-228600" eaLnBrk="0" hangingPunct="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dirty="0">
                <a:ln>
                  <a:noFill/>
                </a:ln>
                <a:solidFill>
                  <a:srgbClr val="000000"/>
                </a:solidFill>
                <a:effectLst/>
                <a:uLnTx/>
                <a:uFillTx/>
                <a:latin typeface="Arial" charset="0"/>
                <a:ea typeface="ＭＳ Ｐゴシック" charset="-128"/>
                <a:cs typeface="+mn-cs"/>
              </a:rPr>
              <a:t>Bus (</a:t>
            </a:r>
            <a:r>
              <a:rPr kumimoji="0" lang="en-US" altLang="zh-CN" sz="2000" b="1" i="0" u="none" strike="noStrike" kern="1200" cap="none" spc="0" normalizeH="0" baseline="0" noProof="0" dirty="0">
                <a:ln>
                  <a:noFill/>
                </a:ln>
                <a:solidFill>
                  <a:srgbClr val="FF0000"/>
                </a:solidFill>
                <a:effectLst/>
                <a:uLnTx/>
                <a:uFillTx/>
                <a:latin typeface="Arial Narrow" panose="020B0606020202030204" pitchFamily="34" charset="0"/>
              </a:rPr>
              <a:t>O</a:t>
            </a:r>
            <a:r>
              <a:rPr kumimoji="0" lang="en-US" altLang="en-US" sz="2000" b="1" i="0" u="none" strike="noStrike" kern="1200" cap="none" spc="0" normalizeH="0" baseline="0" noProof="0" dirty="0">
                <a:ln>
                  <a:noFill/>
                </a:ln>
                <a:solidFill>
                  <a:srgbClr val="FF0000"/>
                </a:solidFill>
                <a:effectLst/>
                <a:uLnTx/>
                <a:uFillTx/>
                <a:latin typeface="Arial Narrow" panose="020B0606020202030204" pitchFamily="34" charset="0"/>
              </a:rPr>
              <a:t>ne </a:t>
            </a:r>
            <a:r>
              <a:rPr lang="en-US" altLang="en-US" sz="2000" b="1" dirty="0">
                <a:solidFill>
                  <a:srgbClr val="FF0000"/>
                </a:solidFill>
                <a:latin typeface="Arial Narrow" panose="020B0606020202030204" pitchFamily="34" charset="0"/>
              </a:rPr>
              <a:t>trans. a time</a:t>
            </a:r>
            <a:r>
              <a:rPr kumimoji="0" lang="en-US" altLang="en-US" sz="1800" b="0" i="0" u="none" strike="noStrike" kern="1200" cap="none" spc="0" normalizeH="0" baseline="0" noProof="0" dirty="0">
                <a:ln>
                  <a:noFill/>
                </a:ln>
                <a:solidFill>
                  <a:srgbClr val="000000"/>
                </a:solidFill>
                <a:effectLst/>
                <a:uLnTx/>
                <a:uFillTx/>
                <a:latin typeface="Arial" charset="0"/>
                <a:ea typeface="ＭＳ Ｐゴシック" charset="-128"/>
                <a:cs typeface="+mn-cs"/>
              </a:rPr>
              <a:t>)</a:t>
            </a:r>
          </a:p>
        </p:txBody>
      </p:sp>
      <p:sp>
        <p:nvSpPr>
          <p:cNvPr id="69" name="Line 18">
            <a:extLst>
              <a:ext uri="{FF2B5EF4-FFF2-40B4-BE49-F238E27FC236}">
                <a16:creationId xmlns:a16="http://schemas.microsoft.com/office/drawing/2014/main" id="{9C8E6EED-6D8A-40F4-8D07-AA9EC802D653}"/>
              </a:ext>
            </a:extLst>
          </p:cNvPr>
          <p:cNvSpPr>
            <a:spLocks noChangeShapeType="1"/>
          </p:cNvSpPr>
          <p:nvPr/>
        </p:nvSpPr>
        <p:spPr bwMode="auto">
          <a:xfrm>
            <a:off x="4568010" y="3753603"/>
            <a:ext cx="3989" cy="28136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charset="0"/>
              <a:ea typeface="ＭＳ Ｐゴシック" charset="-128"/>
              <a:cs typeface="+mn-cs"/>
            </a:endParaRPr>
          </a:p>
        </p:txBody>
      </p:sp>
      <p:sp>
        <p:nvSpPr>
          <p:cNvPr id="70" name="Rectangle 19">
            <a:extLst>
              <a:ext uri="{FF2B5EF4-FFF2-40B4-BE49-F238E27FC236}">
                <a16:creationId xmlns:a16="http://schemas.microsoft.com/office/drawing/2014/main" id="{A171447C-8908-4EFD-9151-3797598C349E}"/>
              </a:ext>
            </a:extLst>
          </p:cNvPr>
          <p:cNvSpPr>
            <a:spLocks noChangeArrowheads="1"/>
          </p:cNvSpPr>
          <p:nvPr/>
        </p:nvSpPr>
        <p:spPr bwMode="auto">
          <a:xfrm>
            <a:off x="3794897" y="4083598"/>
            <a:ext cx="1565275" cy="363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eaLnBrk="0" hangingPunct="0">
              <a:defRPr sz="2400">
                <a:solidFill>
                  <a:schemeClr val="tx1"/>
                </a:solidFill>
                <a:latin typeface="Arial" charset="0"/>
                <a:ea typeface="ＭＳ Ｐゴシック" charset="-128"/>
              </a:defRPr>
            </a:lvl1pPr>
            <a:lvl2pPr marL="742950" indent="-285750" eaLnBrk="0" hangingPunct="0">
              <a:defRPr sz="2400">
                <a:solidFill>
                  <a:schemeClr val="tx1"/>
                </a:solidFill>
                <a:latin typeface="Arial" charset="0"/>
                <a:ea typeface="ＭＳ Ｐゴシック" charset="-128"/>
              </a:defRPr>
            </a:lvl2pPr>
            <a:lvl3pPr marL="1143000" indent="-228600" eaLnBrk="0" hangingPunct="0">
              <a:defRPr sz="2400">
                <a:solidFill>
                  <a:schemeClr val="tx1"/>
                </a:solidFill>
                <a:latin typeface="Arial" charset="0"/>
                <a:ea typeface="ＭＳ Ｐゴシック" charset="-128"/>
              </a:defRPr>
            </a:lvl3pPr>
            <a:lvl4pPr marL="1600200" indent="-228600" eaLnBrk="0" hangingPunct="0">
              <a:defRPr sz="2400">
                <a:solidFill>
                  <a:schemeClr val="tx1"/>
                </a:solidFill>
                <a:latin typeface="Arial" charset="0"/>
                <a:ea typeface="ＭＳ Ｐゴシック" charset="-128"/>
              </a:defRPr>
            </a:lvl4pPr>
            <a:lvl5pPr marL="2057400" indent="-228600" eaLnBrk="0" hangingPunct="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dirty="0">
                <a:ln>
                  <a:noFill/>
                </a:ln>
                <a:solidFill>
                  <a:srgbClr val="000000"/>
                </a:solidFill>
                <a:effectLst/>
                <a:uLnTx/>
                <a:uFillTx/>
                <a:latin typeface="Arial" charset="0"/>
                <a:ea typeface="ＭＳ Ｐゴシック" charset="-128"/>
                <a:cs typeface="+mn-cs"/>
              </a:rPr>
              <a:t>Main Memory</a:t>
            </a:r>
          </a:p>
        </p:txBody>
      </p:sp>
      <p:sp>
        <p:nvSpPr>
          <p:cNvPr id="71" name="矩形: 圆角 70">
            <a:extLst>
              <a:ext uri="{FF2B5EF4-FFF2-40B4-BE49-F238E27FC236}">
                <a16:creationId xmlns:a16="http://schemas.microsoft.com/office/drawing/2014/main" id="{CD5547E4-1DDA-42DC-A2DC-DF8A6E33F02A}"/>
              </a:ext>
            </a:extLst>
          </p:cNvPr>
          <p:cNvSpPr/>
          <p:nvPr/>
        </p:nvSpPr>
        <p:spPr bwMode="auto">
          <a:xfrm>
            <a:off x="2949561" y="2096253"/>
            <a:ext cx="1371569" cy="679450"/>
          </a:xfrm>
          <a:prstGeom prst="roundRect">
            <a:avLst/>
          </a:prstGeom>
          <a:solidFill>
            <a:srgbClr val="CCECFF"/>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zh-CN" altLang="en-US" sz="1800" b="0" i="0" u="none" strike="noStrike" cap="none" normalizeH="0" baseline="0" dirty="0">
              <a:ln>
                <a:noFill/>
              </a:ln>
              <a:solidFill>
                <a:schemeClr val="tx1"/>
              </a:solidFill>
              <a:effectLst/>
              <a:latin typeface="Arial Narrow" panose="020B0606020202030204" pitchFamily="34" charset="0"/>
            </a:endParaRPr>
          </a:p>
        </p:txBody>
      </p:sp>
      <p:sp>
        <p:nvSpPr>
          <p:cNvPr id="72" name="Oval 7">
            <a:extLst>
              <a:ext uri="{FF2B5EF4-FFF2-40B4-BE49-F238E27FC236}">
                <a16:creationId xmlns:a16="http://schemas.microsoft.com/office/drawing/2014/main" id="{41CD9E39-0BB2-4CF4-870E-CF5B9BDF28E5}"/>
              </a:ext>
            </a:extLst>
          </p:cNvPr>
          <p:cNvSpPr>
            <a:spLocks noChangeArrowheads="1"/>
          </p:cNvSpPr>
          <p:nvPr/>
        </p:nvSpPr>
        <p:spPr bwMode="auto">
          <a:xfrm>
            <a:off x="5101411" y="1038063"/>
            <a:ext cx="749300" cy="749300"/>
          </a:xfrm>
          <a:prstGeom prst="ellipse">
            <a:avLst/>
          </a:prstGeom>
          <a:solidFill>
            <a:schemeClr val="bg1"/>
          </a:solidFill>
          <a:ln w="12700">
            <a:solidFill>
              <a:schemeClr val="tx1"/>
            </a:solidFill>
            <a:round/>
            <a:headEnd/>
            <a:tailEnd/>
          </a:ln>
        </p:spPr>
        <p:txBody>
          <a:bodyPr wrap="none" anchor="ctr"/>
          <a:lstStyle>
            <a:lvl1pPr eaLnBrk="0" hangingPunct="0">
              <a:defRPr sz="2400">
                <a:solidFill>
                  <a:schemeClr val="tx1"/>
                </a:solidFill>
                <a:latin typeface="Arial" charset="0"/>
                <a:ea typeface="ＭＳ Ｐゴシック" charset="-128"/>
              </a:defRPr>
            </a:lvl1pPr>
            <a:lvl2pPr marL="742950" indent="-285750" eaLnBrk="0" hangingPunct="0">
              <a:defRPr sz="2400">
                <a:solidFill>
                  <a:schemeClr val="tx1"/>
                </a:solidFill>
                <a:latin typeface="Arial" charset="0"/>
                <a:ea typeface="ＭＳ Ｐゴシック" charset="-128"/>
              </a:defRPr>
            </a:lvl2pPr>
            <a:lvl3pPr marL="1143000" indent="-228600" eaLnBrk="0" hangingPunct="0">
              <a:defRPr sz="2400">
                <a:solidFill>
                  <a:schemeClr val="tx1"/>
                </a:solidFill>
                <a:latin typeface="Arial" charset="0"/>
                <a:ea typeface="ＭＳ Ｐゴシック" charset="-128"/>
              </a:defRPr>
            </a:lvl3pPr>
            <a:lvl4pPr marL="1600200" indent="-228600" eaLnBrk="0" hangingPunct="0">
              <a:defRPr sz="2400">
                <a:solidFill>
                  <a:schemeClr val="tx1"/>
                </a:solidFill>
                <a:latin typeface="Arial" charset="0"/>
                <a:ea typeface="ＭＳ Ｐゴシック" charset="-128"/>
              </a:defRPr>
            </a:lvl4pPr>
            <a:lvl5pPr marL="2057400" indent="-228600" eaLnBrk="0" hangingPunct="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charset="0"/>
              <a:ea typeface="ＭＳ Ｐゴシック" charset="-128"/>
              <a:cs typeface="+mn-cs"/>
            </a:endParaRPr>
          </a:p>
        </p:txBody>
      </p:sp>
      <p:sp>
        <p:nvSpPr>
          <p:cNvPr id="73" name="Line 9">
            <a:extLst>
              <a:ext uri="{FF2B5EF4-FFF2-40B4-BE49-F238E27FC236}">
                <a16:creationId xmlns:a16="http://schemas.microsoft.com/office/drawing/2014/main" id="{3B5D5838-BED1-4543-85BF-E68725F7B89F}"/>
              </a:ext>
            </a:extLst>
          </p:cNvPr>
          <p:cNvSpPr>
            <a:spLocks noChangeShapeType="1"/>
          </p:cNvSpPr>
          <p:nvPr/>
        </p:nvSpPr>
        <p:spPr bwMode="auto">
          <a:xfrm>
            <a:off x="5493523" y="1793794"/>
            <a:ext cx="0" cy="3111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charset="0"/>
              <a:ea typeface="ＭＳ Ｐゴシック" charset="-128"/>
              <a:cs typeface="+mn-cs"/>
            </a:endParaRPr>
          </a:p>
        </p:txBody>
      </p:sp>
      <p:sp>
        <p:nvSpPr>
          <p:cNvPr id="74" name="Line 10">
            <a:extLst>
              <a:ext uri="{FF2B5EF4-FFF2-40B4-BE49-F238E27FC236}">
                <a16:creationId xmlns:a16="http://schemas.microsoft.com/office/drawing/2014/main" id="{68570B5F-8237-4B27-8B33-6CB70A53B906}"/>
              </a:ext>
            </a:extLst>
          </p:cNvPr>
          <p:cNvSpPr>
            <a:spLocks noChangeShapeType="1"/>
          </p:cNvSpPr>
          <p:nvPr/>
        </p:nvSpPr>
        <p:spPr bwMode="auto">
          <a:xfrm>
            <a:off x="5493523" y="2784394"/>
            <a:ext cx="0" cy="36830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charset="0"/>
              <a:ea typeface="ＭＳ Ｐゴシック" charset="-128"/>
              <a:cs typeface="+mn-cs"/>
            </a:endParaRPr>
          </a:p>
        </p:txBody>
      </p:sp>
      <p:sp>
        <p:nvSpPr>
          <p:cNvPr id="75" name="Rectangle 13">
            <a:extLst>
              <a:ext uri="{FF2B5EF4-FFF2-40B4-BE49-F238E27FC236}">
                <a16:creationId xmlns:a16="http://schemas.microsoft.com/office/drawing/2014/main" id="{7325B334-2C11-449E-9916-501898389F77}"/>
              </a:ext>
            </a:extLst>
          </p:cNvPr>
          <p:cNvSpPr>
            <a:spLocks noChangeArrowheads="1"/>
          </p:cNvSpPr>
          <p:nvPr/>
        </p:nvSpPr>
        <p:spPr bwMode="auto">
          <a:xfrm>
            <a:off x="5162042" y="1206378"/>
            <a:ext cx="593112" cy="3667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eaLnBrk="0" hangingPunct="0">
              <a:defRPr sz="2400">
                <a:solidFill>
                  <a:schemeClr val="tx1"/>
                </a:solidFill>
                <a:latin typeface="Arial" charset="0"/>
                <a:ea typeface="ＭＳ Ｐゴシック" charset="-128"/>
              </a:defRPr>
            </a:lvl1pPr>
            <a:lvl2pPr marL="742950" indent="-285750" eaLnBrk="0" hangingPunct="0">
              <a:defRPr sz="2400">
                <a:solidFill>
                  <a:schemeClr val="tx1"/>
                </a:solidFill>
                <a:latin typeface="Arial" charset="0"/>
                <a:ea typeface="ＭＳ Ｐゴシック" charset="-128"/>
              </a:defRPr>
            </a:lvl2pPr>
            <a:lvl3pPr marL="1143000" indent="-228600" eaLnBrk="0" hangingPunct="0">
              <a:defRPr sz="2400">
                <a:solidFill>
                  <a:schemeClr val="tx1"/>
                </a:solidFill>
                <a:latin typeface="Arial" charset="0"/>
                <a:ea typeface="ＭＳ Ｐゴシック" charset="-128"/>
              </a:defRPr>
            </a:lvl3pPr>
            <a:lvl4pPr marL="1600200" indent="-228600" eaLnBrk="0" hangingPunct="0">
              <a:defRPr sz="2400">
                <a:solidFill>
                  <a:schemeClr val="tx1"/>
                </a:solidFill>
                <a:latin typeface="Arial" charset="0"/>
                <a:ea typeface="ＭＳ Ｐゴシック" charset="-128"/>
              </a:defRPr>
            </a:lvl4pPr>
            <a:lvl5pPr marL="2057400" indent="-228600" eaLnBrk="0" hangingPunct="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dirty="0">
                <a:ln>
                  <a:noFill/>
                </a:ln>
                <a:solidFill>
                  <a:srgbClr val="000000"/>
                </a:solidFill>
                <a:effectLst/>
                <a:uLnTx/>
                <a:uFillTx/>
                <a:latin typeface="Arial Narrow" panose="020B0606020202030204" pitchFamily="34" charset="0"/>
              </a:rPr>
              <a:t>Core</a:t>
            </a:r>
          </a:p>
        </p:txBody>
      </p:sp>
      <p:sp>
        <p:nvSpPr>
          <p:cNvPr id="76" name="矩形 75">
            <a:extLst>
              <a:ext uri="{FF2B5EF4-FFF2-40B4-BE49-F238E27FC236}">
                <a16:creationId xmlns:a16="http://schemas.microsoft.com/office/drawing/2014/main" id="{9EDEF3E5-65FA-45F3-951F-3DAFB02C94A1}"/>
              </a:ext>
            </a:extLst>
          </p:cNvPr>
          <p:cNvSpPr/>
          <p:nvPr/>
        </p:nvSpPr>
        <p:spPr>
          <a:xfrm>
            <a:off x="3577412" y="1774078"/>
            <a:ext cx="1066799" cy="307777"/>
          </a:xfrm>
          <a:prstGeom prst="rect">
            <a:avLst/>
          </a:prstGeom>
        </p:spPr>
        <p:txBody>
          <a:bodyPr wrap="square">
            <a:spAutoFit/>
          </a:bodyPr>
          <a:lstStyle/>
          <a:p>
            <a:r>
              <a:rPr lang="en-US" altLang="en-US" sz="1400" b="1" dirty="0">
                <a:solidFill>
                  <a:schemeClr val="accent2"/>
                </a:solidFill>
                <a:latin typeface="Arial Narrow" panose="020B0606020202030204" pitchFamily="34" charset="0"/>
              </a:rPr>
              <a:t>CPU action</a:t>
            </a:r>
            <a:endParaRPr lang="zh-CN" altLang="en-US" sz="1400" dirty="0">
              <a:solidFill>
                <a:schemeClr val="accent2"/>
              </a:solidFill>
            </a:endParaRPr>
          </a:p>
        </p:txBody>
      </p:sp>
      <p:sp>
        <p:nvSpPr>
          <p:cNvPr id="77" name="矩形 76">
            <a:extLst>
              <a:ext uri="{FF2B5EF4-FFF2-40B4-BE49-F238E27FC236}">
                <a16:creationId xmlns:a16="http://schemas.microsoft.com/office/drawing/2014/main" id="{21E5251A-A363-461C-9DC6-C9CE986B96BD}"/>
              </a:ext>
            </a:extLst>
          </p:cNvPr>
          <p:cNvSpPr/>
          <p:nvPr/>
        </p:nvSpPr>
        <p:spPr>
          <a:xfrm>
            <a:off x="3577412" y="2825129"/>
            <a:ext cx="1066799" cy="307777"/>
          </a:xfrm>
          <a:prstGeom prst="rect">
            <a:avLst/>
          </a:prstGeom>
        </p:spPr>
        <p:txBody>
          <a:bodyPr wrap="square">
            <a:spAutoFit/>
          </a:bodyPr>
          <a:lstStyle/>
          <a:p>
            <a:r>
              <a:rPr lang="en-US" altLang="en-US" sz="1400" b="1" dirty="0">
                <a:solidFill>
                  <a:srgbClr val="92D050"/>
                </a:solidFill>
                <a:latin typeface="Arial Narrow" panose="020B0606020202030204" pitchFamily="34" charset="0"/>
              </a:rPr>
              <a:t>Bus action</a:t>
            </a:r>
            <a:endParaRPr lang="zh-CN" altLang="en-US" sz="1400" dirty="0">
              <a:solidFill>
                <a:srgbClr val="92D050"/>
              </a:solidFill>
            </a:endParaRPr>
          </a:p>
        </p:txBody>
      </p:sp>
      <p:sp>
        <p:nvSpPr>
          <p:cNvPr id="78" name="矩形 77">
            <a:extLst>
              <a:ext uri="{FF2B5EF4-FFF2-40B4-BE49-F238E27FC236}">
                <a16:creationId xmlns:a16="http://schemas.microsoft.com/office/drawing/2014/main" id="{B22C4E31-9354-45D4-923B-82884D9EC8E4}"/>
              </a:ext>
            </a:extLst>
          </p:cNvPr>
          <p:cNvSpPr/>
          <p:nvPr/>
        </p:nvSpPr>
        <p:spPr>
          <a:xfrm>
            <a:off x="5450054" y="1792265"/>
            <a:ext cx="1066799" cy="307777"/>
          </a:xfrm>
          <a:prstGeom prst="rect">
            <a:avLst/>
          </a:prstGeom>
        </p:spPr>
        <p:txBody>
          <a:bodyPr wrap="square">
            <a:spAutoFit/>
          </a:bodyPr>
          <a:lstStyle/>
          <a:p>
            <a:r>
              <a:rPr lang="en-US" altLang="en-US" sz="1400" b="1" dirty="0">
                <a:solidFill>
                  <a:schemeClr val="accent2"/>
                </a:solidFill>
                <a:latin typeface="Arial Narrow" panose="020B0606020202030204" pitchFamily="34" charset="0"/>
              </a:rPr>
              <a:t>CPU action</a:t>
            </a:r>
            <a:endParaRPr lang="zh-CN" altLang="en-US" sz="1400" dirty="0">
              <a:solidFill>
                <a:schemeClr val="accent2"/>
              </a:solidFill>
            </a:endParaRPr>
          </a:p>
        </p:txBody>
      </p:sp>
      <p:sp>
        <p:nvSpPr>
          <p:cNvPr id="79" name="矩形 78">
            <a:extLst>
              <a:ext uri="{FF2B5EF4-FFF2-40B4-BE49-F238E27FC236}">
                <a16:creationId xmlns:a16="http://schemas.microsoft.com/office/drawing/2014/main" id="{E6AC795D-FC33-4DBC-BDE3-0FEE466ED3C8}"/>
              </a:ext>
            </a:extLst>
          </p:cNvPr>
          <p:cNvSpPr/>
          <p:nvPr/>
        </p:nvSpPr>
        <p:spPr>
          <a:xfrm>
            <a:off x="5450055" y="2825129"/>
            <a:ext cx="1066799" cy="307777"/>
          </a:xfrm>
          <a:prstGeom prst="rect">
            <a:avLst/>
          </a:prstGeom>
        </p:spPr>
        <p:txBody>
          <a:bodyPr wrap="square">
            <a:spAutoFit/>
          </a:bodyPr>
          <a:lstStyle/>
          <a:p>
            <a:r>
              <a:rPr lang="en-US" altLang="en-US" sz="1400" b="1" dirty="0">
                <a:solidFill>
                  <a:srgbClr val="92D050"/>
                </a:solidFill>
                <a:latin typeface="Arial Narrow" panose="020B0606020202030204" pitchFamily="34" charset="0"/>
              </a:rPr>
              <a:t>Bus action</a:t>
            </a:r>
            <a:endParaRPr lang="zh-CN" altLang="en-US" sz="1400" dirty="0">
              <a:solidFill>
                <a:srgbClr val="92D050"/>
              </a:solidFill>
            </a:endParaRPr>
          </a:p>
        </p:txBody>
      </p:sp>
      <p:sp>
        <p:nvSpPr>
          <p:cNvPr id="80" name="矩形 79">
            <a:extLst>
              <a:ext uri="{FF2B5EF4-FFF2-40B4-BE49-F238E27FC236}">
                <a16:creationId xmlns:a16="http://schemas.microsoft.com/office/drawing/2014/main" id="{7CD3EA7F-7201-4C85-9E1D-B725A8499E94}"/>
              </a:ext>
            </a:extLst>
          </p:cNvPr>
          <p:cNvSpPr/>
          <p:nvPr/>
        </p:nvSpPr>
        <p:spPr>
          <a:xfrm>
            <a:off x="2994008" y="2181373"/>
            <a:ext cx="673100" cy="523220"/>
          </a:xfrm>
          <a:prstGeom prst="rect">
            <a:avLst/>
          </a:prstGeom>
          <a:ln w="19050">
            <a:solidFill>
              <a:schemeClr val="tx1"/>
            </a:solidFill>
          </a:ln>
        </p:spPr>
        <p:txBody>
          <a:bodyPr wrap="square">
            <a:spAutoFit/>
          </a:bodyPr>
          <a:lstStyle/>
          <a:p>
            <a:pPr algn="ctr"/>
            <a:r>
              <a:rPr lang="en-US" altLang="en-US" sz="1400" dirty="0">
                <a:solidFill>
                  <a:srgbClr val="000000"/>
                </a:solidFill>
                <a:latin typeface="Arial Narrow" panose="020B0606020202030204" pitchFamily="34" charset="0"/>
              </a:rPr>
              <a:t>Cache blocks</a:t>
            </a:r>
            <a:endParaRPr lang="zh-CN" altLang="en-US" sz="1400" dirty="0"/>
          </a:p>
        </p:txBody>
      </p:sp>
      <p:sp>
        <p:nvSpPr>
          <p:cNvPr id="81" name="矩形 80">
            <a:extLst>
              <a:ext uri="{FF2B5EF4-FFF2-40B4-BE49-F238E27FC236}">
                <a16:creationId xmlns:a16="http://schemas.microsoft.com/office/drawing/2014/main" id="{C711DF37-BF5F-4939-A09F-D1D341A6DF4C}"/>
              </a:ext>
            </a:extLst>
          </p:cNvPr>
          <p:cNvSpPr/>
          <p:nvPr/>
        </p:nvSpPr>
        <p:spPr>
          <a:xfrm>
            <a:off x="3711555" y="2282089"/>
            <a:ext cx="533400" cy="307777"/>
          </a:xfrm>
          <a:prstGeom prst="rect">
            <a:avLst/>
          </a:prstGeom>
          <a:ln w="15875" cmpd="sng">
            <a:solidFill>
              <a:schemeClr val="tx1"/>
            </a:solidFill>
          </a:ln>
        </p:spPr>
        <p:txBody>
          <a:bodyPr wrap="square">
            <a:spAutoFit/>
          </a:bodyPr>
          <a:lstStyle/>
          <a:p>
            <a:pPr algn="ctr"/>
            <a:r>
              <a:rPr lang="en-US" altLang="en-US" sz="1400" dirty="0">
                <a:solidFill>
                  <a:srgbClr val="000000"/>
                </a:solidFill>
                <a:latin typeface="Arial Narrow" panose="020B0606020202030204" pitchFamily="34" charset="0"/>
              </a:rPr>
              <a:t>Tags</a:t>
            </a:r>
            <a:endParaRPr lang="zh-CN" altLang="en-US" sz="1400" dirty="0"/>
          </a:p>
        </p:txBody>
      </p:sp>
      <p:sp>
        <p:nvSpPr>
          <p:cNvPr id="82" name="矩形: 圆角 81">
            <a:extLst>
              <a:ext uri="{FF2B5EF4-FFF2-40B4-BE49-F238E27FC236}">
                <a16:creationId xmlns:a16="http://schemas.microsoft.com/office/drawing/2014/main" id="{E7267A33-DB8B-4A2C-8BF8-6EA265BBFEE2}"/>
              </a:ext>
            </a:extLst>
          </p:cNvPr>
          <p:cNvSpPr/>
          <p:nvPr/>
        </p:nvSpPr>
        <p:spPr bwMode="auto">
          <a:xfrm>
            <a:off x="4807738" y="2112742"/>
            <a:ext cx="1371569" cy="679450"/>
          </a:xfrm>
          <a:prstGeom prst="roundRect">
            <a:avLst/>
          </a:prstGeom>
          <a:solidFill>
            <a:srgbClr val="CCECFF"/>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zh-CN" altLang="en-US" sz="1800" b="0" i="0" u="none" strike="noStrike" cap="none" normalizeH="0" baseline="0" dirty="0">
              <a:ln>
                <a:noFill/>
              </a:ln>
              <a:solidFill>
                <a:schemeClr val="tx1"/>
              </a:solidFill>
              <a:effectLst/>
              <a:latin typeface="Arial Narrow" panose="020B0606020202030204" pitchFamily="34" charset="0"/>
            </a:endParaRPr>
          </a:p>
        </p:txBody>
      </p:sp>
      <p:sp>
        <p:nvSpPr>
          <p:cNvPr id="83" name="矩形 82">
            <a:extLst>
              <a:ext uri="{FF2B5EF4-FFF2-40B4-BE49-F238E27FC236}">
                <a16:creationId xmlns:a16="http://schemas.microsoft.com/office/drawing/2014/main" id="{0609948D-EC11-4A1B-9BEA-C1E4F1651B73}"/>
              </a:ext>
            </a:extLst>
          </p:cNvPr>
          <p:cNvSpPr/>
          <p:nvPr/>
        </p:nvSpPr>
        <p:spPr>
          <a:xfrm>
            <a:off x="4852185" y="2197862"/>
            <a:ext cx="673100" cy="523220"/>
          </a:xfrm>
          <a:prstGeom prst="rect">
            <a:avLst/>
          </a:prstGeom>
          <a:ln w="19050">
            <a:solidFill>
              <a:schemeClr val="tx1"/>
            </a:solidFill>
          </a:ln>
        </p:spPr>
        <p:txBody>
          <a:bodyPr wrap="square">
            <a:spAutoFit/>
          </a:bodyPr>
          <a:lstStyle/>
          <a:p>
            <a:pPr algn="ctr"/>
            <a:r>
              <a:rPr lang="en-US" altLang="en-US" sz="1400" dirty="0">
                <a:solidFill>
                  <a:srgbClr val="000000"/>
                </a:solidFill>
                <a:latin typeface="Arial Narrow" panose="020B0606020202030204" pitchFamily="34" charset="0"/>
              </a:rPr>
              <a:t>Cache blocks</a:t>
            </a:r>
            <a:endParaRPr lang="zh-CN" altLang="en-US" sz="1400" dirty="0"/>
          </a:p>
        </p:txBody>
      </p:sp>
      <p:sp>
        <p:nvSpPr>
          <p:cNvPr id="84" name="矩形 83">
            <a:extLst>
              <a:ext uri="{FF2B5EF4-FFF2-40B4-BE49-F238E27FC236}">
                <a16:creationId xmlns:a16="http://schemas.microsoft.com/office/drawing/2014/main" id="{9A3CBBD7-FB7A-423C-A316-A0D6E9F019D6}"/>
              </a:ext>
            </a:extLst>
          </p:cNvPr>
          <p:cNvSpPr/>
          <p:nvPr/>
        </p:nvSpPr>
        <p:spPr>
          <a:xfrm>
            <a:off x="5569732" y="2298578"/>
            <a:ext cx="533400" cy="307777"/>
          </a:xfrm>
          <a:prstGeom prst="rect">
            <a:avLst/>
          </a:prstGeom>
          <a:ln w="15875" cmpd="sng">
            <a:solidFill>
              <a:schemeClr val="tx1"/>
            </a:solidFill>
          </a:ln>
        </p:spPr>
        <p:txBody>
          <a:bodyPr wrap="square">
            <a:spAutoFit/>
          </a:bodyPr>
          <a:lstStyle/>
          <a:p>
            <a:pPr algn="ctr"/>
            <a:r>
              <a:rPr lang="en-US" altLang="en-US" sz="1400" dirty="0">
                <a:solidFill>
                  <a:srgbClr val="000000"/>
                </a:solidFill>
                <a:latin typeface="Arial Narrow" panose="020B0606020202030204" pitchFamily="34" charset="0"/>
              </a:rPr>
              <a:t>Tags</a:t>
            </a:r>
            <a:endParaRPr lang="zh-CN" altLang="en-US" sz="1400" dirty="0"/>
          </a:p>
        </p:txBody>
      </p:sp>
      <p:sp>
        <p:nvSpPr>
          <p:cNvPr id="35" name="Content Placeholder 2">
            <a:extLst>
              <a:ext uri="{FF2B5EF4-FFF2-40B4-BE49-F238E27FC236}">
                <a16:creationId xmlns:a16="http://schemas.microsoft.com/office/drawing/2014/main" id="{7824F0CD-2C0D-4F18-9DD9-D4393568B5EE}"/>
              </a:ext>
            </a:extLst>
          </p:cNvPr>
          <p:cNvSpPr>
            <a:spLocks noGrp="1"/>
          </p:cNvSpPr>
          <p:nvPr>
            <p:ph idx="1"/>
          </p:nvPr>
        </p:nvSpPr>
        <p:spPr>
          <a:xfrm>
            <a:off x="0" y="4587048"/>
            <a:ext cx="8392319" cy="1948704"/>
          </a:xfrm>
        </p:spPr>
        <p:txBody>
          <a:bodyPr/>
          <a:lstStyle/>
          <a:p>
            <a:r>
              <a:rPr lang="en-US" altLang="zh-CN" b="1" dirty="0">
                <a:ea typeface="ＭＳ Ｐゴシック" charset="-128"/>
              </a:rPr>
              <a:t>Snoop</a:t>
            </a:r>
            <a:r>
              <a:rPr lang="en-US" altLang="zh-CN" dirty="0">
                <a:ea typeface="ＭＳ Ｐゴシック" charset="-128"/>
              </a:rPr>
              <a:t>:</a:t>
            </a:r>
            <a:r>
              <a:rPr lang="en-US" altLang="en-US" dirty="0">
                <a:ea typeface="ＭＳ Ｐゴシック" charset="-128"/>
              </a:rPr>
              <a:t> </a:t>
            </a:r>
            <a:r>
              <a:rPr lang="en-US" altLang="en-US" sz="2000" dirty="0">
                <a:ea typeface="ＭＳ Ｐゴシック" charset="-128"/>
              </a:rPr>
              <a:t>[Goodman ISCA 1983]</a:t>
            </a:r>
            <a:endParaRPr lang="en-US" altLang="zh-CN" sz="2000" dirty="0">
              <a:ea typeface="ＭＳ Ｐゴシック" charset="-128"/>
            </a:endParaRPr>
          </a:p>
          <a:p>
            <a:pPr lvl="2"/>
            <a:r>
              <a:rPr lang="en-US" altLang="en-US" dirty="0">
                <a:ea typeface="ＭＳ Ｐゴシック" charset="-128"/>
              </a:rPr>
              <a:t>Single point of serialization </a:t>
            </a:r>
            <a:r>
              <a:rPr lang="en-US" altLang="en-US" i="1" dirty="0">
                <a:ea typeface="ＭＳ Ｐゴシック" charset="-128"/>
              </a:rPr>
              <a:t>for all memory requests</a:t>
            </a:r>
          </a:p>
          <a:p>
            <a:pPr lvl="2"/>
            <a:r>
              <a:rPr lang="en-US" altLang="zh-CN" dirty="0">
                <a:ea typeface="ＭＳ Ｐゴシック" charset="-128"/>
              </a:rPr>
              <a:t>One outstanding memory request per processor</a:t>
            </a:r>
          </a:p>
          <a:p>
            <a:pPr lvl="2"/>
            <a:r>
              <a:rPr lang="en-US" altLang="zh-CN" dirty="0">
                <a:ea typeface="ＭＳ Ｐゴシック" charset="-128"/>
              </a:rPr>
              <a:t>System interconnect is an atomic shared bus (one cache communicates at a time)</a:t>
            </a:r>
          </a:p>
          <a:p>
            <a:pPr lvl="2"/>
            <a:endParaRPr lang="en-US" altLang="zh-CN" dirty="0">
              <a:ea typeface="ＭＳ Ｐゴシック" charset="-128"/>
            </a:endParaRPr>
          </a:p>
          <a:p>
            <a:pPr lvl="2"/>
            <a:endParaRPr lang="en-US" altLang="zh-CN" dirty="0">
              <a:ea typeface="ＭＳ Ｐゴシック" charset="-128"/>
            </a:endParaRPr>
          </a:p>
        </p:txBody>
      </p:sp>
    </p:spTree>
    <p:extLst>
      <p:ext uri="{BB962C8B-B14F-4D97-AF65-F5344CB8AC3E}">
        <p14:creationId xmlns:p14="http://schemas.microsoft.com/office/powerpoint/2010/main" val="1590295006"/>
      </p:ext>
    </p:extLst>
  </p:cSld>
  <p:clrMapOvr>
    <a:masterClrMapping/>
  </p:clrMapOvr>
  <p:transition/>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 name="矩形: 圆角 77">
            <a:extLst>
              <a:ext uri="{FF2B5EF4-FFF2-40B4-BE49-F238E27FC236}">
                <a16:creationId xmlns:a16="http://schemas.microsoft.com/office/drawing/2014/main" id="{BF5F3C53-EE21-485E-897E-15C3CA3A11F4}"/>
              </a:ext>
            </a:extLst>
          </p:cNvPr>
          <p:cNvSpPr/>
          <p:nvPr/>
        </p:nvSpPr>
        <p:spPr bwMode="auto">
          <a:xfrm>
            <a:off x="4143177" y="2113550"/>
            <a:ext cx="1371569" cy="679450"/>
          </a:xfrm>
          <a:prstGeom prst="roundRect">
            <a:avLst/>
          </a:prstGeom>
          <a:solidFill>
            <a:srgbClr val="CCECFF"/>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zh-CN" altLang="en-US" sz="1800" b="0" i="0" u="none" strike="noStrike" cap="none" normalizeH="0" baseline="0" dirty="0">
              <a:ln>
                <a:noFill/>
              </a:ln>
              <a:solidFill>
                <a:schemeClr val="tx1"/>
              </a:solidFill>
              <a:effectLst/>
              <a:latin typeface="Arial Narrow" panose="020B0606020202030204" pitchFamily="34" charset="0"/>
            </a:endParaRPr>
          </a:p>
        </p:txBody>
      </p:sp>
      <p:sp>
        <p:nvSpPr>
          <p:cNvPr id="118785" name="Title 1"/>
          <p:cNvSpPr>
            <a:spLocks noGrp="1"/>
          </p:cNvSpPr>
          <p:nvPr>
            <p:ph type="title"/>
          </p:nvPr>
        </p:nvSpPr>
        <p:spPr>
          <a:xfrm>
            <a:off x="228600" y="152400"/>
            <a:ext cx="8763000" cy="685800"/>
          </a:xfrm>
        </p:spPr>
        <p:txBody>
          <a:bodyPr/>
          <a:lstStyle/>
          <a:p>
            <a:r>
              <a:rPr lang="en-US" altLang="en-US" dirty="0">
                <a:ea typeface="ＭＳ Ｐゴシック" charset="-128"/>
              </a:rPr>
              <a:t>Example: How Snoop/Direct Works? </a:t>
            </a:r>
          </a:p>
        </p:txBody>
      </p:sp>
      <p:sp>
        <p:nvSpPr>
          <p:cNvPr id="118787" name="Slide Number Placeholder 3"/>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charset="0"/>
                <a:ea typeface="ＭＳ Ｐゴシック" charset="-128"/>
              </a:defRPr>
            </a:lvl1pPr>
            <a:lvl2pPr marL="742950" indent="-285750" eaLnBrk="0" hangingPunct="0">
              <a:defRPr sz="2400">
                <a:solidFill>
                  <a:schemeClr val="tx1"/>
                </a:solidFill>
                <a:latin typeface="Arial" charset="0"/>
                <a:ea typeface="ＭＳ Ｐゴシック" charset="-128"/>
              </a:defRPr>
            </a:lvl2pPr>
            <a:lvl3pPr marL="1143000" indent="-228600" eaLnBrk="0" hangingPunct="0">
              <a:defRPr sz="2400">
                <a:solidFill>
                  <a:schemeClr val="tx1"/>
                </a:solidFill>
                <a:latin typeface="Arial" charset="0"/>
                <a:ea typeface="ＭＳ Ｐゴシック" charset="-128"/>
              </a:defRPr>
            </a:lvl3pPr>
            <a:lvl4pPr marL="1600200" indent="-228600" eaLnBrk="0" hangingPunct="0">
              <a:defRPr sz="2400">
                <a:solidFill>
                  <a:schemeClr val="tx1"/>
                </a:solidFill>
                <a:latin typeface="Arial" charset="0"/>
                <a:ea typeface="ＭＳ Ｐゴシック" charset="-128"/>
              </a:defRPr>
            </a:lvl4pPr>
            <a:lvl5pPr marL="2057400" indent="-228600" eaLnBrk="0" hangingPunct="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eaLnBrk="1" hangingPunct="1"/>
            <a:fld id="{AED358C2-D4E2-FB45-9976-71FB6B5F3BC4}" type="slidenum">
              <a:rPr lang="en-US" altLang="en-US" sz="1600">
                <a:solidFill>
                  <a:srgbClr val="000000"/>
                </a:solidFill>
                <a:latin typeface="Garamond" charset="0"/>
              </a:rPr>
              <a:pPr eaLnBrk="1" hangingPunct="1"/>
              <a:t>77</a:t>
            </a:fld>
            <a:endParaRPr lang="en-US" altLang="en-US" sz="1600">
              <a:solidFill>
                <a:srgbClr val="000000"/>
              </a:solidFill>
              <a:latin typeface="Garamond" charset="0"/>
            </a:endParaRPr>
          </a:p>
        </p:txBody>
      </p:sp>
      <p:sp>
        <p:nvSpPr>
          <p:cNvPr id="32" name="Oval 7">
            <a:extLst>
              <a:ext uri="{FF2B5EF4-FFF2-40B4-BE49-F238E27FC236}">
                <a16:creationId xmlns:a16="http://schemas.microsoft.com/office/drawing/2014/main" id="{DC67EC1F-A925-483F-9AC1-FA5E4B1AE7D5}"/>
              </a:ext>
            </a:extLst>
          </p:cNvPr>
          <p:cNvSpPr>
            <a:spLocks noChangeArrowheads="1"/>
          </p:cNvSpPr>
          <p:nvPr/>
        </p:nvSpPr>
        <p:spPr bwMode="auto">
          <a:xfrm>
            <a:off x="2851524" y="1064070"/>
            <a:ext cx="749300" cy="749300"/>
          </a:xfrm>
          <a:prstGeom prst="ellipse">
            <a:avLst/>
          </a:prstGeom>
          <a:solidFill>
            <a:schemeClr val="bg1"/>
          </a:solidFill>
          <a:ln w="12700">
            <a:solidFill>
              <a:schemeClr val="tx1"/>
            </a:solidFill>
            <a:round/>
            <a:headEnd/>
            <a:tailEnd/>
          </a:ln>
        </p:spPr>
        <p:txBody>
          <a:bodyPr wrap="none" anchor="ctr"/>
          <a:lstStyle>
            <a:lvl1pPr eaLnBrk="0" hangingPunct="0">
              <a:defRPr sz="2400">
                <a:solidFill>
                  <a:schemeClr val="tx1"/>
                </a:solidFill>
                <a:latin typeface="Arial" charset="0"/>
                <a:ea typeface="ＭＳ Ｐゴシック" charset="-128"/>
              </a:defRPr>
            </a:lvl1pPr>
            <a:lvl2pPr marL="742950" indent="-285750" eaLnBrk="0" hangingPunct="0">
              <a:defRPr sz="2400">
                <a:solidFill>
                  <a:schemeClr val="tx1"/>
                </a:solidFill>
                <a:latin typeface="Arial" charset="0"/>
                <a:ea typeface="ＭＳ Ｐゴシック" charset="-128"/>
              </a:defRPr>
            </a:lvl2pPr>
            <a:lvl3pPr marL="1143000" indent="-228600" eaLnBrk="0" hangingPunct="0">
              <a:defRPr sz="2400">
                <a:solidFill>
                  <a:schemeClr val="tx1"/>
                </a:solidFill>
                <a:latin typeface="Arial" charset="0"/>
                <a:ea typeface="ＭＳ Ｐゴシック" charset="-128"/>
              </a:defRPr>
            </a:lvl3pPr>
            <a:lvl4pPr marL="1600200" indent="-228600" eaLnBrk="0" hangingPunct="0">
              <a:defRPr sz="2400">
                <a:solidFill>
                  <a:schemeClr val="tx1"/>
                </a:solidFill>
                <a:latin typeface="Arial" charset="0"/>
                <a:ea typeface="ＭＳ Ｐゴシック" charset="-128"/>
              </a:defRPr>
            </a:lvl4pPr>
            <a:lvl5pPr marL="2057400" indent="-228600" eaLnBrk="0" hangingPunct="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charset="0"/>
              <a:ea typeface="ＭＳ Ｐゴシック" charset="-128"/>
              <a:cs typeface="+mn-cs"/>
            </a:endParaRPr>
          </a:p>
        </p:txBody>
      </p:sp>
      <p:sp>
        <p:nvSpPr>
          <p:cNvPr id="33" name="Line 9">
            <a:extLst>
              <a:ext uri="{FF2B5EF4-FFF2-40B4-BE49-F238E27FC236}">
                <a16:creationId xmlns:a16="http://schemas.microsoft.com/office/drawing/2014/main" id="{44141B5B-E623-48B2-AC70-05F373557FC0}"/>
              </a:ext>
            </a:extLst>
          </p:cNvPr>
          <p:cNvSpPr>
            <a:spLocks noChangeShapeType="1"/>
          </p:cNvSpPr>
          <p:nvPr/>
        </p:nvSpPr>
        <p:spPr bwMode="auto">
          <a:xfrm>
            <a:off x="3243636" y="1819801"/>
            <a:ext cx="0" cy="3111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charset="0"/>
              <a:ea typeface="ＭＳ Ｐゴシック" charset="-128"/>
              <a:cs typeface="+mn-cs"/>
            </a:endParaRPr>
          </a:p>
        </p:txBody>
      </p:sp>
      <p:sp>
        <p:nvSpPr>
          <p:cNvPr id="34" name="Line 10">
            <a:extLst>
              <a:ext uri="{FF2B5EF4-FFF2-40B4-BE49-F238E27FC236}">
                <a16:creationId xmlns:a16="http://schemas.microsoft.com/office/drawing/2014/main" id="{6FD3B2B8-B6DD-4AA4-928E-5055BBA9C4F3}"/>
              </a:ext>
            </a:extLst>
          </p:cNvPr>
          <p:cNvSpPr>
            <a:spLocks noChangeShapeType="1"/>
          </p:cNvSpPr>
          <p:nvPr/>
        </p:nvSpPr>
        <p:spPr bwMode="auto">
          <a:xfrm>
            <a:off x="3243636" y="2810401"/>
            <a:ext cx="0" cy="36830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charset="0"/>
              <a:ea typeface="ＭＳ Ｐゴシック" charset="-128"/>
              <a:cs typeface="+mn-cs"/>
            </a:endParaRPr>
          </a:p>
        </p:txBody>
      </p:sp>
      <p:sp>
        <p:nvSpPr>
          <p:cNvPr id="36" name="Rectangle 13">
            <a:extLst>
              <a:ext uri="{FF2B5EF4-FFF2-40B4-BE49-F238E27FC236}">
                <a16:creationId xmlns:a16="http://schemas.microsoft.com/office/drawing/2014/main" id="{9F86BCEC-E973-45EF-A1A6-021FEC930754}"/>
              </a:ext>
            </a:extLst>
          </p:cNvPr>
          <p:cNvSpPr>
            <a:spLocks noChangeArrowheads="1"/>
          </p:cNvSpPr>
          <p:nvPr/>
        </p:nvSpPr>
        <p:spPr bwMode="auto">
          <a:xfrm>
            <a:off x="3004203" y="1241076"/>
            <a:ext cx="424797" cy="3667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eaLnBrk="0" hangingPunct="0">
              <a:defRPr sz="2400">
                <a:solidFill>
                  <a:schemeClr val="tx1"/>
                </a:solidFill>
                <a:latin typeface="Arial" charset="0"/>
                <a:ea typeface="ＭＳ Ｐゴシック" charset="-128"/>
              </a:defRPr>
            </a:lvl1pPr>
            <a:lvl2pPr marL="742950" indent="-285750" eaLnBrk="0" hangingPunct="0">
              <a:defRPr sz="2400">
                <a:solidFill>
                  <a:schemeClr val="tx1"/>
                </a:solidFill>
                <a:latin typeface="Arial" charset="0"/>
                <a:ea typeface="ＭＳ Ｐゴシック" charset="-128"/>
              </a:defRPr>
            </a:lvl2pPr>
            <a:lvl3pPr marL="1143000" indent="-228600" eaLnBrk="0" hangingPunct="0">
              <a:defRPr sz="2400">
                <a:solidFill>
                  <a:schemeClr val="tx1"/>
                </a:solidFill>
                <a:latin typeface="Arial" charset="0"/>
                <a:ea typeface="ＭＳ Ｐゴシック" charset="-128"/>
              </a:defRPr>
            </a:lvl3pPr>
            <a:lvl4pPr marL="1600200" indent="-228600" eaLnBrk="0" hangingPunct="0">
              <a:defRPr sz="2400">
                <a:solidFill>
                  <a:schemeClr val="tx1"/>
                </a:solidFill>
                <a:latin typeface="Arial" charset="0"/>
                <a:ea typeface="ＭＳ Ｐゴシック" charset="-128"/>
              </a:defRPr>
            </a:lvl4pPr>
            <a:lvl5pPr marL="2057400" indent="-228600" eaLnBrk="0" hangingPunct="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dirty="0">
                <a:ln>
                  <a:noFill/>
                </a:ln>
                <a:solidFill>
                  <a:srgbClr val="000000"/>
                </a:solidFill>
                <a:effectLst/>
                <a:uLnTx/>
                <a:uFillTx/>
                <a:latin typeface="Arial Narrow" panose="020B0606020202030204" pitchFamily="34" charset="0"/>
              </a:rPr>
              <a:t>C2</a:t>
            </a:r>
          </a:p>
        </p:txBody>
      </p:sp>
      <p:sp>
        <p:nvSpPr>
          <p:cNvPr id="37" name="AutoShape 16">
            <a:extLst>
              <a:ext uri="{FF2B5EF4-FFF2-40B4-BE49-F238E27FC236}">
                <a16:creationId xmlns:a16="http://schemas.microsoft.com/office/drawing/2014/main" id="{48307579-98ED-4F1E-B2DE-637916F9833D}"/>
              </a:ext>
            </a:extLst>
          </p:cNvPr>
          <p:cNvSpPr>
            <a:spLocks noChangeArrowheads="1"/>
          </p:cNvSpPr>
          <p:nvPr/>
        </p:nvSpPr>
        <p:spPr bwMode="auto">
          <a:xfrm>
            <a:off x="977620" y="3191401"/>
            <a:ext cx="6860781" cy="465118"/>
          </a:xfrm>
          <a:prstGeom prst="roundRect">
            <a:avLst>
              <a:gd name="adj" fmla="val 12495"/>
            </a:avLst>
          </a:prstGeom>
          <a:solidFill>
            <a:schemeClr val="bg1"/>
          </a:solidFill>
          <a:ln w="12700">
            <a:solidFill>
              <a:schemeClr val="tx1"/>
            </a:solidFill>
            <a:round/>
            <a:headEnd/>
            <a:tailEnd/>
          </a:ln>
        </p:spPr>
        <p:txBody>
          <a:bodyPr wrap="none" anchor="ctr"/>
          <a:lstStyle>
            <a:lvl1pPr eaLnBrk="0" hangingPunct="0">
              <a:defRPr sz="2400">
                <a:solidFill>
                  <a:schemeClr val="tx1"/>
                </a:solidFill>
                <a:latin typeface="Arial" charset="0"/>
                <a:ea typeface="ＭＳ Ｐゴシック" charset="-128"/>
              </a:defRPr>
            </a:lvl1pPr>
            <a:lvl2pPr marL="742950" indent="-285750" eaLnBrk="0" hangingPunct="0">
              <a:defRPr sz="2400">
                <a:solidFill>
                  <a:schemeClr val="tx1"/>
                </a:solidFill>
                <a:latin typeface="Arial" charset="0"/>
                <a:ea typeface="ＭＳ Ｐゴシック" charset="-128"/>
              </a:defRPr>
            </a:lvl2pPr>
            <a:lvl3pPr marL="1143000" indent="-228600" eaLnBrk="0" hangingPunct="0">
              <a:defRPr sz="2400">
                <a:solidFill>
                  <a:schemeClr val="tx1"/>
                </a:solidFill>
                <a:latin typeface="Arial" charset="0"/>
                <a:ea typeface="ＭＳ Ｐゴシック" charset="-128"/>
              </a:defRPr>
            </a:lvl3pPr>
            <a:lvl4pPr marL="1600200" indent="-228600" eaLnBrk="0" hangingPunct="0">
              <a:defRPr sz="2400">
                <a:solidFill>
                  <a:schemeClr val="tx1"/>
                </a:solidFill>
                <a:latin typeface="Arial" charset="0"/>
                <a:ea typeface="ＭＳ Ｐゴシック" charset="-128"/>
              </a:defRPr>
            </a:lvl4pPr>
            <a:lvl5pPr marL="2057400" indent="-228600" eaLnBrk="0" hangingPunct="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charset="0"/>
              <a:ea typeface="ＭＳ Ｐゴシック" charset="-128"/>
              <a:cs typeface="+mn-cs"/>
            </a:endParaRPr>
          </a:p>
        </p:txBody>
      </p:sp>
      <p:sp>
        <p:nvSpPr>
          <p:cNvPr id="38" name="Rectangle 17">
            <a:extLst>
              <a:ext uri="{FF2B5EF4-FFF2-40B4-BE49-F238E27FC236}">
                <a16:creationId xmlns:a16="http://schemas.microsoft.com/office/drawing/2014/main" id="{8B1DA094-DA5F-4889-AAFF-32CDE92C7C67}"/>
              </a:ext>
            </a:extLst>
          </p:cNvPr>
          <p:cNvSpPr>
            <a:spLocks noChangeArrowheads="1"/>
          </p:cNvSpPr>
          <p:nvPr/>
        </p:nvSpPr>
        <p:spPr bwMode="auto">
          <a:xfrm>
            <a:off x="3543515" y="3244339"/>
            <a:ext cx="1452322" cy="3667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eaLnBrk="0" hangingPunct="0">
              <a:defRPr sz="2400">
                <a:solidFill>
                  <a:schemeClr val="tx1"/>
                </a:solidFill>
                <a:latin typeface="Arial" charset="0"/>
                <a:ea typeface="ＭＳ Ｐゴシック" charset="-128"/>
              </a:defRPr>
            </a:lvl1pPr>
            <a:lvl2pPr marL="742950" indent="-285750" eaLnBrk="0" hangingPunct="0">
              <a:defRPr sz="2400">
                <a:solidFill>
                  <a:schemeClr val="tx1"/>
                </a:solidFill>
                <a:latin typeface="Arial" charset="0"/>
                <a:ea typeface="ＭＳ Ｐゴシック" charset="-128"/>
              </a:defRPr>
            </a:lvl2pPr>
            <a:lvl3pPr marL="1143000" indent="-228600" eaLnBrk="0" hangingPunct="0">
              <a:defRPr sz="2400">
                <a:solidFill>
                  <a:schemeClr val="tx1"/>
                </a:solidFill>
                <a:latin typeface="Arial" charset="0"/>
                <a:ea typeface="ＭＳ Ｐゴシック" charset="-128"/>
              </a:defRPr>
            </a:lvl3pPr>
            <a:lvl4pPr marL="1600200" indent="-228600" eaLnBrk="0" hangingPunct="0">
              <a:defRPr sz="2400">
                <a:solidFill>
                  <a:schemeClr val="tx1"/>
                </a:solidFill>
                <a:latin typeface="Arial" charset="0"/>
                <a:ea typeface="ＭＳ Ｐゴシック" charset="-128"/>
              </a:defRPr>
            </a:lvl4pPr>
            <a:lvl5pPr marL="2057400" indent="-228600" eaLnBrk="0" hangingPunct="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dirty="0">
                <a:ln>
                  <a:noFill/>
                </a:ln>
                <a:solidFill>
                  <a:srgbClr val="000000"/>
                </a:solidFill>
                <a:effectLst/>
                <a:uLnTx/>
                <a:uFillTx/>
                <a:latin typeface="Arial" charset="0"/>
                <a:ea typeface="ＭＳ Ｐゴシック" charset="-128"/>
                <a:cs typeface="+mn-cs"/>
              </a:rPr>
              <a:t>Interconnect</a:t>
            </a:r>
          </a:p>
        </p:txBody>
      </p:sp>
      <p:sp>
        <p:nvSpPr>
          <p:cNvPr id="41" name="矩形: 圆角 40">
            <a:extLst>
              <a:ext uri="{FF2B5EF4-FFF2-40B4-BE49-F238E27FC236}">
                <a16:creationId xmlns:a16="http://schemas.microsoft.com/office/drawing/2014/main" id="{5C3578BE-8AB4-4F32-942C-19DEB8DD1F10}"/>
              </a:ext>
            </a:extLst>
          </p:cNvPr>
          <p:cNvSpPr/>
          <p:nvPr/>
        </p:nvSpPr>
        <p:spPr bwMode="auto">
          <a:xfrm>
            <a:off x="2551493" y="2130951"/>
            <a:ext cx="1371569" cy="679450"/>
          </a:xfrm>
          <a:prstGeom prst="roundRect">
            <a:avLst/>
          </a:prstGeom>
          <a:solidFill>
            <a:srgbClr val="CCECFF"/>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zh-CN" altLang="en-US" sz="1800" b="0" i="0" u="none" strike="noStrike" cap="none" normalizeH="0" baseline="0" dirty="0">
              <a:ln>
                <a:noFill/>
              </a:ln>
              <a:solidFill>
                <a:schemeClr val="tx1"/>
              </a:solidFill>
              <a:effectLst/>
              <a:latin typeface="Arial Narrow" panose="020B0606020202030204" pitchFamily="34" charset="0"/>
            </a:endParaRPr>
          </a:p>
        </p:txBody>
      </p:sp>
      <p:sp>
        <p:nvSpPr>
          <p:cNvPr id="64" name="Oval 7">
            <a:extLst>
              <a:ext uri="{FF2B5EF4-FFF2-40B4-BE49-F238E27FC236}">
                <a16:creationId xmlns:a16="http://schemas.microsoft.com/office/drawing/2014/main" id="{E9D3B7CC-CC0B-46B8-AED6-0E7F0612254B}"/>
              </a:ext>
            </a:extLst>
          </p:cNvPr>
          <p:cNvSpPr>
            <a:spLocks noChangeArrowheads="1"/>
          </p:cNvSpPr>
          <p:nvPr/>
        </p:nvSpPr>
        <p:spPr bwMode="auto">
          <a:xfrm>
            <a:off x="1277651" y="1051844"/>
            <a:ext cx="749300" cy="749300"/>
          </a:xfrm>
          <a:prstGeom prst="ellipse">
            <a:avLst/>
          </a:prstGeom>
          <a:solidFill>
            <a:schemeClr val="bg1"/>
          </a:solidFill>
          <a:ln w="12700">
            <a:solidFill>
              <a:schemeClr val="tx1"/>
            </a:solidFill>
            <a:round/>
            <a:headEnd/>
            <a:tailEnd/>
          </a:ln>
        </p:spPr>
        <p:txBody>
          <a:bodyPr wrap="none" anchor="ctr"/>
          <a:lstStyle>
            <a:lvl1pPr eaLnBrk="0" hangingPunct="0">
              <a:defRPr sz="2400">
                <a:solidFill>
                  <a:schemeClr val="tx1"/>
                </a:solidFill>
                <a:latin typeface="Arial" charset="0"/>
                <a:ea typeface="ＭＳ Ｐゴシック" charset="-128"/>
              </a:defRPr>
            </a:lvl1pPr>
            <a:lvl2pPr marL="742950" indent="-285750" eaLnBrk="0" hangingPunct="0">
              <a:defRPr sz="2400">
                <a:solidFill>
                  <a:schemeClr val="tx1"/>
                </a:solidFill>
                <a:latin typeface="Arial" charset="0"/>
                <a:ea typeface="ＭＳ Ｐゴシック" charset="-128"/>
              </a:defRPr>
            </a:lvl2pPr>
            <a:lvl3pPr marL="1143000" indent="-228600" eaLnBrk="0" hangingPunct="0">
              <a:defRPr sz="2400">
                <a:solidFill>
                  <a:schemeClr val="tx1"/>
                </a:solidFill>
                <a:latin typeface="Arial" charset="0"/>
                <a:ea typeface="ＭＳ Ｐゴシック" charset="-128"/>
              </a:defRPr>
            </a:lvl3pPr>
            <a:lvl4pPr marL="1600200" indent="-228600" eaLnBrk="0" hangingPunct="0">
              <a:defRPr sz="2400">
                <a:solidFill>
                  <a:schemeClr val="tx1"/>
                </a:solidFill>
                <a:latin typeface="Arial" charset="0"/>
                <a:ea typeface="ＭＳ Ｐゴシック" charset="-128"/>
              </a:defRPr>
            </a:lvl4pPr>
            <a:lvl5pPr marL="2057400" indent="-228600" eaLnBrk="0" hangingPunct="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charset="0"/>
              <a:ea typeface="ＭＳ Ｐゴシック" charset="-128"/>
              <a:cs typeface="+mn-cs"/>
            </a:endParaRPr>
          </a:p>
        </p:txBody>
      </p:sp>
      <p:sp>
        <p:nvSpPr>
          <p:cNvPr id="65" name="Line 9">
            <a:extLst>
              <a:ext uri="{FF2B5EF4-FFF2-40B4-BE49-F238E27FC236}">
                <a16:creationId xmlns:a16="http://schemas.microsoft.com/office/drawing/2014/main" id="{761927B0-4D93-4D4E-B279-9BA3AC91676A}"/>
              </a:ext>
            </a:extLst>
          </p:cNvPr>
          <p:cNvSpPr>
            <a:spLocks noChangeShapeType="1"/>
          </p:cNvSpPr>
          <p:nvPr/>
        </p:nvSpPr>
        <p:spPr bwMode="auto">
          <a:xfrm>
            <a:off x="1669763" y="1807575"/>
            <a:ext cx="0" cy="3111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charset="0"/>
              <a:ea typeface="ＭＳ Ｐゴシック" charset="-128"/>
              <a:cs typeface="+mn-cs"/>
            </a:endParaRPr>
          </a:p>
        </p:txBody>
      </p:sp>
      <p:sp>
        <p:nvSpPr>
          <p:cNvPr id="66" name="Line 10">
            <a:extLst>
              <a:ext uri="{FF2B5EF4-FFF2-40B4-BE49-F238E27FC236}">
                <a16:creationId xmlns:a16="http://schemas.microsoft.com/office/drawing/2014/main" id="{1A6863F4-F416-4AFD-B0C6-F81C3D8EEF49}"/>
              </a:ext>
            </a:extLst>
          </p:cNvPr>
          <p:cNvSpPr>
            <a:spLocks noChangeShapeType="1"/>
          </p:cNvSpPr>
          <p:nvPr/>
        </p:nvSpPr>
        <p:spPr bwMode="auto">
          <a:xfrm>
            <a:off x="1669763" y="2798175"/>
            <a:ext cx="0" cy="36830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charset="0"/>
              <a:ea typeface="ＭＳ Ｐゴシック" charset="-128"/>
              <a:cs typeface="+mn-cs"/>
            </a:endParaRPr>
          </a:p>
        </p:txBody>
      </p:sp>
      <p:sp>
        <p:nvSpPr>
          <p:cNvPr id="67" name="Rectangle 13">
            <a:extLst>
              <a:ext uri="{FF2B5EF4-FFF2-40B4-BE49-F238E27FC236}">
                <a16:creationId xmlns:a16="http://schemas.microsoft.com/office/drawing/2014/main" id="{554EB754-274E-4EB4-8AD9-2DF11C63B482}"/>
              </a:ext>
            </a:extLst>
          </p:cNvPr>
          <p:cNvSpPr>
            <a:spLocks noChangeArrowheads="1"/>
          </p:cNvSpPr>
          <p:nvPr/>
        </p:nvSpPr>
        <p:spPr bwMode="auto">
          <a:xfrm>
            <a:off x="1430330" y="1228850"/>
            <a:ext cx="424797" cy="3667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eaLnBrk="0" hangingPunct="0">
              <a:defRPr sz="2400">
                <a:solidFill>
                  <a:schemeClr val="tx1"/>
                </a:solidFill>
                <a:latin typeface="Arial" charset="0"/>
                <a:ea typeface="ＭＳ Ｐゴシック" charset="-128"/>
              </a:defRPr>
            </a:lvl1pPr>
            <a:lvl2pPr marL="742950" indent="-285750" eaLnBrk="0" hangingPunct="0">
              <a:defRPr sz="2400">
                <a:solidFill>
                  <a:schemeClr val="tx1"/>
                </a:solidFill>
                <a:latin typeface="Arial" charset="0"/>
                <a:ea typeface="ＭＳ Ｐゴシック" charset="-128"/>
              </a:defRPr>
            </a:lvl2pPr>
            <a:lvl3pPr marL="1143000" indent="-228600" eaLnBrk="0" hangingPunct="0">
              <a:defRPr sz="2400">
                <a:solidFill>
                  <a:schemeClr val="tx1"/>
                </a:solidFill>
                <a:latin typeface="Arial" charset="0"/>
                <a:ea typeface="ＭＳ Ｐゴシック" charset="-128"/>
              </a:defRPr>
            </a:lvl3pPr>
            <a:lvl4pPr marL="1600200" indent="-228600" eaLnBrk="0" hangingPunct="0">
              <a:defRPr sz="2400">
                <a:solidFill>
                  <a:schemeClr val="tx1"/>
                </a:solidFill>
                <a:latin typeface="Arial" charset="0"/>
                <a:ea typeface="ＭＳ Ｐゴシック" charset="-128"/>
              </a:defRPr>
            </a:lvl4pPr>
            <a:lvl5pPr marL="2057400" indent="-228600" eaLnBrk="0" hangingPunct="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dirty="0">
                <a:ln>
                  <a:noFill/>
                </a:ln>
                <a:solidFill>
                  <a:srgbClr val="000000"/>
                </a:solidFill>
                <a:effectLst/>
                <a:uLnTx/>
                <a:uFillTx/>
                <a:latin typeface="Arial Narrow" panose="020B0606020202030204" pitchFamily="34" charset="0"/>
              </a:rPr>
              <a:t>C1</a:t>
            </a:r>
          </a:p>
        </p:txBody>
      </p:sp>
      <p:sp>
        <p:nvSpPr>
          <p:cNvPr id="68" name="矩形: 圆角 67">
            <a:extLst>
              <a:ext uri="{FF2B5EF4-FFF2-40B4-BE49-F238E27FC236}">
                <a16:creationId xmlns:a16="http://schemas.microsoft.com/office/drawing/2014/main" id="{ED8DDC0F-AFA9-4718-9BDC-3B8F8B3DB64E}"/>
              </a:ext>
            </a:extLst>
          </p:cNvPr>
          <p:cNvSpPr/>
          <p:nvPr/>
        </p:nvSpPr>
        <p:spPr bwMode="auto">
          <a:xfrm>
            <a:off x="977620" y="2118725"/>
            <a:ext cx="1371569" cy="679450"/>
          </a:xfrm>
          <a:prstGeom prst="roundRect">
            <a:avLst/>
          </a:prstGeom>
          <a:solidFill>
            <a:srgbClr val="CCECFF"/>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zh-CN" altLang="en-US" sz="1800" b="0" i="0" u="none" strike="noStrike" cap="none" normalizeH="0" baseline="0" dirty="0">
              <a:ln>
                <a:noFill/>
              </a:ln>
              <a:solidFill>
                <a:schemeClr val="tx1"/>
              </a:solidFill>
              <a:effectLst/>
              <a:latin typeface="Arial Narrow" panose="020B0606020202030204" pitchFamily="34" charset="0"/>
            </a:endParaRPr>
          </a:p>
        </p:txBody>
      </p:sp>
      <p:sp>
        <p:nvSpPr>
          <p:cNvPr id="69" name="Oval 7">
            <a:extLst>
              <a:ext uri="{FF2B5EF4-FFF2-40B4-BE49-F238E27FC236}">
                <a16:creationId xmlns:a16="http://schemas.microsoft.com/office/drawing/2014/main" id="{42E8885E-6C42-407C-80A3-FC01AC15B870}"/>
              </a:ext>
            </a:extLst>
          </p:cNvPr>
          <p:cNvSpPr>
            <a:spLocks noChangeArrowheads="1"/>
          </p:cNvSpPr>
          <p:nvPr/>
        </p:nvSpPr>
        <p:spPr bwMode="auto">
          <a:xfrm>
            <a:off x="6017081" y="1058895"/>
            <a:ext cx="749300" cy="749300"/>
          </a:xfrm>
          <a:prstGeom prst="ellipse">
            <a:avLst/>
          </a:prstGeom>
          <a:solidFill>
            <a:schemeClr val="bg1"/>
          </a:solidFill>
          <a:ln w="12700">
            <a:solidFill>
              <a:schemeClr val="tx1"/>
            </a:solidFill>
            <a:round/>
            <a:headEnd/>
            <a:tailEnd/>
          </a:ln>
        </p:spPr>
        <p:txBody>
          <a:bodyPr wrap="none" anchor="ctr"/>
          <a:lstStyle>
            <a:lvl1pPr eaLnBrk="0" hangingPunct="0">
              <a:defRPr sz="2400">
                <a:solidFill>
                  <a:schemeClr val="tx1"/>
                </a:solidFill>
                <a:latin typeface="Arial" charset="0"/>
                <a:ea typeface="ＭＳ Ｐゴシック" charset="-128"/>
              </a:defRPr>
            </a:lvl1pPr>
            <a:lvl2pPr marL="742950" indent="-285750" eaLnBrk="0" hangingPunct="0">
              <a:defRPr sz="2400">
                <a:solidFill>
                  <a:schemeClr val="tx1"/>
                </a:solidFill>
                <a:latin typeface="Arial" charset="0"/>
                <a:ea typeface="ＭＳ Ｐゴシック" charset="-128"/>
              </a:defRPr>
            </a:lvl2pPr>
            <a:lvl3pPr marL="1143000" indent="-228600" eaLnBrk="0" hangingPunct="0">
              <a:defRPr sz="2400">
                <a:solidFill>
                  <a:schemeClr val="tx1"/>
                </a:solidFill>
                <a:latin typeface="Arial" charset="0"/>
                <a:ea typeface="ＭＳ Ｐゴシック" charset="-128"/>
              </a:defRPr>
            </a:lvl3pPr>
            <a:lvl4pPr marL="1600200" indent="-228600" eaLnBrk="0" hangingPunct="0">
              <a:defRPr sz="2400">
                <a:solidFill>
                  <a:schemeClr val="tx1"/>
                </a:solidFill>
                <a:latin typeface="Arial" charset="0"/>
                <a:ea typeface="ＭＳ Ｐゴシック" charset="-128"/>
              </a:defRPr>
            </a:lvl4pPr>
            <a:lvl5pPr marL="2057400" indent="-228600" eaLnBrk="0" hangingPunct="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charset="0"/>
              <a:ea typeface="ＭＳ Ｐゴシック" charset="-128"/>
              <a:cs typeface="+mn-cs"/>
            </a:endParaRPr>
          </a:p>
        </p:txBody>
      </p:sp>
      <p:sp>
        <p:nvSpPr>
          <p:cNvPr id="70" name="Line 9">
            <a:extLst>
              <a:ext uri="{FF2B5EF4-FFF2-40B4-BE49-F238E27FC236}">
                <a16:creationId xmlns:a16="http://schemas.microsoft.com/office/drawing/2014/main" id="{52CE6BCF-93B4-4BEC-8D07-1B322CECDA82}"/>
              </a:ext>
            </a:extLst>
          </p:cNvPr>
          <p:cNvSpPr>
            <a:spLocks noChangeShapeType="1"/>
          </p:cNvSpPr>
          <p:nvPr/>
        </p:nvSpPr>
        <p:spPr bwMode="auto">
          <a:xfrm>
            <a:off x="6409193" y="1814626"/>
            <a:ext cx="0" cy="3111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charset="0"/>
              <a:ea typeface="ＭＳ Ｐゴシック" charset="-128"/>
              <a:cs typeface="+mn-cs"/>
            </a:endParaRPr>
          </a:p>
        </p:txBody>
      </p:sp>
      <p:sp>
        <p:nvSpPr>
          <p:cNvPr id="71" name="Line 10">
            <a:extLst>
              <a:ext uri="{FF2B5EF4-FFF2-40B4-BE49-F238E27FC236}">
                <a16:creationId xmlns:a16="http://schemas.microsoft.com/office/drawing/2014/main" id="{1C584A1F-D17F-450E-942D-C8255A2CAAA3}"/>
              </a:ext>
            </a:extLst>
          </p:cNvPr>
          <p:cNvSpPr>
            <a:spLocks noChangeShapeType="1"/>
          </p:cNvSpPr>
          <p:nvPr/>
        </p:nvSpPr>
        <p:spPr bwMode="auto">
          <a:xfrm>
            <a:off x="6409193" y="2805226"/>
            <a:ext cx="0" cy="36830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charset="0"/>
              <a:ea typeface="ＭＳ Ｐゴシック" charset="-128"/>
              <a:cs typeface="+mn-cs"/>
            </a:endParaRPr>
          </a:p>
        </p:txBody>
      </p:sp>
      <p:sp>
        <p:nvSpPr>
          <p:cNvPr id="72" name="Rectangle 13">
            <a:extLst>
              <a:ext uri="{FF2B5EF4-FFF2-40B4-BE49-F238E27FC236}">
                <a16:creationId xmlns:a16="http://schemas.microsoft.com/office/drawing/2014/main" id="{299D76AA-CE99-4FCD-9455-5F04471FBB2A}"/>
              </a:ext>
            </a:extLst>
          </p:cNvPr>
          <p:cNvSpPr>
            <a:spLocks noChangeArrowheads="1"/>
          </p:cNvSpPr>
          <p:nvPr/>
        </p:nvSpPr>
        <p:spPr bwMode="auto">
          <a:xfrm>
            <a:off x="6169760" y="1235901"/>
            <a:ext cx="424797" cy="3667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eaLnBrk="0" hangingPunct="0">
              <a:defRPr sz="2400">
                <a:solidFill>
                  <a:schemeClr val="tx1"/>
                </a:solidFill>
                <a:latin typeface="Arial" charset="0"/>
                <a:ea typeface="ＭＳ Ｐゴシック" charset="-128"/>
              </a:defRPr>
            </a:lvl1pPr>
            <a:lvl2pPr marL="742950" indent="-285750" eaLnBrk="0" hangingPunct="0">
              <a:defRPr sz="2400">
                <a:solidFill>
                  <a:schemeClr val="tx1"/>
                </a:solidFill>
                <a:latin typeface="Arial" charset="0"/>
                <a:ea typeface="ＭＳ Ｐゴシック" charset="-128"/>
              </a:defRPr>
            </a:lvl2pPr>
            <a:lvl3pPr marL="1143000" indent="-228600" eaLnBrk="0" hangingPunct="0">
              <a:defRPr sz="2400">
                <a:solidFill>
                  <a:schemeClr val="tx1"/>
                </a:solidFill>
                <a:latin typeface="Arial" charset="0"/>
                <a:ea typeface="ＭＳ Ｐゴシック" charset="-128"/>
              </a:defRPr>
            </a:lvl3pPr>
            <a:lvl4pPr marL="1600200" indent="-228600" eaLnBrk="0" hangingPunct="0">
              <a:defRPr sz="2400">
                <a:solidFill>
                  <a:schemeClr val="tx1"/>
                </a:solidFill>
                <a:latin typeface="Arial" charset="0"/>
                <a:ea typeface="ＭＳ Ｐゴシック" charset="-128"/>
              </a:defRPr>
            </a:lvl4pPr>
            <a:lvl5pPr marL="2057400" indent="-228600" eaLnBrk="0" hangingPunct="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dirty="0">
                <a:ln>
                  <a:noFill/>
                </a:ln>
                <a:solidFill>
                  <a:srgbClr val="000000"/>
                </a:solidFill>
                <a:effectLst/>
                <a:uLnTx/>
                <a:uFillTx/>
                <a:latin typeface="Arial Narrow" panose="020B0606020202030204" pitchFamily="34" charset="0"/>
              </a:rPr>
              <a:t>C4</a:t>
            </a:r>
          </a:p>
        </p:txBody>
      </p:sp>
      <p:sp>
        <p:nvSpPr>
          <p:cNvPr id="73" name="矩形: 圆角 72">
            <a:extLst>
              <a:ext uri="{FF2B5EF4-FFF2-40B4-BE49-F238E27FC236}">
                <a16:creationId xmlns:a16="http://schemas.microsoft.com/office/drawing/2014/main" id="{93057970-017A-4F4B-9BD6-2E395B9F653F}"/>
              </a:ext>
            </a:extLst>
          </p:cNvPr>
          <p:cNvSpPr/>
          <p:nvPr/>
        </p:nvSpPr>
        <p:spPr bwMode="auto">
          <a:xfrm>
            <a:off x="5717050" y="2125776"/>
            <a:ext cx="1371569" cy="679450"/>
          </a:xfrm>
          <a:prstGeom prst="roundRect">
            <a:avLst/>
          </a:prstGeom>
          <a:solidFill>
            <a:srgbClr val="CCECFF"/>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zh-CN" altLang="en-US" sz="1800" b="0" i="0" u="none" strike="noStrike" cap="none" normalizeH="0" baseline="0" dirty="0">
              <a:ln>
                <a:noFill/>
              </a:ln>
              <a:solidFill>
                <a:schemeClr val="tx1"/>
              </a:solidFill>
              <a:effectLst/>
              <a:latin typeface="Arial Narrow" panose="020B0606020202030204" pitchFamily="34" charset="0"/>
            </a:endParaRPr>
          </a:p>
        </p:txBody>
      </p:sp>
      <p:sp>
        <p:nvSpPr>
          <p:cNvPr id="74" name="Oval 7">
            <a:extLst>
              <a:ext uri="{FF2B5EF4-FFF2-40B4-BE49-F238E27FC236}">
                <a16:creationId xmlns:a16="http://schemas.microsoft.com/office/drawing/2014/main" id="{92DA491D-7521-4779-9703-1921BEB2954A}"/>
              </a:ext>
            </a:extLst>
          </p:cNvPr>
          <p:cNvSpPr>
            <a:spLocks noChangeArrowheads="1"/>
          </p:cNvSpPr>
          <p:nvPr/>
        </p:nvSpPr>
        <p:spPr bwMode="auto">
          <a:xfrm>
            <a:off x="4443208" y="1046669"/>
            <a:ext cx="749300" cy="749300"/>
          </a:xfrm>
          <a:prstGeom prst="ellipse">
            <a:avLst/>
          </a:prstGeom>
          <a:solidFill>
            <a:schemeClr val="bg1"/>
          </a:solidFill>
          <a:ln w="12700">
            <a:solidFill>
              <a:schemeClr val="tx1"/>
            </a:solidFill>
            <a:round/>
            <a:headEnd/>
            <a:tailEnd/>
          </a:ln>
        </p:spPr>
        <p:txBody>
          <a:bodyPr wrap="none" anchor="ctr"/>
          <a:lstStyle>
            <a:lvl1pPr eaLnBrk="0" hangingPunct="0">
              <a:defRPr sz="2400">
                <a:solidFill>
                  <a:schemeClr val="tx1"/>
                </a:solidFill>
                <a:latin typeface="Arial" charset="0"/>
                <a:ea typeface="ＭＳ Ｐゴシック" charset="-128"/>
              </a:defRPr>
            </a:lvl1pPr>
            <a:lvl2pPr marL="742950" indent="-285750" eaLnBrk="0" hangingPunct="0">
              <a:defRPr sz="2400">
                <a:solidFill>
                  <a:schemeClr val="tx1"/>
                </a:solidFill>
                <a:latin typeface="Arial" charset="0"/>
                <a:ea typeface="ＭＳ Ｐゴシック" charset="-128"/>
              </a:defRPr>
            </a:lvl2pPr>
            <a:lvl3pPr marL="1143000" indent="-228600" eaLnBrk="0" hangingPunct="0">
              <a:defRPr sz="2400">
                <a:solidFill>
                  <a:schemeClr val="tx1"/>
                </a:solidFill>
                <a:latin typeface="Arial" charset="0"/>
                <a:ea typeface="ＭＳ Ｐゴシック" charset="-128"/>
              </a:defRPr>
            </a:lvl3pPr>
            <a:lvl4pPr marL="1600200" indent="-228600" eaLnBrk="0" hangingPunct="0">
              <a:defRPr sz="2400">
                <a:solidFill>
                  <a:schemeClr val="tx1"/>
                </a:solidFill>
                <a:latin typeface="Arial" charset="0"/>
                <a:ea typeface="ＭＳ Ｐゴシック" charset="-128"/>
              </a:defRPr>
            </a:lvl4pPr>
            <a:lvl5pPr marL="2057400" indent="-228600" eaLnBrk="0" hangingPunct="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charset="0"/>
              <a:ea typeface="ＭＳ Ｐゴシック" charset="-128"/>
              <a:cs typeface="+mn-cs"/>
            </a:endParaRPr>
          </a:p>
        </p:txBody>
      </p:sp>
      <p:sp>
        <p:nvSpPr>
          <p:cNvPr id="75" name="Line 9">
            <a:extLst>
              <a:ext uri="{FF2B5EF4-FFF2-40B4-BE49-F238E27FC236}">
                <a16:creationId xmlns:a16="http://schemas.microsoft.com/office/drawing/2014/main" id="{EF65B723-32B4-495C-9F9C-549E4BDA9348}"/>
              </a:ext>
            </a:extLst>
          </p:cNvPr>
          <p:cNvSpPr>
            <a:spLocks noChangeShapeType="1"/>
          </p:cNvSpPr>
          <p:nvPr/>
        </p:nvSpPr>
        <p:spPr bwMode="auto">
          <a:xfrm>
            <a:off x="4835320" y="1802400"/>
            <a:ext cx="0" cy="3111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charset="0"/>
              <a:ea typeface="ＭＳ Ｐゴシック" charset="-128"/>
              <a:cs typeface="+mn-cs"/>
            </a:endParaRPr>
          </a:p>
        </p:txBody>
      </p:sp>
      <p:sp>
        <p:nvSpPr>
          <p:cNvPr id="76" name="Line 10">
            <a:extLst>
              <a:ext uri="{FF2B5EF4-FFF2-40B4-BE49-F238E27FC236}">
                <a16:creationId xmlns:a16="http://schemas.microsoft.com/office/drawing/2014/main" id="{7F03F7D1-A57D-40E7-9D63-C68504CCEA5B}"/>
              </a:ext>
            </a:extLst>
          </p:cNvPr>
          <p:cNvSpPr>
            <a:spLocks noChangeShapeType="1"/>
          </p:cNvSpPr>
          <p:nvPr/>
        </p:nvSpPr>
        <p:spPr bwMode="auto">
          <a:xfrm>
            <a:off x="4835320" y="2793000"/>
            <a:ext cx="0" cy="36830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charset="0"/>
              <a:ea typeface="ＭＳ Ｐゴシック" charset="-128"/>
              <a:cs typeface="+mn-cs"/>
            </a:endParaRPr>
          </a:p>
        </p:txBody>
      </p:sp>
      <p:sp>
        <p:nvSpPr>
          <p:cNvPr id="77" name="Rectangle 13">
            <a:extLst>
              <a:ext uri="{FF2B5EF4-FFF2-40B4-BE49-F238E27FC236}">
                <a16:creationId xmlns:a16="http://schemas.microsoft.com/office/drawing/2014/main" id="{C714C0FC-7261-4900-ABE0-2C7B08DDD7BD}"/>
              </a:ext>
            </a:extLst>
          </p:cNvPr>
          <p:cNvSpPr>
            <a:spLocks noChangeArrowheads="1"/>
          </p:cNvSpPr>
          <p:nvPr/>
        </p:nvSpPr>
        <p:spPr bwMode="auto">
          <a:xfrm>
            <a:off x="4595887" y="1223675"/>
            <a:ext cx="424797" cy="3667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eaLnBrk="0" hangingPunct="0">
              <a:defRPr sz="2400">
                <a:solidFill>
                  <a:schemeClr val="tx1"/>
                </a:solidFill>
                <a:latin typeface="Arial" charset="0"/>
                <a:ea typeface="ＭＳ Ｐゴシック" charset="-128"/>
              </a:defRPr>
            </a:lvl1pPr>
            <a:lvl2pPr marL="742950" indent="-285750" eaLnBrk="0" hangingPunct="0">
              <a:defRPr sz="2400">
                <a:solidFill>
                  <a:schemeClr val="tx1"/>
                </a:solidFill>
                <a:latin typeface="Arial" charset="0"/>
                <a:ea typeface="ＭＳ Ｐゴシック" charset="-128"/>
              </a:defRPr>
            </a:lvl2pPr>
            <a:lvl3pPr marL="1143000" indent="-228600" eaLnBrk="0" hangingPunct="0">
              <a:defRPr sz="2400">
                <a:solidFill>
                  <a:schemeClr val="tx1"/>
                </a:solidFill>
                <a:latin typeface="Arial" charset="0"/>
                <a:ea typeface="ＭＳ Ｐゴシック" charset="-128"/>
              </a:defRPr>
            </a:lvl3pPr>
            <a:lvl4pPr marL="1600200" indent="-228600" eaLnBrk="0" hangingPunct="0">
              <a:defRPr sz="2400">
                <a:solidFill>
                  <a:schemeClr val="tx1"/>
                </a:solidFill>
                <a:latin typeface="Arial" charset="0"/>
                <a:ea typeface="ＭＳ Ｐゴシック" charset="-128"/>
              </a:defRPr>
            </a:lvl4pPr>
            <a:lvl5pPr marL="2057400" indent="-228600" eaLnBrk="0" hangingPunct="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dirty="0">
                <a:ln>
                  <a:noFill/>
                </a:ln>
                <a:solidFill>
                  <a:srgbClr val="000000"/>
                </a:solidFill>
                <a:effectLst/>
                <a:uLnTx/>
                <a:uFillTx/>
                <a:latin typeface="Arial Narrow" panose="020B0606020202030204" pitchFamily="34" charset="0"/>
              </a:rPr>
              <a:t>C3</a:t>
            </a:r>
          </a:p>
        </p:txBody>
      </p:sp>
      <p:sp>
        <p:nvSpPr>
          <p:cNvPr id="5" name="矩形 4">
            <a:extLst>
              <a:ext uri="{FF2B5EF4-FFF2-40B4-BE49-F238E27FC236}">
                <a16:creationId xmlns:a16="http://schemas.microsoft.com/office/drawing/2014/main" id="{0121529A-1E0B-4A77-A91D-BCE05BB7FE35}"/>
              </a:ext>
            </a:extLst>
          </p:cNvPr>
          <p:cNvSpPr/>
          <p:nvPr/>
        </p:nvSpPr>
        <p:spPr>
          <a:xfrm>
            <a:off x="1108883" y="2285680"/>
            <a:ext cx="402674" cy="369332"/>
          </a:xfrm>
          <a:prstGeom prst="rect">
            <a:avLst/>
          </a:prstGeom>
        </p:spPr>
        <p:txBody>
          <a:bodyPr wrap="none">
            <a:spAutoFit/>
          </a:bodyPr>
          <a:lstStyle/>
          <a:p>
            <a:r>
              <a:rPr lang="en-US" altLang="zh-CN" dirty="0">
                <a:solidFill>
                  <a:schemeClr val="tx2"/>
                </a:solidFill>
              </a:rPr>
              <a:t>X:</a:t>
            </a:r>
            <a:endParaRPr lang="zh-CN" altLang="en-US" dirty="0"/>
          </a:p>
        </p:txBody>
      </p:sp>
      <p:sp>
        <p:nvSpPr>
          <p:cNvPr id="81" name="矩形 80">
            <a:extLst>
              <a:ext uri="{FF2B5EF4-FFF2-40B4-BE49-F238E27FC236}">
                <a16:creationId xmlns:a16="http://schemas.microsoft.com/office/drawing/2014/main" id="{999CF0D0-0C69-49D5-84EA-33E3FF2CF465}"/>
              </a:ext>
            </a:extLst>
          </p:cNvPr>
          <p:cNvSpPr/>
          <p:nvPr/>
        </p:nvSpPr>
        <p:spPr>
          <a:xfrm>
            <a:off x="2840051" y="1928311"/>
            <a:ext cx="1582484" cy="769441"/>
          </a:xfrm>
          <a:prstGeom prst="rect">
            <a:avLst/>
          </a:prstGeom>
        </p:spPr>
        <p:txBody>
          <a:bodyPr wrap="square">
            <a:spAutoFit/>
          </a:bodyPr>
          <a:lstStyle/>
          <a:p>
            <a:pPr eaLnBrk="1" hangingPunct="1"/>
            <a:r>
              <a:rPr lang="en-US" altLang="zh-CN" dirty="0">
                <a:solidFill>
                  <a:schemeClr val="tx2"/>
                </a:solidFill>
              </a:rPr>
              <a:t> X: </a:t>
            </a:r>
            <a:r>
              <a:rPr lang="en-US" altLang="zh-CN" b="1" dirty="0">
                <a:solidFill>
                  <a:srgbClr val="FF0000"/>
                </a:solidFill>
              </a:rPr>
              <a:t>I</a:t>
            </a:r>
            <a:endParaRPr lang="zh-CN" altLang="en-US" sz="4400" b="1" dirty="0">
              <a:solidFill>
                <a:srgbClr val="FF0000"/>
              </a:solidFill>
            </a:endParaRPr>
          </a:p>
        </p:txBody>
      </p:sp>
      <p:sp>
        <p:nvSpPr>
          <p:cNvPr id="85" name="矩形 84">
            <a:extLst>
              <a:ext uri="{FF2B5EF4-FFF2-40B4-BE49-F238E27FC236}">
                <a16:creationId xmlns:a16="http://schemas.microsoft.com/office/drawing/2014/main" id="{81FB116F-D60F-4434-9A12-7BCFBC83B737}"/>
              </a:ext>
            </a:extLst>
          </p:cNvPr>
          <p:cNvSpPr/>
          <p:nvPr/>
        </p:nvSpPr>
        <p:spPr>
          <a:xfrm>
            <a:off x="1419112" y="2293104"/>
            <a:ext cx="279244" cy="369332"/>
          </a:xfrm>
          <a:prstGeom prst="rect">
            <a:avLst/>
          </a:prstGeom>
        </p:spPr>
        <p:txBody>
          <a:bodyPr wrap="none">
            <a:spAutoFit/>
          </a:bodyPr>
          <a:lstStyle/>
          <a:p>
            <a:r>
              <a:rPr lang="en-US" altLang="zh-CN" b="1" dirty="0">
                <a:solidFill>
                  <a:srgbClr val="FF0000"/>
                </a:solidFill>
                <a:latin typeface="Imprint MT Shadow" panose="04020605060303030202" pitchFamily="82" charset="0"/>
              </a:rPr>
              <a:t>I</a:t>
            </a:r>
            <a:endParaRPr lang="zh-CN" altLang="en-US" dirty="0"/>
          </a:p>
        </p:txBody>
      </p:sp>
      <p:sp>
        <p:nvSpPr>
          <p:cNvPr id="86" name="矩形 85">
            <a:extLst>
              <a:ext uri="{FF2B5EF4-FFF2-40B4-BE49-F238E27FC236}">
                <a16:creationId xmlns:a16="http://schemas.microsoft.com/office/drawing/2014/main" id="{992E6463-374C-49BD-8DD7-A0BE0C1451D3}"/>
              </a:ext>
            </a:extLst>
          </p:cNvPr>
          <p:cNvSpPr/>
          <p:nvPr/>
        </p:nvSpPr>
        <p:spPr>
          <a:xfrm>
            <a:off x="4375927" y="2273784"/>
            <a:ext cx="606256" cy="369332"/>
          </a:xfrm>
          <a:prstGeom prst="rect">
            <a:avLst/>
          </a:prstGeom>
        </p:spPr>
        <p:txBody>
          <a:bodyPr wrap="none">
            <a:spAutoFit/>
          </a:bodyPr>
          <a:lstStyle/>
          <a:p>
            <a:r>
              <a:rPr lang="en-US" altLang="zh-CN" dirty="0"/>
              <a:t>X: </a:t>
            </a:r>
            <a:r>
              <a:rPr lang="en-US" altLang="zh-CN" b="1" dirty="0">
                <a:solidFill>
                  <a:srgbClr val="FF0000"/>
                </a:solidFill>
                <a:latin typeface="Imprint MT Shadow" panose="04020605060303030202" pitchFamily="82" charset="0"/>
              </a:rPr>
              <a:t>S</a:t>
            </a:r>
            <a:endParaRPr lang="zh-CN" altLang="en-US" dirty="0"/>
          </a:p>
        </p:txBody>
      </p:sp>
      <p:sp>
        <p:nvSpPr>
          <p:cNvPr id="87" name="矩形 86">
            <a:extLst>
              <a:ext uri="{FF2B5EF4-FFF2-40B4-BE49-F238E27FC236}">
                <a16:creationId xmlns:a16="http://schemas.microsoft.com/office/drawing/2014/main" id="{DD938820-1610-4DB9-9424-F2908483F74C}"/>
              </a:ext>
            </a:extLst>
          </p:cNvPr>
          <p:cNvSpPr/>
          <p:nvPr/>
        </p:nvSpPr>
        <p:spPr>
          <a:xfrm>
            <a:off x="6033185" y="2273784"/>
            <a:ext cx="606256" cy="369332"/>
          </a:xfrm>
          <a:prstGeom prst="rect">
            <a:avLst/>
          </a:prstGeom>
        </p:spPr>
        <p:txBody>
          <a:bodyPr wrap="none">
            <a:spAutoFit/>
          </a:bodyPr>
          <a:lstStyle/>
          <a:p>
            <a:r>
              <a:rPr lang="en-US" altLang="zh-CN" dirty="0"/>
              <a:t>X: </a:t>
            </a:r>
            <a:r>
              <a:rPr lang="en-US" altLang="zh-CN" b="1" dirty="0">
                <a:solidFill>
                  <a:srgbClr val="FF0000"/>
                </a:solidFill>
                <a:latin typeface="Imprint MT Shadow" panose="04020605060303030202" pitchFamily="82" charset="0"/>
              </a:rPr>
              <a:t>S</a:t>
            </a:r>
            <a:endParaRPr lang="zh-CN" altLang="en-US" dirty="0"/>
          </a:p>
        </p:txBody>
      </p:sp>
      <p:sp>
        <p:nvSpPr>
          <p:cNvPr id="118788" name="矩形 118787">
            <a:extLst>
              <a:ext uri="{FF2B5EF4-FFF2-40B4-BE49-F238E27FC236}">
                <a16:creationId xmlns:a16="http://schemas.microsoft.com/office/drawing/2014/main" id="{2AF0D5B3-2E0C-4B11-8078-6E068D63A822}"/>
              </a:ext>
            </a:extLst>
          </p:cNvPr>
          <p:cNvSpPr/>
          <p:nvPr/>
        </p:nvSpPr>
        <p:spPr>
          <a:xfrm>
            <a:off x="7243375" y="1609670"/>
            <a:ext cx="595035" cy="584775"/>
          </a:xfrm>
          <a:prstGeom prst="rect">
            <a:avLst/>
          </a:prstGeom>
        </p:spPr>
        <p:txBody>
          <a:bodyPr wrap="none">
            <a:spAutoFit/>
          </a:bodyPr>
          <a:lstStyle/>
          <a:p>
            <a:r>
              <a:rPr lang="en-US" altLang="zh-CN" sz="3200" dirty="0"/>
              <a:t>…</a:t>
            </a:r>
            <a:endParaRPr lang="zh-CN" altLang="en-US" sz="3200" dirty="0"/>
          </a:p>
        </p:txBody>
      </p:sp>
      <p:sp>
        <p:nvSpPr>
          <p:cNvPr id="62" name="内容占位符 35">
            <a:extLst>
              <a:ext uri="{FF2B5EF4-FFF2-40B4-BE49-F238E27FC236}">
                <a16:creationId xmlns:a16="http://schemas.microsoft.com/office/drawing/2014/main" id="{E0BD2D30-74FB-44A5-8E1D-B205DBB725AF}"/>
              </a:ext>
            </a:extLst>
          </p:cNvPr>
          <p:cNvSpPr txBox="1">
            <a:spLocks/>
          </p:cNvSpPr>
          <p:nvPr/>
        </p:nvSpPr>
        <p:spPr bwMode="auto">
          <a:xfrm>
            <a:off x="538377" y="3912003"/>
            <a:ext cx="6550242" cy="23623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accent1"/>
              </a:buClr>
              <a:buSzPct val="65000"/>
              <a:buFont typeface="Wingdings" charset="2"/>
              <a:buChar char="n"/>
              <a:defRPr sz="2400">
                <a:solidFill>
                  <a:schemeClr val="tx1"/>
                </a:solidFill>
                <a:latin typeface="+mn-lt"/>
                <a:ea typeface="ＭＳ Ｐゴシック" pitchFamily="-107" charset="-128"/>
                <a:cs typeface="ＭＳ Ｐゴシック" pitchFamily="-107" charset="-128"/>
              </a:defRPr>
            </a:lvl1pPr>
            <a:lvl2pPr marL="669925" indent="-325438" algn="l" rtl="0" eaLnBrk="0" fontAlgn="base" hangingPunct="0">
              <a:spcBef>
                <a:spcPct val="20000"/>
              </a:spcBef>
              <a:spcAft>
                <a:spcPct val="0"/>
              </a:spcAft>
              <a:buClr>
                <a:schemeClr val="accent2"/>
              </a:buClr>
              <a:buSzPct val="60000"/>
              <a:buFont typeface="Wingdings" charset="2"/>
              <a:buChar char="q"/>
              <a:defRPr sz="2200">
                <a:solidFill>
                  <a:schemeClr val="tx1"/>
                </a:solidFill>
                <a:latin typeface="+mn-lt"/>
                <a:ea typeface="ＭＳ Ｐゴシック" pitchFamily="-107" charset="-128"/>
              </a:defRPr>
            </a:lvl2pPr>
            <a:lvl3pPr marL="1022350" indent="-350838" algn="l" rtl="0" eaLnBrk="0" fontAlgn="base" hangingPunct="0">
              <a:spcBef>
                <a:spcPct val="20000"/>
              </a:spcBef>
              <a:spcAft>
                <a:spcPct val="0"/>
              </a:spcAft>
              <a:buClr>
                <a:schemeClr val="accent1"/>
              </a:buClr>
              <a:buSzPct val="65000"/>
              <a:buFont typeface="Wingdings" charset="2"/>
              <a:buChar char="n"/>
              <a:defRPr sz="2000">
                <a:solidFill>
                  <a:schemeClr val="tx1"/>
                </a:solidFill>
                <a:latin typeface="+mn-lt"/>
                <a:ea typeface="ＭＳ Ｐゴシック" pitchFamily="-107" charset="-128"/>
              </a:defRPr>
            </a:lvl3pPr>
            <a:lvl4pPr marL="1339850" indent="-315913" algn="l" rtl="0" eaLnBrk="0" fontAlgn="base" hangingPunct="0">
              <a:spcBef>
                <a:spcPct val="20000"/>
              </a:spcBef>
              <a:spcAft>
                <a:spcPct val="0"/>
              </a:spcAft>
              <a:buClr>
                <a:schemeClr val="accent2"/>
              </a:buClr>
              <a:buSzPct val="70000"/>
              <a:buFont typeface="Wingdings" charset="2"/>
              <a:buChar char="q"/>
              <a:defRPr>
                <a:solidFill>
                  <a:schemeClr val="tx1"/>
                </a:solidFill>
                <a:latin typeface="+mn-lt"/>
                <a:ea typeface="ＭＳ Ｐゴシック" pitchFamily="-107" charset="-128"/>
              </a:defRPr>
            </a:lvl4pPr>
            <a:lvl5pPr marL="1681163" indent="-339725" algn="l" rtl="0" eaLnBrk="0" fontAlgn="base" hangingPunct="0">
              <a:spcBef>
                <a:spcPct val="20000"/>
              </a:spcBef>
              <a:spcAft>
                <a:spcPct val="0"/>
              </a:spcAft>
              <a:buClr>
                <a:schemeClr val="accent1"/>
              </a:buClr>
              <a:buSzPct val="75000"/>
              <a:buFont typeface="Wingdings" charset="2"/>
              <a:buChar char="§"/>
              <a:defRPr sz="1600">
                <a:solidFill>
                  <a:schemeClr val="tx1"/>
                </a:solidFill>
                <a:latin typeface="+mn-lt"/>
                <a:ea typeface="ＭＳ Ｐゴシック" pitchFamily="-107" charset="-128"/>
              </a:defRPr>
            </a:lvl5pPr>
            <a:lvl6pPr marL="2138363" indent="-339725" algn="l" rtl="0" fontAlgn="base">
              <a:spcBef>
                <a:spcPct val="20000"/>
              </a:spcBef>
              <a:spcAft>
                <a:spcPct val="0"/>
              </a:spcAft>
              <a:buClr>
                <a:schemeClr val="accent1"/>
              </a:buClr>
              <a:buSzPct val="75000"/>
              <a:buFont typeface="Wingdings" pitchFamily="2" charset="2"/>
              <a:buChar char="§"/>
              <a:defRPr sz="1600">
                <a:solidFill>
                  <a:schemeClr val="tx1"/>
                </a:solidFill>
                <a:latin typeface="+mn-lt"/>
              </a:defRPr>
            </a:lvl6pPr>
            <a:lvl7pPr marL="2595563" indent="-339725" algn="l" rtl="0" fontAlgn="base">
              <a:spcBef>
                <a:spcPct val="20000"/>
              </a:spcBef>
              <a:spcAft>
                <a:spcPct val="0"/>
              </a:spcAft>
              <a:buClr>
                <a:schemeClr val="accent1"/>
              </a:buClr>
              <a:buSzPct val="75000"/>
              <a:buFont typeface="Wingdings" pitchFamily="2" charset="2"/>
              <a:buChar char="§"/>
              <a:defRPr sz="1600">
                <a:solidFill>
                  <a:schemeClr val="tx1"/>
                </a:solidFill>
                <a:latin typeface="+mn-lt"/>
              </a:defRPr>
            </a:lvl7pPr>
            <a:lvl8pPr marL="3052763" indent="-339725" algn="l" rtl="0" fontAlgn="base">
              <a:spcBef>
                <a:spcPct val="20000"/>
              </a:spcBef>
              <a:spcAft>
                <a:spcPct val="0"/>
              </a:spcAft>
              <a:buClr>
                <a:schemeClr val="accent1"/>
              </a:buClr>
              <a:buSzPct val="75000"/>
              <a:buFont typeface="Wingdings" pitchFamily="2" charset="2"/>
              <a:buChar char="§"/>
              <a:defRPr sz="1600">
                <a:solidFill>
                  <a:schemeClr val="tx1"/>
                </a:solidFill>
                <a:latin typeface="+mn-lt"/>
              </a:defRPr>
            </a:lvl8pPr>
            <a:lvl9pPr marL="3509963" indent="-339725" algn="l" rtl="0" fontAlgn="base">
              <a:spcBef>
                <a:spcPct val="20000"/>
              </a:spcBef>
              <a:spcAft>
                <a:spcPct val="0"/>
              </a:spcAft>
              <a:buClr>
                <a:schemeClr val="accent1"/>
              </a:buClr>
              <a:buSzPct val="75000"/>
              <a:buFont typeface="Wingdings" pitchFamily="2" charset="2"/>
              <a:buChar char="§"/>
              <a:defRPr sz="1600">
                <a:solidFill>
                  <a:schemeClr val="tx1"/>
                </a:solidFill>
                <a:latin typeface="+mn-lt"/>
              </a:defRPr>
            </a:lvl9pPr>
          </a:lstStyle>
          <a:p>
            <a:r>
              <a:rPr lang="en-US" altLang="zh-CN" b="1" kern="0" dirty="0"/>
              <a:t>Initial states</a:t>
            </a:r>
            <a:r>
              <a:rPr lang="en-US" altLang="zh-CN" kern="0" dirty="0"/>
              <a:t>:</a:t>
            </a:r>
          </a:p>
          <a:p>
            <a:pPr lvl="1"/>
            <a:r>
              <a:rPr lang="en-US" altLang="zh-CN" kern="0" dirty="0"/>
              <a:t>X is only shared by C3 and C4</a:t>
            </a:r>
            <a:endParaRPr lang="en-US" altLang="zh-CN" b="1" kern="0" dirty="0"/>
          </a:p>
          <a:p>
            <a:r>
              <a:rPr lang="en-US" altLang="zh-CN" b="1" kern="0" dirty="0"/>
              <a:t>Operations: </a:t>
            </a:r>
          </a:p>
          <a:p>
            <a:pPr lvl="1"/>
            <a:r>
              <a:rPr lang="en-US" altLang="zh-CN" sz="2000" kern="0" dirty="0">
                <a:cs typeface="+mn-cs"/>
              </a:rPr>
              <a:t>C1:X=888 </a:t>
            </a:r>
          </a:p>
          <a:p>
            <a:pPr lvl="1"/>
            <a:r>
              <a:rPr lang="en-US" altLang="zh-CN" sz="2000" kern="0" dirty="0">
                <a:cs typeface="+mn-cs"/>
              </a:rPr>
              <a:t>C3: reads X</a:t>
            </a:r>
          </a:p>
        </p:txBody>
      </p:sp>
    </p:spTree>
    <p:extLst>
      <p:ext uri="{BB962C8B-B14F-4D97-AF65-F5344CB8AC3E}">
        <p14:creationId xmlns:p14="http://schemas.microsoft.com/office/powerpoint/2010/main" val="2129049285"/>
      </p:ext>
    </p:extLst>
  </p:cSld>
  <p:clrMapOvr>
    <a:masterClrMapping/>
  </p:clrMapOvr>
  <p:transition/>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 name="矩形: 圆角 77">
            <a:extLst>
              <a:ext uri="{FF2B5EF4-FFF2-40B4-BE49-F238E27FC236}">
                <a16:creationId xmlns:a16="http://schemas.microsoft.com/office/drawing/2014/main" id="{BF5F3C53-EE21-485E-897E-15C3CA3A11F4}"/>
              </a:ext>
            </a:extLst>
          </p:cNvPr>
          <p:cNvSpPr/>
          <p:nvPr/>
        </p:nvSpPr>
        <p:spPr bwMode="auto">
          <a:xfrm>
            <a:off x="4143177" y="2113550"/>
            <a:ext cx="1371569" cy="679450"/>
          </a:xfrm>
          <a:prstGeom prst="roundRect">
            <a:avLst/>
          </a:prstGeom>
          <a:solidFill>
            <a:srgbClr val="CCECFF"/>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zh-CN" altLang="en-US" sz="1800" b="0" i="0" u="none" strike="noStrike" cap="none" normalizeH="0" baseline="0" dirty="0">
              <a:ln>
                <a:noFill/>
              </a:ln>
              <a:solidFill>
                <a:schemeClr val="tx1"/>
              </a:solidFill>
              <a:effectLst/>
              <a:latin typeface="Arial Narrow" panose="020B0606020202030204" pitchFamily="34" charset="0"/>
            </a:endParaRPr>
          </a:p>
        </p:txBody>
      </p:sp>
      <p:sp>
        <p:nvSpPr>
          <p:cNvPr id="118785" name="Title 1"/>
          <p:cNvSpPr>
            <a:spLocks noGrp="1"/>
          </p:cNvSpPr>
          <p:nvPr>
            <p:ph type="title"/>
          </p:nvPr>
        </p:nvSpPr>
        <p:spPr>
          <a:xfrm>
            <a:off x="228600" y="152400"/>
            <a:ext cx="8458200" cy="685800"/>
          </a:xfrm>
        </p:spPr>
        <p:txBody>
          <a:bodyPr/>
          <a:lstStyle/>
          <a:p>
            <a:r>
              <a:rPr lang="en-US" altLang="en-US" dirty="0">
                <a:ea typeface="ＭＳ Ｐゴシック" charset="-128"/>
              </a:rPr>
              <a:t>How Snoop Works? (</a:t>
            </a:r>
            <a:r>
              <a:rPr lang="en-US" altLang="zh-CN" dirty="0">
                <a:ea typeface="ＭＳ Ｐゴシック" charset="-128"/>
              </a:rPr>
              <a:t>C1: </a:t>
            </a:r>
            <a:r>
              <a:rPr lang="en-US" altLang="en-US" dirty="0">
                <a:ea typeface="ＭＳ Ｐゴシック" charset="-128"/>
              </a:rPr>
              <a:t>X = </a:t>
            </a:r>
            <a:r>
              <a:rPr lang="en-US" altLang="zh-CN" sz="3600" b="1" dirty="0">
                <a:solidFill>
                  <a:srgbClr val="FF0000"/>
                </a:solidFill>
                <a:latin typeface="Imprint MT Shadow" panose="04020605060303030202" pitchFamily="82" charset="0"/>
              </a:rPr>
              <a:t>888</a:t>
            </a:r>
            <a:r>
              <a:rPr lang="en-US" altLang="en-US" dirty="0">
                <a:ea typeface="ＭＳ Ｐゴシック" charset="-128"/>
              </a:rPr>
              <a:t>)</a:t>
            </a:r>
          </a:p>
        </p:txBody>
      </p:sp>
      <p:sp>
        <p:nvSpPr>
          <p:cNvPr id="118787" name="Slide Number Placeholder 3"/>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charset="0"/>
                <a:ea typeface="ＭＳ Ｐゴシック" charset="-128"/>
              </a:defRPr>
            </a:lvl1pPr>
            <a:lvl2pPr marL="742950" indent="-285750" eaLnBrk="0" hangingPunct="0">
              <a:defRPr sz="2400">
                <a:solidFill>
                  <a:schemeClr val="tx1"/>
                </a:solidFill>
                <a:latin typeface="Arial" charset="0"/>
                <a:ea typeface="ＭＳ Ｐゴシック" charset="-128"/>
              </a:defRPr>
            </a:lvl2pPr>
            <a:lvl3pPr marL="1143000" indent="-228600" eaLnBrk="0" hangingPunct="0">
              <a:defRPr sz="2400">
                <a:solidFill>
                  <a:schemeClr val="tx1"/>
                </a:solidFill>
                <a:latin typeface="Arial" charset="0"/>
                <a:ea typeface="ＭＳ Ｐゴシック" charset="-128"/>
              </a:defRPr>
            </a:lvl3pPr>
            <a:lvl4pPr marL="1600200" indent="-228600" eaLnBrk="0" hangingPunct="0">
              <a:defRPr sz="2400">
                <a:solidFill>
                  <a:schemeClr val="tx1"/>
                </a:solidFill>
                <a:latin typeface="Arial" charset="0"/>
                <a:ea typeface="ＭＳ Ｐゴシック" charset="-128"/>
              </a:defRPr>
            </a:lvl4pPr>
            <a:lvl5pPr marL="2057400" indent="-228600" eaLnBrk="0" hangingPunct="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eaLnBrk="1" hangingPunct="1"/>
            <a:fld id="{AED358C2-D4E2-FB45-9976-71FB6B5F3BC4}" type="slidenum">
              <a:rPr lang="en-US" altLang="en-US" sz="1600">
                <a:solidFill>
                  <a:srgbClr val="000000"/>
                </a:solidFill>
                <a:latin typeface="Garamond" charset="0"/>
              </a:rPr>
              <a:pPr eaLnBrk="1" hangingPunct="1"/>
              <a:t>78</a:t>
            </a:fld>
            <a:endParaRPr lang="en-US" altLang="en-US" sz="1600">
              <a:solidFill>
                <a:srgbClr val="000000"/>
              </a:solidFill>
              <a:latin typeface="Garamond" charset="0"/>
            </a:endParaRPr>
          </a:p>
        </p:txBody>
      </p:sp>
      <p:sp>
        <p:nvSpPr>
          <p:cNvPr id="7" name="内容占位符 35">
            <a:extLst>
              <a:ext uri="{FF2B5EF4-FFF2-40B4-BE49-F238E27FC236}">
                <a16:creationId xmlns:a16="http://schemas.microsoft.com/office/drawing/2014/main" id="{0FF0F80D-6509-4C70-8AFB-6EDF0BE71F0F}"/>
              </a:ext>
            </a:extLst>
          </p:cNvPr>
          <p:cNvSpPr>
            <a:spLocks noGrp="1"/>
          </p:cNvSpPr>
          <p:nvPr>
            <p:ph idx="1"/>
          </p:nvPr>
        </p:nvSpPr>
        <p:spPr>
          <a:xfrm>
            <a:off x="174307" y="3886200"/>
            <a:ext cx="8728391" cy="571500"/>
          </a:xfrm>
        </p:spPr>
        <p:txBody>
          <a:bodyPr/>
          <a:lstStyle/>
          <a:p>
            <a:r>
              <a:rPr lang="en-US" altLang="zh-CN" sz="2400" dirty="0"/>
              <a:t>C1(local)            </a:t>
            </a:r>
            <a:r>
              <a:rPr lang="en-US" altLang="zh-CN" dirty="0">
                <a:solidFill>
                  <a:srgbClr val="0070C0"/>
                </a:solidFill>
              </a:rPr>
              <a:t>Bus</a:t>
            </a:r>
            <a:r>
              <a:rPr lang="en-US" altLang="zh-CN" sz="2400" dirty="0"/>
              <a:t>            C3(remote)       C4(remote)  …   </a:t>
            </a:r>
            <a:endParaRPr lang="zh-CN" altLang="en-US" sz="2400" dirty="0"/>
          </a:p>
        </p:txBody>
      </p:sp>
      <p:grpSp>
        <p:nvGrpSpPr>
          <p:cNvPr id="8" name="组合 72">
            <a:extLst>
              <a:ext uri="{FF2B5EF4-FFF2-40B4-BE49-F238E27FC236}">
                <a16:creationId xmlns:a16="http://schemas.microsoft.com/office/drawing/2014/main" id="{B905FDAB-85EA-43D7-B6CD-0608601A195D}"/>
              </a:ext>
            </a:extLst>
          </p:cNvPr>
          <p:cNvGrpSpPr>
            <a:grpSpLocks/>
          </p:cNvGrpSpPr>
          <p:nvPr/>
        </p:nvGrpSpPr>
        <p:grpSpPr bwMode="auto">
          <a:xfrm>
            <a:off x="1172845" y="4457700"/>
            <a:ext cx="6503987" cy="2001838"/>
            <a:chOff x="999306" y="4857760"/>
            <a:chExt cx="6503240" cy="2001034"/>
          </a:xfrm>
        </p:grpSpPr>
        <p:cxnSp>
          <p:nvCxnSpPr>
            <p:cNvPr id="9" name="直接连接符 37">
              <a:extLst>
                <a:ext uri="{FF2B5EF4-FFF2-40B4-BE49-F238E27FC236}">
                  <a16:creationId xmlns:a16="http://schemas.microsoft.com/office/drawing/2014/main" id="{4362EC90-7BFD-4FB8-8CF7-9E605148B5AA}"/>
                </a:ext>
              </a:extLst>
            </p:cNvPr>
            <p:cNvCxnSpPr>
              <a:cxnSpLocks noChangeShapeType="1"/>
            </p:cNvCxnSpPr>
            <p:nvPr/>
          </p:nvCxnSpPr>
          <p:spPr bwMode="auto">
            <a:xfrm rot="5400000">
              <a:off x="-20" y="5857880"/>
              <a:ext cx="2000240" cy="1588"/>
            </a:xfrm>
            <a:prstGeom prst="line">
              <a:avLst/>
            </a:prstGeom>
            <a:noFill/>
            <a:ln w="38100" algn="ctr">
              <a:solidFill>
                <a:schemeClr val="tx1"/>
              </a:solidFill>
              <a:round/>
              <a:headEnd/>
              <a:tailEnd/>
            </a:ln>
            <a:extLst>
              <a:ext uri="{909E8E84-426E-40DD-AFC4-6F175D3DCCD1}">
                <a14:hiddenFill xmlns:a14="http://schemas.microsoft.com/office/drawing/2010/main">
                  <a:noFill/>
                </a14:hiddenFill>
              </a:ext>
            </a:extLst>
          </p:spPr>
        </p:cxnSp>
        <p:cxnSp>
          <p:nvCxnSpPr>
            <p:cNvPr id="10" name="直接连接符 38">
              <a:extLst>
                <a:ext uri="{FF2B5EF4-FFF2-40B4-BE49-F238E27FC236}">
                  <a16:creationId xmlns:a16="http://schemas.microsoft.com/office/drawing/2014/main" id="{D8A6DF2C-7C35-467D-969D-8F038EEE4B4A}"/>
                </a:ext>
              </a:extLst>
            </p:cNvPr>
            <p:cNvCxnSpPr>
              <a:cxnSpLocks noChangeShapeType="1"/>
            </p:cNvCxnSpPr>
            <p:nvPr/>
          </p:nvCxnSpPr>
          <p:spPr bwMode="auto">
            <a:xfrm rot="5400000">
              <a:off x="2072476" y="5857086"/>
              <a:ext cx="2000240" cy="1588"/>
            </a:xfrm>
            <a:prstGeom prst="line">
              <a:avLst/>
            </a:prstGeom>
            <a:noFill/>
            <a:ln w="38100" algn="ctr">
              <a:solidFill>
                <a:srgbClr val="002060"/>
              </a:solidFill>
              <a:round/>
              <a:headEnd/>
              <a:tailEnd/>
            </a:ln>
            <a:extLst>
              <a:ext uri="{909E8E84-426E-40DD-AFC4-6F175D3DCCD1}">
                <a14:hiddenFill xmlns:a14="http://schemas.microsoft.com/office/drawing/2010/main">
                  <a:noFill/>
                </a14:hiddenFill>
              </a:ext>
            </a:extLst>
          </p:spPr>
        </p:cxnSp>
        <p:cxnSp>
          <p:nvCxnSpPr>
            <p:cNvPr id="11" name="直接连接符 39">
              <a:extLst>
                <a:ext uri="{FF2B5EF4-FFF2-40B4-BE49-F238E27FC236}">
                  <a16:creationId xmlns:a16="http://schemas.microsoft.com/office/drawing/2014/main" id="{92DE0F5F-1DBE-4E9C-9483-60065E25340A}"/>
                </a:ext>
              </a:extLst>
            </p:cNvPr>
            <p:cNvCxnSpPr>
              <a:cxnSpLocks noChangeShapeType="1"/>
            </p:cNvCxnSpPr>
            <p:nvPr/>
          </p:nvCxnSpPr>
          <p:spPr bwMode="auto">
            <a:xfrm rot="5400000">
              <a:off x="4358492" y="5857086"/>
              <a:ext cx="2000240" cy="1588"/>
            </a:xfrm>
            <a:prstGeom prst="line">
              <a:avLst/>
            </a:prstGeom>
            <a:noFill/>
            <a:ln w="38100" algn="ctr">
              <a:solidFill>
                <a:schemeClr val="tx1"/>
              </a:solidFill>
              <a:round/>
              <a:headEnd/>
              <a:tailEnd/>
            </a:ln>
            <a:extLst>
              <a:ext uri="{909E8E84-426E-40DD-AFC4-6F175D3DCCD1}">
                <a14:hiddenFill xmlns:a14="http://schemas.microsoft.com/office/drawing/2010/main">
                  <a:noFill/>
                </a14:hiddenFill>
              </a:ext>
            </a:extLst>
          </p:spPr>
        </p:cxnSp>
        <p:cxnSp>
          <p:nvCxnSpPr>
            <p:cNvPr id="12" name="直接连接符 40">
              <a:extLst>
                <a:ext uri="{FF2B5EF4-FFF2-40B4-BE49-F238E27FC236}">
                  <a16:creationId xmlns:a16="http://schemas.microsoft.com/office/drawing/2014/main" id="{63EAF7E6-582C-4F16-A5C6-077DD159AB85}"/>
                </a:ext>
              </a:extLst>
            </p:cNvPr>
            <p:cNvCxnSpPr>
              <a:cxnSpLocks noChangeShapeType="1"/>
            </p:cNvCxnSpPr>
            <p:nvPr/>
          </p:nvCxnSpPr>
          <p:spPr bwMode="auto">
            <a:xfrm rot="5400000">
              <a:off x="6501632" y="5857086"/>
              <a:ext cx="2000240" cy="1588"/>
            </a:xfrm>
            <a:prstGeom prst="line">
              <a:avLst/>
            </a:prstGeom>
            <a:noFill/>
            <a:ln w="38100" algn="ctr">
              <a:solidFill>
                <a:schemeClr val="tx1"/>
              </a:solidFill>
              <a:round/>
              <a:headEnd/>
              <a:tailEnd/>
            </a:ln>
            <a:extLst>
              <a:ext uri="{909E8E84-426E-40DD-AFC4-6F175D3DCCD1}">
                <a14:hiddenFill xmlns:a14="http://schemas.microsoft.com/office/drawing/2010/main">
                  <a:noFill/>
                </a14:hiddenFill>
              </a:ext>
            </a:extLst>
          </p:spPr>
        </p:cxnSp>
      </p:grpSp>
      <p:grpSp>
        <p:nvGrpSpPr>
          <p:cNvPr id="13" name="组合 48">
            <a:extLst>
              <a:ext uri="{FF2B5EF4-FFF2-40B4-BE49-F238E27FC236}">
                <a16:creationId xmlns:a16="http://schemas.microsoft.com/office/drawing/2014/main" id="{5907580B-BDEC-4E79-9485-70DB6F9469E2}"/>
              </a:ext>
            </a:extLst>
          </p:cNvPr>
          <p:cNvGrpSpPr>
            <a:grpSpLocks/>
          </p:cNvGrpSpPr>
          <p:nvPr/>
        </p:nvGrpSpPr>
        <p:grpSpPr bwMode="auto">
          <a:xfrm>
            <a:off x="1174432" y="4342071"/>
            <a:ext cx="2071688" cy="369332"/>
            <a:chOff x="1000100" y="4742267"/>
            <a:chExt cx="2071702" cy="368225"/>
          </a:xfrm>
        </p:grpSpPr>
        <p:cxnSp>
          <p:nvCxnSpPr>
            <p:cNvPr id="14" name="直接箭头连接符 46">
              <a:extLst>
                <a:ext uri="{FF2B5EF4-FFF2-40B4-BE49-F238E27FC236}">
                  <a16:creationId xmlns:a16="http://schemas.microsoft.com/office/drawing/2014/main" id="{F845DB13-4A50-4D4E-A571-93AEA7DA846E}"/>
                </a:ext>
              </a:extLst>
            </p:cNvPr>
            <p:cNvCxnSpPr>
              <a:cxnSpLocks noChangeShapeType="1"/>
            </p:cNvCxnSpPr>
            <p:nvPr/>
          </p:nvCxnSpPr>
          <p:spPr bwMode="auto">
            <a:xfrm>
              <a:off x="1000100" y="5072074"/>
              <a:ext cx="2071702" cy="1588"/>
            </a:xfrm>
            <a:prstGeom prst="straightConnector1">
              <a:avLst/>
            </a:prstGeom>
            <a:noFill/>
            <a:ln w="38100" algn="ctr">
              <a:solidFill>
                <a:srgbClr val="FF0000"/>
              </a:solidFill>
              <a:round/>
              <a:headEnd/>
              <a:tailEnd type="arrow" w="med" len="med"/>
            </a:ln>
            <a:extLst>
              <a:ext uri="{909E8E84-426E-40DD-AFC4-6F175D3DCCD1}">
                <a14:hiddenFill xmlns:a14="http://schemas.microsoft.com/office/drawing/2010/main">
                  <a:noFill/>
                </a14:hiddenFill>
              </a:ext>
            </a:extLst>
          </p:spPr>
        </p:cxnSp>
        <p:sp>
          <p:nvSpPr>
            <p:cNvPr id="15" name="TextBox 47">
              <a:extLst>
                <a:ext uri="{FF2B5EF4-FFF2-40B4-BE49-F238E27FC236}">
                  <a16:creationId xmlns:a16="http://schemas.microsoft.com/office/drawing/2014/main" id="{6F47F1D2-7851-40A7-8376-43A0CBEF3313}"/>
                </a:ext>
              </a:extLst>
            </p:cNvPr>
            <p:cNvSpPr txBox="1">
              <a:spLocks noChangeArrowheads="1"/>
            </p:cNvSpPr>
            <p:nvPr/>
          </p:nvSpPr>
          <p:spPr bwMode="auto">
            <a:xfrm>
              <a:off x="1446173" y="4742267"/>
              <a:ext cx="1043883" cy="368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6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36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36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r>
                <a:rPr lang="en-US" altLang="zh-CN" sz="1800" dirty="0" err="1">
                  <a:solidFill>
                    <a:schemeClr val="tx2"/>
                  </a:solidFill>
                  <a:latin typeface="Arial" panose="020B0604020202020204" pitchFamily="34" charset="0"/>
                </a:rPr>
                <a:t>GetEx</a:t>
              </a:r>
              <a:r>
                <a:rPr lang="en-US" altLang="zh-CN" sz="1800" dirty="0">
                  <a:solidFill>
                    <a:schemeClr val="tx2"/>
                  </a:solidFill>
                  <a:latin typeface="Arial" panose="020B0604020202020204" pitchFamily="34" charset="0"/>
                </a:rPr>
                <a:t> X</a:t>
              </a:r>
              <a:endParaRPr lang="zh-CN" altLang="en-US" sz="1800" dirty="0">
                <a:solidFill>
                  <a:schemeClr val="tx2"/>
                </a:solidFill>
                <a:latin typeface="Arial" panose="020B0604020202020204" pitchFamily="34" charset="0"/>
              </a:endParaRPr>
            </a:p>
          </p:txBody>
        </p:sp>
      </p:grpSp>
      <p:cxnSp>
        <p:nvCxnSpPr>
          <p:cNvPr id="16" name="直接箭头连接符 50">
            <a:extLst>
              <a:ext uri="{FF2B5EF4-FFF2-40B4-BE49-F238E27FC236}">
                <a16:creationId xmlns:a16="http://schemas.microsoft.com/office/drawing/2014/main" id="{DA895F04-365D-459E-A7BB-F4D86255E50C}"/>
              </a:ext>
            </a:extLst>
          </p:cNvPr>
          <p:cNvCxnSpPr>
            <a:cxnSpLocks noChangeShapeType="1"/>
          </p:cNvCxnSpPr>
          <p:nvPr/>
        </p:nvCxnSpPr>
        <p:spPr bwMode="auto">
          <a:xfrm>
            <a:off x="1888807" y="4600575"/>
            <a:ext cx="914400" cy="914400"/>
          </a:xfrm>
          <a:prstGeom prst="straightConnector1">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lgn="ctr">
                <a:solidFill>
                  <a:srgbClr val="000000"/>
                </a:solidFill>
                <a:round/>
                <a:headEnd/>
                <a:tailEnd type="arrow" w="med" len="med"/>
              </a14:hiddenLine>
            </a:ext>
          </a:extLst>
        </p:spPr>
      </p:cxnSp>
      <p:grpSp>
        <p:nvGrpSpPr>
          <p:cNvPr id="17" name="组合 51">
            <a:extLst>
              <a:ext uri="{FF2B5EF4-FFF2-40B4-BE49-F238E27FC236}">
                <a16:creationId xmlns:a16="http://schemas.microsoft.com/office/drawing/2014/main" id="{7FB4E818-BC05-4F68-BF3A-F17D535C57C5}"/>
              </a:ext>
            </a:extLst>
          </p:cNvPr>
          <p:cNvGrpSpPr>
            <a:grpSpLocks/>
          </p:cNvGrpSpPr>
          <p:nvPr/>
        </p:nvGrpSpPr>
        <p:grpSpPr bwMode="auto">
          <a:xfrm>
            <a:off x="3246120" y="4616321"/>
            <a:ext cx="2286000" cy="369887"/>
            <a:chOff x="1000100" y="4730714"/>
            <a:chExt cx="2071702" cy="369332"/>
          </a:xfrm>
        </p:grpSpPr>
        <p:cxnSp>
          <p:nvCxnSpPr>
            <p:cNvPr id="18" name="直接箭头连接符 52">
              <a:extLst>
                <a:ext uri="{FF2B5EF4-FFF2-40B4-BE49-F238E27FC236}">
                  <a16:creationId xmlns:a16="http://schemas.microsoft.com/office/drawing/2014/main" id="{B466B862-1896-46A3-8F1E-E0E15921ADD3}"/>
                </a:ext>
              </a:extLst>
            </p:cNvPr>
            <p:cNvCxnSpPr>
              <a:cxnSpLocks noChangeShapeType="1"/>
            </p:cNvCxnSpPr>
            <p:nvPr/>
          </p:nvCxnSpPr>
          <p:spPr bwMode="auto">
            <a:xfrm>
              <a:off x="1000100" y="5072074"/>
              <a:ext cx="2071702" cy="1588"/>
            </a:xfrm>
            <a:prstGeom prst="straightConnector1">
              <a:avLst/>
            </a:prstGeom>
            <a:noFill/>
            <a:ln w="38100" algn="ctr">
              <a:solidFill>
                <a:srgbClr val="FF0000"/>
              </a:solidFill>
              <a:round/>
              <a:headEnd/>
              <a:tailEnd type="arrow" w="med" len="med"/>
            </a:ln>
            <a:extLst>
              <a:ext uri="{909E8E84-426E-40DD-AFC4-6F175D3DCCD1}">
                <a14:hiddenFill xmlns:a14="http://schemas.microsoft.com/office/drawing/2010/main">
                  <a:noFill/>
                </a14:hiddenFill>
              </a:ext>
            </a:extLst>
          </p:spPr>
        </p:cxnSp>
        <p:sp>
          <p:nvSpPr>
            <p:cNvPr id="19" name="TextBox 53">
              <a:extLst>
                <a:ext uri="{FF2B5EF4-FFF2-40B4-BE49-F238E27FC236}">
                  <a16:creationId xmlns:a16="http://schemas.microsoft.com/office/drawing/2014/main" id="{A51176F2-EF6D-408C-B905-9428B250B6C2}"/>
                </a:ext>
              </a:extLst>
            </p:cNvPr>
            <p:cNvSpPr txBox="1">
              <a:spLocks noChangeArrowheads="1"/>
            </p:cNvSpPr>
            <p:nvPr/>
          </p:nvSpPr>
          <p:spPr bwMode="auto">
            <a:xfrm>
              <a:off x="1243524" y="4730714"/>
              <a:ext cx="1376017"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6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36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36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r>
                <a:rPr lang="en-US" altLang="zh-CN" sz="1800" dirty="0">
                  <a:solidFill>
                    <a:schemeClr val="tx2"/>
                  </a:solidFill>
                  <a:latin typeface="Arial" panose="020B0604020202020204" pitchFamily="34" charset="0"/>
                </a:rPr>
                <a:t>Invalidate  X </a:t>
              </a:r>
              <a:endParaRPr lang="zh-CN" altLang="en-US" sz="1800" dirty="0">
                <a:solidFill>
                  <a:schemeClr val="tx2"/>
                </a:solidFill>
                <a:latin typeface="Arial" panose="020B0604020202020204" pitchFamily="34" charset="0"/>
              </a:endParaRPr>
            </a:p>
          </p:txBody>
        </p:sp>
      </p:grpSp>
      <p:grpSp>
        <p:nvGrpSpPr>
          <p:cNvPr id="20" name="组合 54">
            <a:extLst>
              <a:ext uri="{FF2B5EF4-FFF2-40B4-BE49-F238E27FC236}">
                <a16:creationId xmlns:a16="http://schemas.microsoft.com/office/drawing/2014/main" id="{1A9AE7A4-3FC2-4A86-8BC8-28C5AE0402C8}"/>
              </a:ext>
            </a:extLst>
          </p:cNvPr>
          <p:cNvGrpSpPr>
            <a:grpSpLocks/>
          </p:cNvGrpSpPr>
          <p:nvPr/>
        </p:nvGrpSpPr>
        <p:grpSpPr bwMode="auto">
          <a:xfrm>
            <a:off x="3246120" y="4942557"/>
            <a:ext cx="4429125" cy="369887"/>
            <a:chOff x="1000100" y="4773240"/>
            <a:chExt cx="2071702" cy="318239"/>
          </a:xfrm>
        </p:grpSpPr>
        <p:cxnSp>
          <p:nvCxnSpPr>
            <p:cNvPr id="21" name="直接箭头连接符 55">
              <a:extLst>
                <a:ext uri="{FF2B5EF4-FFF2-40B4-BE49-F238E27FC236}">
                  <a16:creationId xmlns:a16="http://schemas.microsoft.com/office/drawing/2014/main" id="{DE87EAA5-3158-4EC9-95B5-94545D5DEEF5}"/>
                </a:ext>
              </a:extLst>
            </p:cNvPr>
            <p:cNvCxnSpPr>
              <a:cxnSpLocks noChangeShapeType="1"/>
            </p:cNvCxnSpPr>
            <p:nvPr/>
          </p:nvCxnSpPr>
          <p:spPr bwMode="auto">
            <a:xfrm>
              <a:off x="1000100" y="5072074"/>
              <a:ext cx="2071702" cy="1588"/>
            </a:xfrm>
            <a:prstGeom prst="straightConnector1">
              <a:avLst/>
            </a:prstGeom>
            <a:noFill/>
            <a:ln w="38100" algn="ctr">
              <a:solidFill>
                <a:srgbClr val="FF0000"/>
              </a:solidFill>
              <a:round/>
              <a:headEnd/>
              <a:tailEnd type="arrow" w="med" len="med"/>
            </a:ln>
            <a:extLst>
              <a:ext uri="{909E8E84-426E-40DD-AFC4-6F175D3DCCD1}">
                <a14:hiddenFill xmlns:a14="http://schemas.microsoft.com/office/drawing/2010/main">
                  <a:noFill/>
                </a14:hiddenFill>
              </a:ext>
            </a:extLst>
          </p:spPr>
        </p:cxnSp>
        <p:sp>
          <p:nvSpPr>
            <p:cNvPr id="22" name="TextBox 56">
              <a:extLst>
                <a:ext uri="{FF2B5EF4-FFF2-40B4-BE49-F238E27FC236}">
                  <a16:creationId xmlns:a16="http://schemas.microsoft.com/office/drawing/2014/main" id="{0E7F8D1A-AA79-429D-A8AA-B164C6F13AD8}"/>
                </a:ext>
              </a:extLst>
            </p:cNvPr>
            <p:cNvSpPr txBox="1">
              <a:spLocks noChangeArrowheads="1"/>
            </p:cNvSpPr>
            <p:nvPr/>
          </p:nvSpPr>
          <p:spPr bwMode="auto">
            <a:xfrm>
              <a:off x="1175397" y="4773240"/>
              <a:ext cx="1699928" cy="3182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6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36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36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r>
                <a:rPr lang="en-US" altLang="zh-CN" sz="1800" dirty="0">
                  <a:solidFill>
                    <a:schemeClr val="tx2"/>
                  </a:solidFill>
                  <a:latin typeface="Arial" panose="020B0604020202020204" pitchFamily="34" charset="0"/>
                </a:rPr>
                <a:t>                                 Invalidate  X </a:t>
              </a:r>
              <a:endParaRPr lang="zh-CN" altLang="en-US" sz="1800" dirty="0">
                <a:solidFill>
                  <a:schemeClr val="tx2"/>
                </a:solidFill>
                <a:latin typeface="Arial" panose="020B0604020202020204" pitchFamily="34" charset="0"/>
              </a:endParaRPr>
            </a:p>
          </p:txBody>
        </p:sp>
      </p:grpSp>
      <p:grpSp>
        <p:nvGrpSpPr>
          <p:cNvPr id="26" name="组合 63">
            <a:extLst>
              <a:ext uri="{FF2B5EF4-FFF2-40B4-BE49-F238E27FC236}">
                <a16:creationId xmlns:a16="http://schemas.microsoft.com/office/drawing/2014/main" id="{867DA59B-11D5-4EB1-987A-9F6164B89806}"/>
              </a:ext>
            </a:extLst>
          </p:cNvPr>
          <p:cNvGrpSpPr>
            <a:grpSpLocks/>
          </p:cNvGrpSpPr>
          <p:nvPr/>
        </p:nvGrpSpPr>
        <p:grpSpPr bwMode="auto">
          <a:xfrm>
            <a:off x="1172844" y="5418348"/>
            <a:ext cx="6502401" cy="400050"/>
            <a:chOff x="3071802" y="5864549"/>
            <a:chExt cx="2286016" cy="252736"/>
          </a:xfrm>
        </p:grpSpPr>
        <p:cxnSp>
          <p:nvCxnSpPr>
            <p:cNvPr id="27" name="直接箭头连接符 64">
              <a:extLst>
                <a:ext uri="{FF2B5EF4-FFF2-40B4-BE49-F238E27FC236}">
                  <a16:creationId xmlns:a16="http://schemas.microsoft.com/office/drawing/2014/main" id="{7F44E5CB-FC7C-4956-9BB2-06F912C057CD}"/>
                </a:ext>
              </a:extLst>
            </p:cNvPr>
            <p:cNvCxnSpPr>
              <a:cxnSpLocks noChangeShapeType="1"/>
            </p:cNvCxnSpPr>
            <p:nvPr/>
          </p:nvCxnSpPr>
          <p:spPr bwMode="auto">
            <a:xfrm rot="10800000">
              <a:off x="3071802" y="6072206"/>
              <a:ext cx="2286016" cy="1588"/>
            </a:xfrm>
            <a:prstGeom prst="straightConnector1">
              <a:avLst/>
            </a:prstGeom>
            <a:noFill/>
            <a:ln w="9525" algn="ctr">
              <a:solidFill>
                <a:srgbClr val="00B050"/>
              </a:solidFill>
              <a:round/>
              <a:headEnd/>
              <a:tailEnd type="arrow" w="med" len="med"/>
            </a:ln>
            <a:extLst>
              <a:ext uri="{909E8E84-426E-40DD-AFC4-6F175D3DCCD1}">
                <a14:hiddenFill xmlns:a14="http://schemas.microsoft.com/office/drawing/2010/main">
                  <a:noFill/>
                </a14:hiddenFill>
              </a:ext>
            </a:extLst>
          </p:spPr>
        </p:cxnSp>
        <p:sp>
          <p:nvSpPr>
            <p:cNvPr id="28" name="TextBox 65">
              <a:extLst>
                <a:ext uri="{FF2B5EF4-FFF2-40B4-BE49-F238E27FC236}">
                  <a16:creationId xmlns:a16="http://schemas.microsoft.com/office/drawing/2014/main" id="{DB633870-D97F-40B0-8AFE-2D27E5C3D631}"/>
                </a:ext>
              </a:extLst>
            </p:cNvPr>
            <p:cNvSpPr txBox="1">
              <a:spLocks noChangeArrowheads="1"/>
            </p:cNvSpPr>
            <p:nvPr/>
          </p:nvSpPr>
          <p:spPr bwMode="auto">
            <a:xfrm>
              <a:off x="4070800" y="5864549"/>
              <a:ext cx="414175" cy="2527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folHlink"/>
                </a:buClr>
                <a:buSzPct val="60000"/>
                <a:buFont typeface="Wingdings" panose="05000000000000000000" pitchFamily="2" charset="2"/>
                <a:buChar char="n"/>
                <a:defRPr sz="36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36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36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r>
                <a:rPr lang="en-US" altLang="zh-CN" sz="2000" dirty="0">
                  <a:solidFill>
                    <a:schemeClr val="tx2"/>
                  </a:solidFill>
                  <a:latin typeface="Arial" panose="020B0604020202020204" pitchFamily="34" charset="0"/>
                </a:rPr>
                <a:t>Ack</a:t>
              </a:r>
              <a:endParaRPr lang="zh-CN" altLang="en-US" sz="2000" dirty="0">
                <a:solidFill>
                  <a:schemeClr val="tx2"/>
                </a:solidFill>
                <a:latin typeface="Arial" panose="020B0604020202020204" pitchFamily="34" charset="0"/>
              </a:endParaRPr>
            </a:p>
          </p:txBody>
        </p:sp>
      </p:grpSp>
      <p:grpSp>
        <p:nvGrpSpPr>
          <p:cNvPr id="29" name="组合 70">
            <a:extLst>
              <a:ext uri="{FF2B5EF4-FFF2-40B4-BE49-F238E27FC236}">
                <a16:creationId xmlns:a16="http://schemas.microsoft.com/office/drawing/2014/main" id="{8A446719-78A3-43B2-8E28-5B0D757FE6BE}"/>
              </a:ext>
            </a:extLst>
          </p:cNvPr>
          <p:cNvGrpSpPr>
            <a:grpSpLocks/>
          </p:cNvGrpSpPr>
          <p:nvPr/>
        </p:nvGrpSpPr>
        <p:grpSpPr bwMode="auto">
          <a:xfrm>
            <a:off x="1174432" y="5729346"/>
            <a:ext cx="4357426" cy="400110"/>
            <a:chOff x="1000100" y="6084158"/>
            <a:chExt cx="2071702" cy="295442"/>
          </a:xfrm>
        </p:grpSpPr>
        <p:cxnSp>
          <p:nvCxnSpPr>
            <p:cNvPr id="30" name="直接箭头连接符 68">
              <a:extLst>
                <a:ext uri="{FF2B5EF4-FFF2-40B4-BE49-F238E27FC236}">
                  <a16:creationId xmlns:a16="http://schemas.microsoft.com/office/drawing/2014/main" id="{2722A55E-94E9-4E1C-89E8-7F98AE0C82A2}"/>
                </a:ext>
              </a:extLst>
            </p:cNvPr>
            <p:cNvCxnSpPr>
              <a:cxnSpLocks noChangeShapeType="1"/>
            </p:cNvCxnSpPr>
            <p:nvPr/>
          </p:nvCxnSpPr>
          <p:spPr bwMode="auto">
            <a:xfrm rot="10800000">
              <a:off x="1000100" y="6357958"/>
              <a:ext cx="2071702" cy="1588"/>
            </a:xfrm>
            <a:prstGeom prst="straightConnector1">
              <a:avLst/>
            </a:prstGeom>
            <a:noFill/>
            <a:ln w="38100" algn="ctr">
              <a:solidFill>
                <a:srgbClr val="FF0000"/>
              </a:solidFill>
              <a:round/>
              <a:headEnd/>
              <a:tailEnd type="arrow" w="med" len="med"/>
            </a:ln>
            <a:extLst>
              <a:ext uri="{909E8E84-426E-40DD-AFC4-6F175D3DCCD1}">
                <a14:hiddenFill xmlns:a14="http://schemas.microsoft.com/office/drawing/2010/main">
                  <a:noFill/>
                </a14:hiddenFill>
              </a:ext>
            </a:extLst>
          </p:spPr>
        </p:cxnSp>
        <p:sp>
          <p:nvSpPr>
            <p:cNvPr id="31" name="TextBox 69">
              <a:extLst>
                <a:ext uri="{FF2B5EF4-FFF2-40B4-BE49-F238E27FC236}">
                  <a16:creationId xmlns:a16="http://schemas.microsoft.com/office/drawing/2014/main" id="{4F62C11B-3029-4B9F-9E67-C6447B493105}"/>
                </a:ext>
              </a:extLst>
            </p:cNvPr>
            <p:cNvSpPr txBox="1">
              <a:spLocks noChangeArrowheads="1"/>
            </p:cNvSpPr>
            <p:nvPr/>
          </p:nvSpPr>
          <p:spPr bwMode="auto">
            <a:xfrm>
              <a:off x="1114023" y="6084158"/>
              <a:ext cx="858729" cy="2954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folHlink"/>
                </a:buClr>
                <a:buSzPct val="60000"/>
                <a:buFont typeface="Wingdings" panose="05000000000000000000" pitchFamily="2" charset="2"/>
                <a:buChar char="n"/>
                <a:defRPr sz="36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36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36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r>
                <a:rPr lang="en-US" altLang="zh-CN" sz="2000" dirty="0">
                  <a:solidFill>
                    <a:schemeClr val="tx2"/>
                  </a:solidFill>
                  <a:latin typeface="Arial" panose="020B0604020202020204" pitchFamily="34" charset="0"/>
                </a:rPr>
                <a:t>Reply X=111</a:t>
              </a:r>
              <a:endParaRPr lang="zh-CN" altLang="en-US" sz="4400" dirty="0">
                <a:solidFill>
                  <a:schemeClr val="tx2"/>
                </a:solidFill>
                <a:latin typeface="Arial" panose="020B0604020202020204" pitchFamily="34" charset="0"/>
              </a:endParaRPr>
            </a:p>
          </p:txBody>
        </p:sp>
      </p:grpSp>
      <p:sp>
        <p:nvSpPr>
          <p:cNvPr id="32" name="Oval 7">
            <a:extLst>
              <a:ext uri="{FF2B5EF4-FFF2-40B4-BE49-F238E27FC236}">
                <a16:creationId xmlns:a16="http://schemas.microsoft.com/office/drawing/2014/main" id="{DC67EC1F-A925-483F-9AC1-FA5E4B1AE7D5}"/>
              </a:ext>
            </a:extLst>
          </p:cNvPr>
          <p:cNvSpPr>
            <a:spLocks noChangeArrowheads="1"/>
          </p:cNvSpPr>
          <p:nvPr/>
        </p:nvSpPr>
        <p:spPr bwMode="auto">
          <a:xfrm>
            <a:off x="2851524" y="1064070"/>
            <a:ext cx="749300" cy="749300"/>
          </a:xfrm>
          <a:prstGeom prst="ellipse">
            <a:avLst/>
          </a:prstGeom>
          <a:solidFill>
            <a:schemeClr val="bg1"/>
          </a:solidFill>
          <a:ln w="12700">
            <a:solidFill>
              <a:schemeClr val="tx1"/>
            </a:solidFill>
            <a:round/>
            <a:headEnd/>
            <a:tailEnd/>
          </a:ln>
        </p:spPr>
        <p:txBody>
          <a:bodyPr wrap="none" anchor="ctr"/>
          <a:lstStyle>
            <a:lvl1pPr eaLnBrk="0" hangingPunct="0">
              <a:defRPr sz="2400">
                <a:solidFill>
                  <a:schemeClr val="tx1"/>
                </a:solidFill>
                <a:latin typeface="Arial" charset="0"/>
                <a:ea typeface="ＭＳ Ｐゴシック" charset="-128"/>
              </a:defRPr>
            </a:lvl1pPr>
            <a:lvl2pPr marL="742950" indent="-285750" eaLnBrk="0" hangingPunct="0">
              <a:defRPr sz="2400">
                <a:solidFill>
                  <a:schemeClr val="tx1"/>
                </a:solidFill>
                <a:latin typeface="Arial" charset="0"/>
                <a:ea typeface="ＭＳ Ｐゴシック" charset="-128"/>
              </a:defRPr>
            </a:lvl2pPr>
            <a:lvl3pPr marL="1143000" indent="-228600" eaLnBrk="0" hangingPunct="0">
              <a:defRPr sz="2400">
                <a:solidFill>
                  <a:schemeClr val="tx1"/>
                </a:solidFill>
                <a:latin typeface="Arial" charset="0"/>
                <a:ea typeface="ＭＳ Ｐゴシック" charset="-128"/>
              </a:defRPr>
            </a:lvl3pPr>
            <a:lvl4pPr marL="1600200" indent="-228600" eaLnBrk="0" hangingPunct="0">
              <a:defRPr sz="2400">
                <a:solidFill>
                  <a:schemeClr val="tx1"/>
                </a:solidFill>
                <a:latin typeface="Arial" charset="0"/>
                <a:ea typeface="ＭＳ Ｐゴシック" charset="-128"/>
              </a:defRPr>
            </a:lvl4pPr>
            <a:lvl5pPr marL="2057400" indent="-228600" eaLnBrk="0" hangingPunct="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charset="0"/>
              <a:ea typeface="ＭＳ Ｐゴシック" charset="-128"/>
              <a:cs typeface="+mn-cs"/>
            </a:endParaRPr>
          </a:p>
        </p:txBody>
      </p:sp>
      <p:sp>
        <p:nvSpPr>
          <p:cNvPr id="33" name="Line 9">
            <a:extLst>
              <a:ext uri="{FF2B5EF4-FFF2-40B4-BE49-F238E27FC236}">
                <a16:creationId xmlns:a16="http://schemas.microsoft.com/office/drawing/2014/main" id="{44141B5B-E623-48B2-AC70-05F373557FC0}"/>
              </a:ext>
            </a:extLst>
          </p:cNvPr>
          <p:cNvSpPr>
            <a:spLocks noChangeShapeType="1"/>
          </p:cNvSpPr>
          <p:nvPr/>
        </p:nvSpPr>
        <p:spPr bwMode="auto">
          <a:xfrm>
            <a:off x="3243636" y="1819801"/>
            <a:ext cx="0" cy="3111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charset="0"/>
              <a:ea typeface="ＭＳ Ｐゴシック" charset="-128"/>
              <a:cs typeface="+mn-cs"/>
            </a:endParaRPr>
          </a:p>
        </p:txBody>
      </p:sp>
      <p:sp>
        <p:nvSpPr>
          <p:cNvPr id="34" name="Line 10">
            <a:extLst>
              <a:ext uri="{FF2B5EF4-FFF2-40B4-BE49-F238E27FC236}">
                <a16:creationId xmlns:a16="http://schemas.microsoft.com/office/drawing/2014/main" id="{6FD3B2B8-B6DD-4AA4-928E-5055BBA9C4F3}"/>
              </a:ext>
            </a:extLst>
          </p:cNvPr>
          <p:cNvSpPr>
            <a:spLocks noChangeShapeType="1"/>
          </p:cNvSpPr>
          <p:nvPr/>
        </p:nvSpPr>
        <p:spPr bwMode="auto">
          <a:xfrm>
            <a:off x="3243636" y="2810401"/>
            <a:ext cx="0" cy="36830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charset="0"/>
              <a:ea typeface="ＭＳ Ｐゴシック" charset="-128"/>
              <a:cs typeface="+mn-cs"/>
            </a:endParaRPr>
          </a:p>
        </p:txBody>
      </p:sp>
      <p:sp>
        <p:nvSpPr>
          <p:cNvPr id="36" name="Rectangle 13">
            <a:extLst>
              <a:ext uri="{FF2B5EF4-FFF2-40B4-BE49-F238E27FC236}">
                <a16:creationId xmlns:a16="http://schemas.microsoft.com/office/drawing/2014/main" id="{9F86BCEC-E973-45EF-A1A6-021FEC930754}"/>
              </a:ext>
            </a:extLst>
          </p:cNvPr>
          <p:cNvSpPr>
            <a:spLocks noChangeArrowheads="1"/>
          </p:cNvSpPr>
          <p:nvPr/>
        </p:nvSpPr>
        <p:spPr bwMode="auto">
          <a:xfrm>
            <a:off x="3004203" y="1241076"/>
            <a:ext cx="424797" cy="3667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eaLnBrk="0" hangingPunct="0">
              <a:defRPr sz="2400">
                <a:solidFill>
                  <a:schemeClr val="tx1"/>
                </a:solidFill>
                <a:latin typeface="Arial" charset="0"/>
                <a:ea typeface="ＭＳ Ｐゴシック" charset="-128"/>
              </a:defRPr>
            </a:lvl1pPr>
            <a:lvl2pPr marL="742950" indent="-285750" eaLnBrk="0" hangingPunct="0">
              <a:defRPr sz="2400">
                <a:solidFill>
                  <a:schemeClr val="tx1"/>
                </a:solidFill>
                <a:latin typeface="Arial" charset="0"/>
                <a:ea typeface="ＭＳ Ｐゴシック" charset="-128"/>
              </a:defRPr>
            </a:lvl2pPr>
            <a:lvl3pPr marL="1143000" indent="-228600" eaLnBrk="0" hangingPunct="0">
              <a:defRPr sz="2400">
                <a:solidFill>
                  <a:schemeClr val="tx1"/>
                </a:solidFill>
                <a:latin typeface="Arial" charset="0"/>
                <a:ea typeface="ＭＳ Ｐゴシック" charset="-128"/>
              </a:defRPr>
            </a:lvl3pPr>
            <a:lvl4pPr marL="1600200" indent="-228600" eaLnBrk="0" hangingPunct="0">
              <a:defRPr sz="2400">
                <a:solidFill>
                  <a:schemeClr val="tx1"/>
                </a:solidFill>
                <a:latin typeface="Arial" charset="0"/>
                <a:ea typeface="ＭＳ Ｐゴシック" charset="-128"/>
              </a:defRPr>
            </a:lvl4pPr>
            <a:lvl5pPr marL="2057400" indent="-228600" eaLnBrk="0" hangingPunct="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dirty="0">
                <a:ln>
                  <a:noFill/>
                </a:ln>
                <a:solidFill>
                  <a:srgbClr val="000000"/>
                </a:solidFill>
                <a:effectLst/>
                <a:uLnTx/>
                <a:uFillTx/>
                <a:latin typeface="Arial Narrow" panose="020B0606020202030204" pitchFamily="34" charset="0"/>
              </a:rPr>
              <a:t>C2</a:t>
            </a:r>
          </a:p>
        </p:txBody>
      </p:sp>
      <p:sp>
        <p:nvSpPr>
          <p:cNvPr id="37" name="AutoShape 16">
            <a:extLst>
              <a:ext uri="{FF2B5EF4-FFF2-40B4-BE49-F238E27FC236}">
                <a16:creationId xmlns:a16="http://schemas.microsoft.com/office/drawing/2014/main" id="{48307579-98ED-4F1E-B2DE-637916F9833D}"/>
              </a:ext>
            </a:extLst>
          </p:cNvPr>
          <p:cNvSpPr>
            <a:spLocks noChangeArrowheads="1"/>
          </p:cNvSpPr>
          <p:nvPr/>
        </p:nvSpPr>
        <p:spPr bwMode="auto">
          <a:xfrm>
            <a:off x="977620" y="3191401"/>
            <a:ext cx="6860781" cy="465118"/>
          </a:xfrm>
          <a:prstGeom prst="roundRect">
            <a:avLst>
              <a:gd name="adj" fmla="val 12495"/>
            </a:avLst>
          </a:prstGeom>
          <a:solidFill>
            <a:schemeClr val="bg1"/>
          </a:solidFill>
          <a:ln w="12700">
            <a:solidFill>
              <a:schemeClr val="tx1"/>
            </a:solidFill>
            <a:round/>
            <a:headEnd/>
            <a:tailEnd/>
          </a:ln>
        </p:spPr>
        <p:txBody>
          <a:bodyPr wrap="none" anchor="ctr"/>
          <a:lstStyle>
            <a:lvl1pPr eaLnBrk="0" hangingPunct="0">
              <a:defRPr sz="2400">
                <a:solidFill>
                  <a:schemeClr val="tx1"/>
                </a:solidFill>
                <a:latin typeface="Arial" charset="0"/>
                <a:ea typeface="ＭＳ Ｐゴシック" charset="-128"/>
              </a:defRPr>
            </a:lvl1pPr>
            <a:lvl2pPr marL="742950" indent="-285750" eaLnBrk="0" hangingPunct="0">
              <a:defRPr sz="2400">
                <a:solidFill>
                  <a:schemeClr val="tx1"/>
                </a:solidFill>
                <a:latin typeface="Arial" charset="0"/>
                <a:ea typeface="ＭＳ Ｐゴシック" charset="-128"/>
              </a:defRPr>
            </a:lvl2pPr>
            <a:lvl3pPr marL="1143000" indent="-228600" eaLnBrk="0" hangingPunct="0">
              <a:defRPr sz="2400">
                <a:solidFill>
                  <a:schemeClr val="tx1"/>
                </a:solidFill>
                <a:latin typeface="Arial" charset="0"/>
                <a:ea typeface="ＭＳ Ｐゴシック" charset="-128"/>
              </a:defRPr>
            </a:lvl3pPr>
            <a:lvl4pPr marL="1600200" indent="-228600" eaLnBrk="0" hangingPunct="0">
              <a:defRPr sz="2400">
                <a:solidFill>
                  <a:schemeClr val="tx1"/>
                </a:solidFill>
                <a:latin typeface="Arial" charset="0"/>
                <a:ea typeface="ＭＳ Ｐゴシック" charset="-128"/>
              </a:defRPr>
            </a:lvl4pPr>
            <a:lvl5pPr marL="2057400" indent="-228600" eaLnBrk="0" hangingPunct="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charset="0"/>
              <a:ea typeface="ＭＳ Ｐゴシック" charset="-128"/>
              <a:cs typeface="+mn-cs"/>
            </a:endParaRPr>
          </a:p>
        </p:txBody>
      </p:sp>
      <p:sp>
        <p:nvSpPr>
          <p:cNvPr id="41" name="矩形: 圆角 40">
            <a:extLst>
              <a:ext uri="{FF2B5EF4-FFF2-40B4-BE49-F238E27FC236}">
                <a16:creationId xmlns:a16="http://schemas.microsoft.com/office/drawing/2014/main" id="{5C3578BE-8AB4-4F32-942C-19DEB8DD1F10}"/>
              </a:ext>
            </a:extLst>
          </p:cNvPr>
          <p:cNvSpPr/>
          <p:nvPr/>
        </p:nvSpPr>
        <p:spPr bwMode="auto">
          <a:xfrm>
            <a:off x="2551493" y="2130951"/>
            <a:ext cx="1371569" cy="679450"/>
          </a:xfrm>
          <a:prstGeom prst="roundRect">
            <a:avLst/>
          </a:prstGeom>
          <a:solidFill>
            <a:srgbClr val="CCECFF"/>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zh-CN" altLang="en-US" sz="1800" b="0" i="0" u="none" strike="noStrike" cap="none" normalizeH="0" baseline="0" dirty="0">
              <a:ln>
                <a:noFill/>
              </a:ln>
              <a:solidFill>
                <a:schemeClr val="tx1"/>
              </a:solidFill>
              <a:effectLst/>
              <a:latin typeface="Arial Narrow" panose="020B0606020202030204" pitchFamily="34" charset="0"/>
            </a:endParaRPr>
          </a:p>
        </p:txBody>
      </p:sp>
      <p:sp>
        <p:nvSpPr>
          <p:cNvPr id="64" name="Oval 7">
            <a:extLst>
              <a:ext uri="{FF2B5EF4-FFF2-40B4-BE49-F238E27FC236}">
                <a16:creationId xmlns:a16="http://schemas.microsoft.com/office/drawing/2014/main" id="{E9D3B7CC-CC0B-46B8-AED6-0E7F0612254B}"/>
              </a:ext>
            </a:extLst>
          </p:cNvPr>
          <p:cNvSpPr>
            <a:spLocks noChangeArrowheads="1"/>
          </p:cNvSpPr>
          <p:nvPr/>
        </p:nvSpPr>
        <p:spPr bwMode="auto">
          <a:xfrm>
            <a:off x="1277651" y="1051844"/>
            <a:ext cx="749300" cy="749300"/>
          </a:xfrm>
          <a:prstGeom prst="ellipse">
            <a:avLst/>
          </a:prstGeom>
          <a:solidFill>
            <a:schemeClr val="bg1"/>
          </a:solidFill>
          <a:ln w="12700">
            <a:solidFill>
              <a:schemeClr val="tx1"/>
            </a:solidFill>
            <a:round/>
            <a:headEnd/>
            <a:tailEnd/>
          </a:ln>
        </p:spPr>
        <p:txBody>
          <a:bodyPr wrap="none" anchor="ctr"/>
          <a:lstStyle>
            <a:lvl1pPr eaLnBrk="0" hangingPunct="0">
              <a:defRPr sz="2400">
                <a:solidFill>
                  <a:schemeClr val="tx1"/>
                </a:solidFill>
                <a:latin typeface="Arial" charset="0"/>
                <a:ea typeface="ＭＳ Ｐゴシック" charset="-128"/>
              </a:defRPr>
            </a:lvl1pPr>
            <a:lvl2pPr marL="742950" indent="-285750" eaLnBrk="0" hangingPunct="0">
              <a:defRPr sz="2400">
                <a:solidFill>
                  <a:schemeClr val="tx1"/>
                </a:solidFill>
                <a:latin typeface="Arial" charset="0"/>
                <a:ea typeface="ＭＳ Ｐゴシック" charset="-128"/>
              </a:defRPr>
            </a:lvl2pPr>
            <a:lvl3pPr marL="1143000" indent="-228600" eaLnBrk="0" hangingPunct="0">
              <a:defRPr sz="2400">
                <a:solidFill>
                  <a:schemeClr val="tx1"/>
                </a:solidFill>
                <a:latin typeface="Arial" charset="0"/>
                <a:ea typeface="ＭＳ Ｐゴシック" charset="-128"/>
              </a:defRPr>
            </a:lvl3pPr>
            <a:lvl4pPr marL="1600200" indent="-228600" eaLnBrk="0" hangingPunct="0">
              <a:defRPr sz="2400">
                <a:solidFill>
                  <a:schemeClr val="tx1"/>
                </a:solidFill>
                <a:latin typeface="Arial" charset="0"/>
                <a:ea typeface="ＭＳ Ｐゴシック" charset="-128"/>
              </a:defRPr>
            </a:lvl4pPr>
            <a:lvl5pPr marL="2057400" indent="-228600" eaLnBrk="0" hangingPunct="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charset="0"/>
              <a:ea typeface="ＭＳ Ｐゴシック" charset="-128"/>
              <a:cs typeface="+mn-cs"/>
            </a:endParaRPr>
          </a:p>
        </p:txBody>
      </p:sp>
      <p:sp>
        <p:nvSpPr>
          <p:cNvPr id="65" name="Line 9">
            <a:extLst>
              <a:ext uri="{FF2B5EF4-FFF2-40B4-BE49-F238E27FC236}">
                <a16:creationId xmlns:a16="http://schemas.microsoft.com/office/drawing/2014/main" id="{761927B0-4D93-4D4E-B279-9BA3AC91676A}"/>
              </a:ext>
            </a:extLst>
          </p:cNvPr>
          <p:cNvSpPr>
            <a:spLocks noChangeShapeType="1"/>
          </p:cNvSpPr>
          <p:nvPr/>
        </p:nvSpPr>
        <p:spPr bwMode="auto">
          <a:xfrm>
            <a:off x="1669763" y="1807575"/>
            <a:ext cx="0" cy="3111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charset="0"/>
              <a:ea typeface="ＭＳ Ｐゴシック" charset="-128"/>
              <a:cs typeface="+mn-cs"/>
            </a:endParaRPr>
          </a:p>
        </p:txBody>
      </p:sp>
      <p:sp>
        <p:nvSpPr>
          <p:cNvPr id="66" name="Line 10">
            <a:extLst>
              <a:ext uri="{FF2B5EF4-FFF2-40B4-BE49-F238E27FC236}">
                <a16:creationId xmlns:a16="http://schemas.microsoft.com/office/drawing/2014/main" id="{1A6863F4-F416-4AFD-B0C6-F81C3D8EEF49}"/>
              </a:ext>
            </a:extLst>
          </p:cNvPr>
          <p:cNvSpPr>
            <a:spLocks noChangeShapeType="1"/>
          </p:cNvSpPr>
          <p:nvPr/>
        </p:nvSpPr>
        <p:spPr bwMode="auto">
          <a:xfrm>
            <a:off x="1669763" y="2798175"/>
            <a:ext cx="0" cy="36830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charset="0"/>
              <a:ea typeface="ＭＳ Ｐゴシック" charset="-128"/>
              <a:cs typeface="+mn-cs"/>
            </a:endParaRPr>
          </a:p>
        </p:txBody>
      </p:sp>
      <p:sp>
        <p:nvSpPr>
          <p:cNvPr id="67" name="Rectangle 13">
            <a:extLst>
              <a:ext uri="{FF2B5EF4-FFF2-40B4-BE49-F238E27FC236}">
                <a16:creationId xmlns:a16="http://schemas.microsoft.com/office/drawing/2014/main" id="{554EB754-274E-4EB4-8AD9-2DF11C63B482}"/>
              </a:ext>
            </a:extLst>
          </p:cNvPr>
          <p:cNvSpPr>
            <a:spLocks noChangeArrowheads="1"/>
          </p:cNvSpPr>
          <p:nvPr/>
        </p:nvSpPr>
        <p:spPr bwMode="auto">
          <a:xfrm>
            <a:off x="1430330" y="1228850"/>
            <a:ext cx="424797" cy="3667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eaLnBrk="0" hangingPunct="0">
              <a:defRPr sz="2400">
                <a:solidFill>
                  <a:schemeClr val="tx1"/>
                </a:solidFill>
                <a:latin typeface="Arial" charset="0"/>
                <a:ea typeface="ＭＳ Ｐゴシック" charset="-128"/>
              </a:defRPr>
            </a:lvl1pPr>
            <a:lvl2pPr marL="742950" indent="-285750" eaLnBrk="0" hangingPunct="0">
              <a:defRPr sz="2400">
                <a:solidFill>
                  <a:schemeClr val="tx1"/>
                </a:solidFill>
                <a:latin typeface="Arial" charset="0"/>
                <a:ea typeface="ＭＳ Ｐゴシック" charset="-128"/>
              </a:defRPr>
            </a:lvl2pPr>
            <a:lvl3pPr marL="1143000" indent="-228600" eaLnBrk="0" hangingPunct="0">
              <a:defRPr sz="2400">
                <a:solidFill>
                  <a:schemeClr val="tx1"/>
                </a:solidFill>
                <a:latin typeface="Arial" charset="0"/>
                <a:ea typeface="ＭＳ Ｐゴシック" charset="-128"/>
              </a:defRPr>
            </a:lvl3pPr>
            <a:lvl4pPr marL="1600200" indent="-228600" eaLnBrk="0" hangingPunct="0">
              <a:defRPr sz="2400">
                <a:solidFill>
                  <a:schemeClr val="tx1"/>
                </a:solidFill>
                <a:latin typeface="Arial" charset="0"/>
                <a:ea typeface="ＭＳ Ｐゴシック" charset="-128"/>
              </a:defRPr>
            </a:lvl4pPr>
            <a:lvl5pPr marL="2057400" indent="-228600" eaLnBrk="0" hangingPunct="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dirty="0">
                <a:ln>
                  <a:noFill/>
                </a:ln>
                <a:solidFill>
                  <a:srgbClr val="000000"/>
                </a:solidFill>
                <a:effectLst/>
                <a:uLnTx/>
                <a:uFillTx/>
                <a:latin typeface="Arial Narrow" panose="020B0606020202030204" pitchFamily="34" charset="0"/>
              </a:rPr>
              <a:t>C1</a:t>
            </a:r>
          </a:p>
        </p:txBody>
      </p:sp>
      <p:sp>
        <p:nvSpPr>
          <p:cNvPr id="68" name="矩形: 圆角 67">
            <a:extLst>
              <a:ext uri="{FF2B5EF4-FFF2-40B4-BE49-F238E27FC236}">
                <a16:creationId xmlns:a16="http://schemas.microsoft.com/office/drawing/2014/main" id="{ED8DDC0F-AFA9-4718-9BDC-3B8F8B3DB64E}"/>
              </a:ext>
            </a:extLst>
          </p:cNvPr>
          <p:cNvSpPr/>
          <p:nvPr/>
        </p:nvSpPr>
        <p:spPr bwMode="auto">
          <a:xfrm>
            <a:off x="977620" y="2118725"/>
            <a:ext cx="1371569" cy="679450"/>
          </a:xfrm>
          <a:prstGeom prst="roundRect">
            <a:avLst/>
          </a:prstGeom>
          <a:solidFill>
            <a:srgbClr val="CCECFF"/>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zh-CN" altLang="en-US" sz="1800" b="0" i="0" u="none" strike="noStrike" cap="none" normalizeH="0" baseline="0" dirty="0">
              <a:ln>
                <a:noFill/>
              </a:ln>
              <a:solidFill>
                <a:schemeClr val="tx1"/>
              </a:solidFill>
              <a:effectLst/>
              <a:latin typeface="Arial Narrow" panose="020B0606020202030204" pitchFamily="34" charset="0"/>
            </a:endParaRPr>
          </a:p>
        </p:txBody>
      </p:sp>
      <p:sp>
        <p:nvSpPr>
          <p:cNvPr id="69" name="Oval 7">
            <a:extLst>
              <a:ext uri="{FF2B5EF4-FFF2-40B4-BE49-F238E27FC236}">
                <a16:creationId xmlns:a16="http://schemas.microsoft.com/office/drawing/2014/main" id="{42E8885E-6C42-407C-80A3-FC01AC15B870}"/>
              </a:ext>
            </a:extLst>
          </p:cNvPr>
          <p:cNvSpPr>
            <a:spLocks noChangeArrowheads="1"/>
          </p:cNvSpPr>
          <p:nvPr/>
        </p:nvSpPr>
        <p:spPr bwMode="auto">
          <a:xfrm>
            <a:off x="6017081" y="1058895"/>
            <a:ext cx="749300" cy="749300"/>
          </a:xfrm>
          <a:prstGeom prst="ellipse">
            <a:avLst/>
          </a:prstGeom>
          <a:solidFill>
            <a:schemeClr val="bg1"/>
          </a:solidFill>
          <a:ln w="12700">
            <a:solidFill>
              <a:schemeClr val="tx1"/>
            </a:solidFill>
            <a:round/>
            <a:headEnd/>
            <a:tailEnd/>
          </a:ln>
        </p:spPr>
        <p:txBody>
          <a:bodyPr wrap="none" anchor="ctr"/>
          <a:lstStyle>
            <a:lvl1pPr eaLnBrk="0" hangingPunct="0">
              <a:defRPr sz="2400">
                <a:solidFill>
                  <a:schemeClr val="tx1"/>
                </a:solidFill>
                <a:latin typeface="Arial" charset="0"/>
                <a:ea typeface="ＭＳ Ｐゴシック" charset="-128"/>
              </a:defRPr>
            </a:lvl1pPr>
            <a:lvl2pPr marL="742950" indent="-285750" eaLnBrk="0" hangingPunct="0">
              <a:defRPr sz="2400">
                <a:solidFill>
                  <a:schemeClr val="tx1"/>
                </a:solidFill>
                <a:latin typeface="Arial" charset="0"/>
                <a:ea typeface="ＭＳ Ｐゴシック" charset="-128"/>
              </a:defRPr>
            </a:lvl2pPr>
            <a:lvl3pPr marL="1143000" indent="-228600" eaLnBrk="0" hangingPunct="0">
              <a:defRPr sz="2400">
                <a:solidFill>
                  <a:schemeClr val="tx1"/>
                </a:solidFill>
                <a:latin typeface="Arial" charset="0"/>
                <a:ea typeface="ＭＳ Ｐゴシック" charset="-128"/>
              </a:defRPr>
            </a:lvl3pPr>
            <a:lvl4pPr marL="1600200" indent="-228600" eaLnBrk="0" hangingPunct="0">
              <a:defRPr sz="2400">
                <a:solidFill>
                  <a:schemeClr val="tx1"/>
                </a:solidFill>
                <a:latin typeface="Arial" charset="0"/>
                <a:ea typeface="ＭＳ Ｐゴシック" charset="-128"/>
              </a:defRPr>
            </a:lvl4pPr>
            <a:lvl5pPr marL="2057400" indent="-228600" eaLnBrk="0" hangingPunct="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charset="0"/>
              <a:ea typeface="ＭＳ Ｐゴシック" charset="-128"/>
              <a:cs typeface="+mn-cs"/>
            </a:endParaRPr>
          </a:p>
        </p:txBody>
      </p:sp>
      <p:sp>
        <p:nvSpPr>
          <p:cNvPr id="70" name="Line 9">
            <a:extLst>
              <a:ext uri="{FF2B5EF4-FFF2-40B4-BE49-F238E27FC236}">
                <a16:creationId xmlns:a16="http://schemas.microsoft.com/office/drawing/2014/main" id="{52CE6BCF-93B4-4BEC-8D07-1B322CECDA82}"/>
              </a:ext>
            </a:extLst>
          </p:cNvPr>
          <p:cNvSpPr>
            <a:spLocks noChangeShapeType="1"/>
          </p:cNvSpPr>
          <p:nvPr/>
        </p:nvSpPr>
        <p:spPr bwMode="auto">
          <a:xfrm>
            <a:off x="6409193" y="1814626"/>
            <a:ext cx="0" cy="3111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charset="0"/>
              <a:ea typeface="ＭＳ Ｐゴシック" charset="-128"/>
              <a:cs typeface="+mn-cs"/>
            </a:endParaRPr>
          </a:p>
        </p:txBody>
      </p:sp>
      <p:sp>
        <p:nvSpPr>
          <p:cNvPr id="71" name="Line 10">
            <a:extLst>
              <a:ext uri="{FF2B5EF4-FFF2-40B4-BE49-F238E27FC236}">
                <a16:creationId xmlns:a16="http://schemas.microsoft.com/office/drawing/2014/main" id="{1C584A1F-D17F-450E-942D-C8255A2CAAA3}"/>
              </a:ext>
            </a:extLst>
          </p:cNvPr>
          <p:cNvSpPr>
            <a:spLocks noChangeShapeType="1"/>
          </p:cNvSpPr>
          <p:nvPr/>
        </p:nvSpPr>
        <p:spPr bwMode="auto">
          <a:xfrm>
            <a:off x="6409193" y="2805226"/>
            <a:ext cx="0" cy="36830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charset="0"/>
              <a:ea typeface="ＭＳ Ｐゴシック" charset="-128"/>
              <a:cs typeface="+mn-cs"/>
            </a:endParaRPr>
          </a:p>
        </p:txBody>
      </p:sp>
      <p:sp>
        <p:nvSpPr>
          <p:cNvPr id="72" name="Rectangle 13">
            <a:extLst>
              <a:ext uri="{FF2B5EF4-FFF2-40B4-BE49-F238E27FC236}">
                <a16:creationId xmlns:a16="http://schemas.microsoft.com/office/drawing/2014/main" id="{299D76AA-CE99-4FCD-9455-5F04471FBB2A}"/>
              </a:ext>
            </a:extLst>
          </p:cNvPr>
          <p:cNvSpPr>
            <a:spLocks noChangeArrowheads="1"/>
          </p:cNvSpPr>
          <p:nvPr/>
        </p:nvSpPr>
        <p:spPr bwMode="auto">
          <a:xfrm>
            <a:off x="6169760" y="1235901"/>
            <a:ext cx="424797" cy="3667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eaLnBrk="0" hangingPunct="0">
              <a:defRPr sz="2400">
                <a:solidFill>
                  <a:schemeClr val="tx1"/>
                </a:solidFill>
                <a:latin typeface="Arial" charset="0"/>
                <a:ea typeface="ＭＳ Ｐゴシック" charset="-128"/>
              </a:defRPr>
            </a:lvl1pPr>
            <a:lvl2pPr marL="742950" indent="-285750" eaLnBrk="0" hangingPunct="0">
              <a:defRPr sz="2400">
                <a:solidFill>
                  <a:schemeClr val="tx1"/>
                </a:solidFill>
                <a:latin typeface="Arial" charset="0"/>
                <a:ea typeface="ＭＳ Ｐゴシック" charset="-128"/>
              </a:defRPr>
            </a:lvl2pPr>
            <a:lvl3pPr marL="1143000" indent="-228600" eaLnBrk="0" hangingPunct="0">
              <a:defRPr sz="2400">
                <a:solidFill>
                  <a:schemeClr val="tx1"/>
                </a:solidFill>
                <a:latin typeface="Arial" charset="0"/>
                <a:ea typeface="ＭＳ Ｐゴシック" charset="-128"/>
              </a:defRPr>
            </a:lvl3pPr>
            <a:lvl4pPr marL="1600200" indent="-228600" eaLnBrk="0" hangingPunct="0">
              <a:defRPr sz="2400">
                <a:solidFill>
                  <a:schemeClr val="tx1"/>
                </a:solidFill>
                <a:latin typeface="Arial" charset="0"/>
                <a:ea typeface="ＭＳ Ｐゴシック" charset="-128"/>
              </a:defRPr>
            </a:lvl4pPr>
            <a:lvl5pPr marL="2057400" indent="-228600" eaLnBrk="0" hangingPunct="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dirty="0">
                <a:ln>
                  <a:noFill/>
                </a:ln>
                <a:solidFill>
                  <a:srgbClr val="000000"/>
                </a:solidFill>
                <a:effectLst/>
                <a:uLnTx/>
                <a:uFillTx/>
                <a:latin typeface="Arial Narrow" panose="020B0606020202030204" pitchFamily="34" charset="0"/>
              </a:rPr>
              <a:t>C4</a:t>
            </a:r>
          </a:p>
        </p:txBody>
      </p:sp>
      <p:sp>
        <p:nvSpPr>
          <p:cNvPr id="73" name="矩形: 圆角 72">
            <a:extLst>
              <a:ext uri="{FF2B5EF4-FFF2-40B4-BE49-F238E27FC236}">
                <a16:creationId xmlns:a16="http://schemas.microsoft.com/office/drawing/2014/main" id="{93057970-017A-4F4B-9BD6-2E395B9F653F}"/>
              </a:ext>
            </a:extLst>
          </p:cNvPr>
          <p:cNvSpPr/>
          <p:nvPr/>
        </p:nvSpPr>
        <p:spPr bwMode="auto">
          <a:xfrm>
            <a:off x="5717050" y="2125776"/>
            <a:ext cx="1371569" cy="679450"/>
          </a:xfrm>
          <a:prstGeom prst="roundRect">
            <a:avLst/>
          </a:prstGeom>
          <a:solidFill>
            <a:srgbClr val="CCECFF"/>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zh-CN" altLang="en-US" sz="1800" b="0" i="0" u="none" strike="noStrike" cap="none" normalizeH="0" baseline="0" dirty="0">
              <a:ln>
                <a:noFill/>
              </a:ln>
              <a:solidFill>
                <a:schemeClr val="tx1"/>
              </a:solidFill>
              <a:effectLst/>
              <a:latin typeface="Arial Narrow" panose="020B0606020202030204" pitchFamily="34" charset="0"/>
            </a:endParaRPr>
          </a:p>
        </p:txBody>
      </p:sp>
      <p:sp>
        <p:nvSpPr>
          <p:cNvPr id="74" name="Oval 7">
            <a:extLst>
              <a:ext uri="{FF2B5EF4-FFF2-40B4-BE49-F238E27FC236}">
                <a16:creationId xmlns:a16="http://schemas.microsoft.com/office/drawing/2014/main" id="{92DA491D-7521-4779-9703-1921BEB2954A}"/>
              </a:ext>
            </a:extLst>
          </p:cNvPr>
          <p:cNvSpPr>
            <a:spLocks noChangeArrowheads="1"/>
          </p:cNvSpPr>
          <p:nvPr/>
        </p:nvSpPr>
        <p:spPr bwMode="auto">
          <a:xfrm>
            <a:off x="4443208" y="1046669"/>
            <a:ext cx="749300" cy="749300"/>
          </a:xfrm>
          <a:prstGeom prst="ellipse">
            <a:avLst/>
          </a:prstGeom>
          <a:solidFill>
            <a:schemeClr val="bg1"/>
          </a:solidFill>
          <a:ln w="12700">
            <a:solidFill>
              <a:schemeClr val="tx1"/>
            </a:solidFill>
            <a:round/>
            <a:headEnd/>
            <a:tailEnd/>
          </a:ln>
        </p:spPr>
        <p:txBody>
          <a:bodyPr wrap="none" anchor="ctr"/>
          <a:lstStyle>
            <a:lvl1pPr eaLnBrk="0" hangingPunct="0">
              <a:defRPr sz="2400">
                <a:solidFill>
                  <a:schemeClr val="tx1"/>
                </a:solidFill>
                <a:latin typeface="Arial" charset="0"/>
                <a:ea typeface="ＭＳ Ｐゴシック" charset="-128"/>
              </a:defRPr>
            </a:lvl1pPr>
            <a:lvl2pPr marL="742950" indent="-285750" eaLnBrk="0" hangingPunct="0">
              <a:defRPr sz="2400">
                <a:solidFill>
                  <a:schemeClr val="tx1"/>
                </a:solidFill>
                <a:latin typeface="Arial" charset="0"/>
                <a:ea typeface="ＭＳ Ｐゴシック" charset="-128"/>
              </a:defRPr>
            </a:lvl2pPr>
            <a:lvl3pPr marL="1143000" indent="-228600" eaLnBrk="0" hangingPunct="0">
              <a:defRPr sz="2400">
                <a:solidFill>
                  <a:schemeClr val="tx1"/>
                </a:solidFill>
                <a:latin typeface="Arial" charset="0"/>
                <a:ea typeface="ＭＳ Ｐゴシック" charset="-128"/>
              </a:defRPr>
            </a:lvl3pPr>
            <a:lvl4pPr marL="1600200" indent="-228600" eaLnBrk="0" hangingPunct="0">
              <a:defRPr sz="2400">
                <a:solidFill>
                  <a:schemeClr val="tx1"/>
                </a:solidFill>
                <a:latin typeface="Arial" charset="0"/>
                <a:ea typeface="ＭＳ Ｐゴシック" charset="-128"/>
              </a:defRPr>
            </a:lvl4pPr>
            <a:lvl5pPr marL="2057400" indent="-228600" eaLnBrk="0" hangingPunct="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charset="0"/>
              <a:ea typeface="ＭＳ Ｐゴシック" charset="-128"/>
              <a:cs typeface="+mn-cs"/>
            </a:endParaRPr>
          </a:p>
        </p:txBody>
      </p:sp>
      <p:sp>
        <p:nvSpPr>
          <p:cNvPr id="75" name="Line 9">
            <a:extLst>
              <a:ext uri="{FF2B5EF4-FFF2-40B4-BE49-F238E27FC236}">
                <a16:creationId xmlns:a16="http://schemas.microsoft.com/office/drawing/2014/main" id="{EF65B723-32B4-495C-9F9C-549E4BDA9348}"/>
              </a:ext>
            </a:extLst>
          </p:cNvPr>
          <p:cNvSpPr>
            <a:spLocks noChangeShapeType="1"/>
          </p:cNvSpPr>
          <p:nvPr/>
        </p:nvSpPr>
        <p:spPr bwMode="auto">
          <a:xfrm>
            <a:off x="4835320" y="1802400"/>
            <a:ext cx="0" cy="3111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charset="0"/>
              <a:ea typeface="ＭＳ Ｐゴシック" charset="-128"/>
              <a:cs typeface="+mn-cs"/>
            </a:endParaRPr>
          </a:p>
        </p:txBody>
      </p:sp>
      <p:sp>
        <p:nvSpPr>
          <p:cNvPr id="76" name="Line 10">
            <a:extLst>
              <a:ext uri="{FF2B5EF4-FFF2-40B4-BE49-F238E27FC236}">
                <a16:creationId xmlns:a16="http://schemas.microsoft.com/office/drawing/2014/main" id="{7F03F7D1-A57D-40E7-9D63-C68504CCEA5B}"/>
              </a:ext>
            </a:extLst>
          </p:cNvPr>
          <p:cNvSpPr>
            <a:spLocks noChangeShapeType="1"/>
          </p:cNvSpPr>
          <p:nvPr/>
        </p:nvSpPr>
        <p:spPr bwMode="auto">
          <a:xfrm>
            <a:off x="4835320" y="2793000"/>
            <a:ext cx="0" cy="36830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charset="0"/>
              <a:ea typeface="ＭＳ Ｐゴシック" charset="-128"/>
              <a:cs typeface="+mn-cs"/>
            </a:endParaRPr>
          </a:p>
        </p:txBody>
      </p:sp>
      <p:sp>
        <p:nvSpPr>
          <p:cNvPr id="77" name="Rectangle 13">
            <a:extLst>
              <a:ext uri="{FF2B5EF4-FFF2-40B4-BE49-F238E27FC236}">
                <a16:creationId xmlns:a16="http://schemas.microsoft.com/office/drawing/2014/main" id="{C714C0FC-7261-4900-ABE0-2C7B08DDD7BD}"/>
              </a:ext>
            </a:extLst>
          </p:cNvPr>
          <p:cNvSpPr>
            <a:spLocks noChangeArrowheads="1"/>
          </p:cNvSpPr>
          <p:nvPr/>
        </p:nvSpPr>
        <p:spPr bwMode="auto">
          <a:xfrm>
            <a:off x="4595887" y="1223675"/>
            <a:ext cx="424797" cy="3667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eaLnBrk="0" hangingPunct="0">
              <a:defRPr sz="2400">
                <a:solidFill>
                  <a:schemeClr val="tx1"/>
                </a:solidFill>
                <a:latin typeface="Arial" charset="0"/>
                <a:ea typeface="ＭＳ Ｐゴシック" charset="-128"/>
              </a:defRPr>
            </a:lvl1pPr>
            <a:lvl2pPr marL="742950" indent="-285750" eaLnBrk="0" hangingPunct="0">
              <a:defRPr sz="2400">
                <a:solidFill>
                  <a:schemeClr val="tx1"/>
                </a:solidFill>
                <a:latin typeface="Arial" charset="0"/>
                <a:ea typeface="ＭＳ Ｐゴシック" charset="-128"/>
              </a:defRPr>
            </a:lvl2pPr>
            <a:lvl3pPr marL="1143000" indent="-228600" eaLnBrk="0" hangingPunct="0">
              <a:defRPr sz="2400">
                <a:solidFill>
                  <a:schemeClr val="tx1"/>
                </a:solidFill>
                <a:latin typeface="Arial" charset="0"/>
                <a:ea typeface="ＭＳ Ｐゴシック" charset="-128"/>
              </a:defRPr>
            </a:lvl3pPr>
            <a:lvl4pPr marL="1600200" indent="-228600" eaLnBrk="0" hangingPunct="0">
              <a:defRPr sz="2400">
                <a:solidFill>
                  <a:schemeClr val="tx1"/>
                </a:solidFill>
                <a:latin typeface="Arial" charset="0"/>
                <a:ea typeface="ＭＳ Ｐゴシック" charset="-128"/>
              </a:defRPr>
            </a:lvl4pPr>
            <a:lvl5pPr marL="2057400" indent="-228600" eaLnBrk="0" hangingPunct="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dirty="0">
                <a:ln>
                  <a:noFill/>
                </a:ln>
                <a:solidFill>
                  <a:srgbClr val="000000"/>
                </a:solidFill>
                <a:effectLst/>
                <a:uLnTx/>
                <a:uFillTx/>
                <a:latin typeface="Arial Narrow" panose="020B0606020202030204" pitchFamily="34" charset="0"/>
              </a:rPr>
              <a:t>C3</a:t>
            </a:r>
          </a:p>
        </p:txBody>
      </p:sp>
      <p:sp>
        <p:nvSpPr>
          <p:cNvPr id="5" name="矩形 4">
            <a:extLst>
              <a:ext uri="{FF2B5EF4-FFF2-40B4-BE49-F238E27FC236}">
                <a16:creationId xmlns:a16="http://schemas.microsoft.com/office/drawing/2014/main" id="{0121529A-1E0B-4A77-A91D-BCE05BB7FE35}"/>
              </a:ext>
            </a:extLst>
          </p:cNvPr>
          <p:cNvSpPr/>
          <p:nvPr/>
        </p:nvSpPr>
        <p:spPr>
          <a:xfrm>
            <a:off x="1108883" y="2285680"/>
            <a:ext cx="402674" cy="369332"/>
          </a:xfrm>
          <a:prstGeom prst="rect">
            <a:avLst/>
          </a:prstGeom>
        </p:spPr>
        <p:txBody>
          <a:bodyPr wrap="none">
            <a:spAutoFit/>
          </a:bodyPr>
          <a:lstStyle/>
          <a:p>
            <a:r>
              <a:rPr lang="en-US" altLang="zh-CN" dirty="0">
                <a:solidFill>
                  <a:schemeClr val="tx2"/>
                </a:solidFill>
              </a:rPr>
              <a:t>X:</a:t>
            </a:r>
            <a:endParaRPr lang="zh-CN" altLang="en-US" dirty="0"/>
          </a:p>
        </p:txBody>
      </p:sp>
      <p:sp>
        <p:nvSpPr>
          <p:cNvPr id="6" name="矩形 5">
            <a:extLst>
              <a:ext uri="{FF2B5EF4-FFF2-40B4-BE49-F238E27FC236}">
                <a16:creationId xmlns:a16="http://schemas.microsoft.com/office/drawing/2014/main" id="{F76E3328-ECB4-4B26-A415-0875B0215C81}"/>
              </a:ext>
            </a:extLst>
          </p:cNvPr>
          <p:cNvSpPr/>
          <p:nvPr/>
        </p:nvSpPr>
        <p:spPr>
          <a:xfrm>
            <a:off x="4527599" y="2246465"/>
            <a:ext cx="670376" cy="369332"/>
          </a:xfrm>
          <a:prstGeom prst="rect">
            <a:avLst/>
          </a:prstGeom>
        </p:spPr>
        <p:txBody>
          <a:bodyPr wrap="square">
            <a:spAutoFit/>
          </a:bodyPr>
          <a:lstStyle/>
          <a:p>
            <a:r>
              <a:rPr lang="en-US" altLang="zh-CN" dirty="0">
                <a:solidFill>
                  <a:schemeClr val="tx2"/>
                </a:solidFill>
              </a:rPr>
              <a:t>X:  </a:t>
            </a:r>
            <a:r>
              <a:rPr lang="en-US" altLang="zh-CN" b="1" dirty="0">
                <a:solidFill>
                  <a:srgbClr val="FF0000"/>
                </a:solidFill>
                <a:latin typeface="Imprint MT Shadow" panose="04020605060303030202" pitchFamily="82" charset="0"/>
              </a:rPr>
              <a:t>S</a:t>
            </a:r>
            <a:endParaRPr lang="zh-CN" altLang="en-US" dirty="0"/>
          </a:p>
        </p:txBody>
      </p:sp>
      <p:sp>
        <p:nvSpPr>
          <p:cNvPr id="81" name="矩形 80">
            <a:extLst>
              <a:ext uri="{FF2B5EF4-FFF2-40B4-BE49-F238E27FC236}">
                <a16:creationId xmlns:a16="http://schemas.microsoft.com/office/drawing/2014/main" id="{999CF0D0-0C69-49D5-84EA-33E3FF2CF465}"/>
              </a:ext>
            </a:extLst>
          </p:cNvPr>
          <p:cNvSpPr/>
          <p:nvPr/>
        </p:nvSpPr>
        <p:spPr>
          <a:xfrm>
            <a:off x="2803207" y="1944775"/>
            <a:ext cx="1582484" cy="769441"/>
          </a:xfrm>
          <a:prstGeom prst="rect">
            <a:avLst/>
          </a:prstGeom>
        </p:spPr>
        <p:txBody>
          <a:bodyPr wrap="square">
            <a:spAutoFit/>
          </a:bodyPr>
          <a:lstStyle/>
          <a:p>
            <a:pPr eaLnBrk="1" hangingPunct="1"/>
            <a:r>
              <a:rPr lang="en-US" altLang="zh-CN" dirty="0">
                <a:solidFill>
                  <a:schemeClr val="tx2"/>
                </a:solidFill>
              </a:rPr>
              <a:t> X: </a:t>
            </a:r>
            <a:r>
              <a:rPr lang="en-US" altLang="zh-CN" b="1" dirty="0">
                <a:solidFill>
                  <a:srgbClr val="FF0000"/>
                </a:solidFill>
              </a:rPr>
              <a:t>I</a:t>
            </a:r>
            <a:endParaRPr lang="zh-CN" altLang="en-US" sz="4400" b="1" dirty="0">
              <a:solidFill>
                <a:srgbClr val="FF0000"/>
              </a:solidFill>
            </a:endParaRPr>
          </a:p>
        </p:txBody>
      </p:sp>
      <p:sp>
        <p:nvSpPr>
          <p:cNvPr id="82" name="矩形 81">
            <a:extLst>
              <a:ext uri="{FF2B5EF4-FFF2-40B4-BE49-F238E27FC236}">
                <a16:creationId xmlns:a16="http://schemas.microsoft.com/office/drawing/2014/main" id="{E2A22AE4-52B5-44CD-AA39-AB40ECD94C8A}"/>
              </a:ext>
            </a:extLst>
          </p:cNvPr>
          <p:cNvSpPr/>
          <p:nvPr/>
        </p:nvSpPr>
        <p:spPr>
          <a:xfrm>
            <a:off x="6106662" y="2269668"/>
            <a:ext cx="670376" cy="369332"/>
          </a:xfrm>
          <a:prstGeom prst="rect">
            <a:avLst/>
          </a:prstGeom>
        </p:spPr>
        <p:txBody>
          <a:bodyPr wrap="none">
            <a:spAutoFit/>
          </a:bodyPr>
          <a:lstStyle/>
          <a:p>
            <a:r>
              <a:rPr lang="en-US" altLang="zh-CN" dirty="0">
                <a:solidFill>
                  <a:schemeClr val="tx2"/>
                </a:solidFill>
              </a:rPr>
              <a:t>X:  </a:t>
            </a:r>
            <a:r>
              <a:rPr lang="en-US" altLang="zh-CN" b="1" dirty="0">
                <a:solidFill>
                  <a:srgbClr val="FF0000"/>
                </a:solidFill>
                <a:latin typeface="Imprint MT Shadow" panose="04020605060303030202" pitchFamily="82" charset="0"/>
              </a:rPr>
              <a:t>S</a:t>
            </a:r>
            <a:endParaRPr lang="zh-CN" altLang="en-US" dirty="0"/>
          </a:p>
        </p:txBody>
      </p:sp>
      <p:sp>
        <p:nvSpPr>
          <p:cNvPr id="118784" name="矩形 118783">
            <a:extLst>
              <a:ext uri="{FF2B5EF4-FFF2-40B4-BE49-F238E27FC236}">
                <a16:creationId xmlns:a16="http://schemas.microsoft.com/office/drawing/2014/main" id="{1DB99245-7C83-4FFA-99F0-79B940816186}"/>
              </a:ext>
            </a:extLst>
          </p:cNvPr>
          <p:cNvSpPr/>
          <p:nvPr/>
        </p:nvSpPr>
        <p:spPr>
          <a:xfrm>
            <a:off x="1417639" y="2288500"/>
            <a:ext cx="922047" cy="369332"/>
          </a:xfrm>
          <a:prstGeom prst="rect">
            <a:avLst/>
          </a:prstGeom>
        </p:spPr>
        <p:txBody>
          <a:bodyPr wrap="none">
            <a:spAutoFit/>
          </a:bodyPr>
          <a:lstStyle/>
          <a:p>
            <a:r>
              <a:rPr lang="en-US" altLang="zh-CN" b="1" dirty="0">
                <a:solidFill>
                  <a:srgbClr val="FF0000"/>
                </a:solidFill>
                <a:latin typeface="Imprint MT Shadow" panose="04020605060303030202" pitchFamily="82" charset="0"/>
              </a:rPr>
              <a:t>M,  888</a:t>
            </a:r>
            <a:endParaRPr lang="zh-CN" altLang="en-US" dirty="0"/>
          </a:p>
        </p:txBody>
      </p:sp>
      <p:sp>
        <p:nvSpPr>
          <p:cNvPr id="85" name="矩形 84">
            <a:extLst>
              <a:ext uri="{FF2B5EF4-FFF2-40B4-BE49-F238E27FC236}">
                <a16:creationId xmlns:a16="http://schemas.microsoft.com/office/drawing/2014/main" id="{81FB116F-D60F-4434-9A12-7BCFBC83B737}"/>
              </a:ext>
            </a:extLst>
          </p:cNvPr>
          <p:cNvSpPr/>
          <p:nvPr/>
        </p:nvSpPr>
        <p:spPr>
          <a:xfrm>
            <a:off x="1419112" y="2293104"/>
            <a:ext cx="279244" cy="369332"/>
          </a:xfrm>
          <a:prstGeom prst="rect">
            <a:avLst/>
          </a:prstGeom>
        </p:spPr>
        <p:txBody>
          <a:bodyPr wrap="none">
            <a:spAutoFit/>
          </a:bodyPr>
          <a:lstStyle/>
          <a:p>
            <a:r>
              <a:rPr lang="en-US" altLang="zh-CN" b="1" dirty="0">
                <a:solidFill>
                  <a:srgbClr val="FF0000"/>
                </a:solidFill>
                <a:latin typeface="Imprint MT Shadow" panose="04020605060303030202" pitchFamily="82" charset="0"/>
              </a:rPr>
              <a:t>I</a:t>
            </a:r>
            <a:endParaRPr lang="zh-CN" altLang="en-US" dirty="0"/>
          </a:p>
        </p:txBody>
      </p:sp>
      <p:sp>
        <p:nvSpPr>
          <p:cNvPr id="86" name="矩形 85">
            <a:extLst>
              <a:ext uri="{FF2B5EF4-FFF2-40B4-BE49-F238E27FC236}">
                <a16:creationId xmlns:a16="http://schemas.microsoft.com/office/drawing/2014/main" id="{992E6463-374C-49BD-8DD7-A0BE0C1451D3}"/>
              </a:ext>
            </a:extLst>
          </p:cNvPr>
          <p:cNvSpPr/>
          <p:nvPr/>
        </p:nvSpPr>
        <p:spPr>
          <a:xfrm>
            <a:off x="4527599" y="2246465"/>
            <a:ext cx="561372" cy="369332"/>
          </a:xfrm>
          <a:prstGeom prst="rect">
            <a:avLst/>
          </a:prstGeom>
        </p:spPr>
        <p:txBody>
          <a:bodyPr wrap="none">
            <a:spAutoFit/>
          </a:bodyPr>
          <a:lstStyle/>
          <a:p>
            <a:r>
              <a:rPr lang="en-US" altLang="zh-CN" dirty="0"/>
              <a:t>X: </a:t>
            </a:r>
            <a:r>
              <a:rPr lang="en-US" altLang="zh-CN" b="1" dirty="0">
                <a:solidFill>
                  <a:srgbClr val="FF0000"/>
                </a:solidFill>
                <a:latin typeface="Imprint MT Shadow" panose="04020605060303030202" pitchFamily="82" charset="0"/>
              </a:rPr>
              <a:t>I</a:t>
            </a:r>
            <a:endParaRPr lang="zh-CN" altLang="en-US" dirty="0"/>
          </a:p>
        </p:txBody>
      </p:sp>
      <p:sp>
        <p:nvSpPr>
          <p:cNvPr id="87" name="矩形 86">
            <a:extLst>
              <a:ext uri="{FF2B5EF4-FFF2-40B4-BE49-F238E27FC236}">
                <a16:creationId xmlns:a16="http://schemas.microsoft.com/office/drawing/2014/main" id="{DD938820-1610-4DB9-9424-F2908483F74C}"/>
              </a:ext>
            </a:extLst>
          </p:cNvPr>
          <p:cNvSpPr/>
          <p:nvPr/>
        </p:nvSpPr>
        <p:spPr>
          <a:xfrm>
            <a:off x="6098671" y="2267346"/>
            <a:ext cx="561372" cy="369332"/>
          </a:xfrm>
          <a:prstGeom prst="rect">
            <a:avLst/>
          </a:prstGeom>
        </p:spPr>
        <p:txBody>
          <a:bodyPr wrap="none">
            <a:spAutoFit/>
          </a:bodyPr>
          <a:lstStyle/>
          <a:p>
            <a:r>
              <a:rPr lang="en-US" altLang="zh-CN" dirty="0"/>
              <a:t>X: </a:t>
            </a:r>
            <a:r>
              <a:rPr lang="en-US" altLang="zh-CN" b="1" dirty="0">
                <a:solidFill>
                  <a:srgbClr val="FF0000"/>
                </a:solidFill>
                <a:latin typeface="Imprint MT Shadow" panose="04020605060303030202" pitchFamily="82" charset="0"/>
              </a:rPr>
              <a:t>I</a:t>
            </a:r>
            <a:endParaRPr lang="zh-CN" altLang="en-US" dirty="0"/>
          </a:p>
        </p:txBody>
      </p:sp>
      <p:sp>
        <p:nvSpPr>
          <p:cNvPr id="118786" name="矩形 118785">
            <a:extLst>
              <a:ext uri="{FF2B5EF4-FFF2-40B4-BE49-F238E27FC236}">
                <a16:creationId xmlns:a16="http://schemas.microsoft.com/office/drawing/2014/main" id="{9C33AE76-35E3-46CB-9C6A-1E1F3D782489}"/>
              </a:ext>
            </a:extLst>
          </p:cNvPr>
          <p:cNvSpPr/>
          <p:nvPr/>
        </p:nvSpPr>
        <p:spPr>
          <a:xfrm>
            <a:off x="258812" y="6047403"/>
            <a:ext cx="914033" cy="369332"/>
          </a:xfrm>
          <a:prstGeom prst="rect">
            <a:avLst/>
          </a:prstGeom>
        </p:spPr>
        <p:txBody>
          <a:bodyPr wrap="none">
            <a:spAutoFit/>
          </a:bodyPr>
          <a:lstStyle/>
          <a:p>
            <a:r>
              <a:rPr lang="en-US" altLang="en-US" dirty="0">
                <a:ea typeface="ＭＳ Ｐゴシック" charset="-128"/>
              </a:rPr>
              <a:t>X = </a:t>
            </a:r>
            <a:r>
              <a:rPr lang="en-US" altLang="zh-CN" sz="1600" b="1" dirty="0">
                <a:solidFill>
                  <a:srgbClr val="FF0000"/>
                </a:solidFill>
                <a:latin typeface="Imprint MT Shadow" panose="04020605060303030202" pitchFamily="82" charset="0"/>
              </a:rPr>
              <a:t>888</a:t>
            </a:r>
            <a:endParaRPr lang="zh-CN" altLang="en-US" dirty="0"/>
          </a:p>
        </p:txBody>
      </p:sp>
      <p:sp>
        <p:nvSpPr>
          <p:cNvPr id="118788" name="矩形 118787">
            <a:extLst>
              <a:ext uri="{FF2B5EF4-FFF2-40B4-BE49-F238E27FC236}">
                <a16:creationId xmlns:a16="http://schemas.microsoft.com/office/drawing/2014/main" id="{2AF0D5B3-2E0C-4B11-8078-6E068D63A822}"/>
              </a:ext>
            </a:extLst>
          </p:cNvPr>
          <p:cNvSpPr/>
          <p:nvPr/>
        </p:nvSpPr>
        <p:spPr>
          <a:xfrm>
            <a:off x="7243375" y="1609670"/>
            <a:ext cx="595035" cy="584775"/>
          </a:xfrm>
          <a:prstGeom prst="rect">
            <a:avLst/>
          </a:prstGeom>
        </p:spPr>
        <p:txBody>
          <a:bodyPr wrap="none">
            <a:spAutoFit/>
          </a:bodyPr>
          <a:lstStyle/>
          <a:p>
            <a:r>
              <a:rPr lang="en-US" altLang="zh-CN" sz="3200" dirty="0"/>
              <a:t>…</a:t>
            </a:r>
            <a:endParaRPr lang="zh-CN" altLang="en-US" sz="3200" dirty="0"/>
          </a:p>
        </p:txBody>
      </p:sp>
      <p:sp>
        <p:nvSpPr>
          <p:cNvPr id="62" name="Rectangle 17">
            <a:extLst>
              <a:ext uri="{FF2B5EF4-FFF2-40B4-BE49-F238E27FC236}">
                <a16:creationId xmlns:a16="http://schemas.microsoft.com/office/drawing/2014/main" id="{7E809615-6E8C-4D96-8198-5164ADD71E8C}"/>
              </a:ext>
            </a:extLst>
          </p:cNvPr>
          <p:cNvSpPr>
            <a:spLocks noChangeArrowheads="1"/>
          </p:cNvSpPr>
          <p:nvPr/>
        </p:nvSpPr>
        <p:spPr bwMode="auto">
          <a:xfrm>
            <a:off x="2617214" y="3231578"/>
            <a:ext cx="3467297" cy="3667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eaLnBrk="0" hangingPunct="0">
              <a:defRPr sz="2400">
                <a:solidFill>
                  <a:schemeClr val="tx1"/>
                </a:solidFill>
                <a:latin typeface="Arial" charset="0"/>
                <a:ea typeface="ＭＳ Ｐゴシック" charset="-128"/>
              </a:defRPr>
            </a:lvl1pPr>
            <a:lvl2pPr marL="742950" indent="-285750" eaLnBrk="0" hangingPunct="0">
              <a:defRPr sz="2400">
                <a:solidFill>
                  <a:schemeClr val="tx1"/>
                </a:solidFill>
                <a:latin typeface="Arial" charset="0"/>
                <a:ea typeface="ＭＳ Ｐゴシック" charset="-128"/>
              </a:defRPr>
            </a:lvl2pPr>
            <a:lvl3pPr marL="1143000" indent="-228600" eaLnBrk="0" hangingPunct="0">
              <a:defRPr sz="2400">
                <a:solidFill>
                  <a:schemeClr val="tx1"/>
                </a:solidFill>
                <a:latin typeface="Arial" charset="0"/>
                <a:ea typeface="ＭＳ Ｐゴシック" charset="-128"/>
              </a:defRPr>
            </a:lvl3pPr>
            <a:lvl4pPr marL="1600200" indent="-228600" eaLnBrk="0" hangingPunct="0">
              <a:defRPr sz="2400">
                <a:solidFill>
                  <a:schemeClr val="tx1"/>
                </a:solidFill>
                <a:latin typeface="Arial" charset="0"/>
                <a:ea typeface="ＭＳ Ｐゴシック" charset="-128"/>
              </a:defRPr>
            </a:lvl4pPr>
            <a:lvl5pPr marL="2057400" indent="-228600" eaLnBrk="0" hangingPunct="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lvl="0" eaLnBrk="1" hangingPunct="1">
              <a:defRPr/>
            </a:pPr>
            <a:r>
              <a:rPr lang="en-US" altLang="en-US" sz="1800" dirty="0">
                <a:solidFill>
                  <a:srgbClr val="000000"/>
                </a:solidFill>
              </a:rPr>
              <a:t>Bus (</a:t>
            </a:r>
            <a:r>
              <a:rPr lang="en-US" altLang="zh-CN" sz="1800" dirty="0">
                <a:solidFill>
                  <a:schemeClr val="accent3">
                    <a:lumMod val="65000"/>
                  </a:schemeClr>
                </a:solidFill>
                <a:latin typeface="Arial Narrow" panose="020B0606020202030204" pitchFamily="34" charset="0"/>
              </a:rPr>
              <a:t>One transaction active at a time</a:t>
            </a:r>
            <a:r>
              <a:rPr lang="en-US" altLang="en-US" sz="1800" dirty="0">
                <a:solidFill>
                  <a:srgbClr val="000000"/>
                </a:solidFill>
              </a:rPr>
              <a:t>)</a:t>
            </a:r>
          </a:p>
        </p:txBody>
      </p:sp>
    </p:spTree>
    <p:extLst>
      <p:ext uri="{BB962C8B-B14F-4D97-AF65-F5344CB8AC3E}">
        <p14:creationId xmlns:p14="http://schemas.microsoft.com/office/powerpoint/2010/main" val="1075311204"/>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7"/>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20"/>
                                        </p:tgtEl>
                                        <p:attrNameLst>
                                          <p:attrName>style.visibility</p:attrName>
                                        </p:attrNameLst>
                                      </p:cBhvr>
                                      <p:to>
                                        <p:strVal val="visible"/>
                                      </p:to>
                                    </p:set>
                                  </p:childTnLst>
                                </p:cTn>
                              </p:par>
                              <p:par>
                                <p:cTn id="21" presetID="1" presetClass="exit" presetSubtype="0" fill="hold" grpId="0" nodeType="withEffect">
                                  <p:stCondLst>
                                    <p:cond delay="0"/>
                                  </p:stCondLst>
                                  <p:childTnLst>
                                    <p:set>
                                      <p:cBhvr>
                                        <p:cTn id="22" dur="1" fill="hold">
                                          <p:stCondLst>
                                            <p:cond delay="0"/>
                                          </p:stCondLst>
                                        </p:cTn>
                                        <p:tgtEl>
                                          <p:spTgt spid="6"/>
                                        </p:tgtEl>
                                        <p:attrNameLst>
                                          <p:attrName>style.visibility</p:attrName>
                                        </p:attrNameLst>
                                      </p:cBhvr>
                                      <p:to>
                                        <p:strVal val="hidden"/>
                                      </p:to>
                                    </p:set>
                                  </p:childTnLst>
                                </p:cTn>
                              </p:par>
                              <p:par>
                                <p:cTn id="23" presetID="1" presetClass="entr" presetSubtype="0" fill="hold" grpId="0" nodeType="withEffect">
                                  <p:stCondLst>
                                    <p:cond delay="0"/>
                                  </p:stCondLst>
                                  <p:childTnLst>
                                    <p:set>
                                      <p:cBhvr>
                                        <p:cTn id="24" dur="1" fill="hold">
                                          <p:stCondLst>
                                            <p:cond delay="0"/>
                                          </p:stCondLst>
                                        </p:cTn>
                                        <p:tgtEl>
                                          <p:spTgt spid="86"/>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26"/>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87"/>
                                        </p:tgtEl>
                                        <p:attrNameLst>
                                          <p:attrName>style.visibility</p:attrName>
                                        </p:attrNameLst>
                                      </p:cBhvr>
                                      <p:to>
                                        <p:strVal val="visible"/>
                                      </p:to>
                                    </p:set>
                                  </p:childTnLst>
                                </p:cTn>
                              </p:par>
                              <p:par>
                                <p:cTn id="31" presetID="1" presetClass="exit" presetSubtype="0" fill="hold" grpId="0" nodeType="withEffect">
                                  <p:stCondLst>
                                    <p:cond delay="0"/>
                                  </p:stCondLst>
                                  <p:childTnLst>
                                    <p:set>
                                      <p:cBhvr>
                                        <p:cTn id="32" dur="1" fill="hold">
                                          <p:stCondLst>
                                            <p:cond delay="0"/>
                                          </p:stCondLst>
                                        </p:cTn>
                                        <p:tgtEl>
                                          <p:spTgt spid="82"/>
                                        </p:tgtEl>
                                        <p:attrNameLst>
                                          <p:attrName>style.visibility</p:attrName>
                                        </p:attrNameLst>
                                      </p:cBhvr>
                                      <p:to>
                                        <p:strVal val="hidden"/>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29"/>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xit" presetSubtype="0" fill="hold" grpId="0" nodeType="clickEffect">
                                  <p:stCondLst>
                                    <p:cond delay="0"/>
                                  </p:stCondLst>
                                  <p:childTnLst>
                                    <p:set>
                                      <p:cBhvr>
                                        <p:cTn id="40" dur="1" fill="hold">
                                          <p:stCondLst>
                                            <p:cond delay="0"/>
                                          </p:stCondLst>
                                        </p:cTn>
                                        <p:tgtEl>
                                          <p:spTgt spid="85"/>
                                        </p:tgtEl>
                                        <p:attrNameLst>
                                          <p:attrName>style.visibility</p:attrName>
                                        </p:attrNameLst>
                                      </p:cBhvr>
                                      <p:to>
                                        <p:strVal val="hidden"/>
                                      </p:to>
                                    </p:set>
                                  </p:childTnLst>
                                </p:cTn>
                              </p:par>
                              <p:par>
                                <p:cTn id="41" presetID="1" presetClass="entr" presetSubtype="0" fill="hold" grpId="0" nodeType="withEffect">
                                  <p:stCondLst>
                                    <p:cond delay="0"/>
                                  </p:stCondLst>
                                  <p:childTnLst>
                                    <p:set>
                                      <p:cBhvr>
                                        <p:cTn id="42" dur="1" fill="hold">
                                          <p:stCondLst>
                                            <p:cond delay="0"/>
                                          </p:stCondLst>
                                        </p:cTn>
                                        <p:tgtEl>
                                          <p:spTgt spid="118784"/>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11878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P spid="6" grpId="0"/>
      <p:bldP spid="82" grpId="0"/>
      <p:bldP spid="118784" grpId="0"/>
      <p:bldP spid="85" grpId="0"/>
      <p:bldP spid="86" grpId="0"/>
      <p:bldP spid="87" grpId="0"/>
      <p:bldP spid="118786" grpId="0"/>
    </p:bld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 name="矩形: 圆角 77">
            <a:extLst>
              <a:ext uri="{FF2B5EF4-FFF2-40B4-BE49-F238E27FC236}">
                <a16:creationId xmlns:a16="http://schemas.microsoft.com/office/drawing/2014/main" id="{BF5F3C53-EE21-485E-897E-15C3CA3A11F4}"/>
              </a:ext>
            </a:extLst>
          </p:cNvPr>
          <p:cNvSpPr/>
          <p:nvPr/>
        </p:nvSpPr>
        <p:spPr bwMode="auto">
          <a:xfrm>
            <a:off x="4143177" y="2113550"/>
            <a:ext cx="1371569" cy="679450"/>
          </a:xfrm>
          <a:prstGeom prst="roundRect">
            <a:avLst/>
          </a:prstGeom>
          <a:solidFill>
            <a:srgbClr val="CCECFF"/>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zh-CN" altLang="en-US" sz="1800" b="0" i="0" u="none" strike="noStrike" cap="none" normalizeH="0" baseline="0" dirty="0">
              <a:ln>
                <a:noFill/>
              </a:ln>
              <a:solidFill>
                <a:schemeClr val="tx1"/>
              </a:solidFill>
              <a:effectLst/>
              <a:latin typeface="Arial Narrow" panose="020B0606020202030204" pitchFamily="34" charset="0"/>
            </a:endParaRPr>
          </a:p>
        </p:txBody>
      </p:sp>
      <p:sp>
        <p:nvSpPr>
          <p:cNvPr id="118785" name="Title 1"/>
          <p:cNvSpPr>
            <a:spLocks noGrp="1"/>
          </p:cNvSpPr>
          <p:nvPr>
            <p:ph type="title"/>
          </p:nvPr>
        </p:nvSpPr>
        <p:spPr>
          <a:xfrm>
            <a:off x="228600" y="152400"/>
            <a:ext cx="8458200" cy="685800"/>
          </a:xfrm>
        </p:spPr>
        <p:txBody>
          <a:bodyPr/>
          <a:lstStyle/>
          <a:p>
            <a:r>
              <a:rPr lang="en-US" altLang="en-US" dirty="0">
                <a:ea typeface="ＭＳ Ｐゴシック" charset="-128"/>
              </a:rPr>
              <a:t>How Bus Works? (</a:t>
            </a:r>
            <a:r>
              <a:rPr lang="en-US" altLang="zh-CN" dirty="0">
                <a:ea typeface="ＭＳ Ｐゴシック" charset="-128"/>
              </a:rPr>
              <a:t>C3 reads </a:t>
            </a:r>
            <a:r>
              <a:rPr lang="en-US" altLang="en-US" dirty="0">
                <a:ea typeface="ＭＳ Ｐゴシック" charset="-128"/>
              </a:rPr>
              <a:t>X)</a:t>
            </a:r>
          </a:p>
        </p:txBody>
      </p:sp>
      <p:sp>
        <p:nvSpPr>
          <p:cNvPr id="118787" name="Slide Number Placeholder 3"/>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charset="0"/>
                <a:ea typeface="ＭＳ Ｐゴシック" charset="-128"/>
              </a:defRPr>
            </a:lvl1pPr>
            <a:lvl2pPr marL="742950" indent="-285750" eaLnBrk="0" hangingPunct="0">
              <a:defRPr sz="2400">
                <a:solidFill>
                  <a:schemeClr val="tx1"/>
                </a:solidFill>
                <a:latin typeface="Arial" charset="0"/>
                <a:ea typeface="ＭＳ Ｐゴシック" charset="-128"/>
              </a:defRPr>
            </a:lvl2pPr>
            <a:lvl3pPr marL="1143000" indent="-228600" eaLnBrk="0" hangingPunct="0">
              <a:defRPr sz="2400">
                <a:solidFill>
                  <a:schemeClr val="tx1"/>
                </a:solidFill>
                <a:latin typeface="Arial" charset="0"/>
                <a:ea typeface="ＭＳ Ｐゴシック" charset="-128"/>
              </a:defRPr>
            </a:lvl3pPr>
            <a:lvl4pPr marL="1600200" indent="-228600" eaLnBrk="0" hangingPunct="0">
              <a:defRPr sz="2400">
                <a:solidFill>
                  <a:schemeClr val="tx1"/>
                </a:solidFill>
                <a:latin typeface="Arial" charset="0"/>
                <a:ea typeface="ＭＳ Ｐゴシック" charset="-128"/>
              </a:defRPr>
            </a:lvl4pPr>
            <a:lvl5pPr marL="2057400" indent="-228600" eaLnBrk="0" hangingPunct="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eaLnBrk="1" hangingPunct="1"/>
            <a:fld id="{AED358C2-D4E2-FB45-9976-71FB6B5F3BC4}" type="slidenum">
              <a:rPr lang="en-US" altLang="en-US" sz="1600">
                <a:solidFill>
                  <a:srgbClr val="000000"/>
                </a:solidFill>
                <a:latin typeface="Garamond" charset="0"/>
              </a:rPr>
              <a:pPr eaLnBrk="1" hangingPunct="1"/>
              <a:t>79</a:t>
            </a:fld>
            <a:endParaRPr lang="en-US" altLang="en-US" sz="1600">
              <a:solidFill>
                <a:srgbClr val="000000"/>
              </a:solidFill>
              <a:latin typeface="Garamond" charset="0"/>
            </a:endParaRPr>
          </a:p>
        </p:txBody>
      </p:sp>
      <p:grpSp>
        <p:nvGrpSpPr>
          <p:cNvPr id="8" name="组合 72">
            <a:extLst>
              <a:ext uri="{FF2B5EF4-FFF2-40B4-BE49-F238E27FC236}">
                <a16:creationId xmlns:a16="http://schemas.microsoft.com/office/drawing/2014/main" id="{B905FDAB-85EA-43D7-B6CD-0608601A195D}"/>
              </a:ext>
            </a:extLst>
          </p:cNvPr>
          <p:cNvGrpSpPr>
            <a:grpSpLocks/>
          </p:cNvGrpSpPr>
          <p:nvPr/>
        </p:nvGrpSpPr>
        <p:grpSpPr bwMode="auto">
          <a:xfrm>
            <a:off x="1172845" y="4457700"/>
            <a:ext cx="6503987" cy="2001838"/>
            <a:chOff x="999306" y="4857760"/>
            <a:chExt cx="6503240" cy="2001034"/>
          </a:xfrm>
        </p:grpSpPr>
        <p:cxnSp>
          <p:nvCxnSpPr>
            <p:cNvPr id="9" name="直接连接符 37">
              <a:extLst>
                <a:ext uri="{FF2B5EF4-FFF2-40B4-BE49-F238E27FC236}">
                  <a16:creationId xmlns:a16="http://schemas.microsoft.com/office/drawing/2014/main" id="{4362EC90-7BFD-4FB8-8CF7-9E605148B5AA}"/>
                </a:ext>
              </a:extLst>
            </p:cNvPr>
            <p:cNvCxnSpPr>
              <a:cxnSpLocks noChangeShapeType="1"/>
            </p:cNvCxnSpPr>
            <p:nvPr/>
          </p:nvCxnSpPr>
          <p:spPr bwMode="auto">
            <a:xfrm rot="5400000">
              <a:off x="-20" y="5857880"/>
              <a:ext cx="2000240" cy="1588"/>
            </a:xfrm>
            <a:prstGeom prst="line">
              <a:avLst/>
            </a:prstGeom>
            <a:noFill/>
            <a:ln w="38100" algn="ctr">
              <a:solidFill>
                <a:schemeClr val="tx1"/>
              </a:solidFill>
              <a:round/>
              <a:headEnd/>
              <a:tailEnd/>
            </a:ln>
            <a:extLst>
              <a:ext uri="{909E8E84-426E-40DD-AFC4-6F175D3DCCD1}">
                <a14:hiddenFill xmlns:a14="http://schemas.microsoft.com/office/drawing/2010/main">
                  <a:noFill/>
                </a14:hiddenFill>
              </a:ext>
            </a:extLst>
          </p:spPr>
        </p:cxnSp>
        <p:cxnSp>
          <p:nvCxnSpPr>
            <p:cNvPr id="10" name="直接连接符 38">
              <a:extLst>
                <a:ext uri="{FF2B5EF4-FFF2-40B4-BE49-F238E27FC236}">
                  <a16:creationId xmlns:a16="http://schemas.microsoft.com/office/drawing/2014/main" id="{D8A6DF2C-7C35-467D-969D-8F038EEE4B4A}"/>
                </a:ext>
              </a:extLst>
            </p:cNvPr>
            <p:cNvCxnSpPr>
              <a:cxnSpLocks noChangeShapeType="1"/>
            </p:cNvCxnSpPr>
            <p:nvPr/>
          </p:nvCxnSpPr>
          <p:spPr bwMode="auto">
            <a:xfrm rot="5400000">
              <a:off x="2072476" y="5857086"/>
              <a:ext cx="2000240" cy="1588"/>
            </a:xfrm>
            <a:prstGeom prst="line">
              <a:avLst/>
            </a:prstGeom>
            <a:noFill/>
            <a:ln w="38100" algn="ctr">
              <a:solidFill>
                <a:srgbClr val="0070C0"/>
              </a:solidFill>
              <a:round/>
              <a:headEnd/>
              <a:tailEnd/>
            </a:ln>
            <a:extLst>
              <a:ext uri="{909E8E84-426E-40DD-AFC4-6F175D3DCCD1}">
                <a14:hiddenFill xmlns:a14="http://schemas.microsoft.com/office/drawing/2010/main">
                  <a:noFill/>
                </a14:hiddenFill>
              </a:ext>
            </a:extLst>
          </p:spPr>
        </p:cxnSp>
        <p:cxnSp>
          <p:nvCxnSpPr>
            <p:cNvPr id="11" name="直接连接符 39">
              <a:extLst>
                <a:ext uri="{FF2B5EF4-FFF2-40B4-BE49-F238E27FC236}">
                  <a16:creationId xmlns:a16="http://schemas.microsoft.com/office/drawing/2014/main" id="{92DE0F5F-1DBE-4E9C-9483-60065E25340A}"/>
                </a:ext>
              </a:extLst>
            </p:cNvPr>
            <p:cNvCxnSpPr>
              <a:cxnSpLocks noChangeShapeType="1"/>
            </p:cNvCxnSpPr>
            <p:nvPr/>
          </p:nvCxnSpPr>
          <p:spPr bwMode="auto">
            <a:xfrm rot="5400000">
              <a:off x="4358492" y="5857086"/>
              <a:ext cx="2000240" cy="1588"/>
            </a:xfrm>
            <a:prstGeom prst="line">
              <a:avLst/>
            </a:prstGeom>
            <a:noFill/>
            <a:ln w="38100" algn="ctr">
              <a:solidFill>
                <a:schemeClr val="tx1"/>
              </a:solidFill>
              <a:round/>
              <a:headEnd/>
              <a:tailEnd/>
            </a:ln>
            <a:extLst>
              <a:ext uri="{909E8E84-426E-40DD-AFC4-6F175D3DCCD1}">
                <a14:hiddenFill xmlns:a14="http://schemas.microsoft.com/office/drawing/2010/main">
                  <a:noFill/>
                </a14:hiddenFill>
              </a:ext>
            </a:extLst>
          </p:spPr>
        </p:cxnSp>
        <p:cxnSp>
          <p:nvCxnSpPr>
            <p:cNvPr id="12" name="直接连接符 40">
              <a:extLst>
                <a:ext uri="{FF2B5EF4-FFF2-40B4-BE49-F238E27FC236}">
                  <a16:creationId xmlns:a16="http://schemas.microsoft.com/office/drawing/2014/main" id="{63EAF7E6-582C-4F16-A5C6-077DD159AB85}"/>
                </a:ext>
              </a:extLst>
            </p:cNvPr>
            <p:cNvCxnSpPr>
              <a:cxnSpLocks noChangeShapeType="1"/>
            </p:cNvCxnSpPr>
            <p:nvPr/>
          </p:nvCxnSpPr>
          <p:spPr bwMode="auto">
            <a:xfrm rot="5400000">
              <a:off x="6501632" y="5857086"/>
              <a:ext cx="2000240" cy="1588"/>
            </a:xfrm>
            <a:prstGeom prst="line">
              <a:avLst/>
            </a:prstGeom>
            <a:noFill/>
            <a:ln w="38100" algn="ctr">
              <a:solidFill>
                <a:schemeClr val="tx1"/>
              </a:solidFill>
              <a:round/>
              <a:headEnd/>
              <a:tailEnd/>
            </a:ln>
            <a:extLst>
              <a:ext uri="{909E8E84-426E-40DD-AFC4-6F175D3DCCD1}">
                <a14:hiddenFill xmlns:a14="http://schemas.microsoft.com/office/drawing/2010/main">
                  <a:noFill/>
                </a14:hiddenFill>
              </a:ext>
            </a:extLst>
          </p:spPr>
        </p:cxnSp>
      </p:grpSp>
      <p:grpSp>
        <p:nvGrpSpPr>
          <p:cNvPr id="13" name="组合 48">
            <a:extLst>
              <a:ext uri="{FF2B5EF4-FFF2-40B4-BE49-F238E27FC236}">
                <a16:creationId xmlns:a16="http://schemas.microsoft.com/office/drawing/2014/main" id="{5907580B-BDEC-4E79-9485-70DB6F9469E2}"/>
              </a:ext>
            </a:extLst>
          </p:cNvPr>
          <p:cNvGrpSpPr>
            <a:grpSpLocks/>
          </p:cNvGrpSpPr>
          <p:nvPr/>
        </p:nvGrpSpPr>
        <p:grpSpPr bwMode="auto">
          <a:xfrm>
            <a:off x="3263838" y="4362596"/>
            <a:ext cx="2250907" cy="338554"/>
            <a:chOff x="1000100" y="4740577"/>
            <a:chExt cx="2071702" cy="337539"/>
          </a:xfrm>
        </p:grpSpPr>
        <p:cxnSp>
          <p:nvCxnSpPr>
            <p:cNvPr id="14" name="直接箭头连接符 46">
              <a:extLst>
                <a:ext uri="{FF2B5EF4-FFF2-40B4-BE49-F238E27FC236}">
                  <a16:creationId xmlns:a16="http://schemas.microsoft.com/office/drawing/2014/main" id="{F845DB13-4A50-4D4E-A571-93AEA7DA846E}"/>
                </a:ext>
              </a:extLst>
            </p:cNvPr>
            <p:cNvCxnSpPr>
              <a:cxnSpLocks noChangeShapeType="1"/>
            </p:cNvCxnSpPr>
            <p:nvPr/>
          </p:nvCxnSpPr>
          <p:spPr bwMode="auto">
            <a:xfrm>
              <a:off x="1000100" y="5072074"/>
              <a:ext cx="2071702" cy="1588"/>
            </a:xfrm>
            <a:prstGeom prst="straightConnector1">
              <a:avLst/>
            </a:prstGeom>
            <a:noFill/>
            <a:ln w="38100" algn="ctr">
              <a:solidFill>
                <a:srgbClr val="FF0000"/>
              </a:solidFill>
              <a:round/>
              <a:headEnd type="arrow"/>
              <a:tailEnd type="none" w="med" len="med"/>
            </a:ln>
            <a:extLst>
              <a:ext uri="{909E8E84-426E-40DD-AFC4-6F175D3DCCD1}">
                <a14:hiddenFill xmlns:a14="http://schemas.microsoft.com/office/drawing/2010/main">
                  <a:noFill/>
                </a14:hiddenFill>
              </a:ext>
            </a:extLst>
          </p:spPr>
        </p:cxnSp>
        <p:sp>
          <p:nvSpPr>
            <p:cNvPr id="15" name="TextBox 47">
              <a:extLst>
                <a:ext uri="{FF2B5EF4-FFF2-40B4-BE49-F238E27FC236}">
                  <a16:creationId xmlns:a16="http://schemas.microsoft.com/office/drawing/2014/main" id="{6F47F1D2-7851-40A7-8376-43A0CBEF3313}"/>
                </a:ext>
              </a:extLst>
            </p:cNvPr>
            <p:cNvSpPr txBox="1">
              <a:spLocks noChangeArrowheads="1"/>
            </p:cNvSpPr>
            <p:nvPr/>
          </p:nvSpPr>
          <p:spPr bwMode="auto">
            <a:xfrm>
              <a:off x="1703901" y="4740577"/>
              <a:ext cx="779297" cy="3375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6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36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36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r>
                <a:rPr lang="en-US" altLang="zh-CN" sz="1600" dirty="0" err="1">
                  <a:solidFill>
                    <a:schemeClr val="tx2"/>
                  </a:solidFill>
                  <a:latin typeface="Arial" panose="020B0604020202020204" pitchFamily="34" charset="0"/>
                </a:rPr>
                <a:t>GetS</a:t>
              </a:r>
              <a:r>
                <a:rPr lang="en-US" altLang="zh-CN" sz="1600" dirty="0">
                  <a:solidFill>
                    <a:schemeClr val="tx2"/>
                  </a:solidFill>
                  <a:latin typeface="Arial" panose="020B0604020202020204" pitchFamily="34" charset="0"/>
                </a:rPr>
                <a:t> X</a:t>
              </a:r>
              <a:endParaRPr lang="zh-CN" altLang="en-US" sz="1600" dirty="0">
                <a:solidFill>
                  <a:schemeClr val="tx2"/>
                </a:solidFill>
                <a:latin typeface="Arial" panose="020B0604020202020204" pitchFamily="34" charset="0"/>
              </a:endParaRPr>
            </a:p>
          </p:txBody>
        </p:sp>
      </p:grpSp>
      <p:cxnSp>
        <p:nvCxnSpPr>
          <p:cNvPr id="16" name="直接箭头连接符 50">
            <a:extLst>
              <a:ext uri="{FF2B5EF4-FFF2-40B4-BE49-F238E27FC236}">
                <a16:creationId xmlns:a16="http://schemas.microsoft.com/office/drawing/2014/main" id="{DA895F04-365D-459E-A7BB-F4D86255E50C}"/>
              </a:ext>
            </a:extLst>
          </p:cNvPr>
          <p:cNvCxnSpPr>
            <a:cxnSpLocks noChangeShapeType="1"/>
          </p:cNvCxnSpPr>
          <p:nvPr/>
        </p:nvCxnSpPr>
        <p:spPr bwMode="auto">
          <a:xfrm>
            <a:off x="1888807" y="4600575"/>
            <a:ext cx="914400" cy="914400"/>
          </a:xfrm>
          <a:prstGeom prst="straightConnector1">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lgn="ctr">
                <a:solidFill>
                  <a:srgbClr val="000000"/>
                </a:solidFill>
                <a:round/>
                <a:headEnd/>
                <a:tailEnd type="arrow" w="med" len="med"/>
              </a14:hiddenLine>
            </a:ext>
          </a:extLst>
        </p:spPr>
      </p:cxnSp>
      <p:grpSp>
        <p:nvGrpSpPr>
          <p:cNvPr id="29" name="组合 70">
            <a:extLst>
              <a:ext uri="{FF2B5EF4-FFF2-40B4-BE49-F238E27FC236}">
                <a16:creationId xmlns:a16="http://schemas.microsoft.com/office/drawing/2014/main" id="{8A446719-78A3-43B2-8E28-5B0D757FE6BE}"/>
              </a:ext>
            </a:extLst>
          </p:cNvPr>
          <p:cNvGrpSpPr>
            <a:grpSpLocks/>
          </p:cNvGrpSpPr>
          <p:nvPr/>
        </p:nvGrpSpPr>
        <p:grpSpPr bwMode="auto">
          <a:xfrm flipH="1">
            <a:off x="1187320" y="5634333"/>
            <a:ext cx="4344536" cy="338554"/>
            <a:chOff x="1000100" y="6034331"/>
            <a:chExt cx="2071702" cy="338604"/>
          </a:xfrm>
        </p:grpSpPr>
        <p:cxnSp>
          <p:nvCxnSpPr>
            <p:cNvPr id="30" name="直接箭头连接符 68">
              <a:extLst>
                <a:ext uri="{FF2B5EF4-FFF2-40B4-BE49-F238E27FC236}">
                  <a16:creationId xmlns:a16="http://schemas.microsoft.com/office/drawing/2014/main" id="{2722A55E-94E9-4E1C-89E8-7F98AE0C82A2}"/>
                </a:ext>
              </a:extLst>
            </p:cNvPr>
            <p:cNvCxnSpPr>
              <a:cxnSpLocks noChangeShapeType="1"/>
            </p:cNvCxnSpPr>
            <p:nvPr/>
          </p:nvCxnSpPr>
          <p:spPr bwMode="auto">
            <a:xfrm rot="10800000">
              <a:off x="1000100" y="6357958"/>
              <a:ext cx="2071702" cy="1588"/>
            </a:xfrm>
            <a:prstGeom prst="straightConnector1">
              <a:avLst/>
            </a:prstGeom>
            <a:noFill/>
            <a:ln w="38100" algn="ctr">
              <a:solidFill>
                <a:srgbClr val="FF0000"/>
              </a:solidFill>
              <a:round/>
              <a:headEnd/>
              <a:tailEnd type="arrow" w="med" len="med"/>
            </a:ln>
            <a:extLst>
              <a:ext uri="{909E8E84-426E-40DD-AFC4-6F175D3DCCD1}">
                <a14:hiddenFill xmlns:a14="http://schemas.microsoft.com/office/drawing/2010/main">
                  <a:noFill/>
                </a14:hiddenFill>
              </a:ext>
            </a:extLst>
          </p:spPr>
        </p:cxnSp>
        <p:sp>
          <p:nvSpPr>
            <p:cNvPr id="31" name="TextBox 69">
              <a:extLst>
                <a:ext uri="{FF2B5EF4-FFF2-40B4-BE49-F238E27FC236}">
                  <a16:creationId xmlns:a16="http://schemas.microsoft.com/office/drawing/2014/main" id="{4F62C11B-3029-4B9F-9E67-C6447B493105}"/>
                </a:ext>
              </a:extLst>
            </p:cNvPr>
            <p:cNvSpPr txBox="1">
              <a:spLocks noChangeArrowheads="1"/>
            </p:cNvSpPr>
            <p:nvPr/>
          </p:nvSpPr>
          <p:spPr bwMode="auto">
            <a:xfrm>
              <a:off x="1341360" y="6034331"/>
              <a:ext cx="649890" cy="3386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6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36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36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r>
                <a:rPr lang="en-US" altLang="zh-CN" sz="1600" dirty="0">
                  <a:solidFill>
                    <a:schemeClr val="tx2"/>
                  </a:solidFill>
                  <a:latin typeface="Arial" panose="020B0604020202020204" pitchFamily="34" charset="0"/>
                </a:rPr>
                <a:t>Reply X=888</a:t>
              </a:r>
              <a:endParaRPr lang="zh-CN" altLang="en-US" dirty="0">
                <a:solidFill>
                  <a:schemeClr val="tx2"/>
                </a:solidFill>
                <a:latin typeface="Arial" panose="020B0604020202020204" pitchFamily="34" charset="0"/>
              </a:endParaRPr>
            </a:p>
          </p:txBody>
        </p:sp>
      </p:grpSp>
      <p:sp>
        <p:nvSpPr>
          <p:cNvPr id="32" name="Oval 7">
            <a:extLst>
              <a:ext uri="{FF2B5EF4-FFF2-40B4-BE49-F238E27FC236}">
                <a16:creationId xmlns:a16="http://schemas.microsoft.com/office/drawing/2014/main" id="{DC67EC1F-A925-483F-9AC1-FA5E4B1AE7D5}"/>
              </a:ext>
            </a:extLst>
          </p:cNvPr>
          <p:cNvSpPr>
            <a:spLocks noChangeArrowheads="1"/>
          </p:cNvSpPr>
          <p:nvPr/>
        </p:nvSpPr>
        <p:spPr bwMode="auto">
          <a:xfrm>
            <a:off x="2851524" y="1064070"/>
            <a:ext cx="749300" cy="749300"/>
          </a:xfrm>
          <a:prstGeom prst="ellipse">
            <a:avLst/>
          </a:prstGeom>
          <a:solidFill>
            <a:schemeClr val="bg1"/>
          </a:solidFill>
          <a:ln w="12700">
            <a:solidFill>
              <a:schemeClr val="tx1"/>
            </a:solidFill>
            <a:round/>
            <a:headEnd/>
            <a:tailEnd/>
          </a:ln>
        </p:spPr>
        <p:txBody>
          <a:bodyPr wrap="none" anchor="ctr"/>
          <a:lstStyle>
            <a:lvl1pPr eaLnBrk="0" hangingPunct="0">
              <a:defRPr sz="2400">
                <a:solidFill>
                  <a:schemeClr val="tx1"/>
                </a:solidFill>
                <a:latin typeface="Arial" charset="0"/>
                <a:ea typeface="ＭＳ Ｐゴシック" charset="-128"/>
              </a:defRPr>
            </a:lvl1pPr>
            <a:lvl2pPr marL="742950" indent="-285750" eaLnBrk="0" hangingPunct="0">
              <a:defRPr sz="2400">
                <a:solidFill>
                  <a:schemeClr val="tx1"/>
                </a:solidFill>
                <a:latin typeface="Arial" charset="0"/>
                <a:ea typeface="ＭＳ Ｐゴシック" charset="-128"/>
              </a:defRPr>
            </a:lvl2pPr>
            <a:lvl3pPr marL="1143000" indent="-228600" eaLnBrk="0" hangingPunct="0">
              <a:defRPr sz="2400">
                <a:solidFill>
                  <a:schemeClr val="tx1"/>
                </a:solidFill>
                <a:latin typeface="Arial" charset="0"/>
                <a:ea typeface="ＭＳ Ｐゴシック" charset="-128"/>
              </a:defRPr>
            </a:lvl3pPr>
            <a:lvl4pPr marL="1600200" indent="-228600" eaLnBrk="0" hangingPunct="0">
              <a:defRPr sz="2400">
                <a:solidFill>
                  <a:schemeClr val="tx1"/>
                </a:solidFill>
                <a:latin typeface="Arial" charset="0"/>
                <a:ea typeface="ＭＳ Ｐゴシック" charset="-128"/>
              </a:defRPr>
            </a:lvl4pPr>
            <a:lvl5pPr marL="2057400" indent="-228600" eaLnBrk="0" hangingPunct="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charset="0"/>
              <a:ea typeface="ＭＳ Ｐゴシック" charset="-128"/>
              <a:cs typeface="+mn-cs"/>
            </a:endParaRPr>
          </a:p>
        </p:txBody>
      </p:sp>
      <p:sp>
        <p:nvSpPr>
          <p:cNvPr id="33" name="Line 9">
            <a:extLst>
              <a:ext uri="{FF2B5EF4-FFF2-40B4-BE49-F238E27FC236}">
                <a16:creationId xmlns:a16="http://schemas.microsoft.com/office/drawing/2014/main" id="{44141B5B-E623-48B2-AC70-05F373557FC0}"/>
              </a:ext>
            </a:extLst>
          </p:cNvPr>
          <p:cNvSpPr>
            <a:spLocks noChangeShapeType="1"/>
          </p:cNvSpPr>
          <p:nvPr/>
        </p:nvSpPr>
        <p:spPr bwMode="auto">
          <a:xfrm>
            <a:off x="3243636" y="1819801"/>
            <a:ext cx="0" cy="3111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charset="0"/>
              <a:ea typeface="ＭＳ Ｐゴシック" charset="-128"/>
              <a:cs typeface="+mn-cs"/>
            </a:endParaRPr>
          </a:p>
        </p:txBody>
      </p:sp>
      <p:sp>
        <p:nvSpPr>
          <p:cNvPr id="34" name="Line 10">
            <a:extLst>
              <a:ext uri="{FF2B5EF4-FFF2-40B4-BE49-F238E27FC236}">
                <a16:creationId xmlns:a16="http://schemas.microsoft.com/office/drawing/2014/main" id="{6FD3B2B8-B6DD-4AA4-928E-5055BBA9C4F3}"/>
              </a:ext>
            </a:extLst>
          </p:cNvPr>
          <p:cNvSpPr>
            <a:spLocks noChangeShapeType="1"/>
          </p:cNvSpPr>
          <p:nvPr/>
        </p:nvSpPr>
        <p:spPr bwMode="auto">
          <a:xfrm>
            <a:off x="3243636" y="2810401"/>
            <a:ext cx="0" cy="36830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charset="0"/>
              <a:ea typeface="ＭＳ Ｐゴシック" charset="-128"/>
              <a:cs typeface="+mn-cs"/>
            </a:endParaRPr>
          </a:p>
        </p:txBody>
      </p:sp>
      <p:sp>
        <p:nvSpPr>
          <p:cNvPr id="36" name="Rectangle 13">
            <a:extLst>
              <a:ext uri="{FF2B5EF4-FFF2-40B4-BE49-F238E27FC236}">
                <a16:creationId xmlns:a16="http://schemas.microsoft.com/office/drawing/2014/main" id="{9F86BCEC-E973-45EF-A1A6-021FEC930754}"/>
              </a:ext>
            </a:extLst>
          </p:cNvPr>
          <p:cNvSpPr>
            <a:spLocks noChangeArrowheads="1"/>
          </p:cNvSpPr>
          <p:nvPr/>
        </p:nvSpPr>
        <p:spPr bwMode="auto">
          <a:xfrm>
            <a:off x="3004203" y="1241076"/>
            <a:ext cx="424797" cy="3667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eaLnBrk="0" hangingPunct="0">
              <a:defRPr sz="2400">
                <a:solidFill>
                  <a:schemeClr val="tx1"/>
                </a:solidFill>
                <a:latin typeface="Arial" charset="0"/>
                <a:ea typeface="ＭＳ Ｐゴシック" charset="-128"/>
              </a:defRPr>
            </a:lvl1pPr>
            <a:lvl2pPr marL="742950" indent="-285750" eaLnBrk="0" hangingPunct="0">
              <a:defRPr sz="2400">
                <a:solidFill>
                  <a:schemeClr val="tx1"/>
                </a:solidFill>
                <a:latin typeface="Arial" charset="0"/>
                <a:ea typeface="ＭＳ Ｐゴシック" charset="-128"/>
              </a:defRPr>
            </a:lvl2pPr>
            <a:lvl3pPr marL="1143000" indent="-228600" eaLnBrk="0" hangingPunct="0">
              <a:defRPr sz="2400">
                <a:solidFill>
                  <a:schemeClr val="tx1"/>
                </a:solidFill>
                <a:latin typeface="Arial" charset="0"/>
                <a:ea typeface="ＭＳ Ｐゴシック" charset="-128"/>
              </a:defRPr>
            </a:lvl3pPr>
            <a:lvl4pPr marL="1600200" indent="-228600" eaLnBrk="0" hangingPunct="0">
              <a:defRPr sz="2400">
                <a:solidFill>
                  <a:schemeClr val="tx1"/>
                </a:solidFill>
                <a:latin typeface="Arial" charset="0"/>
                <a:ea typeface="ＭＳ Ｐゴシック" charset="-128"/>
              </a:defRPr>
            </a:lvl4pPr>
            <a:lvl5pPr marL="2057400" indent="-228600" eaLnBrk="0" hangingPunct="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dirty="0">
                <a:ln>
                  <a:noFill/>
                </a:ln>
                <a:solidFill>
                  <a:srgbClr val="000000"/>
                </a:solidFill>
                <a:effectLst/>
                <a:uLnTx/>
                <a:uFillTx/>
                <a:latin typeface="Arial Narrow" panose="020B0606020202030204" pitchFamily="34" charset="0"/>
              </a:rPr>
              <a:t>C2</a:t>
            </a:r>
          </a:p>
        </p:txBody>
      </p:sp>
      <p:sp>
        <p:nvSpPr>
          <p:cNvPr id="37" name="AutoShape 16">
            <a:extLst>
              <a:ext uri="{FF2B5EF4-FFF2-40B4-BE49-F238E27FC236}">
                <a16:creationId xmlns:a16="http://schemas.microsoft.com/office/drawing/2014/main" id="{48307579-98ED-4F1E-B2DE-637916F9833D}"/>
              </a:ext>
            </a:extLst>
          </p:cNvPr>
          <p:cNvSpPr>
            <a:spLocks noChangeArrowheads="1"/>
          </p:cNvSpPr>
          <p:nvPr/>
        </p:nvSpPr>
        <p:spPr bwMode="auto">
          <a:xfrm>
            <a:off x="977620" y="3191401"/>
            <a:ext cx="6860781" cy="465118"/>
          </a:xfrm>
          <a:prstGeom prst="roundRect">
            <a:avLst>
              <a:gd name="adj" fmla="val 12495"/>
            </a:avLst>
          </a:prstGeom>
          <a:solidFill>
            <a:schemeClr val="bg1"/>
          </a:solidFill>
          <a:ln w="12700">
            <a:solidFill>
              <a:schemeClr val="tx1"/>
            </a:solidFill>
            <a:round/>
            <a:headEnd/>
            <a:tailEnd/>
          </a:ln>
        </p:spPr>
        <p:txBody>
          <a:bodyPr wrap="none" anchor="ctr"/>
          <a:lstStyle>
            <a:lvl1pPr eaLnBrk="0" hangingPunct="0">
              <a:defRPr sz="2400">
                <a:solidFill>
                  <a:schemeClr val="tx1"/>
                </a:solidFill>
                <a:latin typeface="Arial" charset="0"/>
                <a:ea typeface="ＭＳ Ｐゴシック" charset="-128"/>
              </a:defRPr>
            </a:lvl1pPr>
            <a:lvl2pPr marL="742950" indent="-285750" eaLnBrk="0" hangingPunct="0">
              <a:defRPr sz="2400">
                <a:solidFill>
                  <a:schemeClr val="tx1"/>
                </a:solidFill>
                <a:latin typeface="Arial" charset="0"/>
                <a:ea typeface="ＭＳ Ｐゴシック" charset="-128"/>
              </a:defRPr>
            </a:lvl2pPr>
            <a:lvl3pPr marL="1143000" indent="-228600" eaLnBrk="0" hangingPunct="0">
              <a:defRPr sz="2400">
                <a:solidFill>
                  <a:schemeClr val="tx1"/>
                </a:solidFill>
                <a:latin typeface="Arial" charset="0"/>
                <a:ea typeface="ＭＳ Ｐゴシック" charset="-128"/>
              </a:defRPr>
            </a:lvl3pPr>
            <a:lvl4pPr marL="1600200" indent="-228600" eaLnBrk="0" hangingPunct="0">
              <a:defRPr sz="2400">
                <a:solidFill>
                  <a:schemeClr val="tx1"/>
                </a:solidFill>
                <a:latin typeface="Arial" charset="0"/>
                <a:ea typeface="ＭＳ Ｐゴシック" charset="-128"/>
              </a:defRPr>
            </a:lvl4pPr>
            <a:lvl5pPr marL="2057400" indent="-228600" eaLnBrk="0" hangingPunct="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charset="0"/>
              <a:ea typeface="ＭＳ Ｐゴシック" charset="-128"/>
              <a:cs typeface="+mn-cs"/>
            </a:endParaRPr>
          </a:p>
        </p:txBody>
      </p:sp>
      <p:sp>
        <p:nvSpPr>
          <p:cNvPr id="38" name="Rectangle 17">
            <a:extLst>
              <a:ext uri="{FF2B5EF4-FFF2-40B4-BE49-F238E27FC236}">
                <a16:creationId xmlns:a16="http://schemas.microsoft.com/office/drawing/2014/main" id="{8B1DA094-DA5F-4889-AAFF-32CDE92C7C67}"/>
              </a:ext>
            </a:extLst>
          </p:cNvPr>
          <p:cNvSpPr>
            <a:spLocks noChangeArrowheads="1"/>
          </p:cNvSpPr>
          <p:nvPr/>
        </p:nvSpPr>
        <p:spPr bwMode="auto">
          <a:xfrm>
            <a:off x="2617214" y="3231578"/>
            <a:ext cx="3467297" cy="3667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eaLnBrk="0" hangingPunct="0">
              <a:defRPr sz="2400">
                <a:solidFill>
                  <a:schemeClr val="tx1"/>
                </a:solidFill>
                <a:latin typeface="Arial" charset="0"/>
                <a:ea typeface="ＭＳ Ｐゴシック" charset="-128"/>
              </a:defRPr>
            </a:lvl1pPr>
            <a:lvl2pPr marL="742950" indent="-285750" eaLnBrk="0" hangingPunct="0">
              <a:defRPr sz="2400">
                <a:solidFill>
                  <a:schemeClr val="tx1"/>
                </a:solidFill>
                <a:latin typeface="Arial" charset="0"/>
                <a:ea typeface="ＭＳ Ｐゴシック" charset="-128"/>
              </a:defRPr>
            </a:lvl2pPr>
            <a:lvl3pPr marL="1143000" indent="-228600" eaLnBrk="0" hangingPunct="0">
              <a:defRPr sz="2400">
                <a:solidFill>
                  <a:schemeClr val="tx1"/>
                </a:solidFill>
                <a:latin typeface="Arial" charset="0"/>
                <a:ea typeface="ＭＳ Ｐゴシック" charset="-128"/>
              </a:defRPr>
            </a:lvl3pPr>
            <a:lvl4pPr marL="1600200" indent="-228600" eaLnBrk="0" hangingPunct="0">
              <a:defRPr sz="2400">
                <a:solidFill>
                  <a:schemeClr val="tx1"/>
                </a:solidFill>
                <a:latin typeface="Arial" charset="0"/>
                <a:ea typeface="ＭＳ Ｐゴシック" charset="-128"/>
              </a:defRPr>
            </a:lvl4pPr>
            <a:lvl5pPr marL="2057400" indent="-228600" eaLnBrk="0" hangingPunct="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lvl="0" eaLnBrk="1" hangingPunct="1">
              <a:defRPr/>
            </a:pPr>
            <a:r>
              <a:rPr lang="en-US" altLang="en-US" sz="1800" dirty="0">
                <a:solidFill>
                  <a:srgbClr val="000000"/>
                </a:solidFill>
              </a:rPr>
              <a:t>Bus (</a:t>
            </a:r>
            <a:r>
              <a:rPr lang="en-US" altLang="zh-CN" sz="1800" dirty="0">
                <a:solidFill>
                  <a:schemeClr val="accent3">
                    <a:lumMod val="65000"/>
                  </a:schemeClr>
                </a:solidFill>
                <a:latin typeface="Arial Narrow" panose="020B0606020202030204" pitchFamily="34" charset="0"/>
              </a:rPr>
              <a:t>One transaction active at a time</a:t>
            </a:r>
            <a:r>
              <a:rPr lang="en-US" altLang="en-US" sz="1800" dirty="0">
                <a:solidFill>
                  <a:srgbClr val="000000"/>
                </a:solidFill>
              </a:rPr>
              <a:t>)</a:t>
            </a:r>
          </a:p>
        </p:txBody>
      </p:sp>
      <p:sp>
        <p:nvSpPr>
          <p:cNvPr id="41" name="矩形: 圆角 40">
            <a:extLst>
              <a:ext uri="{FF2B5EF4-FFF2-40B4-BE49-F238E27FC236}">
                <a16:creationId xmlns:a16="http://schemas.microsoft.com/office/drawing/2014/main" id="{5C3578BE-8AB4-4F32-942C-19DEB8DD1F10}"/>
              </a:ext>
            </a:extLst>
          </p:cNvPr>
          <p:cNvSpPr/>
          <p:nvPr/>
        </p:nvSpPr>
        <p:spPr bwMode="auto">
          <a:xfrm>
            <a:off x="2551493" y="2130951"/>
            <a:ext cx="1371569" cy="679450"/>
          </a:xfrm>
          <a:prstGeom prst="roundRect">
            <a:avLst/>
          </a:prstGeom>
          <a:solidFill>
            <a:srgbClr val="CCECFF"/>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zh-CN" altLang="en-US" sz="1800" b="0" i="0" u="none" strike="noStrike" cap="none" normalizeH="0" baseline="0" dirty="0">
              <a:ln>
                <a:noFill/>
              </a:ln>
              <a:solidFill>
                <a:schemeClr val="tx1"/>
              </a:solidFill>
              <a:effectLst/>
              <a:latin typeface="Arial Narrow" panose="020B0606020202030204" pitchFamily="34" charset="0"/>
            </a:endParaRPr>
          </a:p>
        </p:txBody>
      </p:sp>
      <p:sp>
        <p:nvSpPr>
          <p:cNvPr id="64" name="Oval 7">
            <a:extLst>
              <a:ext uri="{FF2B5EF4-FFF2-40B4-BE49-F238E27FC236}">
                <a16:creationId xmlns:a16="http://schemas.microsoft.com/office/drawing/2014/main" id="{E9D3B7CC-CC0B-46B8-AED6-0E7F0612254B}"/>
              </a:ext>
            </a:extLst>
          </p:cNvPr>
          <p:cNvSpPr>
            <a:spLocks noChangeArrowheads="1"/>
          </p:cNvSpPr>
          <p:nvPr/>
        </p:nvSpPr>
        <p:spPr bwMode="auto">
          <a:xfrm>
            <a:off x="1277651" y="1051844"/>
            <a:ext cx="749300" cy="749300"/>
          </a:xfrm>
          <a:prstGeom prst="ellipse">
            <a:avLst/>
          </a:prstGeom>
          <a:solidFill>
            <a:schemeClr val="bg1"/>
          </a:solidFill>
          <a:ln w="12700">
            <a:solidFill>
              <a:schemeClr val="tx1"/>
            </a:solidFill>
            <a:round/>
            <a:headEnd/>
            <a:tailEnd/>
          </a:ln>
        </p:spPr>
        <p:txBody>
          <a:bodyPr wrap="none" anchor="ctr"/>
          <a:lstStyle>
            <a:lvl1pPr eaLnBrk="0" hangingPunct="0">
              <a:defRPr sz="2400">
                <a:solidFill>
                  <a:schemeClr val="tx1"/>
                </a:solidFill>
                <a:latin typeface="Arial" charset="0"/>
                <a:ea typeface="ＭＳ Ｐゴシック" charset="-128"/>
              </a:defRPr>
            </a:lvl1pPr>
            <a:lvl2pPr marL="742950" indent="-285750" eaLnBrk="0" hangingPunct="0">
              <a:defRPr sz="2400">
                <a:solidFill>
                  <a:schemeClr val="tx1"/>
                </a:solidFill>
                <a:latin typeface="Arial" charset="0"/>
                <a:ea typeface="ＭＳ Ｐゴシック" charset="-128"/>
              </a:defRPr>
            </a:lvl2pPr>
            <a:lvl3pPr marL="1143000" indent="-228600" eaLnBrk="0" hangingPunct="0">
              <a:defRPr sz="2400">
                <a:solidFill>
                  <a:schemeClr val="tx1"/>
                </a:solidFill>
                <a:latin typeface="Arial" charset="0"/>
                <a:ea typeface="ＭＳ Ｐゴシック" charset="-128"/>
              </a:defRPr>
            </a:lvl3pPr>
            <a:lvl4pPr marL="1600200" indent="-228600" eaLnBrk="0" hangingPunct="0">
              <a:defRPr sz="2400">
                <a:solidFill>
                  <a:schemeClr val="tx1"/>
                </a:solidFill>
                <a:latin typeface="Arial" charset="0"/>
                <a:ea typeface="ＭＳ Ｐゴシック" charset="-128"/>
              </a:defRPr>
            </a:lvl4pPr>
            <a:lvl5pPr marL="2057400" indent="-228600" eaLnBrk="0" hangingPunct="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charset="0"/>
              <a:ea typeface="ＭＳ Ｐゴシック" charset="-128"/>
              <a:cs typeface="+mn-cs"/>
            </a:endParaRPr>
          </a:p>
        </p:txBody>
      </p:sp>
      <p:sp>
        <p:nvSpPr>
          <p:cNvPr id="65" name="Line 9">
            <a:extLst>
              <a:ext uri="{FF2B5EF4-FFF2-40B4-BE49-F238E27FC236}">
                <a16:creationId xmlns:a16="http://schemas.microsoft.com/office/drawing/2014/main" id="{761927B0-4D93-4D4E-B279-9BA3AC91676A}"/>
              </a:ext>
            </a:extLst>
          </p:cNvPr>
          <p:cNvSpPr>
            <a:spLocks noChangeShapeType="1"/>
          </p:cNvSpPr>
          <p:nvPr/>
        </p:nvSpPr>
        <p:spPr bwMode="auto">
          <a:xfrm>
            <a:off x="1669763" y="1807575"/>
            <a:ext cx="0" cy="3111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charset="0"/>
              <a:ea typeface="ＭＳ Ｐゴシック" charset="-128"/>
              <a:cs typeface="+mn-cs"/>
            </a:endParaRPr>
          </a:p>
        </p:txBody>
      </p:sp>
      <p:sp>
        <p:nvSpPr>
          <p:cNvPr id="66" name="Line 10">
            <a:extLst>
              <a:ext uri="{FF2B5EF4-FFF2-40B4-BE49-F238E27FC236}">
                <a16:creationId xmlns:a16="http://schemas.microsoft.com/office/drawing/2014/main" id="{1A6863F4-F416-4AFD-B0C6-F81C3D8EEF49}"/>
              </a:ext>
            </a:extLst>
          </p:cNvPr>
          <p:cNvSpPr>
            <a:spLocks noChangeShapeType="1"/>
          </p:cNvSpPr>
          <p:nvPr/>
        </p:nvSpPr>
        <p:spPr bwMode="auto">
          <a:xfrm>
            <a:off x="1669763" y="2798175"/>
            <a:ext cx="0" cy="36830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charset="0"/>
              <a:ea typeface="ＭＳ Ｐゴシック" charset="-128"/>
              <a:cs typeface="+mn-cs"/>
            </a:endParaRPr>
          </a:p>
        </p:txBody>
      </p:sp>
      <p:sp>
        <p:nvSpPr>
          <p:cNvPr id="67" name="Rectangle 13">
            <a:extLst>
              <a:ext uri="{FF2B5EF4-FFF2-40B4-BE49-F238E27FC236}">
                <a16:creationId xmlns:a16="http://schemas.microsoft.com/office/drawing/2014/main" id="{554EB754-274E-4EB4-8AD9-2DF11C63B482}"/>
              </a:ext>
            </a:extLst>
          </p:cNvPr>
          <p:cNvSpPr>
            <a:spLocks noChangeArrowheads="1"/>
          </p:cNvSpPr>
          <p:nvPr/>
        </p:nvSpPr>
        <p:spPr bwMode="auto">
          <a:xfrm>
            <a:off x="1430330" y="1228850"/>
            <a:ext cx="424797" cy="3667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eaLnBrk="0" hangingPunct="0">
              <a:defRPr sz="2400">
                <a:solidFill>
                  <a:schemeClr val="tx1"/>
                </a:solidFill>
                <a:latin typeface="Arial" charset="0"/>
                <a:ea typeface="ＭＳ Ｐゴシック" charset="-128"/>
              </a:defRPr>
            </a:lvl1pPr>
            <a:lvl2pPr marL="742950" indent="-285750" eaLnBrk="0" hangingPunct="0">
              <a:defRPr sz="2400">
                <a:solidFill>
                  <a:schemeClr val="tx1"/>
                </a:solidFill>
                <a:latin typeface="Arial" charset="0"/>
                <a:ea typeface="ＭＳ Ｐゴシック" charset="-128"/>
              </a:defRPr>
            </a:lvl2pPr>
            <a:lvl3pPr marL="1143000" indent="-228600" eaLnBrk="0" hangingPunct="0">
              <a:defRPr sz="2400">
                <a:solidFill>
                  <a:schemeClr val="tx1"/>
                </a:solidFill>
                <a:latin typeface="Arial" charset="0"/>
                <a:ea typeface="ＭＳ Ｐゴシック" charset="-128"/>
              </a:defRPr>
            </a:lvl3pPr>
            <a:lvl4pPr marL="1600200" indent="-228600" eaLnBrk="0" hangingPunct="0">
              <a:defRPr sz="2400">
                <a:solidFill>
                  <a:schemeClr val="tx1"/>
                </a:solidFill>
                <a:latin typeface="Arial" charset="0"/>
                <a:ea typeface="ＭＳ Ｐゴシック" charset="-128"/>
              </a:defRPr>
            </a:lvl4pPr>
            <a:lvl5pPr marL="2057400" indent="-228600" eaLnBrk="0" hangingPunct="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dirty="0">
                <a:ln>
                  <a:noFill/>
                </a:ln>
                <a:solidFill>
                  <a:srgbClr val="000000"/>
                </a:solidFill>
                <a:effectLst/>
                <a:uLnTx/>
                <a:uFillTx/>
                <a:latin typeface="Arial Narrow" panose="020B0606020202030204" pitchFamily="34" charset="0"/>
              </a:rPr>
              <a:t>C1</a:t>
            </a:r>
          </a:p>
        </p:txBody>
      </p:sp>
      <p:sp>
        <p:nvSpPr>
          <p:cNvPr id="68" name="矩形: 圆角 67">
            <a:extLst>
              <a:ext uri="{FF2B5EF4-FFF2-40B4-BE49-F238E27FC236}">
                <a16:creationId xmlns:a16="http://schemas.microsoft.com/office/drawing/2014/main" id="{ED8DDC0F-AFA9-4718-9BDC-3B8F8B3DB64E}"/>
              </a:ext>
            </a:extLst>
          </p:cNvPr>
          <p:cNvSpPr/>
          <p:nvPr/>
        </p:nvSpPr>
        <p:spPr bwMode="auto">
          <a:xfrm>
            <a:off x="977620" y="2118725"/>
            <a:ext cx="1371569" cy="679450"/>
          </a:xfrm>
          <a:prstGeom prst="roundRect">
            <a:avLst/>
          </a:prstGeom>
          <a:solidFill>
            <a:srgbClr val="CCECFF"/>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zh-CN" altLang="en-US" sz="1800" b="0" i="0" u="none" strike="noStrike" cap="none" normalizeH="0" baseline="0" dirty="0">
              <a:ln>
                <a:noFill/>
              </a:ln>
              <a:solidFill>
                <a:schemeClr val="tx1"/>
              </a:solidFill>
              <a:effectLst/>
              <a:latin typeface="Arial Narrow" panose="020B0606020202030204" pitchFamily="34" charset="0"/>
            </a:endParaRPr>
          </a:p>
        </p:txBody>
      </p:sp>
      <p:sp>
        <p:nvSpPr>
          <p:cNvPr id="69" name="Oval 7">
            <a:extLst>
              <a:ext uri="{FF2B5EF4-FFF2-40B4-BE49-F238E27FC236}">
                <a16:creationId xmlns:a16="http://schemas.microsoft.com/office/drawing/2014/main" id="{42E8885E-6C42-407C-80A3-FC01AC15B870}"/>
              </a:ext>
            </a:extLst>
          </p:cNvPr>
          <p:cNvSpPr>
            <a:spLocks noChangeArrowheads="1"/>
          </p:cNvSpPr>
          <p:nvPr/>
        </p:nvSpPr>
        <p:spPr bwMode="auto">
          <a:xfrm>
            <a:off x="6017081" y="1058895"/>
            <a:ext cx="749300" cy="749300"/>
          </a:xfrm>
          <a:prstGeom prst="ellipse">
            <a:avLst/>
          </a:prstGeom>
          <a:solidFill>
            <a:schemeClr val="bg1"/>
          </a:solidFill>
          <a:ln w="12700">
            <a:solidFill>
              <a:schemeClr val="tx1"/>
            </a:solidFill>
            <a:round/>
            <a:headEnd/>
            <a:tailEnd/>
          </a:ln>
        </p:spPr>
        <p:txBody>
          <a:bodyPr wrap="none" anchor="ctr"/>
          <a:lstStyle>
            <a:lvl1pPr eaLnBrk="0" hangingPunct="0">
              <a:defRPr sz="2400">
                <a:solidFill>
                  <a:schemeClr val="tx1"/>
                </a:solidFill>
                <a:latin typeface="Arial" charset="0"/>
                <a:ea typeface="ＭＳ Ｐゴシック" charset="-128"/>
              </a:defRPr>
            </a:lvl1pPr>
            <a:lvl2pPr marL="742950" indent="-285750" eaLnBrk="0" hangingPunct="0">
              <a:defRPr sz="2400">
                <a:solidFill>
                  <a:schemeClr val="tx1"/>
                </a:solidFill>
                <a:latin typeface="Arial" charset="0"/>
                <a:ea typeface="ＭＳ Ｐゴシック" charset="-128"/>
              </a:defRPr>
            </a:lvl2pPr>
            <a:lvl3pPr marL="1143000" indent="-228600" eaLnBrk="0" hangingPunct="0">
              <a:defRPr sz="2400">
                <a:solidFill>
                  <a:schemeClr val="tx1"/>
                </a:solidFill>
                <a:latin typeface="Arial" charset="0"/>
                <a:ea typeface="ＭＳ Ｐゴシック" charset="-128"/>
              </a:defRPr>
            </a:lvl3pPr>
            <a:lvl4pPr marL="1600200" indent="-228600" eaLnBrk="0" hangingPunct="0">
              <a:defRPr sz="2400">
                <a:solidFill>
                  <a:schemeClr val="tx1"/>
                </a:solidFill>
                <a:latin typeface="Arial" charset="0"/>
                <a:ea typeface="ＭＳ Ｐゴシック" charset="-128"/>
              </a:defRPr>
            </a:lvl4pPr>
            <a:lvl5pPr marL="2057400" indent="-228600" eaLnBrk="0" hangingPunct="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charset="0"/>
              <a:ea typeface="ＭＳ Ｐゴシック" charset="-128"/>
              <a:cs typeface="+mn-cs"/>
            </a:endParaRPr>
          </a:p>
        </p:txBody>
      </p:sp>
      <p:sp>
        <p:nvSpPr>
          <p:cNvPr id="70" name="Line 9">
            <a:extLst>
              <a:ext uri="{FF2B5EF4-FFF2-40B4-BE49-F238E27FC236}">
                <a16:creationId xmlns:a16="http://schemas.microsoft.com/office/drawing/2014/main" id="{52CE6BCF-93B4-4BEC-8D07-1B322CECDA82}"/>
              </a:ext>
            </a:extLst>
          </p:cNvPr>
          <p:cNvSpPr>
            <a:spLocks noChangeShapeType="1"/>
          </p:cNvSpPr>
          <p:nvPr/>
        </p:nvSpPr>
        <p:spPr bwMode="auto">
          <a:xfrm>
            <a:off x="6409193" y="1814626"/>
            <a:ext cx="0" cy="3111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charset="0"/>
              <a:ea typeface="ＭＳ Ｐゴシック" charset="-128"/>
              <a:cs typeface="+mn-cs"/>
            </a:endParaRPr>
          </a:p>
        </p:txBody>
      </p:sp>
      <p:sp>
        <p:nvSpPr>
          <p:cNvPr id="71" name="Line 10">
            <a:extLst>
              <a:ext uri="{FF2B5EF4-FFF2-40B4-BE49-F238E27FC236}">
                <a16:creationId xmlns:a16="http://schemas.microsoft.com/office/drawing/2014/main" id="{1C584A1F-D17F-450E-942D-C8255A2CAAA3}"/>
              </a:ext>
            </a:extLst>
          </p:cNvPr>
          <p:cNvSpPr>
            <a:spLocks noChangeShapeType="1"/>
          </p:cNvSpPr>
          <p:nvPr/>
        </p:nvSpPr>
        <p:spPr bwMode="auto">
          <a:xfrm>
            <a:off x="6409193" y="2805226"/>
            <a:ext cx="0" cy="36830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charset="0"/>
              <a:ea typeface="ＭＳ Ｐゴシック" charset="-128"/>
              <a:cs typeface="+mn-cs"/>
            </a:endParaRPr>
          </a:p>
        </p:txBody>
      </p:sp>
      <p:sp>
        <p:nvSpPr>
          <p:cNvPr id="72" name="Rectangle 13">
            <a:extLst>
              <a:ext uri="{FF2B5EF4-FFF2-40B4-BE49-F238E27FC236}">
                <a16:creationId xmlns:a16="http://schemas.microsoft.com/office/drawing/2014/main" id="{299D76AA-CE99-4FCD-9455-5F04471FBB2A}"/>
              </a:ext>
            </a:extLst>
          </p:cNvPr>
          <p:cNvSpPr>
            <a:spLocks noChangeArrowheads="1"/>
          </p:cNvSpPr>
          <p:nvPr/>
        </p:nvSpPr>
        <p:spPr bwMode="auto">
          <a:xfrm>
            <a:off x="6169760" y="1235901"/>
            <a:ext cx="424797" cy="3667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eaLnBrk="0" hangingPunct="0">
              <a:defRPr sz="2400">
                <a:solidFill>
                  <a:schemeClr val="tx1"/>
                </a:solidFill>
                <a:latin typeface="Arial" charset="0"/>
                <a:ea typeface="ＭＳ Ｐゴシック" charset="-128"/>
              </a:defRPr>
            </a:lvl1pPr>
            <a:lvl2pPr marL="742950" indent="-285750" eaLnBrk="0" hangingPunct="0">
              <a:defRPr sz="2400">
                <a:solidFill>
                  <a:schemeClr val="tx1"/>
                </a:solidFill>
                <a:latin typeface="Arial" charset="0"/>
                <a:ea typeface="ＭＳ Ｐゴシック" charset="-128"/>
              </a:defRPr>
            </a:lvl2pPr>
            <a:lvl3pPr marL="1143000" indent="-228600" eaLnBrk="0" hangingPunct="0">
              <a:defRPr sz="2400">
                <a:solidFill>
                  <a:schemeClr val="tx1"/>
                </a:solidFill>
                <a:latin typeface="Arial" charset="0"/>
                <a:ea typeface="ＭＳ Ｐゴシック" charset="-128"/>
              </a:defRPr>
            </a:lvl3pPr>
            <a:lvl4pPr marL="1600200" indent="-228600" eaLnBrk="0" hangingPunct="0">
              <a:defRPr sz="2400">
                <a:solidFill>
                  <a:schemeClr val="tx1"/>
                </a:solidFill>
                <a:latin typeface="Arial" charset="0"/>
                <a:ea typeface="ＭＳ Ｐゴシック" charset="-128"/>
              </a:defRPr>
            </a:lvl4pPr>
            <a:lvl5pPr marL="2057400" indent="-228600" eaLnBrk="0" hangingPunct="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dirty="0">
                <a:ln>
                  <a:noFill/>
                </a:ln>
                <a:solidFill>
                  <a:srgbClr val="000000"/>
                </a:solidFill>
                <a:effectLst/>
                <a:uLnTx/>
                <a:uFillTx/>
                <a:latin typeface="Arial Narrow" panose="020B0606020202030204" pitchFamily="34" charset="0"/>
              </a:rPr>
              <a:t>C4</a:t>
            </a:r>
          </a:p>
        </p:txBody>
      </p:sp>
      <p:sp>
        <p:nvSpPr>
          <p:cNvPr id="73" name="矩形: 圆角 72">
            <a:extLst>
              <a:ext uri="{FF2B5EF4-FFF2-40B4-BE49-F238E27FC236}">
                <a16:creationId xmlns:a16="http://schemas.microsoft.com/office/drawing/2014/main" id="{93057970-017A-4F4B-9BD6-2E395B9F653F}"/>
              </a:ext>
            </a:extLst>
          </p:cNvPr>
          <p:cNvSpPr/>
          <p:nvPr/>
        </p:nvSpPr>
        <p:spPr bwMode="auto">
          <a:xfrm>
            <a:off x="5717050" y="2125776"/>
            <a:ext cx="1371569" cy="679450"/>
          </a:xfrm>
          <a:prstGeom prst="roundRect">
            <a:avLst/>
          </a:prstGeom>
          <a:solidFill>
            <a:srgbClr val="CCECFF"/>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zh-CN" altLang="en-US" sz="1800" b="0" i="0" u="none" strike="noStrike" cap="none" normalizeH="0" baseline="0" dirty="0">
              <a:ln>
                <a:noFill/>
              </a:ln>
              <a:solidFill>
                <a:schemeClr val="tx1"/>
              </a:solidFill>
              <a:effectLst/>
              <a:latin typeface="Arial Narrow" panose="020B0606020202030204" pitchFamily="34" charset="0"/>
            </a:endParaRPr>
          </a:p>
        </p:txBody>
      </p:sp>
      <p:sp>
        <p:nvSpPr>
          <p:cNvPr id="74" name="Oval 7">
            <a:extLst>
              <a:ext uri="{FF2B5EF4-FFF2-40B4-BE49-F238E27FC236}">
                <a16:creationId xmlns:a16="http://schemas.microsoft.com/office/drawing/2014/main" id="{92DA491D-7521-4779-9703-1921BEB2954A}"/>
              </a:ext>
            </a:extLst>
          </p:cNvPr>
          <p:cNvSpPr>
            <a:spLocks noChangeArrowheads="1"/>
          </p:cNvSpPr>
          <p:nvPr/>
        </p:nvSpPr>
        <p:spPr bwMode="auto">
          <a:xfrm>
            <a:off x="4443208" y="1046669"/>
            <a:ext cx="749300" cy="749300"/>
          </a:xfrm>
          <a:prstGeom prst="ellipse">
            <a:avLst/>
          </a:prstGeom>
          <a:solidFill>
            <a:schemeClr val="bg1"/>
          </a:solidFill>
          <a:ln w="12700">
            <a:solidFill>
              <a:schemeClr val="tx1"/>
            </a:solidFill>
            <a:round/>
            <a:headEnd/>
            <a:tailEnd/>
          </a:ln>
        </p:spPr>
        <p:txBody>
          <a:bodyPr wrap="none" anchor="ctr"/>
          <a:lstStyle>
            <a:lvl1pPr eaLnBrk="0" hangingPunct="0">
              <a:defRPr sz="2400">
                <a:solidFill>
                  <a:schemeClr val="tx1"/>
                </a:solidFill>
                <a:latin typeface="Arial" charset="0"/>
                <a:ea typeface="ＭＳ Ｐゴシック" charset="-128"/>
              </a:defRPr>
            </a:lvl1pPr>
            <a:lvl2pPr marL="742950" indent="-285750" eaLnBrk="0" hangingPunct="0">
              <a:defRPr sz="2400">
                <a:solidFill>
                  <a:schemeClr val="tx1"/>
                </a:solidFill>
                <a:latin typeface="Arial" charset="0"/>
                <a:ea typeface="ＭＳ Ｐゴシック" charset="-128"/>
              </a:defRPr>
            </a:lvl2pPr>
            <a:lvl3pPr marL="1143000" indent="-228600" eaLnBrk="0" hangingPunct="0">
              <a:defRPr sz="2400">
                <a:solidFill>
                  <a:schemeClr val="tx1"/>
                </a:solidFill>
                <a:latin typeface="Arial" charset="0"/>
                <a:ea typeface="ＭＳ Ｐゴシック" charset="-128"/>
              </a:defRPr>
            </a:lvl3pPr>
            <a:lvl4pPr marL="1600200" indent="-228600" eaLnBrk="0" hangingPunct="0">
              <a:defRPr sz="2400">
                <a:solidFill>
                  <a:schemeClr val="tx1"/>
                </a:solidFill>
                <a:latin typeface="Arial" charset="0"/>
                <a:ea typeface="ＭＳ Ｐゴシック" charset="-128"/>
              </a:defRPr>
            </a:lvl4pPr>
            <a:lvl5pPr marL="2057400" indent="-228600" eaLnBrk="0" hangingPunct="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charset="0"/>
              <a:ea typeface="ＭＳ Ｐゴシック" charset="-128"/>
              <a:cs typeface="+mn-cs"/>
            </a:endParaRPr>
          </a:p>
        </p:txBody>
      </p:sp>
      <p:sp>
        <p:nvSpPr>
          <p:cNvPr id="75" name="Line 9">
            <a:extLst>
              <a:ext uri="{FF2B5EF4-FFF2-40B4-BE49-F238E27FC236}">
                <a16:creationId xmlns:a16="http://schemas.microsoft.com/office/drawing/2014/main" id="{EF65B723-32B4-495C-9F9C-549E4BDA9348}"/>
              </a:ext>
            </a:extLst>
          </p:cNvPr>
          <p:cNvSpPr>
            <a:spLocks noChangeShapeType="1"/>
          </p:cNvSpPr>
          <p:nvPr/>
        </p:nvSpPr>
        <p:spPr bwMode="auto">
          <a:xfrm>
            <a:off x="4835320" y="1802400"/>
            <a:ext cx="0" cy="3111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charset="0"/>
              <a:ea typeface="ＭＳ Ｐゴシック" charset="-128"/>
              <a:cs typeface="+mn-cs"/>
            </a:endParaRPr>
          </a:p>
        </p:txBody>
      </p:sp>
      <p:sp>
        <p:nvSpPr>
          <p:cNvPr id="76" name="Line 10">
            <a:extLst>
              <a:ext uri="{FF2B5EF4-FFF2-40B4-BE49-F238E27FC236}">
                <a16:creationId xmlns:a16="http://schemas.microsoft.com/office/drawing/2014/main" id="{7F03F7D1-A57D-40E7-9D63-C68504CCEA5B}"/>
              </a:ext>
            </a:extLst>
          </p:cNvPr>
          <p:cNvSpPr>
            <a:spLocks noChangeShapeType="1"/>
          </p:cNvSpPr>
          <p:nvPr/>
        </p:nvSpPr>
        <p:spPr bwMode="auto">
          <a:xfrm>
            <a:off x="4835320" y="2793000"/>
            <a:ext cx="0" cy="36830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charset="0"/>
              <a:ea typeface="ＭＳ Ｐゴシック" charset="-128"/>
              <a:cs typeface="+mn-cs"/>
            </a:endParaRPr>
          </a:p>
        </p:txBody>
      </p:sp>
      <p:sp>
        <p:nvSpPr>
          <p:cNvPr id="77" name="Rectangle 13">
            <a:extLst>
              <a:ext uri="{FF2B5EF4-FFF2-40B4-BE49-F238E27FC236}">
                <a16:creationId xmlns:a16="http://schemas.microsoft.com/office/drawing/2014/main" id="{C714C0FC-7261-4900-ABE0-2C7B08DDD7BD}"/>
              </a:ext>
            </a:extLst>
          </p:cNvPr>
          <p:cNvSpPr>
            <a:spLocks noChangeArrowheads="1"/>
          </p:cNvSpPr>
          <p:nvPr/>
        </p:nvSpPr>
        <p:spPr bwMode="auto">
          <a:xfrm>
            <a:off x="4595887" y="1223675"/>
            <a:ext cx="424797" cy="3667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eaLnBrk="0" hangingPunct="0">
              <a:defRPr sz="2400">
                <a:solidFill>
                  <a:schemeClr val="tx1"/>
                </a:solidFill>
                <a:latin typeface="Arial" charset="0"/>
                <a:ea typeface="ＭＳ Ｐゴシック" charset="-128"/>
              </a:defRPr>
            </a:lvl1pPr>
            <a:lvl2pPr marL="742950" indent="-285750" eaLnBrk="0" hangingPunct="0">
              <a:defRPr sz="2400">
                <a:solidFill>
                  <a:schemeClr val="tx1"/>
                </a:solidFill>
                <a:latin typeface="Arial" charset="0"/>
                <a:ea typeface="ＭＳ Ｐゴシック" charset="-128"/>
              </a:defRPr>
            </a:lvl2pPr>
            <a:lvl3pPr marL="1143000" indent="-228600" eaLnBrk="0" hangingPunct="0">
              <a:defRPr sz="2400">
                <a:solidFill>
                  <a:schemeClr val="tx1"/>
                </a:solidFill>
                <a:latin typeface="Arial" charset="0"/>
                <a:ea typeface="ＭＳ Ｐゴシック" charset="-128"/>
              </a:defRPr>
            </a:lvl3pPr>
            <a:lvl4pPr marL="1600200" indent="-228600" eaLnBrk="0" hangingPunct="0">
              <a:defRPr sz="2400">
                <a:solidFill>
                  <a:schemeClr val="tx1"/>
                </a:solidFill>
                <a:latin typeface="Arial" charset="0"/>
                <a:ea typeface="ＭＳ Ｐゴシック" charset="-128"/>
              </a:defRPr>
            </a:lvl4pPr>
            <a:lvl5pPr marL="2057400" indent="-228600" eaLnBrk="0" hangingPunct="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dirty="0">
                <a:ln>
                  <a:noFill/>
                </a:ln>
                <a:solidFill>
                  <a:srgbClr val="000000"/>
                </a:solidFill>
                <a:effectLst/>
                <a:uLnTx/>
                <a:uFillTx/>
                <a:latin typeface="Arial Narrow" panose="020B0606020202030204" pitchFamily="34" charset="0"/>
              </a:rPr>
              <a:t>C3</a:t>
            </a:r>
          </a:p>
        </p:txBody>
      </p:sp>
      <p:sp>
        <p:nvSpPr>
          <p:cNvPr id="5" name="矩形 4">
            <a:extLst>
              <a:ext uri="{FF2B5EF4-FFF2-40B4-BE49-F238E27FC236}">
                <a16:creationId xmlns:a16="http://schemas.microsoft.com/office/drawing/2014/main" id="{0121529A-1E0B-4A77-A91D-BCE05BB7FE35}"/>
              </a:ext>
            </a:extLst>
          </p:cNvPr>
          <p:cNvSpPr/>
          <p:nvPr/>
        </p:nvSpPr>
        <p:spPr>
          <a:xfrm>
            <a:off x="1108883" y="2285680"/>
            <a:ext cx="402674" cy="369332"/>
          </a:xfrm>
          <a:prstGeom prst="rect">
            <a:avLst/>
          </a:prstGeom>
        </p:spPr>
        <p:txBody>
          <a:bodyPr wrap="none">
            <a:spAutoFit/>
          </a:bodyPr>
          <a:lstStyle/>
          <a:p>
            <a:r>
              <a:rPr lang="en-US" altLang="zh-CN" dirty="0">
                <a:solidFill>
                  <a:schemeClr val="tx2"/>
                </a:solidFill>
              </a:rPr>
              <a:t>X:</a:t>
            </a:r>
            <a:endParaRPr lang="zh-CN" altLang="en-US" dirty="0"/>
          </a:p>
        </p:txBody>
      </p:sp>
      <p:sp>
        <p:nvSpPr>
          <p:cNvPr id="6" name="矩形 5">
            <a:extLst>
              <a:ext uri="{FF2B5EF4-FFF2-40B4-BE49-F238E27FC236}">
                <a16:creationId xmlns:a16="http://schemas.microsoft.com/office/drawing/2014/main" id="{F76E3328-ECB4-4B26-A415-0875B0215C81}"/>
              </a:ext>
            </a:extLst>
          </p:cNvPr>
          <p:cNvSpPr/>
          <p:nvPr/>
        </p:nvSpPr>
        <p:spPr>
          <a:xfrm>
            <a:off x="4469603" y="2279999"/>
            <a:ext cx="670376" cy="369332"/>
          </a:xfrm>
          <a:prstGeom prst="rect">
            <a:avLst/>
          </a:prstGeom>
        </p:spPr>
        <p:txBody>
          <a:bodyPr wrap="square">
            <a:spAutoFit/>
          </a:bodyPr>
          <a:lstStyle/>
          <a:p>
            <a:r>
              <a:rPr lang="en-US" altLang="zh-CN" dirty="0">
                <a:solidFill>
                  <a:schemeClr val="tx2"/>
                </a:solidFill>
              </a:rPr>
              <a:t>X: </a:t>
            </a:r>
            <a:r>
              <a:rPr lang="en-US" altLang="zh-CN" b="1" dirty="0">
                <a:solidFill>
                  <a:srgbClr val="FF0000"/>
                </a:solidFill>
                <a:latin typeface="Imprint MT Shadow" panose="04020605060303030202" pitchFamily="82" charset="0"/>
              </a:rPr>
              <a:t>S</a:t>
            </a:r>
            <a:endParaRPr lang="zh-CN" altLang="en-US" dirty="0"/>
          </a:p>
        </p:txBody>
      </p:sp>
      <p:sp>
        <p:nvSpPr>
          <p:cNvPr id="81" name="矩形 80">
            <a:extLst>
              <a:ext uri="{FF2B5EF4-FFF2-40B4-BE49-F238E27FC236}">
                <a16:creationId xmlns:a16="http://schemas.microsoft.com/office/drawing/2014/main" id="{999CF0D0-0C69-49D5-84EA-33E3FF2CF465}"/>
              </a:ext>
            </a:extLst>
          </p:cNvPr>
          <p:cNvSpPr/>
          <p:nvPr/>
        </p:nvSpPr>
        <p:spPr>
          <a:xfrm>
            <a:off x="2847884" y="1961012"/>
            <a:ext cx="1092988" cy="769441"/>
          </a:xfrm>
          <a:prstGeom prst="rect">
            <a:avLst/>
          </a:prstGeom>
        </p:spPr>
        <p:txBody>
          <a:bodyPr wrap="square">
            <a:spAutoFit/>
          </a:bodyPr>
          <a:lstStyle/>
          <a:p>
            <a:pPr eaLnBrk="1" hangingPunct="1"/>
            <a:r>
              <a:rPr lang="en-US" altLang="zh-CN" dirty="0">
                <a:solidFill>
                  <a:schemeClr val="tx2"/>
                </a:solidFill>
              </a:rPr>
              <a:t> X: </a:t>
            </a:r>
            <a:r>
              <a:rPr lang="en-US" altLang="zh-CN" b="1" dirty="0">
                <a:solidFill>
                  <a:srgbClr val="FF0000"/>
                </a:solidFill>
              </a:rPr>
              <a:t>I</a:t>
            </a:r>
            <a:endParaRPr lang="zh-CN" altLang="en-US" sz="4400" b="1" dirty="0">
              <a:solidFill>
                <a:srgbClr val="FF0000"/>
              </a:solidFill>
            </a:endParaRPr>
          </a:p>
        </p:txBody>
      </p:sp>
      <p:sp>
        <p:nvSpPr>
          <p:cNvPr id="118784" name="矩形 118783">
            <a:extLst>
              <a:ext uri="{FF2B5EF4-FFF2-40B4-BE49-F238E27FC236}">
                <a16:creationId xmlns:a16="http://schemas.microsoft.com/office/drawing/2014/main" id="{1DB99245-7C83-4FFA-99F0-79B940816186}"/>
              </a:ext>
            </a:extLst>
          </p:cNvPr>
          <p:cNvSpPr/>
          <p:nvPr/>
        </p:nvSpPr>
        <p:spPr>
          <a:xfrm>
            <a:off x="1344328" y="2293110"/>
            <a:ext cx="1272886" cy="369332"/>
          </a:xfrm>
          <a:prstGeom prst="rect">
            <a:avLst/>
          </a:prstGeom>
        </p:spPr>
        <p:txBody>
          <a:bodyPr wrap="square">
            <a:spAutoFit/>
          </a:bodyPr>
          <a:lstStyle/>
          <a:p>
            <a:r>
              <a:rPr lang="en-US" altLang="zh-CN" b="1" dirty="0">
                <a:solidFill>
                  <a:srgbClr val="FF0000"/>
                </a:solidFill>
                <a:latin typeface="Imprint MT Shadow" panose="04020605060303030202" pitchFamily="82" charset="0"/>
              </a:rPr>
              <a:t>M, 888</a:t>
            </a:r>
            <a:endParaRPr lang="zh-CN" altLang="en-US" dirty="0"/>
          </a:p>
        </p:txBody>
      </p:sp>
      <p:sp>
        <p:nvSpPr>
          <p:cNvPr id="85" name="矩形 84">
            <a:extLst>
              <a:ext uri="{FF2B5EF4-FFF2-40B4-BE49-F238E27FC236}">
                <a16:creationId xmlns:a16="http://schemas.microsoft.com/office/drawing/2014/main" id="{81FB116F-D60F-4434-9A12-7BCFBC83B737}"/>
              </a:ext>
            </a:extLst>
          </p:cNvPr>
          <p:cNvSpPr/>
          <p:nvPr/>
        </p:nvSpPr>
        <p:spPr>
          <a:xfrm>
            <a:off x="1408431" y="2287143"/>
            <a:ext cx="788999" cy="369332"/>
          </a:xfrm>
          <a:prstGeom prst="rect">
            <a:avLst/>
          </a:prstGeom>
        </p:spPr>
        <p:txBody>
          <a:bodyPr wrap="none">
            <a:spAutoFit/>
          </a:bodyPr>
          <a:lstStyle/>
          <a:p>
            <a:r>
              <a:rPr lang="en-US" altLang="zh-CN" b="1" dirty="0">
                <a:solidFill>
                  <a:srgbClr val="FF0000"/>
                </a:solidFill>
                <a:latin typeface="Imprint MT Shadow" panose="04020605060303030202" pitchFamily="82" charset="0"/>
              </a:rPr>
              <a:t>S, 888</a:t>
            </a:r>
            <a:endParaRPr lang="zh-CN" altLang="en-US" dirty="0"/>
          </a:p>
        </p:txBody>
      </p:sp>
      <p:sp>
        <p:nvSpPr>
          <p:cNvPr id="86" name="矩形 85">
            <a:extLst>
              <a:ext uri="{FF2B5EF4-FFF2-40B4-BE49-F238E27FC236}">
                <a16:creationId xmlns:a16="http://schemas.microsoft.com/office/drawing/2014/main" id="{992E6463-374C-49BD-8DD7-A0BE0C1451D3}"/>
              </a:ext>
            </a:extLst>
          </p:cNvPr>
          <p:cNvSpPr/>
          <p:nvPr/>
        </p:nvSpPr>
        <p:spPr>
          <a:xfrm>
            <a:off x="4471705" y="2280793"/>
            <a:ext cx="561372" cy="369332"/>
          </a:xfrm>
          <a:prstGeom prst="rect">
            <a:avLst/>
          </a:prstGeom>
        </p:spPr>
        <p:txBody>
          <a:bodyPr wrap="none">
            <a:spAutoFit/>
          </a:bodyPr>
          <a:lstStyle/>
          <a:p>
            <a:r>
              <a:rPr lang="en-US" altLang="zh-CN" dirty="0"/>
              <a:t>X: </a:t>
            </a:r>
            <a:r>
              <a:rPr lang="en-US" altLang="zh-CN" b="1" dirty="0">
                <a:solidFill>
                  <a:srgbClr val="FF0000"/>
                </a:solidFill>
                <a:latin typeface="Imprint MT Shadow" panose="04020605060303030202" pitchFamily="82" charset="0"/>
              </a:rPr>
              <a:t>I</a:t>
            </a:r>
            <a:endParaRPr lang="zh-CN" altLang="en-US" dirty="0"/>
          </a:p>
        </p:txBody>
      </p:sp>
      <p:sp>
        <p:nvSpPr>
          <p:cNvPr id="87" name="矩形 86">
            <a:extLst>
              <a:ext uri="{FF2B5EF4-FFF2-40B4-BE49-F238E27FC236}">
                <a16:creationId xmlns:a16="http://schemas.microsoft.com/office/drawing/2014/main" id="{DD938820-1610-4DB9-9424-F2908483F74C}"/>
              </a:ext>
            </a:extLst>
          </p:cNvPr>
          <p:cNvSpPr/>
          <p:nvPr/>
        </p:nvSpPr>
        <p:spPr>
          <a:xfrm>
            <a:off x="6053816" y="2277273"/>
            <a:ext cx="561372" cy="369332"/>
          </a:xfrm>
          <a:prstGeom prst="rect">
            <a:avLst/>
          </a:prstGeom>
        </p:spPr>
        <p:txBody>
          <a:bodyPr wrap="none">
            <a:spAutoFit/>
          </a:bodyPr>
          <a:lstStyle/>
          <a:p>
            <a:r>
              <a:rPr lang="en-US" altLang="zh-CN" dirty="0"/>
              <a:t>X: </a:t>
            </a:r>
            <a:r>
              <a:rPr lang="en-US" altLang="zh-CN" b="1" dirty="0">
                <a:solidFill>
                  <a:srgbClr val="FF0000"/>
                </a:solidFill>
                <a:latin typeface="Imprint MT Shadow" panose="04020605060303030202" pitchFamily="82" charset="0"/>
              </a:rPr>
              <a:t>I</a:t>
            </a:r>
            <a:endParaRPr lang="zh-CN" altLang="en-US" dirty="0"/>
          </a:p>
        </p:txBody>
      </p:sp>
      <p:sp>
        <p:nvSpPr>
          <p:cNvPr id="118788" name="矩形 118787">
            <a:extLst>
              <a:ext uri="{FF2B5EF4-FFF2-40B4-BE49-F238E27FC236}">
                <a16:creationId xmlns:a16="http://schemas.microsoft.com/office/drawing/2014/main" id="{2AF0D5B3-2E0C-4B11-8078-6E068D63A822}"/>
              </a:ext>
            </a:extLst>
          </p:cNvPr>
          <p:cNvSpPr/>
          <p:nvPr/>
        </p:nvSpPr>
        <p:spPr>
          <a:xfrm>
            <a:off x="7243375" y="1609670"/>
            <a:ext cx="595035" cy="584775"/>
          </a:xfrm>
          <a:prstGeom prst="rect">
            <a:avLst/>
          </a:prstGeom>
        </p:spPr>
        <p:txBody>
          <a:bodyPr wrap="none">
            <a:spAutoFit/>
          </a:bodyPr>
          <a:lstStyle/>
          <a:p>
            <a:r>
              <a:rPr lang="en-US" altLang="zh-CN" sz="3200" dirty="0"/>
              <a:t>…</a:t>
            </a:r>
            <a:endParaRPr lang="zh-CN" altLang="en-US" sz="3200" dirty="0"/>
          </a:p>
        </p:txBody>
      </p:sp>
      <p:grpSp>
        <p:nvGrpSpPr>
          <p:cNvPr id="62" name="组合 48">
            <a:extLst>
              <a:ext uri="{FF2B5EF4-FFF2-40B4-BE49-F238E27FC236}">
                <a16:creationId xmlns:a16="http://schemas.microsoft.com/office/drawing/2014/main" id="{F760FAAE-8A2B-4757-A4D1-317527FB2A7F}"/>
              </a:ext>
            </a:extLst>
          </p:cNvPr>
          <p:cNvGrpSpPr>
            <a:grpSpLocks/>
          </p:cNvGrpSpPr>
          <p:nvPr/>
        </p:nvGrpSpPr>
        <p:grpSpPr bwMode="auto">
          <a:xfrm>
            <a:off x="1159958" y="4736352"/>
            <a:ext cx="2071688" cy="340941"/>
            <a:chOff x="1000100" y="4733743"/>
            <a:chExt cx="2071702" cy="339919"/>
          </a:xfrm>
        </p:grpSpPr>
        <p:cxnSp>
          <p:nvCxnSpPr>
            <p:cNvPr id="63" name="直接箭头连接符 46">
              <a:extLst>
                <a:ext uri="{FF2B5EF4-FFF2-40B4-BE49-F238E27FC236}">
                  <a16:creationId xmlns:a16="http://schemas.microsoft.com/office/drawing/2014/main" id="{9E1291EA-1F35-4B16-AA5E-963CD52AA76B}"/>
                </a:ext>
              </a:extLst>
            </p:cNvPr>
            <p:cNvCxnSpPr>
              <a:cxnSpLocks noChangeShapeType="1"/>
            </p:cNvCxnSpPr>
            <p:nvPr/>
          </p:nvCxnSpPr>
          <p:spPr bwMode="auto">
            <a:xfrm>
              <a:off x="1000100" y="5072074"/>
              <a:ext cx="2071702" cy="1588"/>
            </a:xfrm>
            <a:prstGeom prst="straightConnector1">
              <a:avLst/>
            </a:prstGeom>
            <a:noFill/>
            <a:ln w="38100" algn="ctr">
              <a:solidFill>
                <a:srgbClr val="FF0000"/>
              </a:solidFill>
              <a:round/>
              <a:headEnd type="arrow"/>
              <a:tailEnd type="none" w="med" len="med"/>
            </a:ln>
            <a:extLst>
              <a:ext uri="{909E8E84-426E-40DD-AFC4-6F175D3DCCD1}">
                <a14:hiddenFill xmlns:a14="http://schemas.microsoft.com/office/drawing/2010/main">
                  <a:noFill/>
                </a14:hiddenFill>
              </a:ext>
            </a:extLst>
          </p:spPr>
        </p:cxnSp>
        <p:sp>
          <p:nvSpPr>
            <p:cNvPr id="79" name="TextBox 47">
              <a:extLst>
                <a:ext uri="{FF2B5EF4-FFF2-40B4-BE49-F238E27FC236}">
                  <a16:creationId xmlns:a16="http://schemas.microsoft.com/office/drawing/2014/main" id="{9B64AE65-F059-4763-9489-23F240D4C335}"/>
                </a:ext>
              </a:extLst>
            </p:cNvPr>
            <p:cNvSpPr txBox="1">
              <a:spLocks noChangeArrowheads="1"/>
            </p:cNvSpPr>
            <p:nvPr/>
          </p:nvSpPr>
          <p:spPr bwMode="auto">
            <a:xfrm>
              <a:off x="1662124" y="4733743"/>
              <a:ext cx="846713" cy="3375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6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36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36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r>
                <a:rPr lang="en-US" altLang="zh-CN" sz="1600" dirty="0" err="1">
                  <a:solidFill>
                    <a:schemeClr val="tx2"/>
                  </a:solidFill>
                  <a:latin typeface="Arial" panose="020B0604020202020204" pitchFamily="34" charset="0"/>
                </a:rPr>
                <a:t>GetS</a:t>
              </a:r>
              <a:r>
                <a:rPr lang="en-US" altLang="zh-CN" sz="1600" dirty="0">
                  <a:solidFill>
                    <a:schemeClr val="tx2"/>
                  </a:solidFill>
                  <a:latin typeface="Arial" panose="020B0604020202020204" pitchFamily="34" charset="0"/>
                </a:rPr>
                <a:t> X</a:t>
              </a:r>
              <a:endParaRPr lang="zh-CN" altLang="en-US" sz="1600" dirty="0">
                <a:solidFill>
                  <a:schemeClr val="tx2"/>
                </a:solidFill>
                <a:latin typeface="Arial" panose="020B0604020202020204" pitchFamily="34" charset="0"/>
              </a:endParaRPr>
            </a:p>
          </p:txBody>
        </p:sp>
      </p:grpSp>
      <p:sp>
        <p:nvSpPr>
          <p:cNvPr id="80" name="内容占位符 35">
            <a:extLst>
              <a:ext uri="{FF2B5EF4-FFF2-40B4-BE49-F238E27FC236}">
                <a16:creationId xmlns:a16="http://schemas.microsoft.com/office/drawing/2014/main" id="{8F90A657-9261-42D0-BE1E-0EE77ABE9521}"/>
              </a:ext>
            </a:extLst>
          </p:cNvPr>
          <p:cNvSpPr>
            <a:spLocks noGrp="1"/>
          </p:cNvSpPr>
          <p:nvPr>
            <p:ph idx="1"/>
          </p:nvPr>
        </p:nvSpPr>
        <p:spPr>
          <a:xfrm>
            <a:off x="174307" y="3886200"/>
            <a:ext cx="8964613" cy="571500"/>
          </a:xfrm>
        </p:spPr>
        <p:txBody>
          <a:bodyPr/>
          <a:lstStyle/>
          <a:p>
            <a:r>
              <a:rPr lang="en-US" altLang="zh-CN" dirty="0"/>
              <a:t> C1</a:t>
            </a:r>
            <a:r>
              <a:rPr lang="en-US" altLang="zh-CN" sz="2400" dirty="0"/>
              <a:t>(M)               </a:t>
            </a:r>
            <a:r>
              <a:rPr lang="en-US" altLang="zh-CN" sz="2400" dirty="0">
                <a:solidFill>
                  <a:srgbClr val="0070C0"/>
                </a:solidFill>
              </a:rPr>
              <a:t>Bus</a:t>
            </a:r>
            <a:r>
              <a:rPr lang="en-US" altLang="zh-CN" sz="2400" dirty="0"/>
              <a:t>   </a:t>
            </a:r>
            <a:r>
              <a:rPr lang="zh-CN" altLang="en-US" sz="2400" dirty="0"/>
              <a:t>           </a:t>
            </a:r>
            <a:r>
              <a:rPr lang="en-US" altLang="zh-CN" sz="2400" dirty="0"/>
              <a:t>C3(local)  </a:t>
            </a:r>
            <a:r>
              <a:rPr lang="zh-CN" altLang="en-US" sz="2400" dirty="0"/>
              <a:t>      </a:t>
            </a:r>
            <a:r>
              <a:rPr lang="en-US" altLang="zh-CN" sz="2400" dirty="0"/>
              <a:t>C4(remote)    </a:t>
            </a:r>
            <a:endParaRPr lang="zh-CN" altLang="en-US" sz="2400" dirty="0"/>
          </a:p>
        </p:txBody>
      </p:sp>
      <p:sp>
        <p:nvSpPr>
          <p:cNvPr id="83" name="TextBox 47">
            <a:extLst>
              <a:ext uri="{FF2B5EF4-FFF2-40B4-BE49-F238E27FC236}">
                <a16:creationId xmlns:a16="http://schemas.microsoft.com/office/drawing/2014/main" id="{6F934540-B0EE-4A3F-9BA5-8C10109EC747}"/>
              </a:ext>
            </a:extLst>
          </p:cNvPr>
          <p:cNvSpPr txBox="1">
            <a:spLocks noChangeArrowheads="1"/>
          </p:cNvSpPr>
          <p:nvPr/>
        </p:nvSpPr>
        <p:spPr bwMode="auto">
          <a:xfrm>
            <a:off x="76201" y="5438423"/>
            <a:ext cx="1078384"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folHlink"/>
              </a:buClr>
              <a:buSzPct val="60000"/>
              <a:buFont typeface="Wingdings" panose="05000000000000000000" pitchFamily="2" charset="2"/>
              <a:buChar char="n"/>
              <a:defRPr sz="36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36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36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r>
              <a:rPr lang="en-US" altLang="zh-CN" sz="1600" dirty="0">
                <a:solidFill>
                  <a:schemeClr val="tx2"/>
                </a:solidFill>
                <a:latin typeface="Arial" panose="020B0604020202020204" pitchFamily="34" charset="0"/>
              </a:rPr>
              <a:t>Write X to memory</a:t>
            </a:r>
            <a:endParaRPr lang="zh-CN" altLang="en-US" sz="1600" dirty="0">
              <a:solidFill>
                <a:schemeClr val="tx2"/>
              </a:solidFill>
              <a:latin typeface="Arial" panose="020B0604020202020204" pitchFamily="34" charset="0"/>
            </a:endParaRPr>
          </a:p>
        </p:txBody>
      </p:sp>
      <p:grpSp>
        <p:nvGrpSpPr>
          <p:cNvPr id="55" name="组合 48">
            <a:extLst>
              <a:ext uri="{FF2B5EF4-FFF2-40B4-BE49-F238E27FC236}">
                <a16:creationId xmlns:a16="http://schemas.microsoft.com/office/drawing/2014/main" id="{CF6133D7-F1C2-44E5-AF9A-CBDF01E373D8}"/>
              </a:ext>
            </a:extLst>
          </p:cNvPr>
          <p:cNvGrpSpPr>
            <a:grpSpLocks/>
          </p:cNvGrpSpPr>
          <p:nvPr/>
        </p:nvGrpSpPr>
        <p:grpSpPr bwMode="auto">
          <a:xfrm flipH="1">
            <a:off x="3243636" y="4888752"/>
            <a:ext cx="4423658" cy="340941"/>
            <a:chOff x="1000100" y="4733743"/>
            <a:chExt cx="2071702" cy="339919"/>
          </a:xfrm>
        </p:grpSpPr>
        <p:cxnSp>
          <p:nvCxnSpPr>
            <p:cNvPr id="56" name="直接箭头连接符 46">
              <a:extLst>
                <a:ext uri="{FF2B5EF4-FFF2-40B4-BE49-F238E27FC236}">
                  <a16:creationId xmlns:a16="http://schemas.microsoft.com/office/drawing/2014/main" id="{F2ACEE13-FCC7-4003-8CE4-3D37D474D43D}"/>
                </a:ext>
              </a:extLst>
            </p:cNvPr>
            <p:cNvCxnSpPr>
              <a:cxnSpLocks noChangeShapeType="1"/>
            </p:cNvCxnSpPr>
            <p:nvPr/>
          </p:nvCxnSpPr>
          <p:spPr bwMode="auto">
            <a:xfrm>
              <a:off x="1000100" y="5072074"/>
              <a:ext cx="2071702" cy="1588"/>
            </a:xfrm>
            <a:prstGeom prst="straightConnector1">
              <a:avLst/>
            </a:prstGeom>
            <a:noFill/>
            <a:ln w="38100" algn="ctr">
              <a:solidFill>
                <a:srgbClr val="FF0000"/>
              </a:solidFill>
              <a:round/>
              <a:headEnd type="arrow"/>
              <a:tailEnd type="none" w="med" len="med"/>
            </a:ln>
            <a:extLst>
              <a:ext uri="{909E8E84-426E-40DD-AFC4-6F175D3DCCD1}">
                <a14:hiddenFill xmlns:a14="http://schemas.microsoft.com/office/drawing/2010/main">
                  <a:noFill/>
                </a14:hiddenFill>
              </a:ext>
            </a:extLst>
          </p:spPr>
        </p:cxnSp>
        <p:sp>
          <p:nvSpPr>
            <p:cNvPr id="57" name="TextBox 47">
              <a:extLst>
                <a:ext uri="{FF2B5EF4-FFF2-40B4-BE49-F238E27FC236}">
                  <a16:creationId xmlns:a16="http://schemas.microsoft.com/office/drawing/2014/main" id="{689FA797-5A6C-4989-9C99-DFF06230B353}"/>
                </a:ext>
              </a:extLst>
            </p:cNvPr>
            <p:cNvSpPr txBox="1">
              <a:spLocks noChangeArrowheads="1"/>
            </p:cNvSpPr>
            <p:nvPr/>
          </p:nvSpPr>
          <p:spPr bwMode="auto">
            <a:xfrm>
              <a:off x="1662124" y="4733743"/>
              <a:ext cx="846713" cy="3375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6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36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36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r>
                <a:rPr lang="en-US" altLang="zh-CN" sz="1600" dirty="0" err="1">
                  <a:solidFill>
                    <a:schemeClr val="tx2"/>
                  </a:solidFill>
                  <a:latin typeface="Arial" panose="020B0604020202020204" pitchFamily="34" charset="0"/>
                </a:rPr>
                <a:t>GetS</a:t>
              </a:r>
              <a:r>
                <a:rPr lang="en-US" altLang="zh-CN" sz="1600" dirty="0">
                  <a:solidFill>
                    <a:schemeClr val="tx2"/>
                  </a:solidFill>
                  <a:latin typeface="Arial" panose="020B0604020202020204" pitchFamily="34" charset="0"/>
                </a:rPr>
                <a:t> X</a:t>
              </a:r>
              <a:endParaRPr lang="zh-CN" altLang="en-US" sz="1600" dirty="0">
                <a:solidFill>
                  <a:schemeClr val="tx2"/>
                </a:solidFill>
                <a:latin typeface="Arial" panose="020B0604020202020204" pitchFamily="34" charset="0"/>
              </a:endParaRPr>
            </a:p>
          </p:txBody>
        </p:sp>
      </p:grpSp>
      <p:grpSp>
        <p:nvGrpSpPr>
          <p:cNvPr id="58" name="组合 61">
            <a:extLst>
              <a:ext uri="{FF2B5EF4-FFF2-40B4-BE49-F238E27FC236}">
                <a16:creationId xmlns:a16="http://schemas.microsoft.com/office/drawing/2014/main" id="{526CB47F-42DD-4D81-BF98-76B4ACBE9EDF}"/>
              </a:ext>
            </a:extLst>
          </p:cNvPr>
          <p:cNvGrpSpPr>
            <a:grpSpLocks/>
          </p:cNvGrpSpPr>
          <p:nvPr/>
        </p:nvGrpSpPr>
        <p:grpSpPr bwMode="auto">
          <a:xfrm>
            <a:off x="5512357" y="5360873"/>
            <a:ext cx="2123540" cy="338554"/>
            <a:chOff x="3071802" y="5751406"/>
            <a:chExt cx="2286016" cy="338604"/>
          </a:xfrm>
        </p:grpSpPr>
        <p:cxnSp>
          <p:nvCxnSpPr>
            <p:cNvPr id="59" name="直接箭头连接符 58">
              <a:extLst>
                <a:ext uri="{FF2B5EF4-FFF2-40B4-BE49-F238E27FC236}">
                  <a16:creationId xmlns:a16="http://schemas.microsoft.com/office/drawing/2014/main" id="{972B4A08-FD61-4092-A607-69DD54C590E4}"/>
                </a:ext>
              </a:extLst>
            </p:cNvPr>
            <p:cNvCxnSpPr>
              <a:cxnSpLocks noChangeShapeType="1"/>
            </p:cNvCxnSpPr>
            <p:nvPr/>
          </p:nvCxnSpPr>
          <p:spPr bwMode="auto">
            <a:xfrm rot="10800000">
              <a:off x="3071802" y="6072206"/>
              <a:ext cx="2286016" cy="1588"/>
            </a:xfrm>
            <a:prstGeom prst="straightConnector1">
              <a:avLst/>
            </a:prstGeom>
            <a:noFill/>
            <a:ln w="9525" algn="ctr">
              <a:solidFill>
                <a:srgbClr val="00B050"/>
              </a:solidFill>
              <a:round/>
              <a:headEnd/>
              <a:tailEnd type="arrow" w="med" len="med"/>
            </a:ln>
            <a:extLst>
              <a:ext uri="{909E8E84-426E-40DD-AFC4-6F175D3DCCD1}">
                <a14:hiddenFill xmlns:a14="http://schemas.microsoft.com/office/drawing/2010/main">
                  <a:noFill/>
                </a14:hiddenFill>
              </a:ext>
            </a:extLst>
          </p:spPr>
        </p:cxnSp>
        <p:sp>
          <p:nvSpPr>
            <p:cNvPr id="60" name="TextBox 59">
              <a:extLst>
                <a:ext uri="{FF2B5EF4-FFF2-40B4-BE49-F238E27FC236}">
                  <a16:creationId xmlns:a16="http://schemas.microsoft.com/office/drawing/2014/main" id="{C44818F5-0707-4237-ADB5-2723B807A912}"/>
                </a:ext>
              </a:extLst>
            </p:cNvPr>
            <p:cNvSpPr txBox="1">
              <a:spLocks noChangeArrowheads="1"/>
            </p:cNvSpPr>
            <p:nvPr/>
          </p:nvSpPr>
          <p:spPr bwMode="auto">
            <a:xfrm>
              <a:off x="3567584" y="5751406"/>
              <a:ext cx="1143008" cy="3386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6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36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36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r>
                <a:rPr lang="en-US" altLang="zh-CN" sz="1600" dirty="0">
                  <a:solidFill>
                    <a:schemeClr val="tx2"/>
                  </a:solidFill>
                  <a:latin typeface="Arial" panose="020B0604020202020204" pitchFamily="34" charset="0"/>
                </a:rPr>
                <a:t>   Ack</a:t>
              </a:r>
              <a:endParaRPr lang="zh-CN" altLang="en-US" sz="1600" dirty="0">
                <a:solidFill>
                  <a:schemeClr val="tx2"/>
                </a:solidFill>
                <a:latin typeface="Arial" panose="020B0604020202020204" pitchFamily="34" charset="0"/>
              </a:endParaRPr>
            </a:p>
          </p:txBody>
        </p:sp>
      </p:grpSp>
    </p:spTree>
    <p:extLst>
      <p:ext uri="{BB962C8B-B14F-4D97-AF65-F5344CB8AC3E}">
        <p14:creationId xmlns:p14="http://schemas.microsoft.com/office/powerpoint/2010/main" val="3102945875"/>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2"/>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55"/>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5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83"/>
                                        </p:tgtEl>
                                        <p:attrNameLst>
                                          <p:attrName>style.visibility</p:attrName>
                                        </p:attrNameLst>
                                      </p:cBhvr>
                                      <p:to>
                                        <p:strVal val="visible"/>
                                      </p:to>
                                    </p:set>
                                  </p:childTnLst>
                                </p:cTn>
                              </p:par>
                              <p:par>
                                <p:cTn id="19" presetID="1" presetClass="exit" presetSubtype="0" fill="hold" grpId="0" nodeType="withEffect">
                                  <p:stCondLst>
                                    <p:cond delay="0"/>
                                  </p:stCondLst>
                                  <p:childTnLst>
                                    <p:set>
                                      <p:cBhvr>
                                        <p:cTn id="20" dur="1" fill="hold">
                                          <p:stCondLst>
                                            <p:cond delay="0"/>
                                          </p:stCondLst>
                                        </p:cTn>
                                        <p:tgtEl>
                                          <p:spTgt spid="118784"/>
                                        </p:tgtEl>
                                        <p:attrNameLst>
                                          <p:attrName>style.visibility</p:attrName>
                                        </p:attrNameLst>
                                      </p:cBhvr>
                                      <p:to>
                                        <p:strVal val="hidden"/>
                                      </p:to>
                                    </p:set>
                                  </p:childTnLst>
                                </p:cTn>
                              </p:par>
                              <p:par>
                                <p:cTn id="21" presetID="1" presetClass="exit" presetSubtype="0" fill="hold" grpId="0" nodeType="withEffect">
                                  <p:stCondLst>
                                    <p:cond delay="0"/>
                                  </p:stCondLst>
                                  <p:childTnLst>
                                    <p:set>
                                      <p:cBhvr>
                                        <p:cTn id="22" dur="1" fill="hold">
                                          <p:stCondLst>
                                            <p:cond delay="0"/>
                                          </p:stCondLst>
                                        </p:cTn>
                                        <p:tgtEl>
                                          <p:spTgt spid="86"/>
                                        </p:tgtEl>
                                        <p:attrNameLst>
                                          <p:attrName>style.visibility</p:attrName>
                                        </p:attrNameLst>
                                      </p:cBhvr>
                                      <p:to>
                                        <p:strVal val="hidden"/>
                                      </p:to>
                                    </p:set>
                                  </p:childTnLst>
                                </p:cTn>
                              </p:par>
                              <p:par>
                                <p:cTn id="23" presetID="1" presetClass="entr" presetSubtype="0" fill="hold" grpId="0" nodeType="withEffect">
                                  <p:stCondLst>
                                    <p:cond delay="0"/>
                                  </p:stCondLst>
                                  <p:childTnLst>
                                    <p:set>
                                      <p:cBhvr>
                                        <p:cTn id="24" dur="1" fill="hold">
                                          <p:stCondLst>
                                            <p:cond delay="0"/>
                                          </p:stCondLst>
                                        </p:cTn>
                                        <p:tgtEl>
                                          <p:spTgt spid="85"/>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6"/>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118784" grpId="0"/>
      <p:bldP spid="85" grpId="0"/>
      <p:bldP spid="86" grpId="0"/>
      <p:bldP spid="83" grpId="0"/>
    </p:bld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5" name="Title 1"/>
          <p:cNvSpPr>
            <a:spLocks noGrp="1"/>
          </p:cNvSpPr>
          <p:nvPr>
            <p:ph type="title"/>
          </p:nvPr>
        </p:nvSpPr>
        <p:spPr/>
        <p:txBody>
          <a:bodyPr/>
          <a:lstStyle/>
          <a:p>
            <a:r>
              <a:rPr lang="en-US" altLang="en-US" dirty="0">
                <a:ea typeface="ＭＳ Ｐゴシック" charset="-128"/>
              </a:rPr>
              <a:t>Why Needing a Bus?</a:t>
            </a:r>
          </a:p>
        </p:txBody>
      </p:sp>
      <p:sp>
        <p:nvSpPr>
          <p:cNvPr id="3" name="Content Placeholder 2"/>
          <p:cNvSpPr>
            <a:spLocks noGrp="1"/>
          </p:cNvSpPr>
          <p:nvPr>
            <p:ph idx="1"/>
          </p:nvPr>
        </p:nvSpPr>
        <p:spPr>
          <a:xfrm>
            <a:off x="228600" y="996950"/>
            <a:ext cx="8610600" cy="4184650"/>
          </a:xfrm>
        </p:spPr>
        <p:txBody>
          <a:bodyPr/>
          <a:lstStyle/>
          <a:p>
            <a:r>
              <a:rPr lang="en-US" altLang="zh-CN" b="1" dirty="0">
                <a:ea typeface="ＭＳ Ｐゴシック" charset="-128"/>
              </a:rPr>
              <a:t>Ordering</a:t>
            </a:r>
            <a:endParaRPr lang="en-US" altLang="zh-CN" dirty="0">
              <a:ea typeface="ＭＳ Ｐゴシック" charset="-128"/>
            </a:endParaRPr>
          </a:p>
          <a:p>
            <a:pPr lvl="1"/>
            <a:r>
              <a:rPr lang="en-US" altLang="zh-CN" dirty="0">
                <a:ea typeface="ＭＳ Ｐゴシック" charset="-128"/>
              </a:rPr>
              <a:t>Bus serializes requests, ordering some before others.</a:t>
            </a:r>
          </a:p>
          <a:p>
            <a:pPr lvl="1"/>
            <a:r>
              <a:rPr lang="en-US" altLang="en-US" dirty="0">
                <a:ea typeface="ＭＳ Ｐゴシック" charset="-128"/>
              </a:rPr>
              <a:t>However: </a:t>
            </a:r>
            <a:r>
              <a:rPr lang="en-US" altLang="zh-CN" dirty="0">
                <a:ea typeface="ＭＳ Ｐゴシック" charset="-128"/>
              </a:rPr>
              <a:t>coherence does not require ordering of requests to different address.</a:t>
            </a:r>
          </a:p>
          <a:p>
            <a:endParaRPr lang="en-US" altLang="en-US" dirty="0">
              <a:ea typeface="ＭＳ Ｐゴシック" charset="-128"/>
            </a:endParaRPr>
          </a:p>
          <a:p>
            <a:r>
              <a:rPr lang="en-US" altLang="en-US" b="1" dirty="0">
                <a:ea typeface="ＭＳ Ｐゴシック" charset="-128"/>
              </a:rPr>
              <a:t>Communication</a:t>
            </a:r>
            <a:endParaRPr lang="en-US" altLang="en-US" dirty="0">
              <a:ea typeface="ＭＳ Ｐゴシック" charset="-128"/>
            </a:endParaRPr>
          </a:p>
          <a:p>
            <a:pPr lvl="1"/>
            <a:r>
              <a:rPr lang="en-US" altLang="en-US" dirty="0">
                <a:ea typeface="ＭＳ Ｐゴシック" charset="-128"/>
              </a:rPr>
              <a:t>Simple, fast broadcast medium</a:t>
            </a:r>
          </a:p>
          <a:p>
            <a:pPr lvl="1"/>
            <a:r>
              <a:rPr lang="en-US" altLang="en-US" dirty="0">
                <a:ea typeface="ＭＳ Ｐゴシック" charset="-128"/>
              </a:rPr>
              <a:t>However: coherence does not require broadcast</a:t>
            </a:r>
          </a:p>
          <a:p>
            <a:pPr lvl="2"/>
            <a:r>
              <a:rPr lang="en-US" altLang="en-US" dirty="0">
                <a:ea typeface="ＭＳ Ｐゴシック" charset="-128"/>
              </a:rPr>
              <a:t>Only need to communicate with sharers</a:t>
            </a:r>
          </a:p>
          <a:p>
            <a:pPr lvl="2"/>
            <a:r>
              <a:rPr lang="en-US" altLang="en-US" dirty="0">
                <a:ea typeface="ＭＳ Ｐゴシック" charset="-128"/>
              </a:rPr>
              <a:t>Observation: most data is not shared by every cache. </a:t>
            </a:r>
          </a:p>
          <a:p>
            <a:endParaRPr lang="en-US" altLang="en-US" dirty="0">
              <a:ea typeface="ＭＳ Ｐゴシック" charset="-128"/>
            </a:endParaRPr>
          </a:p>
        </p:txBody>
      </p:sp>
      <p:sp>
        <p:nvSpPr>
          <p:cNvPr id="113667" name="Slide Number Placeholder 3"/>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charset="0"/>
                <a:ea typeface="ＭＳ Ｐゴシック" charset="-128"/>
              </a:defRPr>
            </a:lvl1pPr>
            <a:lvl2pPr marL="742950" indent="-285750" eaLnBrk="0" hangingPunct="0">
              <a:defRPr sz="2400">
                <a:solidFill>
                  <a:schemeClr val="tx1"/>
                </a:solidFill>
                <a:latin typeface="Arial" charset="0"/>
                <a:ea typeface="ＭＳ Ｐゴシック" charset="-128"/>
              </a:defRPr>
            </a:lvl2pPr>
            <a:lvl3pPr marL="1143000" indent="-228600" eaLnBrk="0" hangingPunct="0">
              <a:defRPr sz="2400">
                <a:solidFill>
                  <a:schemeClr val="tx1"/>
                </a:solidFill>
                <a:latin typeface="Arial" charset="0"/>
                <a:ea typeface="ＭＳ Ｐゴシック" charset="-128"/>
              </a:defRPr>
            </a:lvl3pPr>
            <a:lvl4pPr marL="1600200" indent="-228600" eaLnBrk="0" hangingPunct="0">
              <a:defRPr sz="2400">
                <a:solidFill>
                  <a:schemeClr val="tx1"/>
                </a:solidFill>
                <a:latin typeface="Arial" charset="0"/>
                <a:ea typeface="ＭＳ Ｐゴシック" charset="-128"/>
              </a:defRPr>
            </a:lvl4pPr>
            <a:lvl5pPr marL="2057400" indent="-228600" eaLnBrk="0" hangingPunct="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eaLnBrk="1" hangingPunct="1"/>
            <a:fld id="{DF1DBEA2-46FD-AF41-AEC4-D2A7B7B98B2D}" type="slidenum">
              <a:rPr lang="en-US" altLang="en-US" sz="1600">
                <a:solidFill>
                  <a:srgbClr val="000000"/>
                </a:solidFill>
                <a:latin typeface="Garamond" charset="0"/>
              </a:rPr>
              <a:pPr eaLnBrk="1" hangingPunct="1"/>
              <a:t>80</a:t>
            </a:fld>
            <a:endParaRPr lang="en-US" altLang="en-US" sz="1600">
              <a:solidFill>
                <a:srgbClr val="000000"/>
              </a:solidFill>
              <a:latin typeface="Garamond" charset="0"/>
            </a:endParaRPr>
          </a:p>
        </p:txBody>
      </p:sp>
    </p:spTree>
    <p:extLst>
      <p:ext uri="{BB962C8B-B14F-4D97-AF65-F5344CB8AC3E}">
        <p14:creationId xmlns:p14="http://schemas.microsoft.com/office/powerpoint/2010/main" val="4278169521"/>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5" end="5"/>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6" end="6"/>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7" end="7"/>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5" name="Title 1"/>
          <p:cNvSpPr>
            <a:spLocks noGrp="1"/>
          </p:cNvSpPr>
          <p:nvPr>
            <p:ph type="title"/>
          </p:nvPr>
        </p:nvSpPr>
        <p:spPr>
          <a:xfrm>
            <a:off x="38100" y="197879"/>
            <a:ext cx="9067800" cy="1066800"/>
          </a:xfrm>
        </p:spPr>
        <p:txBody>
          <a:bodyPr/>
          <a:lstStyle/>
          <a:p>
            <a:r>
              <a:rPr lang="en-US" altLang="en-US" dirty="0">
                <a:ea typeface="ＭＳ Ｐゴシック" charset="-128"/>
              </a:rPr>
              <a:t>Cache Coherence Protocols</a:t>
            </a:r>
          </a:p>
        </p:txBody>
      </p:sp>
      <p:sp>
        <p:nvSpPr>
          <p:cNvPr id="93186" name="Content Placeholder 2"/>
          <p:cNvSpPr>
            <a:spLocks noGrp="1"/>
          </p:cNvSpPr>
          <p:nvPr>
            <p:ph idx="1"/>
          </p:nvPr>
        </p:nvSpPr>
        <p:spPr>
          <a:xfrm>
            <a:off x="0" y="875532"/>
            <a:ext cx="5584031" cy="6058668"/>
          </a:xfrm>
        </p:spPr>
        <p:txBody>
          <a:bodyPr/>
          <a:lstStyle/>
          <a:p>
            <a:r>
              <a:rPr lang="en-US" altLang="en-US" b="1" dirty="0">
                <a:ea typeface="ＭＳ Ｐゴシック" charset="-128"/>
              </a:rPr>
              <a:t>Cache Coherence</a:t>
            </a:r>
            <a:r>
              <a:rPr lang="en-US" altLang="en-US" dirty="0">
                <a:ea typeface="ＭＳ Ｐゴシック" charset="-128"/>
              </a:rPr>
              <a:t> </a:t>
            </a:r>
          </a:p>
          <a:p>
            <a:pPr lvl="1"/>
            <a:r>
              <a:rPr lang="en-US" altLang="zh-CN" b="1" dirty="0">
                <a:ea typeface="ＭＳ Ｐゴシック" charset="-128"/>
              </a:rPr>
              <a:t>Snoop</a:t>
            </a:r>
            <a:r>
              <a:rPr lang="en-US" altLang="zh-CN" dirty="0">
                <a:ea typeface="ＭＳ Ｐゴシック" charset="-128"/>
              </a:rPr>
              <a:t>:</a:t>
            </a:r>
            <a:r>
              <a:rPr lang="en-US" altLang="en-US" dirty="0">
                <a:ea typeface="ＭＳ Ｐゴシック" charset="-128"/>
              </a:rPr>
              <a:t> </a:t>
            </a:r>
            <a:r>
              <a:rPr lang="en-US" altLang="en-US" sz="2000" dirty="0">
                <a:ea typeface="ＭＳ Ｐゴシック" charset="-128"/>
              </a:rPr>
              <a:t>[Goodman ISCA 1983]</a:t>
            </a:r>
            <a:endParaRPr lang="en-US" altLang="zh-CN" sz="2000" dirty="0">
              <a:ea typeface="ＭＳ Ｐゴシック" charset="-128"/>
            </a:endParaRPr>
          </a:p>
          <a:p>
            <a:pPr lvl="2"/>
            <a:r>
              <a:rPr lang="en-US" altLang="zh-CN" dirty="0">
                <a:ea typeface="ＭＳ Ｐゴシック" charset="-128"/>
              </a:rPr>
              <a:t>Bus-based, each bus action broadcasts on the bus, one action at a time</a:t>
            </a:r>
            <a:r>
              <a:rPr lang="en-US" altLang="ja-JP" dirty="0">
                <a:ea typeface="ＭＳ Ｐゴシック" charset="-128"/>
              </a:rPr>
              <a:t>.</a:t>
            </a:r>
            <a:r>
              <a:rPr lang="en-US" altLang="en-US" dirty="0">
                <a:solidFill>
                  <a:srgbClr val="0000FF"/>
                </a:solidFill>
                <a:ea typeface="ＭＳ Ｐゴシック" charset="-128"/>
              </a:rPr>
              <a:t> </a:t>
            </a:r>
          </a:p>
          <a:p>
            <a:pPr lvl="2"/>
            <a:r>
              <a:rPr lang="en-US" altLang="en-US" dirty="0">
                <a:ea typeface="ＭＳ Ｐゴシック" charset="-128"/>
              </a:rPr>
              <a:t>Single point of serialization </a:t>
            </a:r>
            <a:r>
              <a:rPr lang="en-US" altLang="en-US" i="1" dirty="0">
                <a:ea typeface="ＭＳ Ｐゴシック" charset="-128"/>
              </a:rPr>
              <a:t>for all memory requests. </a:t>
            </a:r>
            <a:endParaRPr lang="en-US" altLang="zh-CN" dirty="0">
              <a:ea typeface="ＭＳ Ｐゴシック" charset="-128"/>
            </a:endParaRPr>
          </a:p>
          <a:p>
            <a:pPr lvl="1"/>
            <a:r>
              <a:rPr lang="en-US" altLang="zh-CN" b="1" dirty="0">
                <a:ea typeface="ＭＳ Ｐゴシック" charset="-128"/>
              </a:rPr>
              <a:t>Directory</a:t>
            </a:r>
            <a:r>
              <a:rPr lang="en-US" altLang="zh-CN" dirty="0">
                <a:ea typeface="ＭＳ Ｐゴシック" charset="-128"/>
              </a:rPr>
              <a:t>:</a:t>
            </a:r>
            <a:r>
              <a:rPr lang="en-US" altLang="zh-CN" sz="2000" dirty="0">
                <a:ea typeface="ＭＳ Ｐゴシック" charset="-128"/>
              </a:rPr>
              <a:t>[</a:t>
            </a:r>
            <a:r>
              <a:rPr lang="en-US" altLang="zh-CN" sz="2000" dirty="0" err="1">
                <a:ea typeface="ＭＳ Ｐゴシック" charset="-128"/>
              </a:rPr>
              <a:t>Censier</a:t>
            </a:r>
            <a:r>
              <a:rPr lang="en-US" altLang="zh-CN" sz="2000" dirty="0">
                <a:ea typeface="ＭＳ Ｐゴシック" charset="-128"/>
              </a:rPr>
              <a:t>, </a:t>
            </a:r>
            <a:r>
              <a:rPr lang="en-US" altLang="zh-CN" sz="2000" dirty="0" err="1">
                <a:ea typeface="ＭＳ Ｐゴシック" charset="-128"/>
              </a:rPr>
              <a:t>ToC</a:t>
            </a:r>
            <a:r>
              <a:rPr lang="en-US" altLang="zh-CN" sz="2000" dirty="0">
                <a:ea typeface="ＭＳ Ｐゴシック" charset="-128"/>
              </a:rPr>
              <a:t> 1978]</a:t>
            </a:r>
          </a:p>
          <a:p>
            <a:pPr lvl="2"/>
            <a:r>
              <a:rPr lang="en-US" altLang="en-US" dirty="0">
                <a:ea typeface="ＭＳ Ｐゴシック" charset="-128"/>
              </a:rPr>
              <a:t>Cores make explicit requests for blocks</a:t>
            </a:r>
          </a:p>
          <a:p>
            <a:pPr lvl="2"/>
            <a:r>
              <a:rPr lang="en-US" altLang="en-US" b="1" dirty="0">
                <a:ea typeface="ＭＳ Ｐゴシック" charset="-128"/>
              </a:rPr>
              <a:t>Directory</a:t>
            </a:r>
            <a:r>
              <a:rPr lang="en-US" altLang="en-US" dirty="0">
                <a:ea typeface="ＭＳ Ｐゴシック" charset="-128"/>
              </a:rPr>
              <a:t> tracks which caches have each block</a:t>
            </a:r>
          </a:p>
          <a:p>
            <a:pPr lvl="2"/>
            <a:r>
              <a:rPr lang="en-US" altLang="en-US" b="1" dirty="0">
                <a:ea typeface="ＭＳ Ｐゴシック" charset="-128"/>
              </a:rPr>
              <a:t>Directory</a:t>
            </a:r>
            <a:r>
              <a:rPr lang="en-US" altLang="en-US" dirty="0">
                <a:ea typeface="ＭＳ Ｐゴシック" charset="-128"/>
              </a:rPr>
              <a:t> coordinates invalidation and updates</a:t>
            </a:r>
          </a:p>
          <a:p>
            <a:pPr lvl="2"/>
            <a:r>
              <a:rPr lang="en-US" altLang="en-US" dirty="0">
                <a:solidFill>
                  <a:srgbClr val="0432FF"/>
                </a:solidFill>
                <a:ea typeface="ＭＳ Ｐゴシック" charset="-128"/>
              </a:rPr>
              <a:t>Single point of serialization </a:t>
            </a:r>
            <a:r>
              <a:rPr lang="en-US" altLang="en-US" i="1" dirty="0">
                <a:solidFill>
                  <a:srgbClr val="0432FF"/>
                </a:solidFill>
                <a:ea typeface="ＭＳ Ｐゴシック" charset="-128"/>
              </a:rPr>
              <a:t>per block</a:t>
            </a:r>
            <a:r>
              <a:rPr lang="en-US" altLang="en-US" dirty="0">
                <a:solidFill>
                  <a:srgbClr val="0432FF"/>
                </a:solidFill>
                <a:ea typeface="ＭＳ Ｐゴシック" charset="-128"/>
              </a:rPr>
              <a:t>, distributed among nodes</a:t>
            </a:r>
          </a:p>
          <a:p>
            <a:pPr lvl="2"/>
            <a:r>
              <a:rPr lang="en-US" altLang="en-US" dirty="0">
                <a:solidFill>
                  <a:srgbClr val="FF0000"/>
                </a:solidFill>
                <a:ea typeface="ＭＳ Ｐゴシック" charset="-128"/>
              </a:rPr>
              <a:t>Long processing latency</a:t>
            </a:r>
          </a:p>
          <a:p>
            <a:pPr lvl="2"/>
            <a:endParaRPr lang="en-US" altLang="zh-CN" dirty="0">
              <a:ea typeface="ＭＳ Ｐゴシック" charset="-128"/>
            </a:endParaRPr>
          </a:p>
          <a:p>
            <a:pPr lvl="2"/>
            <a:endParaRPr lang="en-US" altLang="zh-CN" dirty="0">
              <a:ea typeface="ＭＳ Ｐゴシック" charset="-128"/>
            </a:endParaRPr>
          </a:p>
        </p:txBody>
      </p:sp>
      <p:sp>
        <p:nvSpPr>
          <p:cNvPr id="62" name="Oval 7">
            <a:extLst>
              <a:ext uri="{FF2B5EF4-FFF2-40B4-BE49-F238E27FC236}">
                <a16:creationId xmlns:a16="http://schemas.microsoft.com/office/drawing/2014/main" id="{C3FD745C-6FD2-49C8-8581-9947D0A0173E}"/>
              </a:ext>
            </a:extLst>
          </p:cNvPr>
          <p:cNvSpPr>
            <a:spLocks noChangeArrowheads="1"/>
          </p:cNvSpPr>
          <p:nvPr/>
        </p:nvSpPr>
        <p:spPr bwMode="auto">
          <a:xfrm>
            <a:off x="5791200" y="2590800"/>
            <a:ext cx="749300" cy="749300"/>
          </a:xfrm>
          <a:prstGeom prst="ellipse">
            <a:avLst/>
          </a:prstGeom>
          <a:solidFill>
            <a:schemeClr val="bg1"/>
          </a:solidFill>
          <a:ln w="12700">
            <a:solidFill>
              <a:schemeClr val="tx1"/>
            </a:solidFill>
            <a:round/>
            <a:headEnd/>
            <a:tailEnd/>
          </a:ln>
        </p:spPr>
        <p:txBody>
          <a:bodyPr wrap="none" anchor="ctr"/>
          <a:lstStyle>
            <a:lvl1pPr eaLnBrk="0" hangingPunct="0">
              <a:defRPr sz="2400">
                <a:solidFill>
                  <a:schemeClr val="tx1"/>
                </a:solidFill>
                <a:latin typeface="Arial" charset="0"/>
                <a:ea typeface="ＭＳ Ｐゴシック" charset="-128"/>
              </a:defRPr>
            </a:lvl1pPr>
            <a:lvl2pPr marL="742950" indent="-285750" eaLnBrk="0" hangingPunct="0">
              <a:defRPr sz="2400">
                <a:solidFill>
                  <a:schemeClr val="tx1"/>
                </a:solidFill>
                <a:latin typeface="Arial" charset="0"/>
                <a:ea typeface="ＭＳ Ｐゴシック" charset="-128"/>
              </a:defRPr>
            </a:lvl2pPr>
            <a:lvl3pPr marL="1143000" indent="-228600" eaLnBrk="0" hangingPunct="0">
              <a:defRPr sz="2400">
                <a:solidFill>
                  <a:schemeClr val="tx1"/>
                </a:solidFill>
                <a:latin typeface="Arial" charset="0"/>
                <a:ea typeface="ＭＳ Ｐゴシック" charset="-128"/>
              </a:defRPr>
            </a:lvl3pPr>
            <a:lvl4pPr marL="1600200" indent="-228600" eaLnBrk="0" hangingPunct="0">
              <a:defRPr sz="2400">
                <a:solidFill>
                  <a:schemeClr val="tx1"/>
                </a:solidFill>
                <a:latin typeface="Arial" charset="0"/>
                <a:ea typeface="ＭＳ Ｐゴシック" charset="-128"/>
              </a:defRPr>
            </a:lvl4pPr>
            <a:lvl5pPr marL="2057400" indent="-228600" eaLnBrk="0" hangingPunct="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charset="0"/>
              <a:ea typeface="ＭＳ Ｐゴシック" charset="-128"/>
              <a:cs typeface="+mn-cs"/>
            </a:endParaRPr>
          </a:p>
        </p:txBody>
      </p:sp>
      <p:sp>
        <p:nvSpPr>
          <p:cNvPr id="63" name="Line 9">
            <a:extLst>
              <a:ext uri="{FF2B5EF4-FFF2-40B4-BE49-F238E27FC236}">
                <a16:creationId xmlns:a16="http://schemas.microsoft.com/office/drawing/2014/main" id="{8D004B49-60EF-4C3B-B44D-B0F18B1C6733}"/>
              </a:ext>
            </a:extLst>
          </p:cNvPr>
          <p:cNvSpPr>
            <a:spLocks noChangeShapeType="1"/>
          </p:cNvSpPr>
          <p:nvPr/>
        </p:nvSpPr>
        <p:spPr bwMode="auto">
          <a:xfrm>
            <a:off x="6183312" y="3346531"/>
            <a:ext cx="0" cy="3111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charset="0"/>
              <a:ea typeface="ＭＳ Ｐゴシック" charset="-128"/>
              <a:cs typeface="+mn-cs"/>
            </a:endParaRPr>
          </a:p>
        </p:txBody>
      </p:sp>
      <p:sp>
        <p:nvSpPr>
          <p:cNvPr id="64" name="Line 10">
            <a:extLst>
              <a:ext uri="{FF2B5EF4-FFF2-40B4-BE49-F238E27FC236}">
                <a16:creationId xmlns:a16="http://schemas.microsoft.com/office/drawing/2014/main" id="{78F93EC4-754D-4E17-9CA2-8EBF58ACABE6}"/>
              </a:ext>
            </a:extLst>
          </p:cNvPr>
          <p:cNvSpPr>
            <a:spLocks noChangeShapeType="1"/>
          </p:cNvSpPr>
          <p:nvPr/>
        </p:nvSpPr>
        <p:spPr bwMode="auto">
          <a:xfrm>
            <a:off x="6183312" y="4337131"/>
            <a:ext cx="0" cy="36830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charset="0"/>
              <a:ea typeface="ＭＳ Ｐゴシック" charset="-128"/>
              <a:cs typeface="+mn-cs"/>
            </a:endParaRPr>
          </a:p>
        </p:txBody>
      </p:sp>
      <p:sp>
        <p:nvSpPr>
          <p:cNvPr id="65" name="Rectangle 11">
            <a:extLst>
              <a:ext uri="{FF2B5EF4-FFF2-40B4-BE49-F238E27FC236}">
                <a16:creationId xmlns:a16="http://schemas.microsoft.com/office/drawing/2014/main" id="{2FAB76D7-1805-492E-B58B-4C7C7D98E6C7}"/>
              </a:ext>
            </a:extLst>
          </p:cNvPr>
          <p:cNvSpPr>
            <a:spLocks noChangeArrowheads="1"/>
          </p:cNvSpPr>
          <p:nvPr/>
        </p:nvSpPr>
        <p:spPr bwMode="auto">
          <a:xfrm>
            <a:off x="5670551" y="5679907"/>
            <a:ext cx="2897184" cy="612843"/>
          </a:xfrm>
          <a:prstGeom prst="rect">
            <a:avLst/>
          </a:prstGeom>
          <a:solidFill>
            <a:schemeClr val="bg1">
              <a:lumMod val="95000"/>
            </a:schemeClr>
          </a:solidFill>
          <a:ln w="25400">
            <a:solidFill>
              <a:schemeClr val="tx1"/>
            </a:solidFill>
            <a:miter lim="800000"/>
            <a:headEnd/>
            <a:tailEnd/>
          </a:ln>
        </p:spPr>
        <p:txBody>
          <a:bodyPr wrap="none" anchor="ctr"/>
          <a:lstStyle>
            <a:lvl1pPr eaLnBrk="0" hangingPunct="0">
              <a:defRPr sz="2400">
                <a:solidFill>
                  <a:schemeClr val="tx1"/>
                </a:solidFill>
                <a:latin typeface="Arial" charset="0"/>
                <a:ea typeface="ＭＳ Ｐゴシック" charset="-128"/>
              </a:defRPr>
            </a:lvl1pPr>
            <a:lvl2pPr marL="742950" indent="-285750" eaLnBrk="0" hangingPunct="0">
              <a:defRPr sz="2400">
                <a:solidFill>
                  <a:schemeClr val="tx1"/>
                </a:solidFill>
                <a:latin typeface="Arial" charset="0"/>
                <a:ea typeface="ＭＳ Ｐゴシック" charset="-128"/>
              </a:defRPr>
            </a:lvl2pPr>
            <a:lvl3pPr marL="1143000" indent="-228600" eaLnBrk="0" hangingPunct="0">
              <a:defRPr sz="2400">
                <a:solidFill>
                  <a:schemeClr val="tx1"/>
                </a:solidFill>
                <a:latin typeface="Arial" charset="0"/>
                <a:ea typeface="ＭＳ Ｐゴシック" charset="-128"/>
              </a:defRPr>
            </a:lvl3pPr>
            <a:lvl4pPr marL="1600200" indent="-228600" eaLnBrk="0" hangingPunct="0">
              <a:defRPr sz="2400">
                <a:solidFill>
                  <a:schemeClr val="tx1"/>
                </a:solidFill>
                <a:latin typeface="Arial" charset="0"/>
                <a:ea typeface="ＭＳ Ｐゴシック" charset="-128"/>
              </a:defRPr>
            </a:lvl4pPr>
            <a:lvl5pPr marL="2057400" indent="-228600" eaLnBrk="0" hangingPunct="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charset="0"/>
              <a:ea typeface="ＭＳ Ｐゴシック" charset="-128"/>
              <a:cs typeface="+mn-cs"/>
            </a:endParaRPr>
          </a:p>
        </p:txBody>
      </p:sp>
      <p:sp>
        <p:nvSpPr>
          <p:cNvPr id="66" name="Rectangle 13">
            <a:extLst>
              <a:ext uri="{FF2B5EF4-FFF2-40B4-BE49-F238E27FC236}">
                <a16:creationId xmlns:a16="http://schemas.microsoft.com/office/drawing/2014/main" id="{C81878FC-9DB1-4103-BDCF-371293ED4DC3}"/>
              </a:ext>
            </a:extLst>
          </p:cNvPr>
          <p:cNvSpPr>
            <a:spLocks noChangeArrowheads="1"/>
          </p:cNvSpPr>
          <p:nvPr/>
        </p:nvSpPr>
        <p:spPr bwMode="auto">
          <a:xfrm>
            <a:off x="5870048" y="2767806"/>
            <a:ext cx="593112" cy="3667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eaLnBrk="0" hangingPunct="0">
              <a:defRPr sz="2400">
                <a:solidFill>
                  <a:schemeClr val="tx1"/>
                </a:solidFill>
                <a:latin typeface="Arial" charset="0"/>
                <a:ea typeface="ＭＳ Ｐゴシック" charset="-128"/>
              </a:defRPr>
            </a:lvl1pPr>
            <a:lvl2pPr marL="742950" indent="-285750" eaLnBrk="0" hangingPunct="0">
              <a:defRPr sz="2400">
                <a:solidFill>
                  <a:schemeClr val="tx1"/>
                </a:solidFill>
                <a:latin typeface="Arial" charset="0"/>
                <a:ea typeface="ＭＳ Ｐゴシック" charset="-128"/>
              </a:defRPr>
            </a:lvl2pPr>
            <a:lvl3pPr marL="1143000" indent="-228600" eaLnBrk="0" hangingPunct="0">
              <a:defRPr sz="2400">
                <a:solidFill>
                  <a:schemeClr val="tx1"/>
                </a:solidFill>
                <a:latin typeface="Arial" charset="0"/>
                <a:ea typeface="ＭＳ Ｐゴシック" charset="-128"/>
              </a:defRPr>
            </a:lvl3pPr>
            <a:lvl4pPr marL="1600200" indent="-228600" eaLnBrk="0" hangingPunct="0">
              <a:defRPr sz="2400">
                <a:solidFill>
                  <a:schemeClr val="tx1"/>
                </a:solidFill>
                <a:latin typeface="Arial" charset="0"/>
                <a:ea typeface="ＭＳ Ｐゴシック" charset="-128"/>
              </a:defRPr>
            </a:lvl4pPr>
            <a:lvl5pPr marL="2057400" indent="-228600" eaLnBrk="0" hangingPunct="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dirty="0">
                <a:ln>
                  <a:noFill/>
                </a:ln>
                <a:solidFill>
                  <a:srgbClr val="000000"/>
                </a:solidFill>
                <a:effectLst/>
                <a:uLnTx/>
                <a:uFillTx/>
                <a:latin typeface="Arial Narrow" panose="020B0606020202030204" pitchFamily="34" charset="0"/>
              </a:rPr>
              <a:t>Core</a:t>
            </a:r>
          </a:p>
        </p:txBody>
      </p:sp>
      <p:sp>
        <p:nvSpPr>
          <p:cNvPr id="67" name="AutoShape 16">
            <a:extLst>
              <a:ext uri="{FF2B5EF4-FFF2-40B4-BE49-F238E27FC236}">
                <a16:creationId xmlns:a16="http://schemas.microsoft.com/office/drawing/2014/main" id="{F44B164B-3365-4157-9B91-277598472F54}"/>
              </a:ext>
            </a:extLst>
          </p:cNvPr>
          <p:cNvSpPr>
            <a:spLocks noChangeArrowheads="1"/>
          </p:cNvSpPr>
          <p:nvPr/>
        </p:nvSpPr>
        <p:spPr bwMode="auto">
          <a:xfrm>
            <a:off x="5585618" y="4718131"/>
            <a:ext cx="3067051" cy="596900"/>
          </a:xfrm>
          <a:prstGeom prst="roundRect">
            <a:avLst>
              <a:gd name="adj" fmla="val 12495"/>
            </a:avLst>
          </a:prstGeom>
          <a:solidFill>
            <a:schemeClr val="bg1"/>
          </a:solidFill>
          <a:ln w="12700">
            <a:solidFill>
              <a:schemeClr val="tx1"/>
            </a:solidFill>
            <a:round/>
            <a:headEnd/>
            <a:tailEnd/>
          </a:ln>
        </p:spPr>
        <p:txBody>
          <a:bodyPr wrap="none" anchor="ctr"/>
          <a:lstStyle>
            <a:lvl1pPr eaLnBrk="0" hangingPunct="0">
              <a:defRPr sz="2400">
                <a:solidFill>
                  <a:schemeClr val="tx1"/>
                </a:solidFill>
                <a:latin typeface="Arial" charset="0"/>
                <a:ea typeface="ＭＳ Ｐゴシック" charset="-128"/>
              </a:defRPr>
            </a:lvl1pPr>
            <a:lvl2pPr marL="742950" indent="-285750" eaLnBrk="0" hangingPunct="0">
              <a:defRPr sz="2400">
                <a:solidFill>
                  <a:schemeClr val="tx1"/>
                </a:solidFill>
                <a:latin typeface="Arial" charset="0"/>
                <a:ea typeface="ＭＳ Ｐゴシック" charset="-128"/>
              </a:defRPr>
            </a:lvl2pPr>
            <a:lvl3pPr marL="1143000" indent="-228600" eaLnBrk="0" hangingPunct="0">
              <a:defRPr sz="2400">
                <a:solidFill>
                  <a:schemeClr val="tx1"/>
                </a:solidFill>
                <a:latin typeface="Arial" charset="0"/>
                <a:ea typeface="ＭＳ Ｐゴシック" charset="-128"/>
              </a:defRPr>
            </a:lvl3pPr>
            <a:lvl4pPr marL="1600200" indent="-228600" eaLnBrk="0" hangingPunct="0">
              <a:defRPr sz="2400">
                <a:solidFill>
                  <a:schemeClr val="tx1"/>
                </a:solidFill>
                <a:latin typeface="Arial" charset="0"/>
                <a:ea typeface="ＭＳ Ｐゴシック" charset="-128"/>
              </a:defRPr>
            </a:lvl4pPr>
            <a:lvl5pPr marL="2057400" indent="-228600" eaLnBrk="0" hangingPunct="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charset="0"/>
              <a:ea typeface="ＭＳ Ｐゴシック" charset="-128"/>
              <a:cs typeface="+mn-cs"/>
            </a:endParaRPr>
          </a:p>
        </p:txBody>
      </p:sp>
      <p:sp>
        <p:nvSpPr>
          <p:cNvPr id="68" name="Rectangle 17">
            <a:extLst>
              <a:ext uri="{FF2B5EF4-FFF2-40B4-BE49-F238E27FC236}">
                <a16:creationId xmlns:a16="http://schemas.microsoft.com/office/drawing/2014/main" id="{6726E8FF-1CC8-4E08-8810-8FE0E87D5EA1}"/>
              </a:ext>
            </a:extLst>
          </p:cNvPr>
          <p:cNvSpPr>
            <a:spLocks noChangeArrowheads="1"/>
          </p:cNvSpPr>
          <p:nvPr/>
        </p:nvSpPr>
        <p:spPr bwMode="auto">
          <a:xfrm>
            <a:off x="6027440" y="4845820"/>
            <a:ext cx="2104744" cy="3667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eaLnBrk="0" hangingPunct="0">
              <a:defRPr sz="2400">
                <a:solidFill>
                  <a:schemeClr val="tx1"/>
                </a:solidFill>
                <a:latin typeface="Arial" charset="0"/>
                <a:ea typeface="ＭＳ Ｐゴシック" charset="-128"/>
              </a:defRPr>
            </a:lvl1pPr>
            <a:lvl2pPr marL="742950" indent="-285750" eaLnBrk="0" hangingPunct="0">
              <a:defRPr sz="2400">
                <a:solidFill>
                  <a:schemeClr val="tx1"/>
                </a:solidFill>
                <a:latin typeface="Arial" charset="0"/>
                <a:ea typeface="ＭＳ Ｐゴシック" charset="-128"/>
              </a:defRPr>
            </a:lvl2pPr>
            <a:lvl3pPr marL="1143000" indent="-228600" eaLnBrk="0" hangingPunct="0">
              <a:defRPr sz="2400">
                <a:solidFill>
                  <a:schemeClr val="tx1"/>
                </a:solidFill>
                <a:latin typeface="Arial" charset="0"/>
                <a:ea typeface="ＭＳ Ｐゴシック" charset="-128"/>
              </a:defRPr>
            </a:lvl3pPr>
            <a:lvl4pPr marL="1600200" indent="-228600" eaLnBrk="0" hangingPunct="0">
              <a:defRPr sz="2400">
                <a:solidFill>
                  <a:schemeClr val="tx1"/>
                </a:solidFill>
                <a:latin typeface="Arial" charset="0"/>
                <a:ea typeface="ＭＳ Ｐゴシック" charset="-128"/>
              </a:defRPr>
            </a:lvl4pPr>
            <a:lvl5pPr marL="2057400" indent="-228600" eaLnBrk="0" hangingPunct="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dirty="0">
                <a:ln>
                  <a:noFill/>
                </a:ln>
                <a:solidFill>
                  <a:srgbClr val="000000"/>
                </a:solidFill>
                <a:effectLst/>
                <a:uLnTx/>
                <a:uFillTx/>
                <a:latin typeface="Arial" charset="0"/>
                <a:ea typeface="ＭＳ Ｐゴシック" charset="-128"/>
                <a:cs typeface="+mn-cs"/>
              </a:rPr>
              <a:t>Switch (</a:t>
            </a:r>
            <a:r>
              <a:rPr kumimoji="0" lang="en-US" altLang="en-US" sz="1800" b="0" i="0" u="none" strike="noStrike" kern="1200" cap="none" spc="0" normalizeH="0" baseline="0" noProof="0" dirty="0">
                <a:ln>
                  <a:noFill/>
                </a:ln>
                <a:solidFill>
                  <a:schemeClr val="accent3">
                    <a:lumMod val="65000"/>
                  </a:schemeClr>
                </a:solidFill>
                <a:effectLst/>
                <a:uLnTx/>
                <a:uFillTx/>
                <a:latin typeface="Arial Narrow" panose="020B0606020202030204" pitchFamily="34" charset="0"/>
              </a:rPr>
              <a:t>peer to peer</a:t>
            </a:r>
            <a:r>
              <a:rPr kumimoji="0" lang="en-US" altLang="en-US" sz="1800" b="0" i="0" u="none" strike="noStrike" kern="1200" cap="none" spc="0" normalizeH="0" baseline="0" noProof="0" dirty="0">
                <a:ln>
                  <a:noFill/>
                </a:ln>
                <a:solidFill>
                  <a:srgbClr val="000000"/>
                </a:solidFill>
                <a:effectLst/>
                <a:uLnTx/>
                <a:uFillTx/>
                <a:latin typeface="Arial" charset="0"/>
                <a:ea typeface="ＭＳ Ｐゴシック" charset="-128"/>
                <a:cs typeface="+mn-cs"/>
              </a:rPr>
              <a:t>)</a:t>
            </a:r>
          </a:p>
        </p:txBody>
      </p:sp>
      <p:sp>
        <p:nvSpPr>
          <p:cNvPr id="69" name="Line 18">
            <a:extLst>
              <a:ext uri="{FF2B5EF4-FFF2-40B4-BE49-F238E27FC236}">
                <a16:creationId xmlns:a16="http://schemas.microsoft.com/office/drawing/2014/main" id="{9C8E6EED-6D8A-40F4-8D07-AA9EC802D653}"/>
              </a:ext>
            </a:extLst>
          </p:cNvPr>
          <p:cNvSpPr>
            <a:spLocks noChangeShapeType="1"/>
          </p:cNvSpPr>
          <p:nvPr/>
        </p:nvSpPr>
        <p:spPr bwMode="auto">
          <a:xfrm>
            <a:off x="7109619" y="5315031"/>
            <a:ext cx="0" cy="36830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charset="0"/>
              <a:ea typeface="ＭＳ Ｐゴシック" charset="-128"/>
              <a:cs typeface="+mn-cs"/>
            </a:endParaRPr>
          </a:p>
        </p:txBody>
      </p:sp>
      <p:sp>
        <p:nvSpPr>
          <p:cNvPr id="70" name="Rectangle 19">
            <a:extLst>
              <a:ext uri="{FF2B5EF4-FFF2-40B4-BE49-F238E27FC236}">
                <a16:creationId xmlns:a16="http://schemas.microsoft.com/office/drawing/2014/main" id="{A171447C-8908-4EFD-9151-3797598C349E}"/>
              </a:ext>
            </a:extLst>
          </p:cNvPr>
          <p:cNvSpPr>
            <a:spLocks noChangeArrowheads="1"/>
          </p:cNvSpPr>
          <p:nvPr/>
        </p:nvSpPr>
        <p:spPr bwMode="auto">
          <a:xfrm>
            <a:off x="6326981" y="5785775"/>
            <a:ext cx="1565275" cy="363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eaLnBrk="0" hangingPunct="0">
              <a:defRPr sz="2400">
                <a:solidFill>
                  <a:schemeClr val="tx1"/>
                </a:solidFill>
                <a:latin typeface="Arial" charset="0"/>
                <a:ea typeface="ＭＳ Ｐゴシック" charset="-128"/>
              </a:defRPr>
            </a:lvl1pPr>
            <a:lvl2pPr marL="742950" indent="-285750" eaLnBrk="0" hangingPunct="0">
              <a:defRPr sz="2400">
                <a:solidFill>
                  <a:schemeClr val="tx1"/>
                </a:solidFill>
                <a:latin typeface="Arial" charset="0"/>
                <a:ea typeface="ＭＳ Ｐゴシック" charset="-128"/>
              </a:defRPr>
            </a:lvl2pPr>
            <a:lvl3pPr marL="1143000" indent="-228600" eaLnBrk="0" hangingPunct="0">
              <a:defRPr sz="2400">
                <a:solidFill>
                  <a:schemeClr val="tx1"/>
                </a:solidFill>
                <a:latin typeface="Arial" charset="0"/>
                <a:ea typeface="ＭＳ Ｐゴシック" charset="-128"/>
              </a:defRPr>
            </a:lvl3pPr>
            <a:lvl4pPr marL="1600200" indent="-228600" eaLnBrk="0" hangingPunct="0">
              <a:defRPr sz="2400">
                <a:solidFill>
                  <a:schemeClr val="tx1"/>
                </a:solidFill>
                <a:latin typeface="Arial" charset="0"/>
                <a:ea typeface="ＭＳ Ｐゴシック" charset="-128"/>
              </a:defRPr>
            </a:lvl4pPr>
            <a:lvl5pPr marL="2057400" indent="-228600" eaLnBrk="0" hangingPunct="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dirty="0">
                <a:ln>
                  <a:noFill/>
                </a:ln>
                <a:solidFill>
                  <a:srgbClr val="000000"/>
                </a:solidFill>
                <a:effectLst/>
                <a:uLnTx/>
                <a:uFillTx/>
                <a:latin typeface="Arial" charset="0"/>
                <a:ea typeface="ＭＳ Ｐゴシック" charset="-128"/>
                <a:cs typeface="+mn-cs"/>
              </a:rPr>
              <a:t>Main Memory</a:t>
            </a:r>
          </a:p>
        </p:txBody>
      </p:sp>
      <p:sp>
        <p:nvSpPr>
          <p:cNvPr id="71" name="矩形: 圆角 70">
            <a:extLst>
              <a:ext uri="{FF2B5EF4-FFF2-40B4-BE49-F238E27FC236}">
                <a16:creationId xmlns:a16="http://schemas.microsoft.com/office/drawing/2014/main" id="{CD5547E4-1DDA-42DC-A2DC-DF8A6E33F02A}"/>
              </a:ext>
            </a:extLst>
          </p:cNvPr>
          <p:cNvSpPr/>
          <p:nvPr/>
        </p:nvSpPr>
        <p:spPr bwMode="auto">
          <a:xfrm>
            <a:off x="5491169" y="3657681"/>
            <a:ext cx="1371569" cy="679450"/>
          </a:xfrm>
          <a:prstGeom prst="roundRect">
            <a:avLst/>
          </a:prstGeom>
          <a:solidFill>
            <a:srgbClr val="CCECFF"/>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zh-CN" altLang="en-US" sz="1800" b="0" i="0" u="none" strike="noStrike" cap="none" normalizeH="0" baseline="0" dirty="0">
              <a:ln>
                <a:noFill/>
              </a:ln>
              <a:solidFill>
                <a:schemeClr val="tx1"/>
              </a:solidFill>
              <a:effectLst/>
              <a:latin typeface="Arial Narrow" panose="020B0606020202030204" pitchFamily="34" charset="0"/>
            </a:endParaRPr>
          </a:p>
        </p:txBody>
      </p:sp>
      <p:sp>
        <p:nvSpPr>
          <p:cNvPr id="72" name="Oval 7">
            <a:extLst>
              <a:ext uri="{FF2B5EF4-FFF2-40B4-BE49-F238E27FC236}">
                <a16:creationId xmlns:a16="http://schemas.microsoft.com/office/drawing/2014/main" id="{41CD9E39-0BB2-4CF4-870E-CF5B9BDF28E5}"/>
              </a:ext>
            </a:extLst>
          </p:cNvPr>
          <p:cNvSpPr>
            <a:spLocks noChangeArrowheads="1"/>
          </p:cNvSpPr>
          <p:nvPr/>
        </p:nvSpPr>
        <p:spPr bwMode="auto">
          <a:xfrm>
            <a:off x="7643019" y="2599491"/>
            <a:ext cx="749300" cy="749300"/>
          </a:xfrm>
          <a:prstGeom prst="ellipse">
            <a:avLst/>
          </a:prstGeom>
          <a:solidFill>
            <a:schemeClr val="bg1"/>
          </a:solidFill>
          <a:ln w="12700">
            <a:solidFill>
              <a:schemeClr val="tx1"/>
            </a:solidFill>
            <a:round/>
            <a:headEnd/>
            <a:tailEnd/>
          </a:ln>
        </p:spPr>
        <p:txBody>
          <a:bodyPr wrap="none" anchor="ctr"/>
          <a:lstStyle>
            <a:lvl1pPr eaLnBrk="0" hangingPunct="0">
              <a:defRPr sz="2400">
                <a:solidFill>
                  <a:schemeClr val="tx1"/>
                </a:solidFill>
                <a:latin typeface="Arial" charset="0"/>
                <a:ea typeface="ＭＳ Ｐゴシック" charset="-128"/>
              </a:defRPr>
            </a:lvl1pPr>
            <a:lvl2pPr marL="742950" indent="-285750" eaLnBrk="0" hangingPunct="0">
              <a:defRPr sz="2400">
                <a:solidFill>
                  <a:schemeClr val="tx1"/>
                </a:solidFill>
                <a:latin typeface="Arial" charset="0"/>
                <a:ea typeface="ＭＳ Ｐゴシック" charset="-128"/>
              </a:defRPr>
            </a:lvl2pPr>
            <a:lvl3pPr marL="1143000" indent="-228600" eaLnBrk="0" hangingPunct="0">
              <a:defRPr sz="2400">
                <a:solidFill>
                  <a:schemeClr val="tx1"/>
                </a:solidFill>
                <a:latin typeface="Arial" charset="0"/>
                <a:ea typeface="ＭＳ Ｐゴシック" charset="-128"/>
              </a:defRPr>
            </a:lvl3pPr>
            <a:lvl4pPr marL="1600200" indent="-228600" eaLnBrk="0" hangingPunct="0">
              <a:defRPr sz="2400">
                <a:solidFill>
                  <a:schemeClr val="tx1"/>
                </a:solidFill>
                <a:latin typeface="Arial" charset="0"/>
                <a:ea typeface="ＭＳ Ｐゴシック" charset="-128"/>
              </a:defRPr>
            </a:lvl4pPr>
            <a:lvl5pPr marL="2057400" indent="-228600" eaLnBrk="0" hangingPunct="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charset="0"/>
              <a:ea typeface="ＭＳ Ｐゴシック" charset="-128"/>
              <a:cs typeface="+mn-cs"/>
            </a:endParaRPr>
          </a:p>
        </p:txBody>
      </p:sp>
      <p:sp>
        <p:nvSpPr>
          <p:cNvPr id="73" name="Line 9">
            <a:extLst>
              <a:ext uri="{FF2B5EF4-FFF2-40B4-BE49-F238E27FC236}">
                <a16:creationId xmlns:a16="http://schemas.microsoft.com/office/drawing/2014/main" id="{3B5D5838-BED1-4543-85BF-E68725F7B89F}"/>
              </a:ext>
            </a:extLst>
          </p:cNvPr>
          <p:cNvSpPr>
            <a:spLocks noChangeShapeType="1"/>
          </p:cNvSpPr>
          <p:nvPr/>
        </p:nvSpPr>
        <p:spPr bwMode="auto">
          <a:xfrm>
            <a:off x="8035131" y="3355222"/>
            <a:ext cx="0" cy="3111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charset="0"/>
              <a:ea typeface="ＭＳ Ｐゴシック" charset="-128"/>
              <a:cs typeface="+mn-cs"/>
            </a:endParaRPr>
          </a:p>
        </p:txBody>
      </p:sp>
      <p:sp>
        <p:nvSpPr>
          <p:cNvPr id="74" name="Line 10">
            <a:extLst>
              <a:ext uri="{FF2B5EF4-FFF2-40B4-BE49-F238E27FC236}">
                <a16:creationId xmlns:a16="http://schemas.microsoft.com/office/drawing/2014/main" id="{68570B5F-8237-4B27-8B33-6CB70A53B906}"/>
              </a:ext>
            </a:extLst>
          </p:cNvPr>
          <p:cNvSpPr>
            <a:spLocks noChangeShapeType="1"/>
          </p:cNvSpPr>
          <p:nvPr/>
        </p:nvSpPr>
        <p:spPr bwMode="auto">
          <a:xfrm>
            <a:off x="8035131" y="4345822"/>
            <a:ext cx="0" cy="36830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charset="0"/>
              <a:ea typeface="ＭＳ Ｐゴシック" charset="-128"/>
              <a:cs typeface="+mn-cs"/>
            </a:endParaRPr>
          </a:p>
        </p:txBody>
      </p:sp>
      <p:sp>
        <p:nvSpPr>
          <p:cNvPr id="75" name="Rectangle 13">
            <a:extLst>
              <a:ext uri="{FF2B5EF4-FFF2-40B4-BE49-F238E27FC236}">
                <a16:creationId xmlns:a16="http://schemas.microsoft.com/office/drawing/2014/main" id="{7325B334-2C11-449E-9916-501898389F77}"/>
              </a:ext>
            </a:extLst>
          </p:cNvPr>
          <p:cNvSpPr>
            <a:spLocks noChangeArrowheads="1"/>
          </p:cNvSpPr>
          <p:nvPr/>
        </p:nvSpPr>
        <p:spPr bwMode="auto">
          <a:xfrm>
            <a:off x="7703650" y="2767806"/>
            <a:ext cx="593112" cy="3667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eaLnBrk="0" hangingPunct="0">
              <a:defRPr sz="2400">
                <a:solidFill>
                  <a:schemeClr val="tx1"/>
                </a:solidFill>
                <a:latin typeface="Arial" charset="0"/>
                <a:ea typeface="ＭＳ Ｐゴシック" charset="-128"/>
              </a:defRPr>
            </a:lvl1pPr>
            <a:lvl2pPr marL="742950" indent="-285750" eaLnBrk="0" hangingPunct="0">
              <a:defRPr sz="2400">
                <a:solidFill>
                  <a:schemeClr val="tx1"/>
                </a:solidFill>
                <a:latin typeface="Arial" charset="0"/>
                <a:ea typeface="ＭＳ Ｐゴシック" charset="-128"/>
              </a:defRPr>
            </a:lvl2pPr>
            <a:lvl3pPr marL="1143000" indent="-228600" eaLnBrk="0" hangingPunct="0">
              <a:defRPr sz="2400">
                <a:solidFill>
                  <a:schemeClr val="tx1"/>
                </a:solidFill>
                <a:latin typeface="Arial" charset="0"/>
                <a:ea typeface="ＭＳ Ｐゴシック" charset="-128"/>
              </a:defRPr>
            </a:lvl3pPr>
            <a:lvl4pPr marL="1600200" indent="-228600" eaLnBrk="0" hangingPunct="0">
              <a:defRPr sz="2400">
                <a:solidFill>
                  <a:schemeClr val="tx1"/>
                </a:solidFill>
                <a:latin typeface="Arial" charset="0"/>
                <a:ea typeface="ＭＳ Ｐゴシック" charset="-128"/>
              </a:defRPr>
            </a:lvl4pPr>
            <a:lvl5pPr marL="2057400" indent="-228600" eaLnBrk="0" hangingPunct="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dirty="0">
                <a:ln>
                  <a:noFill/>
                </a:ln>
                <a:solidFill>
                  <a:srgbClr val="000000"/>
                </a:solidFill>
                <a:effectLst/>
                <a:uLnTx/>
                <a:uFillTx/>
                <a:latin typeface="Arial Narrow" panose="020B0606020202030204" pitchFamily="34" charset="0"/>
              </a:rPr>
              <a:t>Core</a:t>
            </a:r>
          </a:p>
        </p:txBody>
      </p:sp>
      <p:sp>
        <p:nvSpPr>
          <p:cNvPr id="76" name="矩形 75">
            <a:extLst>
              <a:ext uri="{FF2B5EF4-FFF2-40B4-BE49-F238E27FC236}">
                <a16:creationId xmlns:a16="http://schemas.microsoft.com/office/drawing/2014/main" id="{9EDEF3E5-65FA-45F3-951F-3DAFB02C94A1}"/>
              </a:ext>
            </a:extLst>
          </p:cNvPr>
          <p:cNvSpPr/>
          <p:nvPr/>
        </p:nvSpPr>
        <p:spPr>
          <a:xfrm>
            <a:off x="6119020" y="3335506"/>
            <a:ext cx="1066799" cy="307777"/>
          </a:xfrm>
          <a:prstGeom prst="rect">
            <a:avLst/>
          </a:prstGeom>
        </p:spPr>
        <p:txBody>
          <a:bodyPr wrap="square">
            <a:spAutoFit/>
          </a:bodyPr>
          <a:lstStyle/>
          <a:p>
            <a:r>
              <a:rPr lang="en-US" altLang="en-US" sz="1400" b="1" dirty="0">
                <a:solidFill>
                  <a:schemeClr val="accent2"/>
                </a:solidFill>
                <a:latin typeface="Arial Narrow" panose="020B0606020202030204" pitchFamily="34" charset="0"/>
              </a:rPr>
              <a:t>CPU action</a:t>
            </a:r>
            <a:endParaRPr lang="zh-CN" altLang="en-US" sz="1400" dirty="0">
              <a:solidFill>
                <a:schemeClr val="accent2"/>
              </a:solidFill>
            </a:endParaRPr>
          </a:p>
        </p:txBody>
      </p:sp>
      <p:sp>
        <p:nvSpPr>
          <p:cNvPr id="77" name="矩形 76">
            <a:extLst>
              <a:ext uri="{FF2B5EF4-FFF2-40B4-BE49-F238E27FC236}">
                <a16:creationId xmlns:a16="http://schemas.microsoft.com/office/drawing/2014/main" id="{21E5251A-A363-461C-9DC6-C9CE986B96BD}"/>
              </a:ext>
            </a:extLst>
          </p:cNvPr>
          <p:cNvSpPr/>
          <p:nvPr/>
        </p:nvSpPr>
        <p:spPr>
          <a:xfrm>
            <a:off x="6119020" y="4386557"/>
            <a:ext cx="967580" cy="307777"/>
          </a:xfrm>
          <a:prstGeom prst="rect">
            <a:avLst/>
          </a:prstGeom>
        </p:spPr>
        <p:txBody>
          <a:bodyPr wrap="square">
            <a:spAutoFit/>
          </a:bodyPr>
          <a:lstStyle/>
          <a:p>
            <a:r>
              <a:rPr lang="en-US" altLang="en-US" sz="1400" b="1" dirty="0">
                <a:solidFill>
                  <a:srgbClr val="92D050"/>
                </a:solidFill>
                <a:latin typeface="Arial Narrow" panose="020B0606020202030204" pitchFamily="34" charset="0"/>
              </a:rPr>
              <a:t>Bus action</a:t>
            </a:r>
            <a:endParaRPr lang="zh-CN" altLang="en-US" sz="1400" dirty="0">
              <a:solidFill>
                <a:srgbClr val="92D050"/>
              </a:solidFill>
            </a:endParaRPr>
          </a:p>
        </p:txBody>
      </p:sp>
      <p:sp>
        <p:nvSpPr>
          <p:cNvPr id="78" name="矩形 77">
            <a:extLst>
              <a:ext uri="{FF2B5EF4-FFF2-40B4-BE49-F238E27FC236}">
                <a16:creationId xmlns:a16="http://schemas.microsoft.com/office/drawing/2014/main" id="{B22C4E31-9354-45D4-923B-82884D9EC8E4}"/>
              </a:ext>
            </a:extLst>
          </p:cNvPr>
          <p:cNvSpPr/>
          <p:nvPr/>
        </p:nvSpPr>
        <p:spPr>
          <a:xfrm>
            <a:off x="7991662" y="3353693"/>
            <a:ext cx="1066799" cy="307777"/>
          </a:xfrm>
          <a:prstGeom prst="rect">
            <a:avLst/>
          </a:prstGeom>
        </p:spPr>
        <p:txBody>
          <a:bodyPr wrap="square">
            <a:spAutoFit/>
          </a:bodyPr>
          <a:lstStyle/>
          <a:p>
            <a:r>
              <a:rPr lang="en-US" altLang="en-US" sz="1400" b="1" dirty="0">
                <a:solidFill>
                  <a:schemeClr val="accent2"/>
                </a:solidFill>
                <a:latin typeface="Arial Narrow" panose="020B0606020202030204" pitchFamily="34" charset="0"/>
              </a:rPr>
              <a:t>CPU action</a:t>
            </a:r>
            <a:endParaRPr lang="zh-CN" altLang="en-US" sz="1400" dirty="0">
              <a:solidFill>
                <a:schemeClr val="accent2"/>
              </a:solidFill>
            </a:endParaRPr>
          </a:p>
        </p:txBody>
      </p:sp>
      <p:sp>
        <p:nvSpPr>
          <p:cNvPr id="79" name="矩形 78">
            <a:extLst>
              <a:ext uri="{FF2B5EF4-FFF2-40B4-BE49-F238E27FC236}">
                <a16:creationId xmlns:a16="http://schemas.microsoft.com/office/drawing/2014/main" id="{E6AC795D-FC33-4DBC-BDE3-0FEE466ED3C8}"/>
              </a:ext>
            </a:extLst>
          </p:cNvPr>
          <p:cNvSpPr/>
          <p:nvPr/>
        </p:nvSpPr>
        <p:spPr>
          <a:xfrm>
            <a:off x="7980729" y="4386557"/>
            <a:ext cx="1066799" cy="307777"/>
          </a:xfrm>
          <a:prstGeom prst="rect">
            <a:avLst/>
          </a:prstGeom>
        </p:spPr>
        <p:txBody>
          <a:bodyPr wrap="square">
            <a:spAutoFit/>
          </a:bodyPr>
          <a:lstStyle/>
          <a:p>
            <a:r>
              <a:rPr lang="en-US" altLang="en-US" sz="1400" b="1" dirty="0">
                <a:solidFill>
                  <a:srgbClr val="92D050"/>
                </a:solidFill>
                <a:latin typeface="Arial Narrow" panose="020B0606020202030204" pitchFamily="34" charset="0"/>
              </a:rPr>
              <a:t>Bus action</a:t>
            </a:r>
            <a:endParaRPr lang="zh-CN" altLang="en-US" sz="1400" dirty="0">
              <a:solidFill>
                <a:srgbClr val="92D050"/>
              </a:solidFill>
            </a:endParaRPr>
          </a:p>
        </p:txBody>
      </p:sp>
      <p:sp>
        <p:nvSpPr>
          <p:cNvPr id="80" name="矩形 79">
            <a:extLst>
              <a:ext uri="{FF2B5EF4-FFF2-40B4-BE49-F238E27FC236}">
                <a16:creationId xmlns:a16="http://schemas.microsoft.com/office/drawing/2014/main" id="{7CD3EA7F-7201-4C85-9E1D-B725A8499E94}"/>
              </a:ext>
            </a:extLst>
          </p:cNvPr>
          <p:cNvSpPr/>
          <p:nvPr/>
        </p:nvSpPr>
        <p:spPr>
          <a:xfrm>
            <a:off x="5535616" y="3742801"/>
            <a:ext cx="673100" cy="523220"/>
          </a:xfrm>
          <a:prstGeom prst="rect">
            <a:avLst/>
          </a:prstGeom>
          <a:ln w="19050">
            <a:solidFill>
              <a:schemeClr val="tx1"/>
            </a:solidFill>
          </a:ln>
        </p:spPr>
        <p:txBody>
          <a:bodyPr wrap="square">
            <a:spAutoFit/>
          </a:bodyPr>
          <a:lstStyle/>
          <a:p>
            <a:pPr algn="ctr"/>
            <a:r>
              <a:rPr lang="en-US" altLang="en-US" sz="1400" dirty="0">
                <a:solidFill>
                  <a:srgbClr val="000000"/>
                </a:solidFill>
                <a:latin typeface="Arial Narrow" panose="020B0606020202030204" pitchFamily="34" charset="0"/>
              </a:rPr>
              <a:t>Cache blocks</a:t>
            </a:r>
            <a:endParaRPr lang="zh-CN" altLang="en-US" sz="1400" dirty="0"/>
          </a:p>
        </p:txBody>
      </p:sp>
      <p:sp>
        <p:nvSpPr>
          <p:cNvPr id="81" name="矩形 80">
            <a:extLst>
              <a:ext uri="{FF2B5EF4-FFF2-40B4-BE49-F238E27FC236}">
                <a16:creationId xmlns:a16="http://schemas.microsoft.com/office/drawing/2014/main" id="{C711DF37-BF5F-4939-A09F-D1D341A6DF4C}"/>
              </a:ext>
            </a:extLst>
          </p:cNvPr>
          <p:cNvSpPr/>
          <p:nvPr/>
        </p:nvSpPr>
        <p:spPr>
          <a:xfrm>
            <a:off x="6261512" y="3690106"/>
            <a:ext cx="533400" cy="307777"/>
          </a:xfrm>
          <a:prstGeom prst="rect">
            <a:avLst/>
          </a:prstGeom>
          <a:ln w="15875" cmpd="sng">
            <a:solidFill>
              <a:schemeClr val="tx1"/>
            </a:solidFill>
          </a:ln>
        </p:spPr>
        <p:txBody>
          <a:bodyPr wrap="square">
            <a:spAutoFit/>
          </a:bodyPr>
          <a:lstStyle/>
          <a:p>
            <a:pPr algn="ctr"/>
            <a:r>
              <a:rPr lang="en-US" altLang="en-US" sz="1400" dirty="0">
                <a:solidFill>
                  <a:srgbClr val="000000"/>
                </a:solidFill>
                <a:latin typeface="Arial Narrow" panose="020B0606020202030204" pitchFamily="34" charset="0"/>
              </a:rPr>
              <a:t>Tags</a:t>
            </a:r>
            <a:endParaRPr lang="zh-CN" altLang="en-US" sz="1400" dirty="0"/>
          </a:p>
        </p:txBody>
      </p:sp>
      <p:sp>
        <p:nvSpPr>
          <p:cNvPr id="82" name="矩形: 圆角 81">
            <a:extLst>
              <a:ext uri="{FF2B5EF4-FFF2-40B4-BE49-F238E27FC236}">
                <a16:creationId xmlns:a16="http://schemas.microsoft.com/office/drawing/2014/main" id="{E7267A33-DB8B-4A2C-8BF8-6EA265BBFEE2}"/>
              </a:ext>
            </a:extLst>
          </p:cNvPr>
          <p:cNvSpPr/>
          <p:nvPr/>
        </p:nvSpPr>
        <p:spPr bwMode="auto">
          <a:xfrm>
            <a:off x="7349346" y="3674170"/>
            <a:ext cx="1371569" cy="679450"/>
          </a:xfrm>
          <a:prstGeom prst="roundRect">
            <a:avLst/>
          </a:prstGeom>
          <a:solidFill>
            <a:srgbClr val="CCECFF"/>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zh-CN" altLang="en-US" sz="1800" b="0" i="0" u="none" strike="noStrike" cap="none" normalizeH="0" baseline="0" dirty="0">
              <a:ln>
                <a:noFill/>
              </a:ln>
              <a:solidFill>
                <a:schemeClr val="tx1"/>
              </a:solidFill>
              <a:effectLst/>
              <a:latin typeface="Arial Narrow" panose="020B0606020202030204" pitchFamily="34" charset="0"/>
            </a:endParaRPr>
          </a:p>
        </p:txBody>
      </p:sp>
      <p:sp>
        <p:nvSpPr>
          <p:cNvPr id="83" name="矩形 82">
            <a:extLst>
              <a:ext uri="{FF2B5EF4-FFF2-40B4-BE49-F238E27FC236}">
                <a16:creationId xmlns:a16="http://schemas.microsoft.com/office/drawing/2014/main" id="{0609948D-EC11-4A1B-9BEA-C1E4F1651B73}"/>
              </a:ext>
            </a:extLst>
          </p:cNvPr>
          <p:cNvSpPr/>
          <p:nvPr/>
        </p:nvSpPr>
        <p:spPr>
          <a:xfrm>
            <a:off x="7393793" y="3759290"/>
            <a:ext cx="673100" cy="523220"/>
          </a:xfrm>
          <a:prstGeom prst="rect">
            <a:avLst/>
          </a:prstGeom>
          <a:ln w="19050">
            <a:solidFill>
              <a:schemeClr val="tx1"/>
            </a:solidFill>
          </a:ln>
        </p:spPr>
        <p:txBody>
          <a:bodyPr wrap="square">
            <a:spAutoFit/>
          </a:bodyPr>
          <a:lstStyle/>
          <a:p>
            <a:pPr algn="ctr"/>
            <a:r>
              <a:rPr lang="en-US" altLang="en-US" sz="1400" dirty="0">
                <a:solidFill>
                  <a:srgbClr val="000000"/>
                </a:solidFill>
                <a:latin typeface="Arial Narrow" panose="020B0606020202030204" pitchFamily="34" charset="0"/>
              </a:rPr>
              <a:t>Cache blocks</a:t>
            </a:r>
            <a:endParaRPr lang="zh-CN" altLang="en-US" sz="1400" dirty="0"/>
          </a:p>
        </p:txBody>
      </p:sp>
      <p:sp>
        <p:nvSpPr>
          <p:cNvPr id="84" name="矩形 83">
            <a:extLst>
              <a:ext uri="{FF2B5EF4-FFF2-40B4-BE49-F238E27FC236}">
                <a16:creationId xmlns:a16="http://schemas.microsoft.com/office/drawing/2014/main" id="{9A3CBBD7-FB7A-423C-A316-A0D6E9F019D6}"/>
              </a:ext>
            </a:extLst>
          </p:cNvPr>
          <p:cNvSpPr/>
          <p:nvPr/>
        </p:nvSpPr>
        <p:spPr>
          <a:xfrm>
            <a:off x="8112403" y="3710327"/>
            <a:ext cx="533400" cy="307777"/>
          </a:xfrm>
          <a:prstGeom prst="rect">
            <a:avLst/>
          </a:prstGeom>
          <a:ln w="15875" cmpd="sng">
            <a:solidFill>
              <a:schemeClr val="tx1"/>
            </a:solidFill>
          </a:ln>
        </p:spPr>
        <p:txBody>
          <a:bodyPr wrap="square">
            <a:spAutoFit/>
          </a:bodyPr>
          <a:lstStyle/>
          <a:p>
            <a:pPr algn="ctr"/>
            <a:r>
              <a:rPr lang="en-US" altLang="en-US" sz="1400" dirty="0">
                <a:solidFill>
                  <a:srgbClr val="000000"/>
                </a:solidFill>
                <a:latin typeface="Arial Narrow" panose="020B0606020202030204" pitchFamily="34" charset="0"/>
              </a:rPr>
              <a:t>Tags</a:t>
            </a:r>
            <a:endParaRPr lang="zh-CN" altLang="en-US" sz="1400" dirty="0"/>
          </a:p>
        </p:txBody>
      </p:sp>
      <p:sp>
        <p:nvSpPr>
          <p:cNvPr id="85" name="Rectangle">
            <a:extLst>
              <a:ext uri="{FF2B5EF4-FFF2-40B4-BE49-F238E27FC236}">
                <a16:creationId xmlns:a16="http://schemas.microsoft.com/office/drawing/2014/main" id="{34394321-B1A3-4469-BF59-FF03364058C9}"/>
              </a:ext>
            </a:extLst>
          </p:cNvPr>
          <p:cNvSpPr/>
          <p:nvPr/>
        </p:nvSpPr>
        <p:spPr>
          <a:xfrm>
            <a:off x="5437207" y="5527779"/>
            <a:ext cx="3401989" cy="862099"/>
          </a:xfrm>
          <a:prstGeom prst="rect">
            <a:avLst/>
          </a:prstGeom>
          <a:solidFill>
            <a:srgbClr val="FFFFFF">
              <a:alpha val="84174"/>
            </a:srgbClr>
          </a:solidFill>
          <a:ln w="12700">
            <a:miter lim="400000"/>
          </a:ln>
        </p:spPr>
        <p:txBody>
          <a:bodyPr lIns="45719" rIns="45719" anchor="ctr"/>
          <a:lstStyle/>
          <a:p>
            <a:endParaRPr/>
          </a:p>
        </p:txBody>
      </p:sp>
      <p:sp>
        <p:nvSpPr>
          <p:cNvPr id="86" name="Rectangle">
            <a:extLst>
              <a:ext uri="{FF2B5EF4-FFF2-40B4-BE49-F238E27FC236}">
                <a16:creationId xmlns:a16="http://schemas.microsoft.com/office/drawing/2014/main" id="{30E4483F-3015-4FCD-B19A-0578BA480F0A}"/>
              </a:ext>
            </a:extLst>
          </p:cNvPr>
          <p:cNvSpPr/>
          <p:nvPr/>
        </p:nvSpPr>
        <p:spPr>
          <a:xfrm>
            <a:off x="5437208" y="2500012"/>
            <a:ext cx="3554392" cy="869428"/>
          </a:xfrm>
          <a:prstGeom prst="rect">
            <a:avLst/>
          </a:prstGeom>
          <a:solidFill>
            <a:srgbClr val="FFFFFF">
              <a:alpha val="84174"/>
            </a:srgbClr>
          </a:solidFill>
          <a:ln w="12700">
            <a:miter lim="400000"/>
          </a:ln>
        </p:spPr>
        <p:txBody>
          <a:bodyPr lIns="45719" rIns="45719" anchor="ctr"/>
          <a:lstStyle/>
          <a:p>
            <a:endParaRPr/>
          </a:p>
        </p:txBody>
      </p:sp>
      <p:sp>
        <p:nvSpPr>
          <p:cNvPr id="87" name="矩形 86">
            <a:extLst>
              <a:ext uri="{FF2B5EF4-FFF2-40B4-BE49-F238E27FC236}">
                <a16:creationId xmlns:a16="http://schemas.microsoft.com/office/drawing/2014/main" id="{B5662464-2202-439C-B304-234FB256F5D8}"/>
              </a:ext>
            </a:extLst>
          </p:cNvPr>
          <p:cNvSpPr/>
          <p:nvPr/>
        </p:nvSpPr>
        <p:spPr>
          <a:xfrm>
            <a:off x="6261512" y="3994837"/>
            <a:ext cx="533400" cy="307777"/>
          </a:xfrm>
          <a:prstGeom prst="rect">
            <a:avLst/>
          </a:prstGeom>
          <a:ln w="15875" cmpd="sng">
            <a:solidFill>
              <a:schemeClr val="tx1"/>
            </a:solidFill>
          </a:ln>
        </p:spPr>
        <p:txBody>
          <a:bodyPr wrap="square">
            <a:spAutoFit/>
          </a:bodyPr>
          <a:lstStyle/>
          <a:p>
            <a:pPr algn="ctr"/>
            <a:r>
              <a:rPr lang="en-US" altLang="en-US" sz="1400" dirty="0">
                <a:solidFill>
                  <a:srgbClr val="000000"/>
                </a:solidFill>
                <a:latin typeface="Arial Narrow" panose="020B0606020202030204" pitchFamily="34" charset="0"/>
              </a:rPr>
              <a:t>Dict.</a:t>
            </a:r>
            <a:endParaRPr lang="zh-CN" altLang="en-US" sz="1400" dirty="0"/>
          </a:p>
        </p:txBody>
      </p:sp>
      <p:sp>
        <p:nvSpPr>
          <p:cNvPr id="89" name="矩形 88">
            <a:extLst>
              <a:ext uri="{FF2B5EF4-FFF2-40B4-BE49-F238E27FC236}">
                <a16:creationId xmlns:a16="http://schemas.microsoft.com/office/drawing/2014/main" id="{9B6057E2-E669-4F7B-8D10-02EEA2ACF49C}"/>
              </a:ext>
            </a:extLst>
          </p:cNvPr>
          <p:cNvSpPr/>
          <p:nvPr/>
        </p:nvSpPr>
        <p:spPr>
          <a:xfrm>
            <a:off x="8117576" y="4021206"/>
            <a:ext cx="533400" cy="307777"/>
          </a:xfrm>
          <a:prstGeom prst="rect">
            <a:avLst/>
          </a:prstGeom>
          <a:ln w="15875" cmpd="sng">
            <a:solidFill>
              <a:schemeClr val="tx1"/>
            </a:solidFill>
          </a:ln>
        </p:spPr>
        <p:txBody>
          <a:bodyPr wrap="square">
            <a:spAutoFit/>
          </a:bodyPr>
          <a:lstStyle/>
          <a:p>
            <a:pPr algn="ctr"/>
            <a:r>
              <a:rPr lang="en-US" altLang="en-US" sz="1400" dirty="0">
                <a:solidFill>
                  <a:srgbClr val="000000"/>
                </a:solidFill>
                <a:latin typeface="Arial Narrow" panose="020B0606020202030204" pitchFamily="34" charset="0"/>
              </a:rPr>
              <a:t>Dict.</a:t>
            </a:r>
            <a:endParaRPr lang="zh-CN" altLang="en-US" sz="1400" dirty="0"/>
          </a:p>
        </p:txBody>
      </p:sp>
      <p:sp>
        <p:nvSpPr>
          <p:cNvPr id="31" name="Rectangle">
            <a:extLst>
              <a:ext uri="{FF2B5EF4-FFF2-40B4-BE49-F238E27FC236}">
                <a16:creationId xmlns:a16="http://schemas.microsoft.com/office/drawing/2014/main" id="{6DD5702B-49ED-47B7-8AB7-1F0EDA517D31}"/>
              </a:ext>
            </a:extLst>
          </p:cNvPr>
          <p:cNvSpPr/>
          <p:nvPr/>
        </p:nvSpPr>
        <p:spPr>
          <a:xfrm>
            <a:off x="304800" y="1349800"/>
            <a:ext cx="5230816" cy="1698200"/>
          </a:xfrm>
          <a:prstGeom prst="rect">
            <a:avLst/>
          </a:prstGeom>
          <a:solidFill>
            <a:srgbClr val="FFFFFF">
              <a:alpha val="84174"/>
            </a:srgbClr>
          </a:solidFill>
          <a:ln w="12700">
            <a:miter lim="400000"/>
          </a:ln>
        </p:spPr>
        <p:txBody>
          <a:bodyPr lIns="45719" rIns="45719" anchor="ctr"/>
          <a:lstStyle/>
          <a:p>
            <a:endParaRPr/>
          </a:p>
        </p:txBody>
      </p:sp>
    </p:spTree>
    <p:extLst>
      <p:ext uri="{BB962C8B-B14F-4D97-AF65-F5344CB8AC3E}">
        <p14:creationId xmlns:p14="http://schemas.microsoft.com/office/powerpoint/2010/main" val="329344424"/>
      </p:ext>
    </p:extLst>
  </p:cSld>
  <p:clrMapOvr>
    <a:masterClrMapping/>
  </p:clrMapOvr>
  <p:transition/>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1" name="Title 4"/>
          <p:cNvSpPr>
            <a:spLocks noGrp="1"/>
          </p:cNvSpPr>
          <p:nvPr>
            <p:ph type="ctrTitle"/>
          </p:nvPr>
        </p:nvSpPr>
        <p:spPr>
          <a:xfrm>
            <a:off x="685800" y="1447800"/>
            <a:ext cx="7924800" cy="1752600"/>
          </a:xfrm>
        </p:spPr>
        <p:txBody>
          <a:bodyPr/>
          <a:lstStyle/>
          <a:p>
            <a:r>
              <a:rPr lang="en-US" altLang="en-US" dirty="0">
                <a:ea typeface="ＭＳ Ｐゴシック" charset="-128"/>
              </a:rPr>
              <a:t>Directory-Based Cache Coherence</a:t>
            </a:r>
          </a:p>
        </p:txBody>
      </p:sp>
      <p:sp>
        <p:nvSpPr>
          <p:cNvPr id="112642" name="Subtitle 5"/>
          <p:cNvSpPr>
            <a:spLocks noGrp="1"/>
          </p:cNvSpPr>
          <p:nvPr>
            <p:ph type="subTitle" idx="1"/>
          </p:nvPr>
        </p:nvSpPr>
        <p:spPr/>
        <p:txBody>
          <a:bodyPr/>
          <a:lstStyle/>
          <a:p>
            <a:pPr>
              <a:buFont typeface="Wingdings" charset="2"/>
              <a:buNone/>
            </a:pPr>
            <a:endParaRPr lang="en-US" altLang="en-US">
              <a:ea typeface="ＭＳ Ｐゴシック" charset="-128"/>
            </a:endParaRPr>
          </a:p>
        </p:txBody>
      </p:sp>
      <p:sp>
        <p:nvSpPr>
          <p:cNvPr id="112643" name="Slide Number Placeholder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charset="0"/>
                <a:ea typeface="ＭＳ Ｐゴシック" charset="-128"/>
              </a:defRPr>
            </a:lvl1pPr>
            <a:lvl2pPr marL="742950" indent="-285750" eaLnBrk="0" hangingPunct="0">
              <a:defRPr sz="2400">
                <a:solidFill>
                  <a:schemeClr val="tx1"/>
                </a:solidFill>
                <a:latin typeface="Arial" charset="0"/>
                <a:ea typeface="ＭＳ Ｐゴシック" charset="-128"/>
              </a:defRPr>
            </a:lvl2pPr>
            <a:lvl3pPr marL="1143000" indent="-228600" eaLnBrk="0" hangingPunct="0">
              <a:defRPr sz="2400">
                <a:solidFill>
                  <a:schemeClr val="tx1"/>
                </a:solidFill>
                <a:latin typeface="Arial" charset="0"/>
                <a:ea typeface="ＭＳ Ｐゴシック" charset="-128"/>
              </a:defRPr>
            </a:lvl3pPr>
            <a:lvl4pPr marL="1600200" indent="-228600" eaLnBrk="0" hangingPunct="0">
              <a:defRPr sz="2400">
                <a:solidFill>
                  <a:schemeClr val="tx1"/>
                </a:solidFill>
                <a:latin typeface="Arial" charset="0"/>
                <a:ea typeface="ＭＳ Ｐゴシック" charset="-128"/>
              </a:defRPr>
            </a:lvl4pPr>
            <a:lvl5pPr marL="2057400" indent="-228600" eaLnBrk="0" hangingPunct="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eaLnBrk="1" hangingPunct="1"/>
            <a:fld id="{A12566CE-D7C4-CE4F-8B7A-841558877604}" type="slidenum">
              <a:rPr lang="en-US" altLang="en-US" sz="1200">
                <a:solidFill>
                  <a:srgbClr val="000000"/>
                </a:solidFill>
                <a:latin typeface="Garamond" charset="0"/>
              </a:rPr>
              <a:pPr eaLnBrk="1" hangingPunct="1"/>
              <a:t>82</a:t>
            </a:fld>
            <a:endParaRPr lang="en-US" altLang="en-US" sz="1200">
              <a:solidFill>
                <a:srgbClr val="000000"/>
              </a:solidFill>
              <a:latin typeface="Garamond" charset="0"/>
            </a:endParaRPr>
          </a:p>
        </p:txBody>
      </p:sp>
    </p:spTree>
    <p:extLst>
      <p:ext uri="{BB962C8B-B14F-4D97-AF65-F5344CB8AC3E}">
        <p14:creationId xmlns:p14="http://schemas.microsoft.com/office/powerpoint/2010/main" val="584304239"/>
      </p:ext>
    </p:extLst>
  </p:cSld>
  <p:clrMapOvr>
    <a:masterClrMapping/>
  </p:clrMapOvr>
  <p:transition/>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5" name="Title 1"/>
          <p:cNvSpPr>
            <a:spLocks noGrp="1"/>
          </p:cNvSpPr>
          <p:nvPr>
            <p:ph type="title"/>
          </p:nvPr>
        </p:nvSpPr>
        <p:spPr>
          <a:xfrm>
            <a:off x="228600" y="152400"/>
            <a:ext cx="8839200" cy="1066800"/>
          </a:xfrm>
        </p:spPr>
        <p:txBody>
          <a:bodyPr/>
          <a:lstStyle/>
          <a:p>
            <a:r>
              <a:rPr lang="en-US" altLang="en-US" dirty="0">
                <a:ea typeface="ＭＳ Ｐゴシック" charset="-128"/>
              </a:rPr>
              <a:t>Directory Based Coherence: Goal and Idea</a:t>
            </a:r>
          </a:p>
        </p:txBody>
      </p:sp>
      <p:sp>
        <p:nvSpPr>
          <p:cNvPr id="3" name="Content Placeholder 2"/>
          <p:cNvSpPr>
            <a:spLocks noGrp="1"/>
          </p:cNvSpPr>
          <p:nvPr>
            <p:ph idx="1"/>
          </p:nvPr>
        </p:nvSpPr>
        <p:spPr>
          <a:xfrm>
            <a:off x="228600" y="996950"/>
            <a:ext cx="8610600" cy="5194300"/>
          </a:xfrm>
        </p:spPr>
        <p:txBody>
          <a:bodyPr/>
          <a:lstStyle/>
          <a:p>
            <a:r>
              <a:rPr lang="en-US" altLang="zh-CN" b="1" dirty="0">
                <a:ea typeface="ＭＳ Ｐゴシック" charset="-128"/>
              </a:rPr>
              <a:t>Goal</a:t>
            </a:r>
            <a:r>
              <a:rPr lang="en-US" altLang="zh-CN" dirty="0">
                <a:ea typeface="ＭＳ Ｐゴシック" charset="-128"/>
              </a:rPr>
              <a:t>: address the lack of scalability of snooping protocols.</a:t>
            </a:r>
          </a:p>
          <a:p>
            <a:pPr lvl="1"/>
            <a:r>
              <a:rPr lang="en-US" altLang="zh-CN" dirty="0">
                <a:solidFill>
                  <a:srgbClr val="FF0000"/>
                </a:solidFill>
                <a:ea typeface="ＭＳ Ｐゴシック" charset="-128"/>
              </a:rPr>
              <a:t>All-to-all broadcast will not scale</a:t>
            </a:r>
          </a:p>
          <a:p>
            <a:endParaRPr lang="en-US" altLang="en-US" dirty="0">
              <a:ea typeface="ＭＳ Ｐゴシック" charset="-128"/>
            </a:endParaRPr>
          </a:p>
          <a:p>
            <a:r>
              <a:rPr lang="en-US" altLang="en-US" b="1" dirty="0">
                <a:ea typeface="ＭＳ Ｐゴシック" charset="-128"/>
              </a:rPr>
              <a:t>Idea</a:t>
            </a:r>
            <a:r>
              <a:rPr lang="en-US" altLang="en-US" dirty="0">
                <a:ea typeface="ＭＳ Ｐゴシック" charset="-128"/>
              </a:rPr>
              <a:t>: A logically-central </a:t>
            </a:r>
            <a:r>
              <a:rPr lang="en-US" altLang="en-US" dirty="0">
                <a:solidFill>
                  <a:srgbClr val="0432FF"/>
                </a:solidFill>
                <a:ea typeface="ＭＳ Ｐゴシック" charset="-128"/>
              </a:rPr>
              <a:t>directory</a:t>
            </a:r>
            <a:r>
              <a:rPr lang="en-US" altLang="en-US" dirty="0">
                <a:ea typeface="ＭＳ Ｐゴシック" charset="-128"/>
              </a:rPr>
              <a:t> keeps track of where the copies of each cache block reside. Caches consult this </a:t>
            </a:r>
            <a:r>
              <a:rPr lang="en-US" altLang="en-US" dirty="0">
                <a:solidFill>
                  <a:srgbClr val="0432FF"/>
                </a:solidFill>
                <a:ea typeface="ＭＳ Ｐゴシック" charset="-128"/>
              </a:rPr>
              <a:t>directory</a:t>
            </a:r>
            <a:r>
              <a:rPr lang="en-US" altLang="en-US" dirty="0">
                <a:ea typeface="ＭＳ Ｐゴシック" charset="-128"/>
              </a:rPr>
              <a:t> to ensure coherence. </a:t>
            </a:r>
          </a:p>
          <a:p>
            <a:pPr lvl="1"/>
            <a:r>
              <a:rPr lang="en-US" altLang="en-US" dirty="0">
                <a:solidFill>
                  <a:srgbClr val="0000FF"/>
                </a:solidFill>
                <a:ea typeface="ＭＳ Ｐゴシック" charset="-128"/>
              </a:rPr>
              <a:t>Coherence still requires single point of serialization </a:t>
            </a:r>
            <a:r>
              <a:rPr lang="en-US" altLang="en-US" dirty="0">
                <a:ea typeface="ＭＳ Ｐゴシック" charset="-128"/>
              </a:rPr>
              <a:t>(for write serialization)</a:t>
            </a:r>
          </a:p>
          <a:p>
            <a:pPr lvl="1"/>
            <a:r>
              <a:rPr lang="en-US" altLang="en-US" dirty="0">
                <a:solidFill>
                  <a:srgbClr val="0000FF"/>
                </a:solidFill>
                <a:ea typeface="ＭＳ Ｐゴシック" charset="-128"/>
              </a:rPr>
              <a:t>Serialization location can be different for every block </a:t>
            </a:r>
            <a:r>
              <a:rPr lang="en-US" altLang="en-US" dirty="0">
                <a:ea typeface="ＭＳ Ｐゴシック" charset="-128"/>
              </a:rPr>
              <a:t>(striped across nodes/memory-controllers)</a:t>
            </a:r>
          </a:p>
          <a:p>
            <a:endParaRPr lang="en-US" altLang="en-US" dirty="0">
              <a:ea typeface="ＭＳ Ｐゴシック" charset="-128"/>
            </a:endParaRPr>
          </a:p>
        </p:txBody>
      </p:sp>
      <p:sp>
        <p:nvSpPr>
          <p:cNvPr id="113667" name="Slide Number Placeholder 3"/>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charset="0"/>
                <a:ea typeface="ＭＳ Ｐゴシック" charset="-128"/>
              </a:defRPr>
            </a:lvl1pPr>
            <a:lvl2pPr marL="742950" indent="-285750" eaLnBrk="0" hangingPunct="0">
              <a:defRPr sz="2400">
                <a:solidFill>
                  <a:schemeClr val="tx1"/>
                </a:solidFill>
                <a:latin typeface="Arial" charset="0"/>
                <a:ea typeface="ＭＳ Ｐゴシック" charset="-128"/>
              </a:defRPr>
            </a:lvl2pPr>
            <a:lvl3pPr marL="1143000" indent="-228600" eaLnBrk="0" hangingPunct="0">
              <a:defRPr sz="2400">
                <a:solidFill>
                  <a:schemeClr val="tx1"/>
                </a:solidFill>
                <a:latin typeface="Arial" charset="0"/>
                <a:ea typeface="ＭＳ Ｐゴシック" charset="-128"/>
              </a:defRPr>
            </a:lvl3pPr>
            <a:lvl4pPr marL="1600200" indent="-228600" eaLnBrk="0" hangingPunct="0">
              <a:defRPr sz="2400">
                <a:solidFill>
                  <a:schemeClr val="tx1"/>
                </a:solidFill>
                <a:latin typeface="Arial" charset="0"/>
                <a:ea typeface="ＭＳ Ｐゴシック" charset="-128"/>
              </a:defRPr>
            </a:lvl4pPr>
            <a:lvl5pPr marL="2057400" indent="-228600" eaLnBrk="0" hangingPunct="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eaLnBrk="1" hangingPunct="1"/>
            <a:fld id="{DF1DBEA2-46FD-AF41-AEC4-D2A7B7B98B2D}" type="slidenum">
              <a:rPr lang="en-US" altLang="en-US" sz="1600">
                <a:solidFill>
                  <a:srgbClr val="000000"/>
                </a:solidFill>
                <a:latin typeface="Garamond" charset="0"/>
              </a:rPr>
              <a:pPr eaLnBrk="1" hangingPunct="1"/>
              <a:t>83</a:t>
            </a:fld>
            <a:endParaRPr lang="en-US" altLang="en-US" sz="1600">
              <a:solidFill>
                <a:srgbClr val="000000"/>
              </a:solidFill>
              <a:latin typeface="Garamond" charset="0"/>
            </a:endParaRPr>
          </a:p>
        </p:txBody>
      </p:sp>
    </p:spTree>
    <p:extLst>
      <p:ext uri="{BB962C8B-B14F-4D97-AF65-F5344CB8AC3E}">
        <p14:creationId xmlns:p14="http://schemas.microsoft.com/office/powerpoint/2010/main" val="3856554307"/>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 name="矩形: 圆角 77">
            <a:extLst>
              <a:ext uri="{FF2B5EF4-FFF2-40B4-BE49-F238E27FC236}">
                <a16:creationId xmlns:a16="http://schemas.microsoft.com/office/drawing/2014/main" id="{BF5F3C53-EE21-485E-897E-15C3CA3A11F4}"/>
              </a:ext>
            </a:extLst>
          </p:cNvPr>
          <p:cNvSpPr/>
          <p:nvPr/>
        </p:nvSpPr>
        <p:spPr bwMode="auto">
          <a:xfrm>
            <a:off x="4143177" y="2113550"/>
            <a:ext cx="1371569" cy="679450"/>
          </a:xfrm>
          <a:prstGeom prst="roundRect">
            <a:avLst/>
          </a:prstGeom>
          <a:solidFill>
            <a:srgbClr val="CCECFF"/>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ctr" eaLnBrk="1" hangingPunct="1"/>
            <a:r>
              <a:rPr lang="en-US" altLang="zh-CN" dirty="0">
                <a:latin typeface="Arial Narrow" panose="020B0606020202030204" pitchFamily="34" charset="0"/>
              </a:rPr>
              <a:t>Cache</a:t>
            </a:r>
            <a:endParaRPr kumimoji="0" lang="zh-CN" altLang="en-US" sz="1800" b="0" i="0" u="none" strike="noStrike" cap="none" normalizeH="0" baseline="0" dirty="0">
              <a:ln>
                <a:noFill/>
              </a:ln>
              <a:solidFill>
                <a:schemeClr val="tx1"/>
              </a:solidFill>
              <a:effectLst/>
              <a:latin typeface="Arial Narrow" panose="020B0606020202030204" pitchFamily="34" charset="0"/>
            </a:endParaRPr>
          </a:p>
        </p:txBody>
      </p:sp>
      <p:sp>
        <p:nvSpPr>
          <p:cNvPr id="118785" name="Title 1"/>
          <p:cNvSpPr>
            <a:spLocks noGrp="1"/>
          </p:cNvSpPr>
          <p:nvPr>
            <p:ph type="title"/>
          </p:nvPr>
        </p:nvSpPr>
        <p:spPr>
          <a:xfrm>
            <a:off x="228600" y="152400"/>
            <a:ext cx="8458200" cy="685800"/>
          </a:xfrm>
        </p:spPr>
        <p:txBody>
          <a:bodyPr/>
          <a:lstStyle/>
          <a:p>
            <a:r>
              <a:rPr lang="en-US" altLang="en-US" dirty="0">
                <a:ea typeface="ＭＳ Ｐゴシック" charset="-128"/>
              </a:rPr>
              <a:t>Directory: Node Definition</a:t>
            </a:r>
          </a:p>
        </p:txBody>
      </p:sp>
      <p:sp>
        <p:nvSpPr>
          <p:cNvPr id="118787" name="Slide Number Placeholder 3"/>
          <p:cNvSpPr>
            <a:spLocks noGrp="1"/>
          </p:cNvSpPr>
          <p:nvPr>
            <p:ph type="sldNum" sz="quarter" idx="11"/>
          </p:nvPr>
        </p:nvSpPr>
        <p:spPr>
          <a:xfrm>
            <a:off x="8240716" y="6318250"/>
            <a:ext cx="669922" cy="4572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charset="0"/>
                <a:ea typeface="ＭＳ Ｐゴシック" charset="-128"/>
              </a:defRPr>
            </a:lvl1pPr>
            <a:lvl2pPr marL="742950" indent="-285750" eaLnBrk="0" hangingPunct="0">
              <a:defRPr sz="2400">
                <a:solidFill>
                  <a:schemeClr val="tx1"/>
                </a:solidFill>
                <a:latin typeface="Arial" charset="0"/>
                <a:ea typeface="ＭＳ Ｐゴシック" charset="-128"/>
              </a:defRPr>
            </a:lvl2pPr>
            <a:lvl3pPr marL="1143000" indent="-228600" eaLnBrk="0" hangingPunct="0">
              <a:defRPr sz="2400">
                <a:solidFill>
                  <a:schemeClr val="tx1"/>
                </a:solidFill>
                <a:latin typeface="Arial" charset="0"/>
                <a:ea typeface="ＭＳ Ｐゴシック" charset="-128"/>
              </a:defRPr>
            </a:lvl3pPr>
            <a:lvl4pPr marL="1600200" indent="-228600" eaLnBrk="0" hangingPunct="0">
              <a:defRPr sz="2400">
                <a:solidFill>
                  <a:schemeClr val="tx1"/>
                </a:solidFill>
                <a:latin typeface="Arial" charset="0"/>
                <a:ea typeface="ＭＳ Ｐゴシック" charset="-128"/>
              </a:defRPr>
            </a:lvl4pPr>
            <a:lvl5pPr marL="2057400" indent="-228600" eaLnBrk="0" hangingPunct="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eaLnBrk="1" hangingPunct="1"/>
            <a:fld id="{AED358C2-D4E2-FB45-9976-71FB6B5F3BC4}" type="slidenum">
              <a:rPr lang="en-US" altLang="en-US" sz="1600">
                <a:solidFill>
                  <a:srgbClr val="000000"/>
                </a:solidFill>
                <a:latin typeface="Garamond" charset="0"/>
              </a:rPr>
              <a:pPr eaLnBrk="1" hangingPunct="1"/>
              <a:t>84</a:t>
            </a:fld>
            <a:endParaRPr lang="en-US" altLang="en-US" sz="1600">
              <a:solidFill>
                <a:srgbClr val="000000"/>
              </a:solidFill>
              <a:latin typeface="Garamond" charset="0"/>
            </a:endParaRPr>
          </a:p>
        </p:txBody>
      </p:sp>
      <p:sp>
        <p:nvSpPr>
          <p:cNvPr id="7" name="内容占位符 35">
            <a:extLst>
              <a:ext uri="{FF2B5EF4-FFF2-40B4-BE49-F238E27FC236}">
                <a16:creationId xmlns:a16="http://schemas.microsoft.com/office/drawing/2014/main" id="{0FF0F80D-6509-4C70-8AFB-6EDF0BE71F0F}"/>
              </a:ext>
            </a:extLst>
          </p:cNvPr>
          <p:cNvSpPr>
            <a:spLocks noGrp="1"/>
          </p:cNvSpPr>
          <p:nvPr>
            <p:ph idx="1"/>
          </p:nvPr>
        </p:nvSpPr>
        <p:spPr>
          <a:xfrm>
            <a:off x="174307" y="3886200"/>
            <a:ext cx="8964613" cy="2514600"/>
          </a:xfrm>
        </p:spPr>
        <p:txBody>
          <a:bodyPr/>
          <a:lstStyle/>
          <a:p>
            <a:r>
              <a:rPr lang="en-US" altLang="zh-CN" dirty="0"/>
              <a:t>Regarding a cache block:</a:t>
            </a:r>
            <a:endParaRPr lang="en-US" altLang="zh-CN" sz="2400" dirty="0"/>
          </a:p>
          <a:p>
            <a:pPr lvl="1"/>
            <a:r>
              <a:rPr lang="en-US" altLang="zh-CN" dirty="0">
                <a:solidFill>
                  <a:srgbClr val="0432FF"/>
                </a:solidFill>
              </a:rPr>
              <a:t>Home Node</a:t>
            </a:r>
            <a:r>
              <a:rPr lang="en-US" altLang="zh-CN" dirty="0"/>
              <a:t>: the node owns the corresponding directory, each</a:t>
            </a:r>
            <a:r>
              <a:rPr lang="zh-CN" altLang="en-US" dirty="0"/>
              <a:t> </a:t>
            </a:r>
            <a:r>
              <a:rPr lang="en-US" altLang="zh-CN" dirty="0"/>
              <a:t>cache block can have different home node.       </a:t>
            </a:r>
          </a:p>
          <a:p>
            <a:pPr lvl="1"/>
            <a:r>
              <a:rPr lang="en-US" altLang="zh-CN" dirty="0">
                <a:solidFill>
                  <a:srgbClr val="0432FF"/>
                </a:solidFill>
              </a:rPr>
              <a:t>Local Node</a:t>
            </a:r>
            <a:r>
              <a:rPr lang="en-US" altLang="zh-CN" dirty="0"/>
              <a:t>: the node initiates the cache read/write requests</a:t>
            </a:r>
          </a:p>
          <a:p>
            <a:pPr lvl="1"/>
            <a:r>
              <a:rPr lang="en-US" altLang="zh-CN" dirty="0">
                <a:solidFill>
                  <a:srgbClr val="0432FF"/>
                </a:solidFill>
              </a:rPr>
              <a:t>Remote Node</a:t>
            </a:r>
            <a:r>
              <a:rPr lang="en-US" altLang="zh-CN" dirty="0"/>
              <a:t>: the node passively responses to the action from the home node</a:t>
            </a:r>
            <a:endParaRPr lang="zh-CN" altLang="en-US" dirty="0"/>
          </a:p>
        </p:txBody>
      </p:sp>
      <p:sp>
        <p:nvSpPr>
          <p:cNvPr id="32" name="Oval 7">
            <a:extLst>
              <a:ext uri="{FF2B5EF4-FFF2-40B4-BE49-F238E27FC236}">
                <a16:creationId xmlns:a16="http://schemas.microsoft.com/office/drawing/2014/main" id="{DC67EC1F-A925-483F-9AC1-FA5E4B1AE7D5}"/>
              </a:ext>
            </a:extLst>
          </p:cNvPr>
          <p:cNvSpPr>
            <a:spLocks noChangeArrowheads="1"/>
          </p:cNvSpPr>
          <p:nvPr/>
        </p:nvSpPr>
        <p:spPr bwMode="auto">
          <a:xfrm>
            <a:off x="2851524" y="1064070"/>
            <a:ext cx="749300" cy="749300"/>
          </a:xfrm>
          <a:prstGeom prst="ellipse">
            <a:avLst/>
          </a:prstGeom>
          <a:solidFill>
            <a:schemeClr val="bg1"/>
          </a:solidFill>
          <a:ln w="12700">
            <a:solidFill>
              <a:schemeClr val="tx1"/>
            </a:solidFill>
            <a:round/>
            <a:headEnd/>
            <a:tailEnd/>
          </a:ln>
        </p:spPr>
        <p:txBody>
          <a:bodyPr wrap="none" anchor="ctr"/>
          <a:lstStyle>
            <a:lvl1pPr eaLnBrk="0" hangingPunct="0">
              <a:defRPr sz="2400">
                <a:solidFill>
                  <a:schemeClr val="tx1"/>
                </a:solidFill>
                <a:latin typeface="Arial" charset="0"/>
                <a:ea typeface="ＭＳ Ｐゴシック" charset="-128"/>
              </a:defRPr>
            </a:lvl1pPr>
            <a:lvl2pPr marL="742950" indent="-285750" eaLnBrk="0" hangingPunct="0">
              <a:defRPr sz="2400">
                <a:solidFill>
                  <a:schemeClr val="tx1"/>
                </a:solidFill>
                <a:latin typeface="Arial" charset="0"/>
                <a:ea typeface="ＭＳ Ｐゴシック" charset="-128"/>
              </a:defRPr>
            </a:lvl2pPr>
            <a:lvl3pPr marL="1143000" indent="-228600" eaLnBrk="0" hangingPunct="0">
              <a:defRPr sz="2400">
                <a:solidFill>
                  <a:schemeClr val="tx1"/>
                </a:solidFill>
                <a:latin typeface="Arial" charset="0"/>
                <a:ea typeface="ＭＳ Ｐゴシック" charset="-128"/>
              </a:defRPr>
            </a:lvl3pPr>
            <a:lvl4pPr marL="1600200" indent="-228600" eaLnBrk="0" hangingPunct="0">
              <a:defRPr sz="2400">
                <a:solidFill>
                  <a:schemeClr val="tx1"/>
                </a:solidFill>
                <a:latin typeface="Arial" charset="0"/>
                <a:ea typeface="ＭＳ Ｐゴシック" charset="-128"/>
              </a:defRPr>
            </a:lvl4pPr>
            <a:lvl5pPr marL="2057400" indent="-228600" eaLnBrk="0" hangingPunct="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charset="0"/>
              <a:ea typeface="ＭＳ Ｐゴシック" charset="-128"/>
              <a:cs typeface="+mn-cs"/>
            </a:endParaRPr>
          </a:p>
        </p:txBody>
      </p:sp>
      <p:sp>
        <p:nvSpPr>
          <p:cNvPr id="33" name="Line 9">
            <a:extLst>
              <a:ext uri="{FF2B5EF4-FFF2-40B4-BE49-F238E27FC236}">
                <a16:creationId xmlns:a16="http://schemas.microsoft.com/office/drawing/2014/main" id="{44141B5B-E623-48B2-AC70-05F373557FC0}"/>
              </a:ext>
            </a:extLst>
          </p:cNvPr>
          <p:cNvSpPr>
            <a:spLocks noChangeShapeType="1"/>
          </p:cNvSpPr>
          <p:nvPr/>
        </p:nvSpPr>
        <p:spPr bwMode="auto">
          <a:xfrm>
            <a:off x="3243636" y="1819801"/>
            <a:ext cx="0" cy="3111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charset="0"/>
              <a:ea typeface="ＭＳ Ｐゴシック" charset="-128"/>
              <a:cs typeface="+mn-cs"/>
            </a:endParaRPr>
          </a:p>
        </p:txBody>
      </p:sp>
      <p:sp>
        <p:nvSpPr>
          <p:cNvPr id="34" name="Line 10">
            <a:extLst>
              <a:ext uri="{FF2B5EF4-FFF2-40B4-BE49-F238E27FC236}">
                <a16:creationId xmlns:a16="http://schemas.microsoft.com/office/drawing/2014/main" id="{6FD3B2B8-B6DD-4AA4-928E-5055BBA9C4F3}"/>
              </a:ext>
            </a:extLst>
          </p:cNvPr>
          <p:cNvSpPr>
            <a:spLocks noChangeShapeType="1"/>
          </p:cNvSpPr>
          <p:nvPr/>
        </p:nvSpPr>
        <p:spPr bwMode="auto">
          <a:xfrm>
            <a:off x="3243636" y="2810401"/>
            <a:ext cx="0" cy="36830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charset="0"/>
              <a:ea typeface="ＭＳ Ｐゴシック" charset="-128"/>
              <a:cs typeface="+mn-cs"/>
            </a:endParaRPr>
          </a:p>
        </p:txBody>
      </p:sp>
      <p:sp>
        <p:nvSpPr>
          <p:cNvPr id="36" name="Rectangle 13">
            <a:extLst>
              <a:ext uri="{FF2B5EF4-FFF2-40B4-BE49-F238E27FC236}">
                <a16:creationId xmlns:a16="http://schemas.microsoft.com/office/drawing/2014/main" id="{9F86BCEC-E973-45EF-A1A6-021FEC930754}"/>
              </a:ext>
            </a:extLst>
          </p:cNvPr>
          <p:cNvSpPr>
            <a:spLocks noChangeArrowheads="1"/>
          </p:cNvSpPr>
          <p:nvPr/>
        </p:nvSpPr>
        <p:spPr bwMode="auto">
          <a:xfrm>
            <a:off x="3004203" y="1241076"/>
            <a:ext cx="424797" cy="3667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eaLnBrk="0" hangingPunct="0">
              <a:defRPr sz="2400">
                <a:solidFill>
                  <a:schemeClr val="tx1"/>
                </a:solidFill>
                <a:latin typeface="Arial" charset="0"/>
                <a:ea typeface="ＭＳ Ｐゴシック" charset="-128"/>
              </a:defRPr>
            </a:lvl1pPr>
            <a:lvl2pPr marL="742950" indent="-285750" eaLnBrk="0" hangingPunct="0">
              <a:defRPr sz="2400">
                <a:solidFill>
                  <a:schemeClr val="tx1"/>
                </a:solidFill>
                <a:latin typeface="Arial" charset="0"/>
                <a:ea typeface="ＭＳ Ｐゴシック" charset="-128"/>
              </a:defRPr>
            </a:lvl2pPr>
            <a:lvl3pPr marL="1143000" indent="-228600" eaLnBrk="0" hangingPunct="0">
              <a:defRPr sz="2400">
                <a:solidFill>
                  <a:schemeClr val="tx1"/>
                </a:solidFill>
                <a:latin typeface="Arial" charset="0"/>
                <a:ea typeface="ＭＳ Ｐゴシック" charset="-128"/>
              </a:defRPr>
            </a:lvl3pPr>
            <a:lvl4pPr marL="1600200" indent="-228600" eaLnBrk="0" hangingPunct="0">
              <a:defRPr sz="2400">
                <a:solidFill>
                  <a:schemeClr val="tx1"/>
                </a:solidFill>
                <a:latin typeface="Arial" charset="0"/>
                <a:ea typeface="ＭＳ Ｐゴシック" charset="-128"/>
              </a:defRPr>
            </a:lvl4pPr>
            <a:lvl5pPr marL="2057400" indent="-228600" eaLnBrk="0" hangingPunct="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dirty="0">
                <a:ln>
                  <a:noFill/>
                </a:ln>
                <a:solidFill>
                  <a:srgbClr val="000000"/>
                </a:solidFill>
                <a:effectLst/>
                <a:uLnTx/>
                <a:uFillTx/>
                <a:latin typeface="Arial Narrow" panose="020B0606020202030204" pitchFamily="34" charset="0"/>
              </a:rPr>
              <a:t>C2</a:t>
            </a:r>
          </a:p>
        </p:txBody>
      </p:sp>
      <p:sp>
        <p:nvSpPr>
          <p:cNvPr id="37" name="AutoShape 16">
            <a:extLst>
              <a:ext uri="{FF2B5EF4-FFF2-40B4-BE49-F238E27FC236}">
                <a16:creationId xmlns:a16="http://schemas.microsoft.com/office/drawing/2014/main" id="{48307579-98ED-4F1E-B2DE-637916F9833D}"/>
              </a:ext>
            </a:extLst>
          </p:cNvPr>
          <p:cNvSpPr>
            <a:spLocks noChangeArrowheads="1"/>
          </p:cNvSpPr>
          <p:nvPr/>
        </p:nvSpPr>
        <p:spPr bwMode="auto">
          <a:xfrm>
            <a:off x="977620" y="3191401"/>
            <a:ext cx="6860781" cy="465118"/>
          </a:xfrm>
          <a:prstGeom prst="roundRect">
            <a:avLst>
              <a:gd name="adj" fmla="val 12495"/>
            </a:avLst>
          </a:prstGeom>
          <a:solidFill>
            <a:schemeClr val="bg1"/>
          </a:solidFill>
          <a:ln w="12700">
            <a:solidFill>
              <a:schemeClr val="tx1"/>
            </a:solidFill>
            <a:round/>
            <a:headEnd/>
            <a:tailEnd/>
          </a:ln>
        </p:spPr>
        <p:txBody>
          <a:bodyPr wrap="none" anchor="ctr"/>
          <a:lstStyle>
            <a:lvl1pPr eaLnBrk="0" hangingPunct="0">
              <a:defRPr sz="2400">
                <a:solidFill>
                  <a:schemeClr val="tx1"/>
                </a:solidFill>
                <a:latin typeface="Arial" charset="0"/>
                <a:ea typeface="ＭＳ Ｐゴシック" charset="-128"/>
              </a:defRPr>
            </a:lvl1pPr>
            <a:lvl2pPr marL="742950" indent="-285750" eaLnBrk="0" hangingPunct="0">
              <a:defRPr sz="2400">
                <a:solidFill>
                  <a:schemeClr val="tx1"/>
                </a:solidFill>
                <a:latin typeface="Arial" charset="0"/>
                <a:ea typeface="ＭＳ Ｐゴシック" charset="-128"/>
              </a:defRPr>
            </a:lvl2pPr>
            <a:lvl3pPr marL="1143000" indent="-228600" eaLnBrk="0" hangingPunct="0">
              <a:defRPr sz="2400">
                <a:solidFill>
                  <a:schemeClr val="tx1"/>
                </a:solidFill>
                <a:latin typeface="Arial" charset="0"/>
                <a:ea typeface="ＭＳ Ｐゴシック" charset="-128"/>
              </a:defRPr>
            </a:lvl3pPr>
            <a:lvl4pPr marL="1600200" indent="-228600" eaLnBrk="0" hangingPunct="0">
              <a:defRPr sz="2400">
                <a:solidFill>
                  <a:schemeClr val="tx1"/>
                </a:solidFill>
                <a:latin typeface="Arial" charset="0"/>
                <a:ea typeface="ＭＳ Ｐゴシック" charset="-128"/>
              </a:defRPr>
            </a:lvl4pPr>
            <a:lvl5pPr marL="2057400" indent="-228600" eaLnBrk="0" hangingPunct="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charset="0"/>
              <a:ea typeface="ＭＳ Ｐゴシック" charset="-128"/>
              <a:cs typeface="+mn-cs"/>
            </a:endParaRPr>
          </a:p>
        </p:txBody>
      </p:sp>
      <p:sp>
        <p:nvSpPr>
          <p:cNvPr id="38" name="Rectangle 17">
            <a:extLst>
              <a:ext uri="{FF2B5EF4-FFF2-40B4-BE49-F238E27FC236}">
                <a16:creationId xmlns:a16="http://schemas.microsoft.com/office/drawing/2014/main" id="{8B1DA094-DA5F-4889-AAFF-32CDE92C7C67}"/>
              </a:ext>
            </a:extLst>
          </p:cNvPr>
          <p:cNvSpPr>
            <a:spLocks noChangeArrowheads="1"/>
          </p:cNvSpPr>
          <p:nvPr/>
        </p:nvSpPr>
        <p:spPr bwMode="auto">
          <a:xfrm>
            <a:off x="3543515" y="3244339"/>
            <a:ext cx="2104744" cy="3667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eaLnBrk="0" hangingPunct="0">
              <a:defRPr sz="2400">
                <a:solidFill>
                  <a:schemeClr val="tx1"/>
                </a:solidFill>
                <a:latin typeface="Arial" charset="0"/>
                <a:ea typeface="ＭＳ Ｐゴシック" charset="-128"/>
              </a:defRPr>
            </a:lvl1pPr>
            <a:lvl2pPr marL="742950" indent="-285750" eaLnBrk="0" hangingPunct="0">
              <a:defRPr sz="2400">
                <a:solidFill>
                  <a:schemeClr val="tx1"/>
                </a:solidFill>
                <a:latin typeface="Arial" charset="0"/>
                <a:ea typeface="ＭＳ Ｐゴシック" charset="-128"/>
              </a:defRPr>
            </a:lvl2pPr>
            <a:lvl3pPr marL="1143000" indent="-228600" eaLnBrk="0" hangingPunct="0">
              <a:defRPr sz="2400">
                <a:solidFill>
                  <a:schemeClr val="tx1"/>
                </a:solidFill>
                <a:latin typeface="Arial" charset="0"/>
                <a:ea typeface="ＭＳ Ｐゴシック" charset="-128"/>
              </a:defRPr>
            </a:lvl3pPr>
            <a:lvl4pPr marL="1600200" indent="-228600" eaLnBrk="0" hangingPunct="0">
              <a:defRPr sz="2400">
                <a:solidFill>
                  <a:schemeClr val="tx1"/>
                </a:solidFill>
                <a:latin typeface="Arial" charset="0"/>
                <a:ea typeface="ＭＳ Ｐゴシック" charset="-128"/>
              </a:defRPr>
            </a:lvl4pPr>
            <a:lvl5pPr marL="2057400" indent="-228600" eaLnBrk="0" hangingPunct="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dirty="0">
                <a:ln>
                  <a:noFill/>
                </a:ln>
                <a:solidFill>
                  <a:srgbClr val="000000"/>
                </a:solidFill>
                <a:effectLst/>
                <a:uLnTx/>
                <a:uFillTx/>
                <a:latin typeface="Arial" charset="0"/>
                <a:ea typeface="ＭＳ Ｐゴシック" charset="-128"/>
                <a:cs typeface="+mn-cs"/>
              </a:rPr>
              <a:t>Switch (</a:t>
            </a:r>
            <a:r>
              <a:rPr kumimoji="0" lang="en-US" altLang="en-US" sz="1800" b="0" i="0" u="none" strike="noStrike" kern="1200" cap="none" spc="0" normalizeH="0" baseline="0" noProof="0" dirty="0">
                <a:ln>
                  <a:noFill/>
                </a:ln>
                <a:solidFill>
                  <a:schemeClr val="accent3">
                    <a:lumMod val="65000"/>
                  </a:schemeClr>
                </a:solidFill>
                <a:effectLst/>
                <a:uLnTx/>
                <a:uFillTx/>
                <a:latin typeface="Arial Narrow" panose="020B0606020202030204" pitchFamily="34" charset="0"/>
              </a:rPr>
              <a:t>peer to peer</a:t>
            </a:r>
            <a:r>
              <a:rPr kumimoji="0" lang="en-US" altLang="en-US" sz="1800" b="0" i="0" u="none" strike="noStrike" kern="1200" cap="none" spc="0" normalizeH="0" baseline="0" noProof="0" dirty="0">
                <a:ln>
                  <a:noFill/>
                </a:ln>
                <a:solidFill>
                  <a:srgbClr val="000000"/>
                </a:solidFill>
                <a:effectLst/>
                <a:uLnTx/>
                <a:uFillTx/>
                <a:latin typeface="Arial" charset="0"/>
                <a:ea typeface="ＭＳ Ｐゴシック" charset="-128"/>
                <a:cs typeface="+mn-cs"/>
              </a:rPr>
              <a:t>)</a:t>
            </a:r>
          </a:p>
        </p:txBody>
      </p:sp>
      <p:sp>
        <p:nvSpPr>
          <p:cNvPr id="41" name="矩形: 圆角 40">
            <a:extLst>
              <a:ext uri="{FF2B5EF4-FFF2-40B4-BE49-F238E27FC236}">
                <a16:creationId xmlns:a16="http://schemas.microsoft.com/office/drawing/2014/main" id="{5C3578BE-8AB4-4F32-942C-19DEB8DD1F10}"/>
              </a:ext>
            </a:extLst>
          </p:cNvPr>
          <p:cNvSpPr/>
          <p:nvPr/>
        </p:nvSpPr>
        <p:spPr bwMode="auto">
          <a:xfrm>
            <a:off x="2551493" y="2130951"/>
            <a:ext cx="1371569" cy="679450"/>
          </a:xfrm>
          <a:prstGeom prst="roundRect">
            <a:avLst/>
          </a:prstGeom>
          <a:solidFill>
            <a:srgbClr val="CCECFF"/>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ctr" eaLnBrk="1" hangingPunct="1"/>
            <a:r>
              <a:rPr lang="en-US" altLang="zh-CN" dirty="0">
                <a:latin typeface="Arial Narrow" panose="020B0606020202030204" pitchFamily="34" charset="0"/>
              </a:rPr>
              <a:t>Cache</a:t>
            </a:r>
            <a:endParaRPr kumimoji="0" lang="zh-CN" altLang="en-US" sz="1800" b="0" i="0" u="none" strike="noStrike" cap="none" normalizeH="0" baseline="0" dirty="0">
              <a:ln>
                <a:noFill/>
              </a:ln>
              <a:solidFill>
                <a:schemeClr val="tx1"/>
              </a:solidFill>
              <a:effectLst/>
              <a:latin typeface="Arial Narrow" panose="020B0606020202030204" pitchFamily="34" charset="0"/>
            </a:endParaRPr>
          </a:p>
        </p:txBody>
      </p:sp>
      <p:sp>
        <p:nvSpPr>
          <p:cNvPr id="64" name="Oval 7">
            <a:extLst>
              <a:ext uri="{FF2B5EF4-FFF2-40B4-BE49-F238E27FC236}">
                <a16:creationId xmlns:a16="http://schemas.microsoft.com/office/drawing/2014/main" id="{E9D3B7CC-CC0B-46B8-AED6-0E7F0612254B}"/>
              </a:ext>
            </a:extLst>
          </p:cNvPr>
          <p:cNvSpPr>
            <a:spLocks noChangeArrowheads="1"/>
          </p:cNvSpPr>
          <p:nvPr/>
        </p:nvSpPr>
        <p:spPr bwMode="auto">
          <a:xfrm>
            <a:off x="1277651" y="1051844"/>
            <a:ext cx="749300" cy="749300"/>
          </a:xfrm>
          <a:prstGeom prst="ellipse">
            <a:avLst/>
          </a:prstGeom>
          <a:solidFill>
            <a:schemeClr val="bg1"/>
          </a:solidFill>
          <a:ln w="12700">
            <a:solidFill>
              <a:schemeClr val="tx1"/>
            </a:solidFill>
            <a:round/>
            <a:headEnd/>
            <a:tailEnd/>
          </a:ln>
        </p:spPr>
        <p:txBody>
          <a:bodyPr wrap="none" anchor="ctr"/>
          <a:lstStyle>
            <a:lvl1pPr eaLnBrk="0" hangingPunct="0">
              <a:defRPr sz="2400">
                <a:solidFill>
                  <a:schemeClr val="tx1"/>
                </a:solidFill>
                <a:latin typeface="Arial" charset="0"/>
                <a:ea typeface="ＭＳ Ｐゴシック" charset="-128"/>
              </a:defRPr>
            </a:lvl1pPr>
            <a:lvl2pPr marL="742950" indent="-285750" eaLnBrk="0" hangingPunct="0">
              <a:defRPr sz="2400">
                <a:solidFill>
                  <a:schemeClr val="tx1"/>
                </a:solidFill>
                <a:latin typeface="Arial" charset="0"/>
                <a:ea typeface="ＭＳ Ｐゴシック" charset="-128"/>
              </a:defRPr>
            </a:lvl2pPr>
            <a:lvl3pPr marL="1143000" indent="-228600" eaLnBrk="0" hangingPunct="0">
              <a:defRPr sz="2400">
                <a:solidFill>
                  <a:schemeClr val="tx1"/>
                </a:solidFill>
                <a:latin typeface="Arial" charset="0"/>
                <a:ea typeface="ＭＳ Ｐゴシック" charset="-128"/>
              </a:defRPr>
            </a:lvl3pPr>
            <a:lvl4pPr marL="1600200" indent="-228600" eaLnBrk="0" hangingPunct="0">
              <a:defRPr sz="2400">
                <a:solidFill>
                  <a:schemeClr val="tx1"/>
                </a:solidFill>
                <a:latin typeface="Arial" charset="0"/>
                <a:ea typeface="ＭＳ Ｐゴシック" charset="-128"/>
              </a:defRPr>
            </a:lvl4pPr>
            <a:lvl5pPr marL="2057400" indent="-228600" eaLnBrk="0" hangingPunct="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charset="0"/>
              <a:ea typeface="ＭＳ Ｐゴシック" charset="-128"/>
              <a:cs typeface="+mn-cs"/>
            </a:endParaRPr>
          </a:p>
        </p:txBody>
      </p:sp>
      <p:sp>
        <p:nvSpPr>
          <p:cNvPr id="65" name="Line 9">
            <a:extLst>
              <a:ext uri="{FF2B5EF4-FFF2-40B4-BE49-F238E27FC236}">
                <a16:creationId xmlns:a16="http://schemas.microsoft.com/office/drawing/2014/main" id="{761927B0-4D93-4D4E-B279-9BA3AC91676A}"/>
              </a:ext>
            </a:extLst>
          </p:cNvPr>
          <p:cNvSpPr>
            <a:spLocks noChangeShapeType="1"/>
          </p:cNvSpPr>
          <p:nvPr/>
        </p:nvSpPr>
        <p:spPr bwMode="auto">
          <a:xfrm>
            <a:off x="1669763" y="1807575"/>
            <a:ext cx="0" cy="3111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charset="0"/>
              <a:ea typeface="ＭＳ Ｐゴシック" charset="-128"/>
              <a:cs typeface="+mn-cs"/>
            </a:endParaRPr>
          </a:p>
        </p:txBody>
      </p:sp>
      <p:sp>
        <p:nvSpPr>
          <p:cNvPr id="66" name="Line 10">
            <a:extLst>
              <a:ext uri="{FF2B5EF4-FFF2-40B4-BE49-F238E27FC236}">
                <a16:creationId xmlns:a16="http://schemas.microsoft.com/office/drawing/2014/main" id="{1A6863F4-F416-4AFD-B0C6-F81C3D8EEF49}"/>
              </a:ext>
            </a:extLst>
          </p:cNvPr>
          <p:cNvSpPr>
            <a:spLocks noChangeShapeType="1"/>
          </p:cNvSpPr>
          <p:nvPr/>
        </p:nvSpPr>
        <p:spPr bwMode="auto">
          <a:xfrm>
            <a:off x="1669763" y="2798175"/>
            <a:ext cx="0" cy="36830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charset="0"/>
              <a:ea typeface="ＭＳ Ｐゴシック" charset="-128"/>
              <a:cs typeface="+mn-cs"/>
            </a:endParaRPr>
          </a:p>
        </p:txBody>
      </p:sp>
      <p:sp>
        <p:nvSpPr>
          <p:cNvPr id="67" name="Rectangle 13">
            <a:extLst>
              <a:ext uri="{FF2B5EF4-FFF2-40B4-BE49-F238E27FC236}">
                <a16:creationId xmlns:a16="http://schemas.microsoft.com/office/drawing/2014/main" id="{554EB754-274E-4EB4-8AD9-2DF11C63B482}"/>
              </a:ext>
            </a:extLst>
          </p:cNvPr>
          <p:cNvSpPr>
            <a:spLocks noChangeArrowheads="1"/>
          </p:cNvSpPr>
          <p:nvPr/>
        </p:nvSpPr>
        <p:spPr bwMode="auto">
          <a:xfrm>
            <a:off x="1430330" y="1228850"/>
            <a:ext cx="424797" cy="3667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eaLnBrk="0" hangingPunct="0">
              <a:defRPr sz="2400">
                <a:solidFill>
                  <a:schemeClr val="tx1"/>
                </a:solidFill>
                <a:latin typeface="Arial" charset="0"/>
                <a:ea typeface="ＭＳ Ｐゴシック" charset="-128"/>
              </a:defRPr>
            </a:lvl1pPr>
            <a:lvl2pPr marL="742950" indent="-285750" eaLnBrk="0" hangingPunct="0">
              <a:defRPr sz="2400">
                <a:solidFill>
                  <a:schemeClr val="tx1"/>
                </a:solidFill>
                <a:latin typeface="Arial" charset="0"/>
                <a:ea typeface="ＭＳ Ｐゴシック" charset="-128"/>
              </a:defRPr>
            </a:lvl2pPr>
            <a:lvl3pPr marL="1143000" indent="-228600" eaLnBrk="0" hangingPunct="0">
              <a:defRPr sz="2400">
                <a:solidFill>
                  <a:schemeClr val="tx1"/>
                </a:solidFill>
                <a:latin typeface="Arial" charset="0"/>
                <a:ea typeface="ＭＳ Ｐゴシック" charset="-128"/>
              </a:defRPr>
            </a:lvl3pPr>
            <a:lvl4pPr marL="1600200" indent="-228600" eaLnBrk="0" hangingPunct="0">
              <a:defRPr sz="2400">
                <a:solidFill>
                  <a:schemeClr val="tx1"/>
                </a:solidFill>
                <a:latin typeface="Arial" charset="0"/>
                <a:ea typeface="ＭＳ Ｐゴシック" charset="-128"/>
              </a:defRPr>
            </a:lvl4pPr>
            <a:lvl5pPr marL="2057400" indent="-228600" eaLnBrk="0" hangingPunct="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dirty="0">
                <a:ln>
                  <a:noFill/>
                </a:ln>
                <a:solidFill>
                  <a:srgbClr val="000000"/>
                </a:solidFill>
                <a:effectLst/>
                <a:uLnTx/>
                <a:uFillTx/>
                <a:latin typeface="Arial Narrow" panose="020B0606020202030204" pitchFamily="34" charset="0"/>
              </a:rPr>
              <a:t>C1</a:t>
            </a:r>
          </a:p>
        </p:txBody>
      </p:sp>
      <p:sp>
        <p:nvSpPr>
          <p:cNvPr id="68" name="矩形: 圆角 67">
            <a:extLst>
              <a:ext uri="{FF2B5EF4-FFF2-40B4-BE49-F238E27FC236}">
                <a16:creationId xmlns:a16="http://schemas.microsoft.com/office/drawing/2014/main" id="{ED8DDC0F-AFA9-4718-9BDC-3B8F8B3DB64E}"/>
              </a:ext>
            </a:extLst>
          </p:cNvPr>
          <p:cNvSpPr/>
          <p:nvPr/>
        </p:nvSpPr>
        <p:spPr bwMode="auto">
          <a:xfrm>
            <a:off x="977620" y="2118725"/>
            <a:ext cx="1371569" cy="679450"/>
          </a:xfrm>
          <a:prstGeom prst="roundRect">
            <a:avLst/>
          </a:prstGeom>
          <a:solidFill>
            <a:srgbClr val="CCECFF"/>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dirty="0">
                <a:ln>
                  <a:noFill/>
                </a:ln>
                <a:solidFill>
                  <a:schemeClr val="tx1"/>
                </a:solidFill>
                <a:effectLst/>
                <a:latin typeface="Arial Narrow" panose="020B0606020202030204" pitchFamily="34" charset="0"/>
              </a:rPr>
              <a:t>Cache</a:t>
            </a:r>
            <a:endParaRPr kumimoji="0" lang="zh-CN" altLang="en-US" sz="1800" b="0" i="0" u="none" strike="noStrike" cap="none" normalizeH="0" baseline="0" dirty="0">
              <a:ln>
                <a:noFill/>
              </a:ln>
              <a:solidFill>
                <a:schemeClr val="tx1"/>
              </a:solidFill>
              <a:effectLst/>
              <a:latin typeface="Arial Narrow" panose="020B0606020202030204" pitchFamily="34" charset="0"/>
            </a:endParaRPr>
          </a:p>
        </p:txBody>
      </p:sp>
      <p:sp>
        <p:nvSpPr>
          <p:cNvPr id="69" name="Oval 7">
            <a:extLst>
              <a:ext uri="{FF2B5EF4-FFF2-40B4-BE49-F238E27FC236}">
                <a16:creationId xmlns:a16="http://schemas.microsoft.com/office/drawing/2014/main" id="{42E8885E-6C42-407C-80A3-FC01AC15B870}"/>
              </a:ext>
            </a:extLst>
          </p:cNvPr>
          <p:cNvSpPr>
            <a:spLocks noChangeArrowheads="1"/>
          </p:cNvSpPr>
          <p:nvPr/>
        </p:nvSpPr>
        <p:spPr bwMode="auto">
          <a:xfrm>
            <a:off x="6017081" y="1058895"/>
            <a:ext cx="749300" cy="749300"/>
          </a:xfrm>
          <a:prstGeom prst="ellipse">
            <a:avLst/>
          </a:prstGeom>
          <a:solidFill>
            <a:schemeClr val="bg1"/>
          </a:solidFill>
          <a:ln w="12700">
            <a:solidFill>
              <a:schemeClr val="tx1"/>
            </a:solidFill>
            <a:round/>
            <a:headEnd/>
            <a:tailEnd/>
          </a:ln>
        </p:spPr>
        <p:txBody>
          <a:bodyPr wrap="none" anchor="ctr"/>
          <a:lstStyle>
            <a:lvl1pPr eaLnBrk="0" hangingPunct="0">
              <a:defRPr sz="2400">
                <a:solidFill>
                  <a:schemeClr val="tx1"/>
                </a:solidFill>
                <a:latin typeface="Arial" charset="0"/>
                <a:ea typeface="ＭＳ Ｐゴシック" charset="-128"/>
              </a:defRPr>
            </a:lvl1pPr>
            <a:lvl2pPr marL="742950" indent="-285750" eaLnBrk="0" hangingPunct="0">
              <a:defRPr sz="2400">
                <a:solidFill>
                  <a:schemeClr val="tx1"/>
                </a:solidFill>
                <a:latin typeface="Arial" charset="0"/>
                <a:ea typeface="ＭＳ Ｐゴシック" charset="-128"/>
              </a:defRPr>
            </a:lvl2pPr>
            <a:lvl3pPr marL="1143000" indent="-228600" eaLnBrk="0" hangingPunct="0">
              <a:defRPr sz="2400">
                <a:solidFill>
                  <a:schemeClr val="tx1"/>
                </a:solidFill>
                <a:latin typeface="Arial" charset="0"/>
                <a:ea typeface="ＭＳ Ｐゴシック" charset="-128"/>
              </a:defRPr>
            </a:lvl3pPr>
            <a:lvl4pPr marL="1600200" indent="-228600" eaLnBrk="0" hangingPunct="0">
              <a:defRPr sz="2400">
                <a:solidFill>
                  <a:schemeClr val="tx1"/>
                </a:solidFill>
                <a:latin typeface="Arial" charset="0"/>
                <a:ea typeface="ＭＳ Ｐゴシック" charset="-128"/>
              </a:defRPr>
            </a:lvl4pPr>
            <a:lvl5pPr marL="2057400" indent="-228600" eaLnBrk="0" hangingPunct="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charset="0"/>
              <a:ea typeface="ＭＳ Ｐゴシック" charset="-128"/>
              <a:cs typeface="+mn-cs"/>
            </a:endParaRPr>
          </a:p>
        </p:txBody>
      </p:sp>
      <p:sp>
        <p:nvSpPr>
          <p:cNvPr id="70" name="Line 9">
            <a:extLst>
              <a:ext uri="{FF2B5EF4-FFF2-40B4-BE49-F238E27FC236}">
                <a16:creationId xmlns:a16="http://schemas.microsoft.com/office/drawing/2014/main" id="{52CE6BCF-93B4-4BEC-8D07-1B322CECDA82}"/>
              </a:ext>
            </a:extLst>
          </p:cNvPr>
          <p:cNvSpPr>
            <a:spLocks noChangeShapeType="1"/>
          </p:cNvSpPr>
          <p:nvPr/>
        </p:nvSpPr>
        <p:spPr bwMode="auto">
          <a:xfrm>
            <a:off x="6409193" y="1814626"/>
            <a:ext cx="0" cy="3111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charset="0"/>
              <a:ea typeface="ＭＳ Ｐゴシック" charset="-128"/>
              <a:cs typeface="+mn-cs"/>
            </a:endParaRPr>
          </a:p>
        </p:txBody>
      </p:sp>
      <p:sp>
        <p:nvSpPr>
          <p:cNvPr id="71" name="Line 10">
            <a:extLst>
              <a:ext uri="{FF2B5EF4-FFF2-40B4-BE49-F238E27FC236}">
                <a16:creationId xmlns:a16="http://schemas.microsoft.com/office/drawing/2014/main" id="{1C584A1F-D17F-450E-942D-C8255A2CAAA3}"/>
              </a:ext>
            </a:extLst>
          </p:cNvPr>
          <p:cNvSpPr>
            <a:spLocks noChangeShapeType="1"/>
          </p:cNvSpPr>
          <p:nvPr/>
        </p:nvSpPr>
        <p:spPr bwMode="auto">
          <a:xfrm>
            <a:off x="6409193" y="2805226"/>
            <a:ext cx="0" cy="36830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charset="0"/>
              <a:ea typeface="ＭＳ Ｐゴシック" charset="-128"/>
              <a:cs typeface="+mn-cs"/>
            </a:endParaRPr>
          </a:p>
        </p:txBody>
      </p:sp>
      <p:sp>
        <p:nvSpPr>
          <p:cNvPr id="72" name="Rectangle 13">
            <a:extLst>
              <a:ext uri="{FF2B5EF4-FFF2-40B4-BE49-F238E27FC236}">
                <a16:creationId xmlns:a16="http://schemas.microsoft.com/office/drawing/2014/main" id="{299D76AA-CE99-4FCD-9455-5F04471FBB2A}"/>
              </a:ext>
            </a:extLst>
          </p:cNvPr>
          <p:cNvSpPr>
            <a:spLocks noChangeArrowheads="1"/>
          </p:cNvSpPr>
          <p:nvPr/>
        </p:nvSpPr>
        <p:spPr bwMode="auto">
          <a:xfrm>
            <a:off x="6169760" y="1235901"/>
            <a:ext cx="424797" cy="3667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eaLnBrk="0" hangingPunct="0">
              <a:defRPr sz="2400">
                <a:solidFill>
                  <a:schemeClr val="tx1"/>
                </a:solidFill>
                <a:latin typeface="Arial" charset="0"/>
                <a:ea typeface="ＭＳ Ｐゴシック" charset="-128"/>
              </a:defRPr>
            </a:lvl1pPr>
            <a:lvl2pPr marL="742950" indent="-285750" eaLnBrk="0" hangingPunct="0">
              <a:defRPr sz="2400">
                <a:solidFill>
                  <a:schemeClr val="tx1"/>
                </a:solidFill>
                <a:latin typeface="Arial" charset="0"/>
                <a:ea typeface="ＭＳ Ｐゴシック" charset="-128"/>
              </a:defRPr>
            </a:lvl2pPr>
            <a:lvl3pPr marL="1143000" indent="-228600" eaLnBrk="0" hangingPunct="0">
              <a:defRPr sz="2400">
                <a:solidFill>
                  <a:schemeClr val="tx1"/>
                </a:solidFill>
                <a:latin typeface="Arial" charset="0"/>
                <a:ea typeface="ＭＳ Ｐゴシック" charset="-128"/>
              </a:defRPr>
            </a:lvl3pPr>
            <a:lvl4pPr marL="1600200" indent="-228600" eaLnBrk="0" hangingPunct="0">
              <a:defRPr sz="2400">
                <a:solidFill>
                  <a:schemeClr val="tx1"/>
                </a:solidFill>
                <a:latin typeface="Arial" charset="0"/>
                <a:ea typeface="ＭＳ Ｐゴシック" charset="-128"/>
              </a:defRPr>
            </a:lvl4pPr>
            <a:lvl5pPr marL="2057400" indent="-228600" eaLnBrk="0" hangingPunct="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dirty="0">
                <a:ln>
                  <a:noFill/>
                </a:ln>
                <a:solidFill>
                  <a:srgbClr val="000000"/>
                </a:solidFill>
                <a:effectLst/>
                <a:uLnTx/>
                <a:uFillTx/>
                <a:latin typeface="Arial Narrow" panose="020B0606020202030204" pitchFamily="34" charset="0"/>
              </a:rPr>
              <a:t>C4</a:t>
            </a:r>
          </a:p>
        </p:txBody>
      </p:sp>
      <p:sp>
        <p:nvSpPr>
          <p:cNvPr id="73" name="矩形: 圆角 72">
            <a:extLst>
              <a:ext uri="{FF2B5EF4-FFF2-40B4-BE49-F238E27FC236}">
                <a16:creationId xmlns:a16="http://schemas.microsoft.com/office/drawing/2014/main" id="{93057970-017A-4F4B-9BD6-2E395B9F653F}"/>
              </a:ext>
            </a:extLst>
          </p:cNvPr>
          <p:cNvSpPr/>
          <p:nvPr/>
        </p:nvSpPr>
        <p:spPr bwMode="auto">
          <a:xfrm>
            <a:off x="5717050" y="2125776"/>
            <a:ext cx="1371569" cy="679450"/>
          </a:xfrm>
          <a:prstGeom prst="roundRect">
            <a:avLst/>
          </a:prstGeom>
          <a:solidFill>
            <a:srgbClr val="CCECFF"/>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ctr" eaLnBrk="1" hangingPunct="1"/>
            <a:r>
              <a:rPr lang="en-US" altLang="zh-CN" dirty="0">
                <a:latin typeface="Arial Narrow" panose="020B0606020202030204" pitchFamily="34" charset="0"/>
              </a:rPr>
              <a:t>Cache</a:t>
            </a:r>
            <a:endParaRPr kumimoji="0" lang="zh-CN" altLang="en-US" sz="1800" b="0" i="0" u="none" strike="noStrike" cap="none" normalizeH="0" baseline="0" dirty="0">
              <a:ln>
                <a:noFill/>
              </a:ln>
              <a:solidFill>
                <a:schemeClr val="tx1"/>
              </a:solidFill>
              <a:effectLst/>
              <a:latin typeface="Arial Narrow" panose="020B0606020202030204" pitchFamily="34" charset="0"/>
            </a:endParaRPr>
          </a:p>
        </p:txBody>
      </p:sp>
      <p:sp>
        <p:nvSpPr>
          <p:cNvPr id="74" name="Oval 7">
            <a:extLst>
              <a:ext uri="{FF2B5EF4-FFF2-40B4-BE49-F238E27FC236}">
                <a16:creationId xmlns:a16="http://schemas.microsoft.com/office/drawing/2014/main" id="{92DA491D-7521-4779-9703-1921BEB2954A}"/>
              </a:ext>
            </a:extLst>
          </p:cNvPr>
          <p:cNvSpPr>
            <a:spLocks noChangeArrowheads="1"/>
          </p:cNvSpPr>
          <p:nvPr/>
        </p:nvSpPr>
        <p:spPr bwMode="auto">
          <a:xfrm>
            <a:off x="4443208" y="1046669"/>
            <a:ext cx="749300" cy="749300"/>
          </a:xfrm>
          <a:prstGeom prst="ellipse">
            <a:avLst/>
          </a:prstGeom>
          <a:solidFill>
            <a:schemeClr val="bg1"/>
          </a:solidFill>
          <a:ln w="12700">
            <a:solidFill>
              <a:schemeClr val="tx1"/>
            </a:solidFill>
            <a:round/>
            <a:headEnd/>
            <a:tailEnd/>
          </a:ln>
        </p:spPr>
        <p:txBody>
          <a:bodyPr wrap="none" anchor="ctr"/>
          <a:lstStyle>
            <a:lvl1pPr eaLnBrk="0" hangingPunct="0">
              <a:defRPr sz="2400">
                <a:solidFill>
                  <a:schemeClr val="tx1"/>
                </a:solidFill>
                <a:latin typeface="Arial" charset="0"/>
                <a:ea typeface="ＭＳ Ｐゴシック" charset="-128"/>
              </a:defRPr>
            </a:lvl1pPr>
            <a:lvl2pPr marL="742950" indent="-285750" eaLnBrk="0" hangingPunct="0">
              <a:defRPr sz="2400">
                <a:solidFill>
                  <a:schemeClr val="tx1"/>
                </a:solidFill>
                <a:latin typeface="Arial" charset="0"/>
                <a:ea typeface="ＭＳ Ｐゴシック" charset="-128"/>
              </a:defRPr>
            </a:lvl2pPr>
            <a:lvl3pPr marL="1143000" indent="-228600" eaLnBrk="0" hangingPunct="0">
              <a:defRPr sz="2400">
                <a:solidFill>
                  <a:schemeClr val="tx1"/>
                </a:solidFill>
                <a:latin typeface="Arial" charset="0"/>
                <a:ea typeface="ＭＳ Ｐゴシック" charset="-128"/>
              </a:defRPr>
            </a:lvl3pPr>
            <a:lvl4pPr marL="1600200" indent="-228600" eaLnBrk="0" hangingPunct="0">
              <a:defRPr sz="2400">
                <a:solidFill>
                  <a:schemeClr val="tx1"/>
                </a:solidFill>
                <a:latin typeface="Arial" charset="0"/>
                <a:ea typeface="ＭＳ Ｐゴシック" charset="-128"/>
              </a:defRPr>
            </a:lvl4pPr>
            <a:lvl5pPr marL="2057400" indent="-228600" eaLnBrk="0" hangingPunct="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charset="0"/>
              <a:ea typeface="ＭＳ Ｐゴシック" charset="-128"/>
              <a:cs typeface="+mn-cs"/>
            </a:endParaRPr>
          </a:p>
        </p:txBody>
      </p:sp>
      <p:sp>
        <p:nvSpPr>
          <p:cNvPr id="75" name="Line 9">
            <a:extLst>
              <a:ext uri="{FF2B5EF4-FFF2-40B4-BE49-F238E27FC236}">
                <a16:creationId xmlns:a16="http://schemas.microsoft.com/office/drawing/2014/main" id="{EF65B723-32B4-495C-9F9C-549E4BDA9348}"/>
              </a:ext>
            </a:extLst>
          </p:cNvPr>
          <p:cNvSpPr>
            <a:spLocks noChangeShapeType="1"/>
          </p:cNvSpPr>
          <p:nvPr/>
        </p:nvSpPr>
        <p:spPr bwMode="auto">
          <a:xfrm>
            <a:off x="4835320" y="1802400"/>
            <a:ext cx="0" cy="3111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charset="0"/>
              <a:ea typeface="ＭＳ Ｐゴシック" charset="-128"/>
              <a:cs typeface="+mn-cs"/>
            </a:endParaRPr>
          </a:p>
        </p:txBody>
      </p:sp>
      <p:sp>
        <p:nvSpPr>
          <p:cNvPr id="76" name="Line 10">
            <a:extLst>
              <a:ext uri="{FF2B5EF4-FFF2-40B4-BE49-F238E27FC236}">
                <a16:creationId xmlns:a16="http://schemas.microsoft.com/office/drawing/2014/main" id="{7F03F7D1-A57D-40E7-9D63-C68504CCEA5B}"/>
              </a:ext>
            </a:extLst>
          </p:cNvPr>
          <p:cNvSpPr>
            <a:spLocks noChangeShapeType="1"/>
          </p:cNvSpPr>
          <p:nvPr/>
        </p:nvSpPr>
        <p:spPr bwMode="auto">
          <a:xfrm>
            <a:off x="4835320" y="2793000"/>
            <a:ext cx="0" cy="36830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charset="0"/>
              <a:ea typeface="ＭＳ Ｐゴシック" charset="-128"/>
              <a:cs typeface="+mn-cs"/>
            </a:endParaRPr>
          </a:p>
        </p:txBody>
      </p:sp>
      <p:sp>
        <p:nvSpPr>
          <p:cNvPr id="77" name="Rectangle 13">
            <a:extLst>
              <a:ext uri="{FF2B5EF4-FFF2-40B4-BE49-F238E27FC236}">
                <a16:creationId xmlns:a16="http://schemas.microsoft.com/office/drawing/2014/main" id="{C714C0FC-7261-4900-ABE0-2C7B08DDD7BD}"/>
              </a:ext>
            </a:extLst>
          </p:cNvPr>
          <p:cNvSpPr>
            <a:spLocks noChangeArrowheads="1"/>
          </p:cNvSpPr>
          <p:nvPr/>
        </p:nvSpPr>
        <p:spPr bwMode="auto">
          <a:xfrm>
            <a:off x="4595887" y="1223675"/>
            <a:ext cx="424797" cy="3667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eaLnBrk="0" hangingPunct="0">
              <a:defRPr sz="2400">
                <a:solidFill>
                  <a:schemeClr val="tx1"/>
                </a:solidFill>
                <a:latin typeface="Arial" charset="0"/>
                <a:ea typeface="ＭＳ Ｐゴシック" charset="-128"/>
              </a:defRPr>
            </a:lvl1pPr>
            <a:lvl2pPr marL="742950" indent="-285750" eaLnBrk="0" hangingPunct="0">
              <a:defRPr sz="2400">
                <a:solidFill>
                  <a:schemeClr val="tx1"/>
                </a:solidFill>
                <a:latin typeface="Arial" charset="0"/>
                <a:ea typeface="ＭＳ Ｐゴシック" charset="-128"/>
              </a:defRPr>
            </a:lvl2pPr>
            <a:lvl3pPr marL="1143000" indent="-228600" eaLnBrk="0" hangingPunct="0">
              <a:defRPr sz="2400">
                <a:solidFill>
                  <a:schemeClr val="tx1"/>
                </a:solidFill>
                <a:latin typeface="Arial" charset="0"/>
                <a:ea typeface="ＭＳ Ｐゴシック" charset="-128"/>
              </a:defRPr>
            </a:lvl3pPr>
            <a:lvl4pPr marL="1600200" indent="-228600" eaLnBrk="0" hangingPunct="0">
              <a:defRPr sz="2400">
                <a:solidFill>
                  <a:schemeClr val="tx1"/>
                </a:solidFill>
                <a:latin typeface="Arial" charset="0"/>
                <a:ea typeface="ＭＳ Ｐゴシック" charset="-128"/>
              </a:defRPr>
            </a:lvl4pPr>
            <a:lvl5pPr marL="2057400" indent="-228600" eaLnBrk="0" hangingPunct="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dirty="0">
                <a:ln>
                  <a:noFill/>
                </a:ln>
                <a:solidFill>
                  <a:srgbClr val="000000"/>
                </a:solidFill>
                <a:effectLst/>
                <a:uLnTx/>
                <a:uFillTx/>
                <a:latin typeface="Arial Narrow" panose="020B0606020202030204" pitchFamily="34" charset="0"/>
              </a:rPr>
              <a:t>C3</a:t>
            </a:r>
          </a:p>
        </p:txBody>
      </p:sp>
      <p:sp>
        <p:nvSpPr>
          <p:cNvPr id="118788" name="矩形 118787">
            <a:extLst>
              <a:ext uri="{FF2B5EF4-FFF2-40B4-BE49-F238E27FC236}">
                <a16:creationId xmlns:a16="http://schemas.microsoft.com/office/drawing/2014/main" id="{2AF0D5B3-2E0C-4B11-8078-6E068D63A822}"/>
              </a:ext>
            </a:extLst>
          </p:cNvPr>
          <p:cNvSpPr/>
          <p:nvPr/>
        </p:nvSpPr>
        <p:spPr>
          <a:xfrm>
            <a:off x="7243375" y="1609670"/>
            <a:ext cx="595035" cy="584775"/>
          </a:xfrm>
          <a:prstGeom prst="rect">
            <a:avLst/>
          </a:prstGeom>
        </p:spPr>
        <p:txBody>
          <a:bodyPr wrap="none">
            <a:spAutoFit/>
          </a:bodyPr>
          <a:lstStyle/>
          <a:p>
            <a:r>
              <a:rPr lang="en-US" altLang="zh-CN" sz="3200" dirty="0"/>
              <a:t>…</a:t>
            </a:r>
            <a:endParaRPr lang="zh-CN" altLang="en-US" sz="3200" dirty="0"/>
          </a:p>
        </p:txBody>
      </p:sp>
    </p:spTree>
    <p:extLst>
      <p:ext uri="{BB962C8B-B14F-4D97-AF65-F5344CB8AC3E}">
        <p14:creationId xmlns:p14="http://schemas.microsoft.com/office/powerpoint/2010/main" val="4213052938"/>
      </p:ext>
    </p:extLst>
  </p:cSld>
  <p:clrMapOvr>
    <a:masterClrMapping/>
  </p:clrMapOvr>
  <p:transition/>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5" name="Title 1"/>
          <p:cNvSpPr>
            <a:spLocks noGrp="1"/>
          </p:cNvSpPr>
          <p:nvPr>
            <p:ph type="title"/>
          </p:nvPr>
        </p:nvSpPr>
        <p:spPr/>
        <p:txBody>
          <a:bodyPr/>
          <a:lstStyle/>
          <a:p>
            <a:r>
              <a:rPr lang="en-US" altLang="en-US">
                <a:ea typeface="ＭＳ Ｐゴシック" charset="-128"/>
              </a:rPr>
              <a:t>Directory: Basic Operations</a:t>
            </a:r>
          </a:p>
        </p:txBody>
      </p:sp>
      <p:sp>
        <p:nvSpPr>
          <p:cNvPr id="3" name="Content Placeholder 2"/>
          <p:cNvSpPr>
            <a:spLocks noGrp="1"/>
          </p:cNvSpPr>
          <p:nvPr>
            <p:ph idx="1"/>
          </p:nvPr>
        </p:nvSpPr>
        <p:spPr>
          <a:xfrm>
            <a:off x="228600" y="996950"/>
            <a:ext cx="8610600" cy="5099050"/>
          </a:xfrm>
        </p:spPr>
        <p:txBody>
          <a:bodyPr/>
          <a:lstStyle/>
          <a:p>
            <a:r>
              <a:rPr lang="en-US" altLang="en-US" b="1" dirty="0">
                <a:ea typeface="ＭＳ Ｐゴシック" charset="-128"/>
              </a:rPr>
              <a:t>Local node</a:t>
            </a:r>
            <a:r>
              <a:rPr lang="en-US" altLang="en-US" dirty="0">
                <a:ea typeface="ＭＳ Ｐゴシック" charset="-128"/>
              </a:rPr>
              <a:t>: </a:t>
            </a:r>
          </a:p>
          <a:p>
            <a:pPr lvl="1"/>
            <a:r>
              <a:rPr lang="en-US" altLang="en-US" b="1" dirty="0">
                <a:ea typeface="ＭＳ Ｐゴシック" charset="-128"/>
              </a:rPr>
              <a:t>On a bus read</a:t>
            </a:r>
            <a:r>
              <a:rPr lang="en-US" altLang="en-US" dirty="0">
                <a:ea typeface="ＭＳ Ｐゴシック" charset="-128"/>
              </a:rPr>
              <a:t>: send out </a:t>
            </a:r>
            <a:r>
              <a:rPr lang="en-US" altLang="en-US" i="1" dirty="0" err="1">
                <a:ea typeface="ＭＳ Ｐゴシック" charset="-128"/>
              </a:rPr>
              <a:t>getS</a:t>
            </a:r>
            <a:r>
              <a:rPr lang="en-US" altLang="en-US" dirty="0">
                <a:ea typeface="ＭＳ Ｐゴシック" charset="-128"/>
              </a:rPr>
              <a:t> request to directory node, after receiving the data, set the cache’s bit.</a:t>
            </a:r>
          </a:p>
          <a:p>
            <a:pPr lvl="1"/>
            <a:r>
              <a:rPr lang="en-US" altLang="en-US" b="1" dirty="0">
                <a:ea typeface="ＭＳ Ｐゴシック" charset="-128"/>
              </a:rPr>
              <a:t>On a bus write</a:t>
            </a:r>
            <a:r>
              <a:rPr lang="en-US" altLang="en-US" dirty="0">
                <a:ea typeface="ＭＳ Ｐゴシック" charset="-128"/>
              </a:rPr>
              <a:t>: send out </a:t>
            </a:r>
            <a:r>
              <a:rPr lang="en-US" altLang="zh-CN" i="1" dirty="0" err="1">
                <a:ea typeface="ＭＳ Ｐゴシック" charset="-128"/>
              </a:rPr>
              <a:t>getEx</a:t>
            </a:r>
            <a:r>
              <a:rPr lang="en-US" altLang="zh-CN" i="1" dirty="0">
                <a:ea typeface="ＭＳ Ｐゴシック" charset="-128"/>
              </a:rPr>
              <a:t> </a:t>
            </a:r>
            <a:r>
              <a:rPr lang="en-US" altLang="en-US" dirty="0">
                <a:ea typeface="ＭＳ Ｐゴシック" charset="-128"/>
              </a:rPr>
              <a:t>request to directory node</a:t>
            </a:r>
            <a:endParaRPr lang="en-US" altLang="en-US" i="1" dirty="0">
              <a:ea typeface="ＭＳ Ｐゴシック" charset="-128"/>
            </a:endParaRPr>
          </a:p>
          <a:p>
            <a:pPr lvl="2"/>
            <a:r>
              <a:rPr lang="en-US" altLang="en-US" dirty="0">
                <a:ea typeface="ＭＳ Ｐゴシック" charset="-128"/>
              </a:rPr>
              <a:t>invalidate all caches that have the block and reset their bits</a:t>
            </a:r>
          </a:p>
          <a:p>
            <a:pPr lvl="2"/>
            <a:r>
              <a:rPr lang="en-US" altLang="en-US" dirty="0">
                <a:ea typeface="ＭＳ Ｐゴシック" charset="-128"/>
              </a:rPr>
              <a:t>Have an “exclusive bit” associated with each block in each cache</a:t>
            </a:r>
          </a:p>
          <a:p>
            <a:pPr lvl="1"/>
            <a:endParaRPr lang="en-US" altLang="en-US" dirty="0">
              <a:ea typeface="ＭＳ Ｐゴシック" charset="-128"/>
            </a:endParaRPr>
          </a:p>
          <a:p>
            <a:r>
              <a:rPr lang="en-US" altLang="en-US" b="1" dirty="0">
                <a:ea typeface="ＭＳ Ｐゴシック" charset="-128"/>
              </a:rPr>
              <a:t>Directory </a:t>
            </a:r>
            <a:r>
              <a:rPr lang="en-US" altLang="zh-CN" b="1" dirty="0">
                <a:ea typeface="ＭＳ Ｐゴシック" charset="-128"/>
              </a:rPr>
              <a:t>node</a:t>
            </a:r>
            <a:r>
              <a:rPr lang="en-US" altLang="en-US" dirty="0">
                <a:ea typeface="ＭＳ Ｐゴシック" charset="-128"/>
              </a:rPr>
              <a:t>:</a:t>
            </a:r>
          </a:p>
          <a:p>
            <a:pPr lvl="1"/>
            <a:r>
              <a:rPr lang="en-US" altLang="en-US" dirty="0">
                <a:ea typeface="ＭＳ Ｐゴシック" charset="-128"/>
              </a:rPr>
              <a:t>1,   Receives </a:t>
            </a:r>
            <a:r>
              <a:rPr lang="en-US" altLang="en-US" i="1" dirty="0" err="1">
                <a:ea typeface="ＭＳ Ｐゴシック" charset="-128"/>
              </a:rPr>
              <a:t>getS</a:t>
            </a:r>
            <a:r>
              <a:rPr lang="en-US" altLang="en-US" i="1" dirty="0">
                <a:ea typeface="ＭＳ Ｐゴシック" charset="-128"/>
              </a:rPr>
              <a:t>, </a:t>
            </a:r>
            <a:r>
              <a:rPr lang="en-US" altLang="en-US" i="1" dirty="0" err="1">
                <a:ea typeface="ＭＳ Ｐゴシック" charset="-128"/>
              </a:rPr>
              <a:t>getEx</a:t>
            </a:r>
            <a:r>
              <a:rPr lang="en-US" altLang="en-US" i="1" dirty="0">
                <a:ea typeface="ＭＳ Ｐゴシック" charset="-128"/>
              </a:rPr>
              <a:t> </a:t>
            </a:r>
            <a:r>
              <a:rPr lang="en-US" altLang="en-US" dirty="0">
                <a:ea typeface="ＭＳ Ｐゴシック" charset="-128"/>
              </a:rPr>
              <a:t>requests from nodes</a:t>
            </a:r>
          </a:p>
          <a:p>
            <a:pPr lvl="1"/>
            <a:r>
              <a:rPr lang="en-US" altLang="en-US" dirty="0">
                <a:ea typeface="ＭＳ Ｐゴシック" charset="-128"/>
              </a:rPr>
              <a:t>2, Based on different cache states:</a:t>
            </a:r>
          </a:p>
          <a:p>
            <a:pPr lvl="2"/>
            <a:r>
              <a:rPr lang="en-US" altLang="en-US" dirty="0">
                <a:ea typeface="ＭＳ Ｐゴシック" charset="-128"/>
              </a:rPr>
              <a:t>2a, Sends </a:t>
            </a:r>
            <a:r>
              <a:rPr lang="en-US" altLang="en-US" i="1" dirty="0">
                <a:ea typeface="ＭＳ Ｐゴシック" charset="-128"/>
              </a:rPr>
              <a:t>Invalidate </a:t>
            </a:r>
            <a:r>
              <a:rPr lang="en-US" altLang="en-US" dirty="0">
                <a:ea typeface="ＭＳ Ｐゴシック" charset="-128"/>
              </a:rPr>
              <a:t>messages to sharers if needed</a:t>
            </a:r>
          </a:p>
          <a:p>
            <a:pPr lvl="2"/>
            <a:r>
              <a:rPr lang="en-US" altLang="en-US" dirty="0">
                <a:ea typeface="ＭＳ Ｐゴシック" charset="-128"/>
              </a:rPr>
              <a:t>2b, Forwards request to memory if needed</a:t>
            </a:r>
          </a:p>
          <a:p>
            <a:pPr lvl="1"/>
            <a:r>
              <a:rPr lang="en-US" altLang="en-US" dirty="0">
                <a:ea typeface="ＭＳ Ｐゴシック" charset="-128"/>
              </a:rPr>
              <a:t>3,   Replies to requestor and updates sharing state</a:t>
            </a:r>
          </a:p>
        </p:txBody>
      </p:sp>
      <p:sp>
        <p:nvSpPr>
          <p:cNvPr id="118787" name="Slide Number Placeholder 3"/>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charset="0"/>
                <a:ea typeface="ＭＳ Ｐゴシック" charset="-128"/>
              </a:defRPr>
            </a:lvl1pPr>
            <a:lvl2pPr marL="742950" indent="-285750" eaLnBrk="0" hangingPunct="0">
              <a:defRPr sz="2400">
                <a:solidFill>
                  <a:schemeClr val="tx1"/>
                </a:solidFill>
                <a:latin typeface="Arial" charset="0"/>
                <a:ea typeface="ＭＳ Ｐゴシック" charset="-128"/>
              </a:defRPr>
            </a:lvl2pPr>
            <a:lvl3pPr marL="1143000" indent="-228600" eaLnBrk="0" hangingPunct="0">
              <a:defRPr sz="2400">
                <a:solidFill>
                  <a:schemeClr val="tx1"/>
                </a:solidFill>
                <a:latin typeface="Arial" charset="0"/>
                <a:ea typeface="ＭＳ Ｐゴシック" charset="-128"/>
              </a:defRPr>
            </a:lvl3pPr>
            <a:lvl4pPr marL="1600200" indent="-228600" eaLnBrk="0" hangingPunct="0">
              <a:defRPr sz="2400">
                <a:solidFill>
                  <a:schemeClr val="tx1"/>
                </a:solidFill>
                <a:latin typeface="Arial" charset="0"/>
                <a:ea typeface="ＭＳ Ｐゴシック" charset="-128"/>
              </a:defRPr>
            </a:lvl4pPr>
            <a:lvl5pPr marL="2057400" indent="-228600" eaLnBrk="0" hangingPunct="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eaLnBrk="1" hangingPunct="1"/>
            <a:fld id="{AED358C2-D4E2-FB45-9976-71FB6B5F3BC4}" type="slidenum">
              <a:rPr lang="en-US" altLang="en-US" sz="1600">
                <a:solidFill>
                  <a:srgbClr val="000000"/>
                </a:solidFill>
                <a:latin typeface="Garamond" charset="0"/>
              </a:rPr>
              <a:pPr eaLnBrk="1" hangingPunct="1"/>
              <a:t>85</a:t>
            </a:fld>
            <a:endParaRPr lang="en-US" altLang="en-US" sz="1600">
              <a:solidFill>
                <a:srgbClr val="000000"/>
              </a:solidFill>
              <a:latin typeface="Garamond" charset="0"/>
            </a:endParaRPr>
          </a:p>
        </p:txBody>
      </p:sp>
    </p:spTree>
    <p:extLst>
      <p:ext uri="{BB962C8B-B14F-4D97-AF65-F5344CB8AC3E}">
        <p14:creationId xmlns:p14="http://schemas.microsoft.com/office/powerpoint/2010/main" val="2609266794"/>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7" end="7"/>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
                                            <p:txEl>
                                              <p:pRg st="8" end="8"/>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
                                            <p:txEl>
                                              <p:pRg st="9" end="9"/>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
                                            <p:txEl>
                                              <p:pRg st="10" end="10"/>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5" name="Title 1"/>
          <p:cNvSpPr>
            <a:spLocks noGrp="1"/>
          </p:cNvSpPr>
          <p:nvPr>
            <p:ph type="title"/>
          </p:nvPr>
        </p:nvSpPr>
        <p:spPr/>
        <p:txBody>
          <a:bodyPr/>
          <a:lstStyle/>
          <a:p>
            <a:r>
              <a:rPr lang="en-US" altLang="en-US" dirty="0">
                <a:ea typeface="ＭＳ Ｐゴシック" charset="-128"/>
              </a:rPr>
              <a:t>Directory </a:t>
            </a:r>
            <a:r>
              <a:rPr lang="en-US" altLang="zh-CN" dirty="0">
                <a:ea typeface="ＭＳ Ｐゴシック" charset="-128"/>
              </a:rPr>
              <a:t>for Each Cache Line</a:t>
            </a:r>
            <a:endParaRPr lang="en-US" altLang="en-US" dirty="0">
              <a:ea typeface="ＭＳ Ｐゴシック" charset="-128"/>
            </a:endParaRPr>
          </a:p>
        </p:txBody>
      </p:sp>
      <p:sp>
        <p:nvSpPr>
          <p:cNvPr id="3" name="Content Placeholder 2"/>
          <p:cNvSpPr>
            <a:spLocks noGrp="1"/>
          </p:cNvSpPr>
          <p:nvPr>
            <p:ph idx="1"/>
          </p:nvPr>
        </p:nvSpPr>
        <p:spPr>
          <a:xfrm>
            <a:off x="225056" y="2721372"/>
            <a:ext cx="8610600" cy="3527028"/>
          </a:xfrm>
        </p:spPr>
        <p:txBody>
          <a:bodyPr/>
          <a:lstStyle/>
          <a:p>
            <a:r>
              <a:rPr lang="en-US" altLang="en-US" b="1" dirty="0">
                <a:ea typeface="ＭＳ Ｐゴシック" charset="-128"/>
              </a:rPr>
              <a:t>Detailed directory for each cache line</a:t>
            </a:r>
            <a:r>
              <a:rPr lang="en-US" altLang="en-US" dirty="0">
                <a:ea typeface="ＭＳ Ｐゴシック" charset="-128"/>
              </a:rPr>
              <a:t>:</a:t>
            </a:r>
          </a:p>
          <a:p>
            <a:pPr lvl="1"/>
            <a:r>
              <a:rPr lang="en-US" altLang="en-US" dirty="0">
                <a:ea typeface="ＭＳ Ｐゴシック" charset="-128"/>
              </a:rPr>
              <a:t>Each cache block needs </a:t>
            </a:r>
            <a:r>
              <a:rPr lang="en-US" altLang="en-US" dirty="0">
                <a:solidFill>
                  <a:srgbClr val="0432FF"/>
                </a:solidFill>
                <a:ea typeface="ＭＳ Ｐゴシック" charset="-128"/>
              </a:rPr>
              <a:t>N+log</a:t>
            </a:r>
            <a:r>
              <a:rPr lang="en-US" altLang="en-US" sz="1100" dirty="0">
                <a:solidFill>
                  <a:srgbClr val="0432FF"/>
                </a:solidFill>
                <a:ea typeface="ＭＳ Ｐゴシック" charset="-128"/>
              </a:rPr>
              <a:t>2</a:t>
            </a:r>
            <a:r>
              <a:rPr lang="en-US" altLang="en-US" dirty="0">
                <a:solidFill>
                  <a:srgbClr val="0432FF"/>
                </a:solidFill>
                <a:ea typeface="ＭＳ Ｐゴシック" charset="-128"/>
              </a:rPr>
              <a:t>N + 2 </a:t>
            </a:r>
            <a:r>
              <a:rPr lang="en-US" altLang="en-US" dirty="0">
                <a:ea typeface="ＭＳ Ｐゴシック" charset="-128"/>
              </a:rPr>
              <a:t>bits for its directory, which resides at the home node.</a:t>
            </a:r>
          </a:p>
          <a:p>
            <a:pPr lvl="2"/>
            <a:r>
              <a:rPr lang="en-US" altLang="en-US" dirty="0">
                <a:solidFill>
                  <a:srgbClr val="0432FF"/>
                </a:solidFill>
                <a:ea typeface="ＭＳ Ｐゴシック" charset="-128"/>
              </a:rPr>
              <a:t>2-bit cache states</a:t>
            </a:r>
            <a:r>
              <a:rPr lang="en-US" altLang="en-US" dirty="0">
                <a:ea typeface="ＭＳ Ｐゴシック" charset="-128"/>
              </a:rPr>
              <a:t>: a block is owned by the directory unless the block is in a cache in state M. State M means a node writes to it.</a:t>
            </a:r>
          </a:p>
          <a:p>
            <a:pPr lvl="2"/>
            <a:r>
              <a:rPr lang="en-US" altLang="en-US" dirty="0">
                <a:solidFill>
                  <a:srgbClr val="0432FF"/>
                </a:solidFill>
                <a:ea typeface="ＭＳ Ｐゴシック" charset="-128"/>
              </a:rPr>
              <a:t>One shared bit for each cache</a:t>
            </a:r>
            <a:r>
              <a:rPr lang="en-US" altLang="en-US" dirty="0">
                <a:ea typeface="ＭＳ Ｐゴシック" charset="-128"/>
              </a:rPr>
              <a:t>: indicating whether the block is shared in a cache</a:t>
            </a:r>
          </a:p>
          <a:p>
            <a:pPr lvl="2"/>
            <a:r>
              <a:rPr lang="en-US" altLang="en-US" dirty="0">
                <a:solidFill>
                  <a:srgbClr val="0432FF"/>
                </a:solidFill>
                <a:ea typeface="ＭＳ Ｐゴシック" charset="-128"/>
              </a:rPr>
              <a:t>log</a:t>
            </a:r>
            <a:r>
              <a:rPr lang="en-US" altLang="en-US" sz="1050" dirty="0">
                <a:solidFill>
                  <a:srgbClr val="0432FF"/>
                </a:solidFill>
                <a:ea typeface="ＭＳ Ｐゴシック" charset="-128"/>
              </a:rPr>
              <a:t>2</a:t>
            </a:r>
            <a:r>
              <a:rPr lang="en-US" altLang="en-US" dirty="0">
                <a:solidFill>
                  <a:srgbClr val="0432FF"/>
                </a:solidFill>
                <a:ea typeface="ＭＳ Ｐゴシック" charset="-128"/>
              </a:rPr>
              <a:t>N </a:t>
            </a:r>
            <a:r>
              <a:rPr lang="en-US" altLang="zh-CN" dirty="0">
                <a:solidFill>
                  <a:srgbClr val="0432FF"/>
                </a:solidFill>
                <a:ea typeface="ＭＳ Ｐゴシック" charset="-128"/>
              </a:rPr>
              <a:t>owner</a:t>
            </a:r>
            <a:r>
              <a:rPr lang="en-US" altLang="en-US" dirty="0">
                <a:solidFill>
                  <a:srgbClr val="0432FF"/>
                </a:solidFill>
                <a:ea typeface="ＭＳ Ｐゴシック" charset="-128"/>
              </a:rPr>
              <a:t> bit</a:t>
            </a:r>
            <a:r>
              <a:rPr lang="en-US" altLang="en-US" dirty="0">
                <a:ea typeface="ＭＳ Ｐゴシック" charset="-128"/>
              </a:rPr>
              <a:t>: indicates that the cache that has the only copy of the block and can update it without notifying others</a:t>
            </a:r>
          </a:p>
        </p:txBody>
      </p:sp>
      <p:sp>
        <p:nvSpPr>
          <p:cNvPr id="113667" name="Slide Number Placeholder 3"/>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charset="0"/>
                <a:ea typeface="ＭＳ Ｐゴシック" charset="-128"/>
              </a:defRPr>
            </a:lvl1pPr>
            <a:lvl2pPr marL="742950" indent="-285750" eaLnBrk="0" hangingPunct="0">
              <a:defRPr sz="2400">
                <a:solidFill>
                  <a:schemeClr val="tx1"/>
                </a:solidFill>
                <a:latin typeface="Arial" charset="0"/>
                <a:ea typeface="ＭＳ Ｐゴシック" charset="-128"/>
              </a:defRPr>
            </a:lvl2pPr>
            <a:lvl3pPr marL="1143000" indent="-228600" eaLnBrk="0" hangingPunct="0">
              <a:defRPr sz="2400">
                <a:solidFill>
                  <a:schemeClr val="tx1"/>
                </a:solidFill>
                <a:latin typeface="Arial" charset="0"/>
                <a:ea typeface="ＭＳ Ｐゴシック" charset="-128"/>
              </a:defRPr>
            </a:lvl3pPr>
            <a:lvl4pPr marL="1600200" indent="-228600" eaLnBrk="0" hangingPunct="0">
              <a:defRPr sz="2400">
                <a:solidFill>
                  <a:schemeClr val="tx1"/>
                </a:solidFill>
                <a:latin typeface="Arial" charset="0"/>
                <a:ea typeface="ＭＳ Ｐゴシック" charset="-128"/>
              </a:defRPr>
            </a:lvl4pPr>
            <a:lvl5pPr marL="2057400" indent="-228600" eaLnBrk="0" hangingPunct="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eaLnBrk="1" hangingPunct="1"/>
            <a:fld id="{DF1DBEA2-46FD-AF41-AEC4-D2A7B7B98B2D}" type="slidenum">
              <a:rPr lang="en-US" altLang="en-US" sz="1600">
                <a:solidFill>
                  <a:srgbClr val="000000"/>
                </a:solidFill>
                <a:latin typeface="Garamond" charset="0"/>
              </a:rPr>
              <a:pPr eaLnBrk="1" hangingPunct="1"/>
              <a:t>86</a:t>
            </a:fld>
            <a:endParaRPr lang="en-US" altLang="en-US" sz="1600">
              <a:solidFill>
                <a:srgbClr val="000000"/>
              </a:solidFill>
              <a:latin typeface="Garamond" charset="0"/>
            </a:endParaRPr>
          </a:p>
        </p:txBody>
      </p:sp>
      <p:graphicFrame>
        <p:nvGraphicFramePr>
          <p:cNvPr id="2" name="表格 1">
            <a:extLst>
              <a:ext uri="{FF2B5EF4-FFF2-40B4-BE49-F238E27FC236}">
                <a16:creationId xmlns:a16="http://schemas.microsoft.com/office/drawing/2014/main" id="{1A9FE8A8-289C-4352-B944-1AC832557A9E}"/>
              </a:ext>
            </a:extLst>
          </p:cNvPr>
          <p:cNvGraphicFramePr>
            <a:graphicFrameLocks noGrp="1"/>
          </p:cNvGraphicFramePr>
          <p:nvPr>
            <p:extLst>
              <p:ext uri="{D42A27DB-BD31-4B8C-83A1-F6EECF244321}">
                <p14:modId xmlns:p14="http://schemas.microsoft.com/office/powerpoint/2010/main" val="2538915772"/>
              </p:ext>
            </p:extLst>
          </p:nvPr>
        </p:nvGraphicFramePr>
        <p:xfrm>
          <a:off x="1600200" y="1818362"/>
          <a:ext cx="6096000" cy="370840"/>
        </p:xfrm>
        <a:graphic>
          <a:graphicData uri="http://schemas.openxmlformats.org/drawingml/2006/table">
            <a:tbl>
              <a:tblPr firstRow="1" bandRow="1">
                <a:tableStyleId>{F5AB1C69-6EDB-4FF4-983F-18BD219EF322}</a:tableStyleId>
              </a:tblPr>
              <a:tblGrid>
                <a:gridCol w="1371600">
                  <a:extLst>
                    <a:ext uri="{9D8B030D-6E8A-4147-A177-3AD203B41FA5}">
                      <a16:colId xmlns:a16="http://schemas.microsoft.com/office/drawing/2014/main" val="149994169"/>
                    </a:ext>
                  </a:extLst>
                </a:gridCol>
                <a:gridCol w="1600200">
                  <a:extLst>
                    <a:ext uri="{9D8B030D-6E8A-4147-A177-3AD203B41FA5}">
                      <a16:colId xmlns:a16="http://schemas.microsoft.com/office/drawing/2014/main" val="2754506692"/>
                    </a:ext>
                  </a:extLst>
                </a:gridCol>
                <a:gridCol w="3124200">
                  <a:extLst>
                    <a:ext uri="{9D8B030D-6E8A-4147-A177-3AD203B41FA5}">
                      <a16:colId xmlns:a16="http://schemas.microsoft.com/office/drawing/2014/main" val="3963965264"/>
                    </a:ext>
                  </a:extLst>
                </a:gridCol>
              </a:tblGrid>
              <a:tr h="370840">
                <a:tc>
                  <a:txBody>
                    <a:bodyPr/>
                    <a:lstStyle/>
                    <a:p>
                      <a:pPr algn="ctr"/>
                      <a:r>
                        <a:rPr lang="en-US" altLang="zh-CN" dirty="0">
                          <a:solidFill>
                            <a:schemeClr val="tx1"/>
                          </a:solidFill>
                          <a:latin typeface="Arial Narrow" panose="020B0606020202030204" pitchFamily="34" charset="0"/>
                        </a:rPr>
                        <a:t> states</a:t>
                      </a:r>
                      <a:endParaRPr lang="zh-CN" altLang="en-US" dirty="0">
                        <a:solidFill>
                          <a:schemeClr val="tx1"/>
                        </a:solidFill>
                        <a:latin typeface="Arial Narrow" panose="020B060602020203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dirty="0">
                          <a:solidFill>
                            <a:schemeClr val="tx1"/>
                          </a:solidFill>
                          <a:latin typeface="Arial Narrow" panose="020B0606020202030204" pitchFamily="34" charset="0"/>
                        </a:rPr>
                        <a:t>Owner</a:t>
                      </a:r>
                      <a:endParaRPr lang="zh-CN" altLang="en-US" dirty="0">
                        <a:solidFill>
                          <a:schemeClr val="tx1"/>
                        </a:solidFill>
                        <a:latin typeface="Arial Narrow" panose="020B060602020203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dirty="0">
                          <a:solidFill>
                            <a:schemeClr val="tx1"/>
                          </a:solidFill>
                          <a:latin typeface="Arial Narrow" panose="020B0606020202030204" pitchFamily="34" charset="0"/>
                        </a:rPr>
                        <a:t>Sharer list (one-hot bit vector)</a:t>
                      </a:r>
                      <a:endParaRPr lang="zh-CN" altLang="en-US" dirty="0">
                        <a:solidFill>
                          <a:schemeClr val="tx1"/>
                        </a:solidFill>
                        <a:latin typeface="Arial Narrow" panose="020B060602020203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751164563"/>
                  </a:ext>
                </a:extLst>
              </a:tr>
            </a:tbl>
          </a:graphicData>
        </a:graphic>
      </p:graphicFrame>
      <p:sp>
        <p:nvSpPr>
          <p:cNvPr id="4" name="矩形 3">
            <a:extLst>
              <a:ext uri="{FF2B5EF4-FFF2-40B4-BE49-F238E27FC236}">
                <a16:creationId xmlns:a16="http://schemas.microsoft.com/office/drawing/2014/main" id="{63FD892F-9341-45E6-A43F-EDAD4A3860FC}"/>
              </a:ext>
            </a:extLst>
          </p:cNvPr>
          <p:cNvSpPr/>
          <p:nvPr/>
        </p:nvSpPr>
        <p:spPr>
          <a:xfrm>
            <a:off x="1981200" y="1427202"/>
            <a:ext cx="5181600" cy="369332"/>
          </a:xfrm>
          <a:prstGeom prst="rect">
            <a:avLst/>
          </a:prstGeom>
        </p:spPr>
        <p:txBody>
          <a:bodyPr wrap="square">
            <a:spAutoFit/>
          </a:bodyPr>
          <a:lstStyle/>
          <a:p>
            <a:r>
              <a:rPr lang="en-US" altLang="en-US" dirty="0">
                <a:solidFill>
                  <a:schemeClr val="bg2">
                    <a:lumMod val="60000"/>
                    <a:lumOff val="40000"/>
                  </a:schemeClr>
                </a:solidFill>
                <a:ea typeface="ＭＳ Ｐゴシック" charset="-128"/>
              </a:rPr>
              <a:t>2-bit</a:t>
            </a:r>
            <a:r>
              <a:rPr lang="en-US" altLang="en-US" dirty="0">
                <a:ea typeface="ＭＳ Ｐゴシック" charset="-128"/>
              </a:rPr>
              <a:t>            </a:t>
            </a:r>
            <a:r>
              <a:rPr lang="en-US" altLang="en-US" dirty="0">
                <a:solidFill>
                  <a:schemeClr val="bg2">
                    <a:lumMod val="60000"/>
                    <a:lumOff val="40000"/>
                  </a:schemeClr>
                </a:solidFill>
                <a:ea typeface="ＭＳ Ｐゴシック" charset="-128"/>
              </a:rPr>
              <a:t>log</a:t>
            </a:r>
            <a:r>
              <a:rPr lang="en-US" altLang="en-US" sz="1050" dirty="0">
                <a:solidFill>
                  <a:schemeClr val="bg2">
                    <a:lumMod val="60000"/>
                    <a:lumOff val="40000"/>
                  </a:schemeClr>
                </a:solidFill>
                <a:ea typeface="ＭＳ Ｐゴシック" charset="-128"/>
              </a:rPr>
              <a:t>2</a:t>
            </a:r>
            <a:r>
              <a:rPr lang="en-US" altLang="en-US" dirty="0">
                <a:solidFill>
                  <a:schemeClr val="bg2">
                    <a:lumMod val="60000"/>
                    <a:lumOff val="40000"/>
                  </a:schemeClr>
                </a:solidFill>
                <a:ea typeface="ＭＳ Ｐゴシック" charset="-128"/>
              </a:rPr>
              <a:t>N-bit                        N-bit</a:t>
            </a:r>
            <a:r>
              <a:rPr lang="en-US" altLang="en-US" dirty="0">
                <a:ea typeface="ＭＳ Ｐゴシック" charset="-128"/>
              </a:rPr>
              <a:t>  </a:t>
            </a:r>
          </a:p>
        </p:txBody>
      </p:sp>
    </p:spTree>
    <p:extLst>
      <p:ext uri="{BB962C8B-B14F-4D97-AF65-F5344CB8AC3E}">
        <p14:creationId xmlns:p14="http://schemas.microsoft.com/office/powerpoint/2010/main" val="2078002524"/>
      </p:ext>
    </p:extLst>
  </p:cSld>
  <p:clrMapOvr>
    <a:masterClrMapping/>
  </p:clrMapOvr>
  <p:transition/>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 name="矩形: 圆角 77">
            <a:extLst>
              <a:ext uri="{FF2B5EF4-FFF2-40B4-BE49-F238E27FC236}">
                <a16:creationId xmlns:a16="http://schemas.microsoft.com/office/drawing/2014/main" id="{BF5F3C53-EE21-485E-897E-15C3CA3A11F4}"/>
              </a:ext>
            </a:extLst>
          </p:cNvPr>
          <p:cNvSpPr/>
          <p:nvPr/>
        </p:nvSpPr>
        <p:spPr bwMode="auto">
          <a:xfrm>
            <a:off x="4143177" y="2113550"/>
            <a:ext cx="1371569" cy="679450"/>
          </a:xfrm>
          <a:prstGeom prst="roundRect">
            <a:avLst/>
          </a:prstGeom>
          <a:solidFill>
            <a:srgbClr val="CCECFF"/>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zh-CN" altLang="en-US" sz="1800" b="0" i="0" u="none" strike="noStrike" cap="none" normalizeH="0" baseline="0" dirty="0">
              <a:ln>
                <a:noFill/>
              </a:ln>
              <a:solidFill>
                <a:schemeClr val="tx1"/>
              </a:solidFill>
              <a:effectLst/>
              <a:latin typeface="Arial Narrow" panose="020B0606020202030204" pitchFamily="34" charset="0"/>
            </a:endParaRPr>
          </a:p>
        </p:txBody>
      </p:sp>
      <p:sp>
        <p:nvSpPr>
          <p:cNvPr id="118785" name="Title 1"/>
          <p:cNvSpPr>
            <a:spLocks noGrp="1"/>
          </p:cNvSpPr>
          <p:nvPr>
            <p:ph type="title"/>
          </p:nvPr>
        </p:nvSpPr>
        <p:spPr>
          <a:xfrm>
            <a:off x="228600" y="152400"/>
            <a:ext cx="8458200" cy="685800"/>
          </a:xfrm>
        </p:spPr>
        <p:txBody>
          <a:bodyPr/>
          <a:lstStyle/>
          <a:p>
            <a:r>
              <a:rPr lang="en-US" altLang="en-US" dirty="0">
                <a:ea typeface="ＭＳ Ｐゴシック" charset="-128"/>
              </a:rPr>
              <a:t>How </a:t>
            </a:r>
            <a:r>
              <a:rPr lang="en-US" altLang="zh-CN" dirty="0"/>
              <a:t>Directory</a:t>
            </a:r>
            <a:r>
              <a:rPr lang="en-US" altLang="en-US" dirty="0">
                <a:ea typeface="ＭＳ Ｐゴシック" charset="-128"/>
              </a:rPr>
              <a:t> Works? </a:t>
            </a:r>
          </a:p>
        </p:txBody>
      </p:sp>
      <p:sp>
        <p:nvSpPr>
          <p:cNvPr id="118787" name="Slide Number Placeholder 3"/>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charset="0"/>
                <a:ea typeface="ＭＳ Ｐゴシック" charset="-128"/>
              </a:defRPr>
            </a:lvl1pPr>
            <a:lvl2pPr marL="742950" indent="-285750" eaLnBrk="0" hangingPunct="0">
              <a:defRPr sz="2400">
                <a:solidFill>
                  <a:schemeClr val="tx1"/>
                </a:solidFill>
                <a:latin typeface="Arial" charset="0"/>
                <a:ea typeface="ＭＳ Ｐゴシック" charset="-128"/>
              </a:defRPr>
            </a:lvl2pPr>
            <a:lvl3pPr marL="1143000" indent="-228600" eaLnBrk="0" hangingPunct="0">
              <a:defRPr sz="2400">
                <a:solidFill>
                  <a:schemeClr val="tx1"/>
                </a:solidFill>
                <a:latin typeface="Arial" charset="0"/>
                <a:ea typeface="ＭＳ Ｐゴシック" charset="-128"/>
              </a:defRPr>
            </a:lvl3pPr>
            <a:lvl4pPr marL="1600200" indent="-228600" eaLnBrk="0" hangingPunct="0">
              <a:defRPr sz="2400">
                <a:solidFill>
                  <a:schemeClr val="tx1"/>
                </a:solidFill>
                <a:latin typeface="Arial" charset="0"/>
                <a:ea typeface="ＭＳ Ｐゴシック" charset="-128"/>
              </a:defRPr>
            </a:lvl4pPr>
            <a:lvl5pPr marL="2057400" indent="-228600" eaLnBrk="0" hangingPunct="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eaLnBrk="1" hangingPunct="1"/>
            <a:fld id="{AED358C2-D4E2-FB45-9976-71FB6B5F3BC4}" type="slidenum">
              <a:rPr lang="en-US" altLang="en-US" sz="1600">
                <a:solidFill>
                  <a:srgbClr val="000000"/>
                </a:solidFill>
                <a:latin typeface="Garamond" charset="0"/>
              </a:rPr>
              <a:pPr eaLnBrk="1" hangingPunct="1"/>
              <a:t>87</a:t>
            </a:fld>
            <a:endParaRPr lang="en-US" altLang="en-US" sz="1600">
              <a:solidFill>
                <a:srgbClr val="000000"/>
              </a:solidFill>
              <a:latin typeface="Garamond" charset="0"/>
            </a:endParaRPr>
          </a:p>
        </p:txBody>
      </p:sp>
      <p:sp>
        <p:nvSpPr>
          <p:cNvPr id="32" name="Oval 7">
            <a:extLst>
              <a:ext uri="{FF2B5EF4-FFF2-40B4-BE49-F238E27FC236}">
                <a16:creationId xmlns:a16="http://schemas.microsoft.com/office/drawing/2014/main" id="{DC67EC1F-A925-483F-9AC1-FA5E4B1AE7D5}"/>
              </a:ext>
            </a:extLst>
          </p:cNvPr>
          <p:cNvSpPr>
            <a:spLocks noChangeArrowheads="1"/>
          </p:cNvSpPr>
          <p:nvPr/>
        </p:nvSpPr>
        <p:spPr bwMode="auto">
          <a:xfrm>
            <a:off x="2851524" y="1064070"/>
            <a:ext cx="749300" cy="749300"/>
          </a:xfrm>
          <a:prstGeom prst="ellipse">
            <a:avLst/>
          </a:prstGeom>
          <a:solidFill>
            <a:schemeClr val="bg1"/>
          </a:solidFill>
          <a:ln w="12700">
            <a:solidFill>
              <a:schemeClr val="tx1"/>
            </a:solidFill>
            <a:round/>
            <a:headEnd/>
            <a:tailEnd/>
          </a:ln>
        </p:spPr>
        <p:txBody>
          <a:bodyPr wrap="none" anchor="ctr"/>
          <a:lstStyle>
            <a:lvl1pPr eaLnBrk="0" hangingPunct="0">
              <a:defRPr sz="2400">
                <a:solidFill>
                  <a:schemeClr val="tx1"/>
                </a:solidFill>
                <a:latin typeface="Arial" charset="0"/>
                <a:ea typeface="ＭＳ Ｐゴシック" charset="-128"/>
              </a:defRPr>
            </a:lvl1pPr>
            <a:lvl2pPr marL="742950" indent="-285750" eaLnBrk="0" hangingPunct="0">
              <a:defRPr sz="2400">
                <a:solidFill>
                  <a:schemeClr val="tx1"/>
                </a:solidFill>
                <a:latin typeface="Arial" charset="0"/>
                <a:ea typeface="ＭＳ Ｐゴシック" charset="-128"/>
              </a:defRPr>
            </a:lvl2pPr>
            <a:lvl3pPr marL="1143000" indent="-228600" eaLnBrk="0" hangingPunct="0">
              <a:defRPr sz="2400">
                <a:solidFill>
                  <a:schemeClr val="tx1"/>
                </a:solidFill>
                <a:latin typeface="Arial" charset="0"/>
                <a:ea typeface="ＭＳ Ｐゴシック" charset="-128"/>
              </a:defRPr>
            </a:lvl3pPr>
            <a:lvl4pPr marL="1600200" indent="-228600" eaLnBrk="0" hangingPunct="0">
              <a:defRPr sz="2400">
                <a:solidFill>
                  <a:schemeClr val="tx1"/>
                </a:solidFill>
                <a:latin typeface="Arial" charset="0"/>
                <a:ea typeface="ＭＳ Ｐゴシック" charset="-128"/>
              </a:defRPr>
            </a:lvl4pPr>
            <a:lvl5pPr marL="2057400" indent="-228600" eaLnBrk="0" hangingPunct="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charset="0"/>
              <a:ea typeface="ＭＳ Ｐゴシック" charset="-128"/>
              <a:cs typeface="+mn-cs"/>
            </a:endParaRPr>
          </a:p>
        </p:txBody>
      </p:sp>
      <p:sp>
        <p:nvSpPr>
          <p:cNvPr id="33" name="Line 9">
            <a:extLst>
              <a:ext uri="{FF2B5EF4-FFF2-40B4-BE49-F238E27FC236}">
                <a16:creationId xmlns:a16="http://schemas.microsoft.com/office/drawing/2014/main" id="{44141B5B-E623-48B2-AC70-05F373557FC0}"/>
              </a:ext>
            </a:extLst>
          </p:cNvPr>
          <p:cNvSpPr>
            <a:spLocks noChangeShapeType="1"/>
          </p:cNvSpPr>
          <p:nvPr/>
        </p:nvSpPr>
        <p:spPr bwMode="auto">
          <a:xfrm>
            <a:off x="3243636" y="1819801"/>
            <a:ext cx="0" cy="3111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charset="0"/>
              <a:ea typeface="ＭＳ Ｐゴシック" charset="-128"/>
              <a:cs typeface="+mn-cs"/>
            </a:endParaRPr>
          </a:p>
        </p:txBody>
      </p:sp>
      <p:sp>
        <p:nvSpPr>
          <p:cNvPr id="34" name="Line 10">
            <a:extLst>
              <a:ext uri="{FF2B5EF4-FFF2-40B4-BE49-F238E27FC236}">
                <a16:creationId xmlns:a16="http://schemas.microsoft.com/office/drawing/2014/main" id="{6FD3B2B8-B6DD-4AA4-928E-5055BBA9C4F3}"/>
              </a:ext>
            </a:extLst>
          </p:cNvPr>
          <p:cNvSpPr>
            <a:spLocks noChangeShapeType="1"/>
          </p:cNvSpPr>
          <p:nvPr/>
        </p:nvSpPr>
        <p:spPr bwMode="auto">
          <a:xfrm>
            <a:off x="3243636" y="2810401"/>
            <a:ext cx="0" cy="36830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charset="0"/>
              <a:ea typeface="ＭＳ Ｐゴシック" charset="-128"/>
              <a:cs typeface="+mn-cs"/>
            </a:endParaRPr>
          </a:p>
        </p:txBody>
      </p:sp>
      <p:sp>
        <p:nvSpPr>
          <p:cNvPr id="36" name="Rectangle 13">
            <a:extLst>
              <a:ext uri="{FF2B5EF4-FFF2-40B4-BE49-F238E27FC236}">
                <a16:creationId xmlns:a16="http://schemas.microsoft.com/office/drawing/2014/main" id="{9F86BCEC-E973-45EF-A1A6-021FEC930754}"/>
              </a:ext>
            </a:extLst>
          </p:cNvPr>
          <p:cNvSpPr>
            <a:spLocks noChangeArrowheads="1"/>
          </p:cNvSpPr>
          <p:nvPr/>
        </p:nvSpPr>
        <p:spPr bwMode="auto">
          <a:xfrm>
            <a:off x="3004203" y="1241076"/>
            <a:ext cx="424797" cy="3667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eaLnBrk="0" hangingPunct="0">
              <a:defRPr sz="2400">
                <a:solidFill>
                  <a:schemeClr val="tx1"/>
                </a:solidFill>
                <a:latin typeface="Arial" charset="0"/>
                <a:ea typeface="ＭＳ Ｐゴシック" charset="-128"/>
              </a:defRPr>
            </a:lvl1pPr>
            <a:lvl2pPr marL="742950" indent="-285750" eaLnBrk="0" hangingPunct="0">
              <a:defRPr sz="2400">
                <a:solidFill>
                  <a:schemeClr val="tx1"/>
                </a:solidFill>
                <a:latin typeface="Arial" charset="0"/>
                <a:ea typeface="ＭＳ Ｐゴシック" charset="-128"/>
              </a:defRPr>
            </a:lvl2pPr>
            <a:lvl3pPr marL="1143000" indent="-228600" eaLnBrk="0" hangingPunct="0">
              <a:defRPr sz="2400">
                <a:solidFill>
                  <a:schemeClr val="tx1"/>
                </a:solidFill>
                <a:latin typeface="Arial" charset="0"/>
                <a:ea typeface="ＭＳ Ｐゴシック" charset="-128"/>
              </a:defRPr>
            </a:lvl3pPr>
            <a:lvl4pPr marL="1600200" indent="-228600" eaLnBrk="0" hangingPunct="0">
              <a:defRPr sz="2400">
                <a:solidFill>
                  <a:schemeClr val="tx1"/>
                </a:solidFill>
                <a:latin typeface="Arial" charset="0"/>
                <a:ea typeface="ＭＳ Ｐゴシック" charset="-128"/>
              </a:defRPr>
            </a:lvl4pPr>
            <a:lvl5pPr marL="2057400" indent="-228600" eaLnBrk="0" hangingPunct="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dirty="0">
                <a:ln>
                  <a:noFill/>
                </a:ln>
                <a:solidFill>
                  <a:srgbClr val="000000"/>
                </a:solidFill>
                <a:effectLst/>
                <a:uLnTx/>
                <a:uFillTx/>
                <a:latin typeface="Arial Narrow" panose="020B0606020202030204" pitchFamily="34" charset="0"/>
              </a:rPr>
              <a:t>C2</a:t>
            </a:r>
          </a:p>
        </p:txBody>
      </p:sp>
      <p:sp>
        <p:nvSpPr>
          <p:cNvPr id="37" name="AutoShape 16">
            <a:extLst>
              <a:ext uri="{FF2B5EF4-FFF2-40B4-BE49-F238E27FC236}">
                <a16:creationId xmlns:a16="http://schemas.microsoft.com/office/drawing/2014/main" id="{48307579-98ED-4F1E-B2DE-637916F9833D}"/>
              </a:ext>
            </a:extLst>
          </p:cNvPr>
          <p:cNvSpPr>
            <a:spLocks noChangeArrowheads="1"/>
          </p:cNvSpPr>
          <p:nvPr/>
        </p:nvSpPr>
        <p:spPr bwMode="auto">
          <a:xfrm>
            <a:off x="977620" y="3191401"/>
            <a:ext cx="6860781" cy="465118"/>
          </a:xfrm>
          <a:prstGeom prst="roundRect">
            <a:avLst>
              <a:gd name="adj" fmla="val 12495"/>
            </a:avLst>
          </a:prstGeom>
          <a:solidFill>
            <a:schemeClr val="bg1"/>
          </a:solidFill>
          <a:ln w="12700">
            <a:solidFill>
              <a:schemeClr val="tx1"/>
            </a:solidFill>
            <a:round/>
            <a:headEnd/>
            <a:tailEnd/>
          </a:ln>
        </p:spPr>
        <p:txBody>
          <a:bodyPr wrap="none" anchor="ctr"/>
          <a:lstStyle>
            <a:lvl1pPr eaLnBrk="0" hangingPunct="0">
              <a:defRPr sz="2400">
                <a:solidFill>
                  <a:schemeClr val="tx1"/>
                </a:solidFill>
                <a:latin typeface="Arial" charset="0"/>
                <a:ea typeface="ＭＳ Ｐゴシック" charset="-128"/>
              </a:defRPr>
            </a:lvl1pPr>
            <a:lvl2pPr marL="742950" indent="-285750" eaLnBrk="0" hangingPunct="0">
              <a:defRPr sz="2400">
                <a:solidFill>
                  <a:schemeClr val="tx1"/>
                </a:solidFill>
                <a:latin typeface="Arial" charset="0"/>
                <a:ea typeface="ＭＳ Ｐゴシック" charset="-128"/>
              </a:defRPr>
            </a:lvl2pPr>
            <a:lvl3pPr marL="1143000" indent="-228600" eaLnBrk="0" hangingPunct="0">
              <a:defRPr sz="2400">
                <a:solidFill>
                  <a:schemeClr val="tx1"/>
                </a:solidFill>
                <a:latin typeface="Arial" charset="0"/>
                <a:ea typeface="ＭＳ Ｐゴシック" charset="-128"/>
              </a:defRPr>
            </a:lvl3pPr>
            <a:lvl4pPr marL="1600200" indent="-228600" eaLnBrk="0" hangingPunct="0">
              <a:defRPr sz="2400">
                <a:solidFill>
                  <a:schemeClr val="tx1"/>
                </a:solidFill>
                <a:latin typeface="Arial" charset="0"/>
                <a:ea typeface="ＭＳ Ｐゴシック" charset="-128"/>
              </a:defRPr>
            </a:lvl4pPr>
            <a:lvl5pPr marL="2057400" indent="-228600" eaLnBrk="0" hangingPunct="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charset="0"/>
              <a:ea typeface="ＭＳ Ｐゴシック" charset="-128"/>
              <a:cs typeface="+mn-cs"/>
            </a:endParaRPr>
          </a:p>
        </p:txBody>
      </p:sp>
      <p:sp>
        <p:nvSpPr>
          <p:cNvPr id="38" name="Rectangle 17">
            <a:extLst>
              <a:ext uri="{FF2B5EF4-FFF2-40B4-BE49-F238E27FC236}">
                <a16:creationId xmlns:a16="http://schemas.microsoft.com/office/drawing/2014/main" id="{8B1DA094-DA5F-4889-AAFF-32CDE92C7C67}"/>
              </a:ext>
            </a:extLst>
          </p:cNvPr>
          <p:cNvSpPr>
            <a:spLocks noChangeArrowheads="1"/>
          </p:cNvSpPr>
          <p:nvPr/>
        </p:nvSpPr>
        <p:spPr bwMode="auto">
          <a:xfrm>
            <a:off x="3543515" y="3244339"/>
            <a:ext cx="2104744" cy="3667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eaLnBrk="0" hangingPunct="0">
              <a:defRPr sz="2400">
                <a:solidFill>
                  <a:schemeClr val="tx1"/>
                </a:solidFill>
                <a:latin typeface="Arial" charset="0"/>
                <a:ea typeface="ＭＳ Ｐゴシック" charset="-128"/>
              </a:defRPr>
            </a:lvl1pPr>
            <a:lvl2pPr marL="742950" indent="-285750" eaLnBrk="0" hangingPunct="0">
              <a:defRPr sz="2400">
                <a:solidFill>
                  <a:schemeClr val="tx1"/>
                </a:solidFill>
                <a:latin typeface="Arial" charset="0"/>
                <a:ea typeface="ＭＳ Ｐゴシック" charset="-128"/>
              </a:defRPr>
            </a:lvl2pPr>
            <a:lvl3pPr marL="1143000" indent="-228600" eaLnBrk="0" hangingPunct="0">
              <a:defRPr sz="2400">
                <a:solidFill>
                  <a:schemeClr val="tx1"/>
                </a:solidFill>
                <a:latin typeface="Arial" charset="0"/>
                <a:ea typeface="ＭＳ Ｐゴシック" charset="-128"/>
              </a:defRPr>
            </a:lvl3pPr>
            <a:lvl4pPr marL="1600200" indent="-228600" eaLnBrk="0" hangingPunct="0">
              <a:defRPr sz="2400">
                <a:solidFill>
                  <a:schemeClr val="tx1"/>
                </a:solidFill>
                <a:latin typeface="Arial" charset="0"/>
                <a:ea typeface="ＭＳ Ｐゴシック" charset="-128"/>
              </a:defRPr>
            </a:lvl4pPr>
            <a:lvl5pPr marL="2057400" indent="-228600" eaLnBrk="0" hangingPunct="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dirty="0">
                <a:ln>
                  <a:noFill/>
                </a:ln>
                <a:solidFill>
                  <a:srgbClr val="000000"/>
                </a:solidFill>
                <a:effectLst/>
                <a:uLnTx/>
                <a:uFillTx/>
                <a:latin typeface="Arial" charset="0"/>
                <a:ea typeface="ＭＳ Ｐゴシック" charset="-128"/>
                <a:cs typeface="+mn-cs"/>
              </a:rPr>
              <a:t>Switch (</a:t>
            </a:r>
            <a:r>
              <a:rPr kumimoji="0" lang="en-US" altLang="en-US" sz="1800" b="0" i="0" u="none" strike="noStrike" kern="1200" cap="none" spc="0" normalizeH="0" baseline="0" noProof="0" dirty="0">
                <a:ln>
                  <a:noFill/>
                </a:ln>
                <a:solidFill>
                  <a:schemeClr val="accent3">
                    <a:lumMod val="65000"/>
                  </a:schemeClr>
                </a:solidFill>
                <a:effectLst/>
                <a:uLnTx/>
                <a:uFillTx/>
                <a:latin typeface="Arial Narrow" panose="020B0606020202030204" pitchFamily="34" charset="0"/>
              </a:rPr>
              <a:t>peer to peer</a:t>
            </a:r>
            <a:r>
              <a:rPr kumimoji="0" lang="en-US" altLang="en-US" sz="1800" b="0" i="0" u="none" strike="noStrike" kern="1200" cap="none" spc="0" normalizeH="0" baseline="0" noProof="0" dirty="0">
                <a:ln>
                  <a:noFill/>
                </a:ln>
                <a:solidFill>
                  <a:srgbClr val="000000"/>
                </a:solidFill>
                <a:effectLst/>
                <a:uLnTx/>
                <a:uFillTx/>
                <a:latin typeface="Arial" charset="0"/>
                <a:ea typeface="ＭＳ Ｐゴシック" charset="-128"/>
                <a:cs typeface="+mn-cs"/>
              </a:rPr>
              <a:t>)</a:t>
            </a:r>
          </a:p>
        </p:txBody>
      </p:sp>
      <p:sp>
        <p:nvSpPr>
          <p:cNvPr id="41" name="矩形: 圆角 40">
            <a:extLst>
              <a:ext uri="{FF2B5EF4-FFF2-40B4-BE49-F238E27FC236}">
                <a16:creationId xmlns:a16="http://schemas.microsoft.com/office/drawing/2014/main" id="{5C3578BE-8AB4-4F32-942C-19DEB8DD1F10}"/>
              </a:ext>
            </a:extLst>
          </p:cNvPr>
          <p:cNvSpPr/>
          <p:nvPr/>
        </p:nvSpPr>
        <p:spPr bwMode="auto">
          <a:xfrm>
            <a:off x="2551493" y="2130951"/>
            <a:ext cx="1371569" cy="679450"/>
          </a:xfrm>
          <a:prstGeom prst="roundRect">
            <a:avLst/>
          </a:prstGeom>
          <a:solidFill>
            <a:srgbClr val="CCECFF"/>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zh-CN" altLang="en-US" sz="1800" b="0" i="0" u="none" strike="noStrike" cap="none" normalizeH="0" baseline="0" dirty="0">
              <a:ln>
                <a:noFill/>
              </a:ln>
              <a:solidFill>
                <a:schemeClr val="tx1"/>
              </a:solidFill>
              <a:effectLst/>
              <a:latin typeface="Arial Narrow" panose="020B0606020202030204" pitchFamily="34" charset="0"/>
            </a:endParaRPr>
          </a:p>
        </p:txBody>
      </p:sp>
      <p:sp>
        <p:nvSpPr>
          <p:cNvPr id="64" name="Oval 7">
            <a:extLst>
              <a:ext uri="{FF2B5EF4-FFF2-40B4-BE49-F238E27FC236}">
                <a16:creationId xmlns:a16="http://schemas.microsoft.com/office/drawing/2014/main" id="{E9D3B7CC-CC0B-46B8-AED6-0E7F0612254B}"/>
              </a:ext>
            </a:extLst>
          </p:cNvPr>
          <p:cNvSpPr>
            <a:spLocks noChangeArrowheads="1"/>
          </p:cNvSpPr>
          <p:nvPr/>
        </p:nvSpPr>
        <p:spPr bwMode="auto">
          <a:xfrm>
            <a:off x="1277651" y="1051844"/>
            <a:ext cx="749300" cy="749300"/>
          </a:xfrm>
          <a:prstGeom prst="ellipse">
            <a:avLst/>
          </a:prstGeom>
          <a:solidFill>
            <a:schemeClr val="bg1"/>
          </a:solidFill>
          <a:ln w="12700">
            <a:solidFill>
              <a:schemeClr val="tx1"/>
            </a:solidFill>
            <a:round/>
            <a:headEnd/>
            <a:tailEnd/>
          </a:ln>
        </p:spPr>
        <p:txBody>
          <a:bodyPr wrap="none" anchor="ctr"/>
          <a:lstStyle>
            <a:lvl1pPr eaLnBrk="0" hangingPunct="0">
              <a:defRPr sz="2400">
                <a:solidFill>
                  <a:schemeClr val="tx1"/>
                </a:solidFill>
                <a:latin typeface="Arial" charset="0"/>
                <a:ea typeface="ＭＳ Ｐゴシック" charset="-128"/>
              </a:defRPr>
            </a:lvl1pPr>
            <a:lvl2pPr marL="742950" indent="-285750" eaLnBrk="0" hangingPunct="0">
              <a:defRPr sz="2400">
                <a:solidFill>
                  <a:schemeClr val="tx1"/>
                </a:solidFill>
                <a:latin typeface="Arial" charset="0"/>
                <a:ea typeface="ＭＳ Ｐゴシック" charset="-128"/>
              </a:defRPr>
            </a:lvl2pPr>
            <a:lvl3pPr marL="1143000" indent="-228600" eaLnBrk="0" hangingPunct="0">
              <a:defRPr sz="2400">
                <a:solidFill>
                  <a:schemeClr val="tx1"/>
                </a:solidFill>
                <a:latin typeface="Arial" charset="0"/>
                <a:ea typeface="ＭＳ Ｐゴシック" charset="-128"/>
              </a:defRPr>
            </a:lvl3pPr>
            <a:lvl4pPr marL="1600200" indent="-228600" eaLnBrk="0" hangingPunct="0">
              <a:defRPr sz="2400">
                <a:solidFill>
                  <a:schemeClr val="tx1"/>
                </a:solidFill>
                <a:latin typeface="Arial" charset="0"/>
                <a:ea typeface="ＭＳ Ｐゴシック" charset="-128"/>
              </a:defRPr>
            </a:lvl4pPr>
            <a:lvl5pPr marL="2057400" indent="-228600" eaLnBrk="0" hangingPunct="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charset="0"/>
              <a:ea typeface="ＭＳ Ｐゴシック" charset="-128"/>
              <a:cs typeface="+mn-cs"/>
            </a:endParaRPr>
          </a:p>
        </p:txBody>
      </p:sp>
      <p:sp>
        <p:nvSpPr>
          <p:cNvPr id="65" name="Line 9">
            <a:extLst>
              <a:ext uri="{FF2B5EF4-FFF2-40B4-BE49-F238E27FC236}">
                <a16:creationId xmlns:a16="http://schemas.microsoft.com/office/drawing/2014/main" id="{761927B0-4D93-4D4E-B279-9BA3AC91676A}"/>
              </a:ext>
            </a:extLst>
          </p:cNvPr>
          <p:cNvSpPr>
            <a:spLocks noChangeShapeType="1"/>
          </p:cNvSpPr>
          <p:nvPr/>
        </p:nvSpPr>
        <p:spPr bwMode="auto">
          <a:xfrm>
            <a:off x="1669763" y="1807575"/>
            <a:ext cx="0" cy="3111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charset="0"/>
              <a:ea typeface="ＭＳ Ｐゴシック" charset="-128"/>
              <a:cs typeface="+mn-cs"/>
            </a:endParaRPr>
          </a:p>
        </p:txBody>
      </p:sp>
      <p:sp>
        <p:nvSpPr>
          <p:cNvPr id="66" name="Line 10">
            <a:extLst>
              <a:ext uri="{FF2B5EF4-FFF2-40B4-BE49-F238E27FC236}">
                <a16:creationId xmlns:a16="http://schemas.microsoft.com/office/drawing/2014/main" id="{1A6863F4-F416-4AFD-B0C6-F81C3D8EEF49}"/>
              </a:ext>
            </a:extLst>
          </p:cNvPr>
          <p:cNvSpPr>
            <a:spLocks noChangeShapeType="1"/>
          </p:cNvSpPr>
          <p:nvPr/>
        </p:nvSpPr>
        <p:spPr bwMode="auto">
          <a:xfrm>
            <a:off x="1669763" y="2798175"/>
            <a:ext cx="0" cy="36830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charset="0"/>
              <a:ea typeface="ＭＳ Ｐゴシック" charset="-128"/>
              <a:cs typeface="+mn-cs"/>
            </a:endParaRPr>
          </a:p>
        </p:txBody>
      </p:sp>
      <p:sp>
        <p:nvSpPr>
          <p:cNvPr id="67" name="Rectangle 13">
            <a:extLst>
              <a:ext uri="{FF2B5EF4-FFF2-40B4-BE49-F238E27FC236}">
                <a16:creationId xmlns:a16="http://schemas.microsoft.com/office/drawing/2014/main" id="{554EB754-274E-4EB4-8AD9-2DF11C63B482}"/>
              </a:ext>
            </a:extLst>
          </p:cNvPr>
          <p:cNvSpPr>
            <a:spLocks noChangeArrowheads="1"/>
          </p:cNvSpPr>
          <p:nvPr/>
        </p:nvSpPr>
        <p:spPr bwMode="auto">
          <a:xfrm>
            <a:off x="1430330" y="1228850"/>
            <a:ext cx="424797" cy="3667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eaLnBrk="0" hangingPunct="0">
              <a:defRPr sz="2400">
                <a:solidFill>
                  <a:schemeClr val="tx1"/>
                </a:solidFill>
                <a:latin typeface="Arial" charset="0"/>
                <a:ea typeface="ＭＳ Ｐゴシック" charset="-128"/>
              </a:defRPr>
            </a:lvl1pPr>
            <a:lvl2pPr marL="742950" indent="-285750" eaLnBrk="0" hangingPunct="0">
              <a:defRPr sz="2400">
                <a:solidFill>
                  <a:schemeClr val="tx1"/>
                </a:solidFill>
                <a:latin typeface="Arial" charset="0"/>
                <a:ea typeface="ＭＳ Ｐゴシック" charset="-128"/>
              </a:defRPr>
            </a:lvl2pPr>
            <a:lvl3pPr marL="1143000" indent="-228600" eaLnBrk="0" hangingPunct="0">
              <a:defRPr sz="2400">
                <a:solidFill>
                  <a:schemeClr val="tx1"/>
                </a:solidFill>
                <a:latin typeface="Arial" charset="0"/>
                <a:ea typeface="ＭＳ Ｐゴシック" charset="-128"/>
              </a:defRPr>
            </a:lvl3pPr>
            <a:lvl4pPr marL="1600200" indent="-228600" eaLnBrk="0" hangingPunct="0">
              <a:defRPr sz="2400">
                <a:solidFill>
                  <a:schemeClr val="tx1"/>
                </a:solidFill>
                <a:latin typeface="Arial" charset="0"/>
                <a:ea typeface="ＭＳ Ｐゴシック" charset="-128"/>
              </a:defRPr>
            </a:lvl4pPr>
            <a:lvl5pPr marL="2057400" indent="-228600" eaLnBrk="0" hangingPunct="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dirty="0">
                <a:ln>
                  <a:noFill/>
                </a:ln>
                <a:solidFill>
                  <a:srgbClr val="000000"/>
                </a:solidFill>
                <a:effectLst/>
                <a:uLnTx/>
                <a:uFillTx/>
                <a:latin typeface="Arial Narrow" panose="020B0606020202030204" pitchFamily="34" charset="0"/>
              </a:rPr>
              <a:t>C1</a:t>
            </a:r>
          </a:p>
        </p:txBody>
      </p:sp>
      <p:sp>
        <p:nvSpPr>
          <p:cNvPr id="68" name="矩形: 圆角 67">
            <a:extLst>
              <a:ext uri="{FF2B5EF4-FFF2-40B4-BE49-F238E27FC236}">
                <a16:creationId xmlns:a16="http://schemas.microsoft.com/office/drawing/2014/main" id="{ED8DDC0F-AFA9-4718-9BDC-3B8F8B3DB64E}"/>
              </a:ext>
            </a:extLst>
          </p:cNvPr>
          <p:cNvSpPr/>
          <p:nvPr/>
        </p:nvSpPr>
        <p:spPr bwMode="auto">
          <a:xfrm>
            <a:off x="977620" y="2118725"/>
            <a:ext cx="1371569" cy="679450"/>
          </a:xfrm>
          <a:prstGeom prst="roundRect">
            <a:avLst/>
          </a:prstGeom>
          <a:solidFill>
            <a:srgbClr val="CCECFF"/>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zh-CN" altLang="en-US" sz="1800" b="0" i="0" u="none" strike="noStrike" cap="none" normalizeH="0" baseline="0" dirty="0">
              <a:ln>
                <a:noFill/>
              </a:ln>
              <a:solidFill>
                <a:schemeClr val="tx1"/>
              </a:solidFill>
              <a:effectLst/>
              <a:latin typeface="Arial Narrow" panose="020B0606020202030204" pitchFamily="34" charset="0"/>
            </a:endParaRPr>
          </a:p>
        </p:txBody>
      </p:sp>
      <p:sp>
        <p:nvSpPr>
          <p:cNvPr id="69" name="Oval 7">
            <a:extLst>
              <a:ext uri="{FF2B5EF4-FFF2-40B4-BE49-F238E27FC236}">
                <a16:creationId xmlns:a16="http://schemas.microsoft.com/office/drawing/2014/main" id="{42E8885E-6C42-407C-80A3-FC01AC15B870}"/>
              </a:ext>
            </a:extLst>
          </p:cNvPr>
          <p:cNvSpPr>
            <a:spLocks noChangeArrowheads="1"/>
          </p:cNvSpPr>
          <p:nvPr/>
        </p:nvSpPr>
        <p:spPr bwMode="auto">
          <a:xfrm>
            <a:off x="6017081" y="1058895"/>
            <a:ext cx="749300" cy="749300"/>
          </a:xfrm>
          <a:prstGeom prst="ellipse">
            <a:avLst/>
          </a:prstGeom>
          <a:solidFill>
            <a:schemeClr val="bg1"/>
          </a:solidFill>
          <a:ln w="12700">
            <a:solidFill>
              <a:schemeClr val="tx1"/>
            </a:solidFill>
            <a:round/>
            <a:headEnd/>
            <a:tailEnd/>
          </a:ln>
        </p:spPr>
        <p:txBody>
          <a:bodyPr wrap="none" anchor="ctr"/>
          <a:lstStyle>
            <a:lvl1pPr eaLnBrk="0" hangingPunct="0">
              <a:defRPr sz="2400">
                <a:solidFill>
                  <a:schemeClr val="tx1"/>
                </a:solidFill>
                <a:latin typeface="Arial" charset="0"/>
                <a:ea typeface="ＭＳ Ｐゴシック" charset="-128"/>
              </a:defRPr>
            </a:lvl1pPr>
            <a:lvl2pPr marL="742950" indent="-285750" eaLnBrk="0" hangingPunct="0">
              <a:defRPr sz="2400">
                <a:solidFill>
                  <a:schemeClr val="tx1"/>
                </a:solidFill>
                <a:latin typeface="Arial" charset="0"/>
                <a:ea typeface="ＭＳ Ｐゴシック" charset="-128"/>
              </a:defRPr>
            </a:lvl2pPr>
            <a:lvl3pPr marL="1143000" indent="-228600" eaLnBrk="0" hangingPunct="0">
              <a:defRPr sz="2400">
                <a:solidFill>
                  <a:schemeClr val="tx1"/>
                </a:solidFill>
                <a:latin typeface="Arial" charset="0"/>
                <a:ea typeface="ＭＳ Ｐゴシック" charset="-128"/>
              </a:defRPr>
            </a:lvl3pPr>
            <a:lvl4pPr marL="1600200" indent="-228600" eaLnBrk="0" hangingPunct="0">
              <a:defRPr sz="2400">
                <a:solidFill>
                  <a:schemeClr val="tx1"/>
                </a:solidFill>
                <a:latin typeface="Arial" charset="0"/>
                <a:ea typeface="ＭＳ Ｐゴシック" charset="-128"/>
              </a:defRPr>
            </a:lvl4pPr>
            <a:lvl5pPr marL="2057400" indent="-228600" eaLnBrk="0" hangingPunct="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charset="0"/>
              <a:ea typeface="ＭＳ Ｐゴシック" charset="-128"/>
              <a:cs typeface="+mn-cs"/>
            </a:endParaRPr>
          </a:p>
        </p:txBody>
      </p:sp>
      <p:sp>
        <p:nvSpPr>
          <p:cNvPr id="70" name="Line 9">
            <a:extLst>
              <a:ext uri="{FF2B5EF4-FFF2-40B4-BE49-F238E27FC236}">
                <a16:creationId xmlns:a16="http://schemas.microsoft.com/office/drawing/2014/main" id="{52CE6BCF-93B4-4BEC-8D07-1B322CECDA82}"/>
              </a:ext>
            </a:extLst>
          </p:cNvPr>
          <p:cNvSpPr>
            <a:spLocks noChangeShapeType="1"/>
          </p:cNvSpPr>
          <p:nvPr/>
        </p:nvSpPr>
        <p:spPr bwMode="auto">
          <a:xfrm>
            <a:off x="6409193" y="1814626"/>
            <a:ext cx="0" cy="3111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charset="0"/>
              <a:ea typeface="ＭＳ Ｐゴシック" charset="-128"/>
              <a:cs typeface="+mn-cs"/>
            </a:endParaRPr>
          </a:p>
        </p:txBody>
      </p:sp>
      <p:sp>
        <p:nvSpPr>
          <p:cNvPr id="71" name="Line 10">
            <a:extLst>
              <a:ext uri="{FF2B5EF4-FFF2-40B4-BE49-F238E27FC236}">
                <a16:creationId xmlns:a16="http://schemas.microsoft.com/office/drawing/2014/main" id="{1C584A1F-D17F-450E-942D-C8255A2CAAA3}"/>
              </a:ext>
            </a:extLst>
          </p:cNvPr>
          <p:cNvSpPr>
            <a:spLocks noChangeShapeType="1"/>
          </p:cNvSpPr>
          <p:nvPr/>
        </p:nvSpPr>
        <p:spPr bwMode="auto">
          <a:xfrm>
            <a:off x="6409193" y="2805226"/>
            <a:ext cx="0" cy="36830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charset="0"/>
              <a:ea typeface="ＭＳ Ｐゴシック" charset="-128"/>
              <a:cs typeface="+mn-cs"/>
            </a:endParaRPr>
          </a:p>
        </p:txBody>
      </p:sp>
      <p:sp>
        <p:nvSpPr>
          <p:cNvPr id="72" name="Rectangle 13">
            <a:extLst>
              <a:ext uri="{FF2B5EF4-FFF2-40B4-BE49-F238E27FC236}">
                <a16:creationId xmlns:a16="http://schemas.microsoft.com/office/drawing/2014/main" id="{299D76AA-CE99-4FCD-9455-5F04471FBB2A}"/>
              </a:ext>
            </a:extLst>
          </p:cNvPr>
          <p:cNvSpPr>
            <a:spLocks noChangeArrowheads="1"/>
          </p:cNvSpPr>
          <p:nvPr/>
        </p:nvSpPr>
        <p:spPr bwMode="auto">
          <a:xfrm>
            <a:off x="6169760" y="1235901"/>
            <a:ext cx="424797" cy="3667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eaLnBrk="0" hangingPunct="0">
              <a:defRPr sz="2400">
                <a:solidFill>
                  <a:schemeClr val="tx1"/>
                </a:solidFill>
                <a:latin typeface="Arial" charset="0"/>
                <a:ea typeface="ＭＳ Ｐゴシック" charset="-128"/>
              </a:defRPr>
            </a:lvl1pPr>
            <a:lvl2pPr marL="742950" indent="-285750" eaLnBrk="0" hangingPunct="0">
              <a:defRPr sz="2400">
                <a:solidFill>
                  <a:schemeClr val="tx1"/>
                </a:solidFill>
                <a:latin typeface="Arial" charset="0"/>
                <a:ea typeface="ＭＳ Ｐゴシック" charset="-128"/>
              </a:defRPr>
            </a:lvl2pPr>
            <a:lvl3pPr marL="1143000" indent="-228600" eaLnBrk="0" hangingPunct="0">
              <a:defRPr sz="2400">
                <a:solidFill>
                  <a:schemeClr val="tx1"/>
                </a:solidFill>
                <a:latin typeface="Arial" charset="0"/>
                <a:ea typeface="ＭＳ Ｐゴシック" charset="-128"/>
              </a:defRPr>
            </a:lvl3pPr>
            <a:lvl4pPr marL="1600200" indent="-228600" eaLnBrk="0" hangingPunct="0">
              <a:defRPr sz="2400">
                <a:solidFill>
                  <a:schemeClr val="tx1"/>
                </a:solidFill>
                <a:latin typeface="Arial" charset="0"/>
                <a:ea typeface="ＭＳ Ｐゴシック" charset="-128"/>
              </a:defRPr>
            </a:lvl4pPr>
            <a:lvl5pPr marL="2057400" indent="-228600" eaLnBrk="0" hangingPunct="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dirty="0">
                <a:ln>
                  <a:noFill/>
                </a:ln>
                <a:solidFill>
                  <a:srgbClr val="000000"/>
                </a:solidFill>
                <a:effectLst/>
                <a:uLnTx/>
                <a:uFillTx/>
                <a:latin typeface="Arial Narrow" panose="020B0606020202030204" pitchFamily="34" charset="0"/>
              </a:rPr>
              <a:t>C4</a:t>
            </a:r>
          </a:p>
        </p:txBody>
      </p:sp>
      <p:sp>
        <p:nvSpPr>
          <p:cNvPr id="73" name="矩形: 圆角 72">
            <a:extLst>
              <a:ext uri="{FF2B5EF4-FFF2-40B4-BE49-F238E27FC236}">
                <a16:creationId xmlns:a16="http://schemas.microsoft.com/office/drawing/2014/main" id="{93057970-017A-4F4B-9BD6-2E395B9F653F}"/>
              </a:ext>
            </a:extLst>
          </p:cNvPr>
          <p:cNvSpPr/>
          <p:nvPr/>
        </p:nvSpPr>
        <p:spPr bwMode="auto">
          <a:xfrm>
            <a:off x="5717050" y="2125776"/>
            <a:ext cx="1371569" cy="679450"/>
          </a:xfrm>
          <a:prstGeom prst="roundRect">
            <a:avLst/>
          </a:prstGeom>
          <a:solidFill>
            <a:srgbClr val="CCECFF"/>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zh-CN" altLang="en-US" sz="1800" b="0" i="0" u="none" strike="noStrike" cap="none" normalizeH="0" baseline="0" dirty="0">
              <a:ln>
                <a:noFill/>
              </a:ln>
              <a:solidFill>
                <a:schemeClr val="tx1"/>
              </a:solidFill>
              <a:effectLst/>
              <a:latin typeface="Arial Narrow" panose="020B0606020202030204" pitchFamily="34" charset="0"/>
            </a:endParaRPr>
          </a:p>
        </p:txBody>
      </p:sp>
      <p:sp>
        <p:nvSpPr>
          <p:cNvPr id="74" name="Oval 7">
            <a:extLst>
              <a:ext uri="{FF2B5EF4-FFF2-40B4-BE49-F238E27FC236}">
                <a16:creationId xmlns:a16="http://schemas.microsoft.com/office/drawing/2014/main" id="{92DA491D-7521-4779-9703-1921BEB2954A}"/>
              </a:ext>
            </a:extLst>
          </p:cNvPr>
          <p:cNvSpPr>
            <a:spLocks noChangeArrowheads="1"/>
          </p:cNvSpPr>
          <p:nvPr/>
        </p:nvSpPr>
        <p:spPr bwMode="auto">
          <a:xfrm>
            <a:off x="4443208" y="1046669"/>
            <a:ext cx="749300" cy="749300"/>
          </a:xfrm>
          <a:prstGeom prst="ellipse">
            <a:avLst/>
          </a:prstGeom>
          <a:solidFill>
            <a:schemeClr val="bg1"/>
          </a:solidFill>
          <a:ln w="12700">
            <a:solidFill>
              <a:schemeClr val="tx1"/>
            </a:solidFill>
            <a:round/>
            <a:headEnd/>
            <a:tailEnd/>
          </a:ln>
        </p:spPr>
        <p:txBody>
          <a:bodyPr wrap="none" anchor="ctr"/>
          <a:lstStyle>
            <a:lvl1pPr eaLnBrk="0" hangingPunct="0">
              <a:defRPr sz="2400">
                <a:solidFill>
                  <a:schemeClr val="tx1"/>
                </a:solidFill>
                <a:latin typeface="Arial" charset="0"/>
                <a:ea typeface="ＭＳ Ｐゴシック" charset="-128"/>
              </a:defRPr>
            </a:lvl1pPr>
            <a:lvl2pPr marL="742950" indent="-285750" eaLnBrk="0" hangingPunct="0">
              <a:defRPr sz="2400">
                <a:solidFill>
                  <a:schemeClr val="tx1"/>
                </a:solidFill>
                <a:latin typeface="Arial" charset="0"/>
                <a:ea typeface="ＭＳ Ｐゴシック" charset="-128"/>
              </a:defRPr>
            </a:lvl2pPr>
            <a:lvl3pPr marL="1143000" indent="-228600" eaLnBrk="0" hangingPunct="0">
              <a:defRPr sz="2400">
                <a:solidFill>
                  <a:schemeClr val="tx1"/>
                </a:solidFill>
                <a:latin typeface="Arial" charset="0"/>
                <a:ea typeface="ＭＳ Ｐゴシック" charset="-128"/>
              </a:defRPr>
            </a:lvl3pPr>
            <a:lvl4pPr marL="1600200" indent="-228600" eaLnBrk="0" hangingPunct="0">
              <a:defRPr sz="2400">
                <a:solidFill>
                  <a:schemeClr val="tx1"/>
                </a:solidFill>
                <a:latin typeface="Arial" charset="0"/>
                <a:ea typeface="ＭＳ Ｐゴシック" charset="-128"/>
              </a:defRPr>
            </a:lvl4pPr>
            <a:lvl5pPr marL="2057400" indent="-228600" eaLnBrk="0" hangingPunct="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charset="0"/>
              <a:ea typeface="ＭＳ Ｐゴシック" charset="-128"/>
              <a:cs typeface="+mn-cs"/>
            </a:endParaRPr>
          </a:p>
        </p:txBody>
      </p:sp>
      <p:sp>
        <p:nvSpPr>
          <p:cNvPr id="75" name="Line 9">
            <a:extLst>
              <a:ext uri="{FF2B5EF4-FFF2-40B4-BE49-F238E27FC236}">
                <a16:creationId xmlns:a16="http://schemas.microsoft.com/office/drawing/2014/main" id="{EF65B723-32B4-495C-9F9C-549E4BDA9348}"/>
              </a:ext>
            </a:extLst>
          </p:cNvPr>
          <p:cNvSpPr>
            <a:spLocks noChangeShapeType="1"/>
          </p:cNvSpPr>
          <p:nvPr/>
        </p:nvSpPr>
        <p:spPr bwMode="auto">
          <a:xfrm>
            <a:off x="4835320" y="1802400"/>
            <a:ext cx="0" cy="3111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charset="0"/>
              <a:ea typeface="ＭＳ Ｐゴシック" charset="-128"/>
              <a:cs typeface="+mn-cs"/>
            </a:endParaRPr>
          </a:p>
        </p:txBody>
      </p:sp>
      <p:sp>
        <p:nvSpPr>
          <p:cNvPr id="76" name="Line 10">
            <a:extLst>
              <a:ext uri="{FF2B5EF4-FFF2-40B4-BE49-F238E27FC236}">
                <a16:creationId xmlns:a16="http://schemas.microsoft.com/office/drawing/2014/main" id="{7F03F7D1-A57D-40E7-9D63-C68504CCEA5B}"/>
              </a:ext>
            </a:extLst>
          </p:cNvPr>
          <p:cNvSpPr>
            <a:spLocks noChangeShapeType="1"/>
          </p:cNvSpPr>
          <p:nvPr/>
        </p:nvSpPr>
        <p:spPr bwMode="auto">
          <a:xfrm>
            <a:off x="4835320" y="2793000"/>
            <a:ext cx="0" cy="36830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charset="0"/>
              <a:ea typeface="ＭＳ Ｐゴシック" charset="-128"/>
              <a:cs typeface="+mn-cs"/>
            </a:endParaRPr>
          </a:p>
        </p:txBody>
      </p:sp>
      <p:sp>
        <p:nvSpPr>
          <p:cNvPr id="77" name="Rectangle 13">
            <a:extLst>
              <a:ext uri="{FF2B5EF4-FFF2-40B4-BE49-F238E27FC236}">
                <a16:creationId xmlns:a16="http://schemas.microsoft.com/office/drawing/2014/main" id="{C714C0FC-7261-4900-ABE0-2C7B08DDD7BD}"/>
              </a:ext>
            </a:extLst>
          </p:cNvPr>
          <p:cNvSpPr>
            <a:spLocks noChangeArrowheads="1"/>
          </p:cNvSpPr>
          <p:nvPr/>
        </p:nvSpPr>
        <p:spPr bwMode="auto">
          <a:xfrm>
            <a:off x="4595887" y="1223675"/>
            <a:ext cx="424797" cy="3667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eaLnBrk="0" hangingPunct="0">
              <a:defRPr sz="2400">
                <a:solidFill>
                  <a:schemeClr val="tx1"/>
                </a:solidFill>
                <a:latin typeface="Arial" charset="0"/>
                <a:ea typeface="ＭＳ Ｐゴシック" charset="-128"/>
              </a:defRPr>
            </a:lvl1pPr>
            <a:lvl2pPr marL="742950" indent="-285750" eaLnBrk="0" hangingPunct="0">
              <a:defRPr sz="2400">
                <a:solidFill>
                  <a:schemeClr val="tx1"/>
                </a:solidFill>
                <a:latin typeface="Arial" charset="0"/>
                <a:ea typeface="ＭＳ Ｐゴシック" charset="-128"/>
              </a:defRPr>
            </a:lvl2pPr>
            <a:lvl3pPr marL="1143000" indent="-228600" eaLnBrk="0" hangingPunct="0">
              <a:defRPr sz="2400">
                <a:solidFill>
                  <a:schemeClr val="tx1"/>
                </a:solidFill>
                <a:latin typeface="Arial" charset="0"/>
                <a:ea typeface="ＭＳ Ｐゴシック" charset="-128"/>
              </a:defRPr>
            </a:lvl3pPr>
            <a:lvl4pPr marL="1600200" indent="-228600" eaLnBrk="0" hangingPunct="0">
              <a:defRPr sz="2400">
                <a:solidFill>
                  <a:schemeClr val="tx1"/>
                </a:solidFill>
                <a:latin typeface="Arial" charset="0"/>
                <a:ea typeface="ＭＳ Ｐゴシック" charset="-128"/>
              </a:defRPr>
            </a:lvl4pPr>
            <a:lvl5pPr marL="2057400" indent="-228600" eaLnBrk="0" hangingPunct="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dirty="0">
                <a:ln>
                  <a:noFill/>
                </a:ln>
                <a:solidFill>
                  <a:srgbClr val="000000"/>
                </a:solidFill>
                <a:effectLst/>
                <a:uLnTx/>
                <a:uFillTx/>
                <a:latin typeface="Arial Narrow" panose="020B0606020202030204" pitchFamily="34" charset="0"/>
              </a:rPr>
              <a:t>C3</a:t>
            </a:r>
          </a:p>
        </p:txBody>
      </p:sp>
      <p:sp>
        <p:nvSpPr>
          <p:cNvPr id="5" name="矩形 4">
            <a:extLst>
              <a:ext uri="{FF2B5EF4-FFF2-40B4-BE49-F238E27FC236}">
                <a16:creationId xmlns:a16="http://schemas.microsoft.com/office/drawing/2014/main" id="{0121529A-1E0B-4A77-A91D-BCE05BB7FE35}"/>
              </a:ext>
            </a:extLst>
          </p:cNvPr>
          <p:cNvSpPr/>
          <p:nvPr/>
        </p:nvSpPr>
        <p:spPr>
          <a:xfrm>
            <a:off x="1108883" y="2285680"/>
            <a:ext cx="402674" cy="369332"/>
          </a:xfrm>
          <a:prstGeom prst="rect">
            <a:avLst/>
          </a:prstGeom>
        </p:spPr>
        <p:txBody>
          <a:bodyPr wrap="none">
            <a:spAutoFit/>
          </a:bodyPr>
          <a:lstStyle/>
          <a:p>
            <a:r>
              <a:rPr lang="en-US" altLang="zh-CN" dirty="0">
                <a:solidFill>
                  <a:schemeClr val="tx2"/>
                </a:solidFill>
              </a:rPr>
              <a:t>X:</a:t>
            </a:r>
            <a:endParaRPr lang="zh-CN" altLang="en-US" dirty="0"/>
          </a:p>
        </p:txBody>
      </p:sp>
      <p:sp>
        <p:nvSpPr>
          <p:cNvPr id="81" name="矩形 80">
            <a:extLst>
              <a:ext uri="{FF2B5EF4-FFF2-40B4-BE49-F238E27FC236}">
                <a16:creationId xmlns:a16="http://schemas.microsoft.com/office/drawing/2014/main" id="{999CF0D0-0C69-49D5-84EA-33E3FF2CF465}"/>
              </a:ext>
            </a:extLst>
          </p:cNvPr>
          <p:cNvSpPr/>
          <p:nvPr/>
        </p:nvSpPr>
        <p:spPr>
          <a:xfrm>
            <a:off x="2480452" y="1946062"/>
            <a:ext cx="1582484" cy="769441"/>
          </a:xfrm>
          <a:prstGeom prst="rect">
            <a:avLst/>
          </a:prstGeom>
        </p:spPr>
        <p:txBody>
          <a:bodyPr wrap="square">
            <a:spAutoFit/>
          </a:bodyPr>
          <a:lstStyle/>
          <a:p>
            <a:pPr eaLnBrk="1" hangingPunct="1"/>
            <a:r>
              <a:rPr lang="en-US" altLang="zh-CN" dirty="0">
                <a:solidFill>
                  <a:schemeClr val="tx2"/>
                </a:solidFill>
              </a:rPr>
              <a:t> X: </a:t>
            </a:r>
            <a:r>
              <a:rPr lang="en-US" altLang="zh-CN" b="1" dirty="0">
                <a:solidFill>
                  <a:srgbClr val="FF0000"/>
                </a:solidFill>
              </a:rPr>
              <a:t>S{C3, C4}</a:t>
            </a:r>
            <a:endParaRPr lang="zh-CN" altLang="en-US" sz="4400" b="1" dirty="0">
              <a:solidFill>
                <a:srgbClr val="FF0000"/>
              </a:solidFill>
            </a:endParaRPr>
          </a:p>
        </p:txBody>
      </p:sp>
      <p:sp>
        <p:nvSpPr>
          <p:cNvPr id="85" name="矩形 84">
            <a:extLst>
              <a:ext uri="{FF2B5EF4-FFF2-40B4-BE49-F238E27FC236}">
                <a16:creationId xmlns:a16="http://schemas.microsoft.com/office/drawing/2014/main" id="{81FB116F-D60F-4434-9A12-7BCFBC83B737}"/>
              </a:ext>
            </a:extLst>
          </p:cNvPr>
          <p:cNvSpPr/>
          <p:nvPr/>
        </p:nvSpPr>
        <p:spPr>
          <a:xfrm>
            <a:off x="1419112" y="2293104"/>
            <a:ext cx="279244" cy="369332"/>
          </a:xfrm>
          <a:prstGeom prst="rect">
            <a:avLst/>
          </a:prstGeom>
        </p:spPr>
        <p:txBody>
          <a:bodyPr wrap="none">
            <a:spAutoFit/>
          </a:bodyPr>
          <a:lstStyle/>
          <a:p>
            <a:r>
              <a:rPr lang="en-US" altLang="zh-CN" b="1" dirty="0">
                <a:solidFill>
                  <a:srgbClr val="FF0000"/>
                </a:solidFill>
                <a:latin typeface="Imprint MT Shadow" panose="04020605060303030202" pitchFamily="82" charset="0"/>
              </a:rPr>
              <a:t>I</a:t>
            </a:r>
            <a:endParaRPr lang="zh-CN" altLang="en-US" dirty="0"/>
          </a:p>
        </p:txBody>
      </p:sp>
      <p:sp>
        <p:nvSpPr>
          <p:cNvPr id="86" name="矩形 85">
            <a:extLst>
              <a:ext uri="{FF2B5EF4-FFF2-40B4-BE49-F238E27FC236}">
                <a16:creationId xmlns:a16="http://schemas.microsoft.com/office/drawing/2014/main" id="{992E6463-374C-49BD-8DD7-A0BE0C1451D3}"/>
              </a:ext>
            </a:extLst>
          </p:cNvPr>
          <p:cNvSpPr/>
          <p:nvPr/>
        </p:nvSpPr>
        <p:spPr>
          <a:xfrm>
            <a:off x="4375927" y="2273784"/>
            <a:ext cx="606256" cy="369332"/>
          </a:xfrm>
          <a:prstGeom prst="rect">
            <a:avLst/>
          </a:prstGeom>
        </p:spPr>
        <p:txBody>
          <a:bodyPr wrap="none">
            <a:spAutoFit/>
          </a:bodyPr>
          <a:lstStyle/>
          <a:p>
            <a:r>
              <a:rPr lang="en-US" altLang="zh-CN" dirty="0"/>
              <a:t>X: </a:t>
            </a:r>
            <a:r>
              <a:rPr lang="en-US" altLang="zh-CN" b="1" dirty="0">
                <a:solidFill>
                  <a:srgbClr val="FF0000"/>
                </a:solidFill>
                <a:latin typeface="Imprint MT Shadow" panose="04020605060303030202" pitchFamily="82" charset="0"/>
              </a:rPr>
              <a:t>S</a:t>
            </a:r>
            <a:endParaRPr lang="zh-CN" altLang="en-US" dirty="0"/>
          </a:p>
        </p:txBody>
      </p:sp>
      <p:sp>
        <p:nvSpPr>
          <p:cNvPr id="87" name="矩形 86">
            <a:extLst>
              <a:ext uri="{FF2B5EF4-FFF2-40B4-BE49-F238E27FC236}">
                <a16:creationId xmlns:a16="http://schemas.microsoft.com/office/drawing/2014/main" id="{DD938820-1610-4DB9-9424-F2908483F74C}"/>
              </a:ext>
            </a:extLst>
          </p:cNvPr>
          <p:cNvSpPr/>
          <p:nvPr/>
        </p:nvSpPr>
        <p:spPr>
          <a:xfrm>
            <a:off x="6033185" y="2273784"/>
            <a:ext cx="606256" cy="369332"/>
          </a:xfrm>
          <a:prstGeom prst="rect">
            <a:avLst/>
          </a:prstGeom>
        </p:spPr>
        <p:txBody>
          <a:bodyPr wrap="none">
            <a:spAutoFit/>
          </a:bodyPr>
          <a:lstStyle/>
          <a:p>
            <a:r>
              <a:rPr lang="en-US" altLang="zh-CN" dirty="0"/>
              <a:t>X: </a:t>
            </a:r>
            <a:r>
              <a:rPr lang="en-US" altLang="zh-CN" b="1" dirty="0">
                <a:solidFill>
                  <a:srgbClr val="FF0000"/>
                </a:solidFill>
                <a:latin typeface="Imprint MT Shadow" panose="04020605060303030202" pitchFamily="82" charset="0"/>
              </a:rPr>
              <a:t>S</a:t>
            </a:r>
            <a:endParaRPr lang="zh-CN" altLang="en-US" dirty="0"/>
          </a:p>
        </p:txBody>
      </p:sp>
      <p:sp>
        <p:nvSpPr>
          <p:cNvPr id="118788" name="矩形 118787">
            <a:extLst>
              <a:ext uri="{FF2B5EF4-FFF2-40B4-BE49-F238E27FC236}">
                <a16:creationId xmlns:a16="http://schemas.microsoft.com/office/drawing/2014/main" id="{2AF0D5B3-2E0C-4B11-8078-6E068D63A822}"/>
              </a:ext>
            </a:extLst>
          </p:cNvPr>
          <p:cNvSpPr/>
          <p:nvPr/>
        </p:nvSpPr>
        <p:spPr>
          <a:xfrm>
            <a:off x="7243375" y="1609670"/>
            <a:ext cx="595035" cy="584775"/>
          </a:xfrm>
          <a:prstGeom prst="rect">
            <a:avLst/>
          </a:prstGeom>
        </p:spPr>
        <p:txBody>
          <a:bodyPr wrap="none">
            <a:spAutoFit/>
          </a:bodyPr>
          <a:lstStyle/>
          <a:p>
            <a:r>
              <a:rPr lang="en-US" altLang="zh-CN" sz="3200" dirty="0"/>
              <a:t>…</a:t>
            </a:r>
            <a:endParaRPr lang="zh-CN" altLang="en-US" sz="3200" dirty="0"/>
          </a:p>
        </p:txBody>
      </p:sp>
      <p:sp>
        <p:nvSpPr>
          <p:cNvPr id="62" name="内容占位符 35">
            <a:extLst>
              <a:ext uri="{FF2B5EF4-FFF2-40B4-BE49-F238E27FC236}">
                <a16:creationId xmlns:a16="http://schemas.microsoft.com/office/drawing/2014/main" id="{E0BD2D30-74FB-44A5-8E1D-B205DBB725AF}"/>
              </a:ext>
            </a:extLst>
          </p:cNvPr>
          <p:cNvSpPr txBox="1">
            <a:spLocks/>
          </p:cNvSpPr>
          <p:nvPr/>
        </p:nvSpPr>
        <p:spPr bwMode="auto">
          <a:xfrm>
            <a:off x="538377" y="3912003"/>
            <a:ext cx="6550242" cy="23623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accent1"/>
              </a:buClr>
              <a:buSzPct val="65000"/>
              <a:buFont typeface="Wingdings" charset="2"/>
              <a:buChar char="n"/>
              <a:defRPr sz="2400">
                <a:solidFill>
                  <a:schemeClr val="tx1"/>
                </a:solidFill>
                <a:latin typeface="+mn-lt"/>
                <a:ea typeface="ＭＳ Ｐゴシック" pitchFamily="-107" charset="-128"/>
                <a:cs typeface="ＭＳ Ｐゴシック" pitchFamily="-107" charset="-128"/>
              </a:defRPr>
            </a:lvl1pPr>
            <a:lvl2pPr marL="669925" indent="-325438" algn="l" rtl="0" eaLnBrk="0" fontAlgn="base" hangingPunct="0">
              <a:spcBef>
                <a:spcPct val="20000"/>
              </a:spcBef>
              <a:spcAft>
                <a:spcPct val="0"/>
              </a:spcAft>
              <a:buClr>
                <a:schemeClr val="accent2"/>
              </a:buClr>
              <a:buSzPct val="60000"/>
              <a:buFont typeface="Wingdings" charset="2"/>
              <a:buChar char="q"/>
              <a:defRPr sz="2200">
                <a:solidFill>
                  <a:schemeClr val="tx1"/>
                </a:solidFill>
                <a:latin typeface="+mn-lt"/>
                <a:ea typeface="ＭＳ Ｐゴシック" pitchFamily="-107" charset="-128"/>
              </a:defRPr>
            </a:lvl2pPr>
            <a:lvl3pPr marL="1022350" indent="-350838" algn="l" rtl="0" eaLnBrk="0" fontAlgn="base" hangingPunct="0">
              <a:spcBef>
                <a:spcPct val="20000"/>
              </a:spcBef>
              <a:spcAft>
                <a:spcPct val="0"/>
              </a:spcAft>
              <a:buClr>
                <a:schemeClr val="accent1"/>
              </a:buClr>
              <a:buSzPct val="65000"/>
              <a:buFont typeface="Wingdings" charset="2"/>
              <a:buChar char="n"/>
              <a:defRPr sz="2000">
                <a:solidFill>
                  <a:schemeClr val="tx1"/>
                </a:solidFill>
                <a:latin typeface="+mn-lt"/>
                <a:ea typeface="ＭＳ Ｐゴシック" pitchFamily="-107" charset="-128"/>
              </a:defRPr>
            </a:lvl3pPr>
            <a:lvl4pPr marL="1339850" indent="-315913" algn="l" rtl="0" eaLnBrk="0" fontAlgn="base" hangingPunct="0">
              <a:spcBef>
                <a:spcPct val="20000"/>
              </a:spcBef>
              <a:spcAft>
                <a:spcPct val="0"/>
              </a:spcAft>
              <a:buClr>
                <a:schemeClr val="accent2"/>
              </a:buClr>
              <a:buSzPct val="70000"/>
              <a:buFont typeface="Wingdings" charset="2"/>
              <a:buChar char="q"/>
              <a:defRPr>
                <a:solidFill>
                  <a:schemeClr val="tx1"/>
                </a:solidFill>
                <a:latin typeface="+mn-lt"/>
                <a:ea typeface="ＭＳ Ｐゴシック" pitchFamily="-107" charset="-128"/>
              </a:defRPr>
            </a:lvl4pPr>
            <a:lvl5pPr marL="1681163" indent="-339725" algn="l" rtl="0" eaLnBrk="0" fontAlgn="base" hangingPunct="0">
              <a:spcBef>
                <a:spcPct val="20000"/>
              </a:spcBef>
              <a:spcAft>
                <a:spcPct val="0"/>
              </a:spcAft>
              <a:buClr>
                <a:schemeClr val="accent1"/>
              </a:buClr>
              <a:buSzPct val="75000"/>
              <a:buFont typeface="Wingdings" charset="2"/>
              <a:buChar char="§"/>
              <a:defRPr sz="1600">
                <a:solidFill>
                  <a:schemeClr val="tx1"/>
                </a:solidFill>
                <a:latin typeface="+mn-lt"/>
                <a:ea typeface="ＭＳ Ｐゴシック" pitchFamily="-107" charset="-128"/>
              </a:defRPr>
            </a:lvl5pPr>
            <a:lvl6pPr marL="2138363" indent="-339725" algn="l" rtl="0" fontAlgn="base">
              <a:spcBef>
                <a:spcPct val="20000"/>
              </a:spcBef>
              <a:spcAft>
                <a:spcPct val="0"/>
              </a:spcAft>
              <a:buClr>
                <a:schemeClr val="accent1"/>
              </a:buClr>
              <a:buSzPct val="75000"/>
              <a:buFont typeface="Wingdings" pitchFamily="2" charset="2"/>
              <a:buChar char="§"/>
              <a:defRPr sz="1600">
                <a:solidFill>
                  <a:schemeClr val="tx1"/>
                </a:solidFill>
                <a:latin typeface="+mn-lt"/>
              </a:defRPr>
            </a:lvl6pPr>
            <a:lvl7pPr marL="2595563" indent="-339725" algn="l" rtl="0" fontAlgn="base">
              <a:spcBef>
                <a:spcPct val="20000"/>
              </a:spcBef>
              <a:spcAft>
                <a:spcPct val="0"/>
              </a:spcAft>
              <a:buClr>
                <a:schemeClr val="accent1"/>
              </a:buClr>
              <a:buSzPct val="75000"/>
              <a:buFont typeface="Wingdings" pitchFamily="2" charset="2"/>
              <a:buChar char="§"/>
              <a:defRPr sz="1600">
                <a:solidFill>
                  <a:schemeClr val="tx1"/>
                </a:solidFill>
                <a:latin typeface="+mn-lt"/>
              </a:defRPr>
            </a:lvl7pPr>
            <a:lvl8pPr marL="3052763" indent="-339725" algn="l" rtl="0" fontAlgn="base">
              <a:spcBef>
                <a:spcPct val="20000"/>
              </a:spcBef>
              <a:spcAft>
                <a:spcPct val="0"/>
              </a:spcAft>
              <a:buClr>
                <a:schemeClr val="accent1"/>
              </a:buClr>
              <a:buSzPct val="75000"/>
              <a:buFont typeface="Wingdings" pitchFamily="2" charset="2"/>
              <a:buChar char="§"/>
              <a:defRPr sz="1600">
                <a:solidFill>
                  <a:schemeClr val="tx1"/>
                </a:solidFill>
                <a:latin typeface="+mn-lt"/>
              </a:defRPr>
            </a:lvl8pPr>
            <a:lvl9pPr marL="3509963" indent="-339725" algn="l" rtl="0" fontAlgn="base">
              <a:spcBef>
                <a:spcPct val="20000"/>
              </a:spcBef>
              <a:spcAft>
                <a:spcPct val="0"/>
              </a:spcAft>
              <a:buClr>
                <a:schemeClr val="accent1"/>
              </a:buClr>
              <a:buSzPct val="75000"/>
              <a:buFont typeface="Wingdings" pitchFamily="2" charset="2"/>
              <a:buChar char="§"/>
              <a:defRPr sz="1600">
                <a:solidFill>
                  <a:schemeClr val="tx1"/>
                </a:solidFill>
                <a:latin typeface="+mn-lt"/>
              </a:defRPr>
            </a:lvl9pPr>
          </a:lstStyle>
          <a:p>
            <a:r>
              <a:rPr lang="en-US" altLang="zh-CN" b="1" kern="0" dirty="0"/>
              <a:t>Initial states</a:t>
            </a:r>
            <a:r>
              <a:rPr lang="en-US" altLang="zh-CN" kern="0" dirty="0"/>
              <a:t>:</a:t>
            </a:r>
          </a:p>
          <a:p>
            <a:pPr lvl="1"/>
            <a:r>
              <a:rPr lang="en-US" altLang="zh-CN" kern="0" dirty="0"/>
              <a:t>Directory stays in C2</a:t>
            </a:r>
          </a:p>
          <a:p>
            <a:pPr lvl="1"/>
            <a:r>
              <a:rPr lang="en-US" altLang="zh-CN" kern="0" dirty="0"/>
              <a:t>X is only shared by C3 and C4</a:t>
            </a:r>
            <a:endParaRPr lang="en-US" altLang="zh-CN" b="1" kern="0" dirty="0"/>
          </a:p>
          <a:p>
            <a:r>
              <a:rPr lang="en-US" altLang="zh-CN" b="1" kern="0" dirty="0"/>
              <a:t>Operations: </a:t>
            </a:r>
          </a:p>
          <a:p>
            <a:pPr lvl="1"/>
            <a:r>
              <a:rPr lang="en-US" altLang="zh-CN" sz="2000" kern="0" dirty="0"/>
              <a:t>C1:X=888 </a:t>
            </a:r>
          </a:p>
          <a:p>
            <a:pPr lvl="1"/>
            <a:r>
              <a:rPr lang="en-US" altLang="zh-CN" sz="2000" kern="0" dirty="0"/>
              <a:t>C3: reads X</a:t>
            </a:r>
          </a:p>
          <a:p>
            <a:pPr marL="0" indent="0">
              <a:buNone/>
            </a:pPr>
            <a:endParaRPr lang="en-US" altLang="zh-CN" b="1" kern="0" dirty="0"/>
          </a:p>
        </p:txBody>
      </p:sp>
    </p:spTree>
    <p:extLst>
      <p:ext uri="{BB962C8B-B14F-4D97-AF65-F5344CB8AC3E}">
        <p14:creationId xmlns:p14="http://schemas.microsoft.com/office/powerpoint/2010/main" val="4245015679"/>
      </p:ext>
    </p:extLst>
  </p:cSld>
  <p:clrMapOvr>
    <a:masterClrMapping/>
  </p:clrMapOvr>
  <p:transition/>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 name="矩形: 圆角 77">
            <a:extLst>
              <a:ext uri="{FF2B5EF4-FFF2-40B4-BE49-F238E27FC236}">
                <a16:creationId xmlns:a16="http://schemas.microsoft.com/office/drawing/2014/main" id="{BF5F3C53-EE21-485E-897E-15C3CA3A11F4}"/>
              </a:ext>
            </a:extLst>
          </p:cNvPr>
          <p:cNvSpPr/>
          <p:nvPr/>
        </p:nvSpPr>
        <p:spPr bwMode="auto">
          <a:xfrm>
            <a:off x="4143177" y="2113550"/>
            <a:ext cx="1371569" cy="679450"/>
          </a:xfrm>
          <a:prstGeom prst="roundRect">
            <a:avLst/>
          </a:prstGeom>
          <a:solidFill>
            <a:srgbClr val="CCECFF"/>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zh-CN" altLang="en-US" sz="1800" b="0" i="0" u="none" strike="noStrike" cap="none" normalizeH="0" baseline="0" dirty="0">
              <a:ln>
                <a:noFill/>
              </a:ln>
              <a:solidFill>
                <a:schemeClr val="tx1"/>
              </a:solidFill>
              <a:effectLst/>
              <a:latin typeface="Arial Narrow" panose="020B0606020202030204" pitchFamily="34" charset="0"/>
            </a:endParaRPr>
          </a:p>
        </p:txBody>
      </p:sp>
      <p:sp>
        <p:nvSpPr>
          <p:cNvPr id="118785" name="Title 1"/>
          <p:cNvSpPr>
            <a:spLocks noGrp="1"/>
          </p:cNvSpPr>
          <p:nvPr>
            <p:ph type="title"/>
          </p:nvPr>
        </p:nvSpPr>
        <p:spPr>
          <a:xfrm>
            <a:off x="228600" y="152400"/>
            <a:ext cx="8458200" cy="685800"/>
          </a:xfrm>
        </p:spPr>
        <p:txBody>
          <a:bodyPr/>
          <a:lstStyle/>
          <a:p>
            <a:r>
              <a:rPr lang="en-US" altLang="en-US" dirty="0">
                <a:ea typeface="ＭＳ Ｐゴシック" charset="-128"/>
              </a:rPr>
              <a:t>How </a:t>
            </a:r>
            <a:r>
              <a:rPr lang="en-US" altLang="zh-CN" dirty="0"/>
              <a:t>Directory</a:t>
            </a:r>
            <a:r>
              <a:rPr lang="en-US" altLang="en-US" dirty="0">
                <a:ea typeface="ＭＳ Ｐゴシック" charset="-128"/>
              </a:rPr>
              <a:t> Works? (</a:t>
            </a:r>
            <a:r>
              <a:rPr lang="en-US" altLang="zh-CN" dirty="0">
                <a:ea typeface="ＭＳ Ｐゴシック" charset="-128"/>
              </a:rPr>
              <a:t>C1: </a:t>
            </a:r>
            <a:r>
              <a:rPr lang="en-US" altLang="en-US" dirty="0">
                <a:ea typeface="ＭＳ Ｐゴシック" charset="-128"/>
              </a:rPr>
              <a:t>X = </a:t>
            </a:r>
            <a:r>
              <a:rPr lang="en-US" altLang="zh-CN" sz="3600" b="1" dirty="0">
                <a:solidFill>
                  <a:srgbClr val="FF0000"/>
                </a:solidFill>
                <a:latin typeface="Imprint MT Shadow" panose="04020605060303030202" pitchFamily="82" charset="0"/>
              </a:rPr>
              <a:t>888</a:t>
            </a:r>
            <a:r>
              <a:rPr lang="en-US" altLang="en-US" dirty="0">
                <a:ea typeface="ＭＳ Ｐゴシック" charset="-128"/>
              </a:rPr>
              <a:t>)</a:t>
            </a:r>
          </a:p>
        </p:txBody>
      </p:sp>
      <p:sp>
        <p:nvSpPr>
          <p:cNvPr id="118787" name="Slide Number Placeholder 3"/>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charset="0"/>
                <a:ea typeface="ＭＳ Ｐゴシック" charset="-128"/>
              </a:defRPr>
            </a:lvl1pPr>
            <a:lvl2pPr marL="742950" indent="-285750" eaLnBrk="0" hangingPunct="0">
              <a:defRPr sz="2400">
                <a:solidFill>
                  <a:schemeClr val="tx1"/>
                </a:solidFill>
                <a:latin typeface="Arial" charset="0"/>
                <a:ea typeface="ＭＳ Ｐゴシック" charset="-128"/>
              </a:defRPr>
            </a:lvl2pPr>
            <a:lvl3pPr marL="1143000" indent="-228600" eaLnBrk="0" hangingPunct="0">
              <a:defRPr sz="2400">
                <a:solidFill>
                  <a:schemeClr val="tx1"/>
                </a:solidFill>
                <a:latin typeface="Arial" charset="0"/>
                <a:ea typeface="ＭＳ Ｐゴシック" charset="-128"/>
              </a:defRPr>
            </a:lvl3pPr>
            <a:lvl4pPr marL="1600200" indent="-228600" eaLnBrk="0" hangingPunct="0">
              <a:defRPr sz="2400">
                <a:solidFill>
                  <a:schemeClr val="tx1"/>
                </a:solidFill>
                <a:latin typeface="Arial" charset="0"/>
                <a:ea typeface="ＭＳ Ｐゴシック" charset="-128"/>
              </a:defRPr>
            </a:lvl4pPr>
            <a:lvl5pPr marL="2057400" indent="-228600" eaLnBrk="0" hangingPunct="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eaLnBrk="1" hangingPunct="1"/>
            <a:fld id="{AED358C2-D4E2-FB45-9976-71FB6B5F3BC4}" type="slidenum">
              <a:rPr lang="en-US" altLang="en-US" sz="1600">
                <a:solidFill>
                  <a:srgbClr val="000000"/>
                </a:solidFill>
                <a:latin typeface="Garamond" charset="0"/>
              </a:rPr>
              <a:pPr eaLnBrk="1" hangingPunct="1"/>
              <a:t>88</a:t>
            </a:fld>
            <a:endParaRPr lang="en-US" altLang="en-US" sz="1600">
              <a:solidFill>
                <a:srgbClr val="000000"/>
              </a:solidFill>
              <a:latin typeface="Garamond" charset="0"/>
            </a:endParaRPr>
          </a:p>
        </p:txBody>
      </p:sp>
      <p:sp>
        <p:nvSpPr>
          <p:cNvPr id="7" name="内容占位符 35">
            <a:extLst>
              <a:ext uri="{FF2B5EF4-FFF2-40B4-BE49-F238E27FC236}">
                <a16:creationId xmlns:a16="http://schemas.microsoft.com/office/drawing/2014/main" id="{0FF0F80D-6509-4C70-8AFB-6EDF0BE71F0F}"/>
              </a:ext>
            </a:extLst>
          </p:cNvPr>
          <p:cNvSpPr>
            <a:spLocks noGrp="1"/>
          </p:cNvSpPr>
          <p:nvPr>
            <p:ph idx="1"/>
          </p:nvPr>
        </p:nvSpPr>
        <p:spPr>
          <a:xfrm>
            <a:off x="174307" y="3886200"/>
            <a:ext cx="8964613" cy="571500"/>
          </a:xfrm>
        </p:spPr>
        <p:txBody>
          <a:bodyPr/>
          <a:lstStyle/>
          <a:p>
            <a:r>
              <a:rPr lang="en-US" altLang="zh-CN" sz="2400" dirty="0"/>
              <a:t>C1(local)          </a:t>
            </a:r>
            <a:r>
              <a:rPr lang="en-US" altLang="zh-CN" dirty="0"/>
              <a:t>C</a:t>
            </a:r>
            <a:r>
              <a:rPr lang="en-US" altLang="zh-CN" sz="2400" dirty="0"/>
              <a:t>2(home)       C3(remote)       C4(remote)    </a:t>
            </a:r>
            <a:endParaRPr lang="zh-CN" altLang="en-US" sz="2400" dirty="0"/>
          </a:p>
        </p:txBody>
      </p:sp>
      <p:grpSp>
        <p:nvGrpSpPr>
          <p:cNvPr id="8" name="组合 72">
            <a:extLst>
              <a:ext uri="{FF2B5EF4-FFF2-40B4-BE49-F238E27FC236}">
                <a16:creationId xmlns:a16="http://schemas.microsoft.com/office/drawing/2014/main" id="{B905FDAB-85EA-43D7-B6CD-0608601A195D}"/>
              </a:ext>
            </a:extLst>
          </p:cNvPr>
          <p:cNvGrpSpPr>
            <a:grpSpLocks/>
          </p:cNvGrpSpPr>
          <p:nvPr/>
        </p:nvGrpSpPr>
        <p:grpSpPr bwMode="auto">
          <a:xfrm>
            <a:off x="1172845" y="4457700"/>
            <a:ext cx="6503987" cy="2001838"/>
            <a:chOff x="999306" y="4857760"/>
            <a:chExt cx="6503240" cy="2001034"/>
          </a:xfrm>
        </p:grpSpPr>
        <p:cxnSp>
          <p:nvCxnSpPr>
            <p:cNvPr id="9" name="直接连接符 37">
              <a:extLst>
                <a:ext uri="{FF2B5EF4-FFF2-40B4-BE49-F238E27FC236}">
                  <a16:creationId xmlns:a16="http://schemas.microsoft.com/office/drawing/2014/main" id="{4362EC90-7BFD-4FB8-8CF7-9E605148B5AA}"/>
                </a:ext>
              </a:extLst>
            </p:cNvPr>
            <p:cNvCxnSpPr>
              <a:cxnSpLocks noChangeShapeType="1"/>
            </p:cNvCxnSpPr>
            <p:nvPr/>
          </p:nvCxnSpPr>
          <p:spPr bwMode="auto">
            <a:xfrm rot="5400000">
              <a:off x="-20" y="5857880"/>
              <a:ext cx="2000240" cy="1588"/>
            </a:xfrm>
            <a:prstGeom prst="line">
              <a:avLst/>
            </a:prstGeom>
            <a:noFill/>
            <a:ln w="38100" algn="ctr">
              <a:solidFill>
                <a:schemeClr val="tx1"/>
              </a:solidFill>
              <a:round/>
              <a:headEnd/>
              <a:tailEnd/>
            </a:ln>
            <a:extLst>
              <a:ext uri="{909E8E84-426E-40DD-AFC4-6F175D3DCCD1}">
                <a14:hiddenFill xmlns:a14="http://schemas.microsoft.com/office/drawing/2010/main">
                  <a:noFill/>
                </a14:hiddenFill>
              </a:ext>
            </a:extLst>
          </p:spPr>
        </p:cxnSp>
        <p:cxnSp>
          <p:nvCxnSpPr>
            <p:cNvPr id="10" name="直接连接符 38">
              <a:extLst>
                <a:ext uri="{FF2B5EF4-FFF2-40B4-BE49-F238E27FC236}">
                  <a16:creationId xmlns:a16="http://schemas.microsoft.com/office/drawing/2014/main" id="{D8A6DF2C-7C35-467D-969D-8F038EEE4B4A}"/>
                </a:ext>
              </a:extLst>
            </p:cNvPr>
            <p:cNvCxnSpPr>
              <a:cxnSpLocks noChangeShapeType="1"/>
            </p:cNvCxnSpPr>
            <p:nvPr/>
          </p:nvCxnSpPr>
          <p:spPr bwMode="auto">
            <a:xfrm rot="5400000">
              <a:off x="2072476" y="5857086"/>
              <a:ext cx="2000240" cy="1588"/>
            </a:xfrm>
            <a:prstGeom prst="line">
              <a:avLst/>
            </a:prstGeom>
            <a:noFill/>
            <a:ln w="38100" algn="ctr">
              <a:solidFill>
                <a:schemeClr val="tx1"/>
              </a:solidFill>
              <a:round/>
              <a:headEnd/>
              <a:tailEnd/>
            </a:ln>
            <a:extLst>
              <a:ext uri="{909E8E84-426E-40DD-AFC4-6F175D3DCCD1}">
                <a14:hiddenFill xmlns:a14="http://schemas.microsoft.com/office/drawing/2010/main">
                  <a:noFill/>
                </a14:hiddenFill>
              </a:ext>
            </a:extLst>
          </p:spPr>
        </p:cxnSp>
        <p:cxnSp>
          <p:nvCxnSpPr>
            <p:cNvPr id="11" name="直接连接符 39">
              <a:extLst>
                <a:ext uri="{FF2B5EF4-FFF2-40B4-BE49-F238E27FC236}">
                  <a16:creationId xmlns:a16="http://schemas.microsoft.com/office/drawing/2014/main" id="{92DE0F5F-1DBE-4E9C-9483-60065E25340A}"/>
                </a:ext>
              </a:extLst>
            </p:cNvPr>
            <p:cNvCxnSpPr>
              <a:cxnSpLocks noChangeShapeType="1"/>
            </p:cNvCxnSpPr>
            <p:nvPr/>
          </p:nvCxnSpPr>
          <p:spPr bwMode="auto">
            <a:xfrm rot="5400000">
              <a:off x="4358492" y="5857086"/>
              <a:ext cx="2000240" cy="1588"/>
            </a:xfrm>
            <a:prstGeom prst="line">
              <a:avLst/>
            </a:prstGeom>
            <a:noFill/>
            <a:ln w="38100" algn="ctr">
              <a:solidFill>
                <a:schemeClr val="tx1"/>
              </a:solidFill>
              <a:round/>
              <a:headEnd/>
              <a:tailEnd/>
            </a:ln>
            <a:extLst>
              <a:ext uri="{909E8E84-426E-40DD-AFC4-6F175D3DCCD1}">
                <a14:hiddenFill xmlns:a14="http://schemas.microsoft.com/office/drawing/2010/main">
                  <a:noFill/>
                </a14:hiddenFill>
              </a:ext>
            </a:extLst>
          </p:spPr>
        </p:cxnSp>
        <p:cxnSp>
          <p:nvCxnSpPr>
            <p:cNvPr id="12" name="直接连接符 40">
              <a:extLst>
                <a:ext uri="{FF2B5EF4-FFF2-40B4-BE49-F238E27FC236}">
                  <a16:creationId xmlns:a16="http://schemas.microsoft.com/office/drawing/2014/main" id="{63EAF7E6-582C-4F16-A5C6-077DD159AB85}"/>
                </a:ext>
              </a:extLst>
            </p:cNvPr>
            <p:cNvCxnSpPr>
              <a:cxnSpLocks noChangeShapeType="1"/>
            </p:cNvCxnSpPr>
            <p:nvPr/>
          </p:nvCxnSpPr>
          <p:spPr bwMode="auto">
            <a:xfrm rot="5400000">
              <a:off x="6501632" y="5857086"/>
              <a:ext cx="2000240" cy="1588"/>
            </a:xfrm>
            <a:prstGeom prst="line">
              <a:avLst/>
            </a:prstGeom>
            <a:noFill/>
            <a:ln w="38100" algn="ctr">
              <a:solidFill>
                <a:schemeClr val="tx1"/>
              </a:solidFill>
              <a:round/>
              <a:headEnd/>
              <a:tailEnd/>
            </a:ln>
            <a:extLst>
              <a:ext uri="{909E8E84-426E-40DD-AFC4-6F175D3DCCD1}">
                <a14:hiddenFill xmlns:a14="http://schemas.microsoft.com/office/drawing/2010/main">
                  <a:noFill/>
                </a14:hiddenFill>
              </a:ext>
            </a:extLst>
          </p:spPr>
        </p:cxnSp>
      </p:grpSp>
      <p:grpSp>
        <p:nvGrpSpPr>
          <p:cNvPr id="13" name="组合 48">
            <a:extLst>
              <a:ext uri="{FF2B5EF4-FFF2-40B4-BE49-F238E27FC236}">
                <a16:creationId xmlns:a16="http://schemas.microsoft.com/office/drawing/2014/main" id="{5907580B-BDEC-4E79-9485-70DB6F9469E2}"/>
              </a:ext>
            </a:extLst>
          </p:cNvPr>
          <p:cNvGrpSpPr>
            <a:grpSpLocks/>
          </p:cNvGrpSpPr>
          <p:nvPr/>
        </p:nvGrpSpPr>
        <p:grpSpPr bwMode="auto">
          <a:xfrm>
            <a:off x="1174432" y="4337994"/>
            <a:ext cx="2071688" cy="369332"/>
            <a:chOff x="1000100" y="4738202"/>
            <a:chExt cx="2071702" cy="368225"/>
          </a:xfrm>
        </p:grpSpPr>
        <p:cxnSp>
          <p:nvCxnSpPr>
            <p:cNvPr id="14" name="直接箭头连接符 46">
              <a:extLst>
                <a:ext uri="{FF2B5EF4-FFF2-40B4-BE49-F238E27FC236}">
                  <a16:creationId xmlns:a16="http://schemas.microsoft.com/office/drawing/2014/main" id="{F845DB13-4A50-4D4E-A571-93AEA7DA846E}"/>
                </a:ext>
              </a:extLst>
            </p:cNvPr>
            <p:cNvCxnSpPr>
              <a:cxnSpLocks noChangeShapeType="1"/>
            </p:cNvCxnSpPr>
            <p:nvPr/>
          </p:nvCxnSpPr>
          <p:spPr bwMode="auto">
            <a:xfrm>
              <a:off x="1000100" y="5072074"/>
              <a:ext cx="2071702" cy="1588"/>
            </a:xfrm>
            <a:prstGeom prst="straightConnector1">
              <a:avLst/>
            </a:prstGeom>
            <a:noFill/>
            <a:ln w="38100" algn="ctr">
              <a:solidFill>
                <a:srgbClr val="FF0000"/>
              </a:solidFill>
              <a:round/>
              <a:headEnd/>
              <a:tailEnd type="arrow" w="med" len="med"/>
            </a:ln>
            <a:extLst>
              <a:ext uri="{909E8E84-426E-40DD-AFC4-6F175D3DCCD1}">
                <a14:hiddenFill xmlns:a14="http://schemas.microsoft.com/office/drawing/2010/main">
                  <a:noFill/>
                </a14:hiddenFill>
              </a:ext>
            </a:extLst>
          </p:spPr>
        </p:cxnSp>
        <p:sp>
          <p:nvSpPr>
            <p:cNvPr id="15" name="TextBox 47">
              <a:extLst>
                <a:ext uri="{FF2B5EF4-FFF2-40B4-BE49-F238E27FC236}">
                  <a16:creationId xmlns:a16="http://schemas.microsoft.com/office/drawing/2014/main" id="{6F47F1D2-7851-40A7-8376-43A0CBEF3313}"/>
                </a:ext>
              </a:extLst>
            </p:cNvPr>
            <p:cNvSpPr txBox="1">
              <a:spLocks noChangeArrowheads="1"/>
            </p:cNvSpPr>
            <p:nvPr/>
          </p:nvSpPr>
          <p:spPr bwMode="auto">
            <a:xfrm>
              <a:off x="1406967" y="4738202"/>
              <a:ext cx="1043883" cy="368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6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36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36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r>
                <a:rPr lang="en-US" altLang="zh-CN" sz="1800" dirty="0" err="1">
                  <a:solidFill>
                    <a:schemeClr val="tx2"/>
                  </a:solidFill>
                  <a:latin typeface="Arial" panose="020B0604020202020204" pitchFamily="34" charset="0"/>
                </a:rPr>
                <a:t>GetEx</a:t>
              </a:r>
              <a:r>
                <a:rPr lang="en-US" altLang="zh-CN" sz="1800" dirty="0">
                  <a:solidFill>
                    <a:schemeClr val="tx2"/>
                  </a:solidFill>
                  <a:latin typeface="Arial" panose="020B0604020202020204" pitchFamily="34" charset="0"/>
                </a:rPr>
                <a:t> X</a:t>
              </a:r>
              <a:endParaRPr lang="zh-CN" altLang="en-US" sz="1800" dirty="0">
                <a:solidFill>
                  <a:schemeClr val="tx2"/>
                </a:solidFill>
                <a:latin typeface="Arial" panose="020B0604020202020204" pitchFamily="34" charset="0"/>
              </a:endParaRPr>
            </a:p>
          </p:txBody>
        </p:sp>
      </p:grpSp>
      <p:cxnSp>
        <p:nvCxnSpPr>
          <p:cNvPr id="16" name="直接箭头连接符 50">
            <a:extLst>
              <a:ext uri="{FF2B5EF4-FFF2-40B4-BE49-F238E27FC236}">
                <a16:creationId xmlns:a16="http://schemas.microsoft.com/office/drawing/2014/main" id="{DA895F04-365D-459E-A7BB-F4D86255E50C}"/>
              </a:ext>
            </a:extLst>
          </p:cNvPr>
          <p:cNvCxnSpPr>
            <a:cxnSpLocks noChangeShapeType="1"/>
          </p:cNvCxnSpPr>
          <p:nvPr/>
        </p:nvCxnSpPr>
        <p:spPr bwMode="auto">
          <a:xfrm>
            <a:off x="1888807" y="4600575"/>
            <a:ext cx="914400" cy="914400"/>
          </a:xfrm>
          <a:prstGeom prst="straightConnector1">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lgn="ctr">
                <a:solidFill>
                  <a:srgbClr val="000000"/>
                </a:solidFill>
                <a:round/>
                <a:headEnd/>
                <a:tailEnd type="arrow" w="med" len="med"/>
              </a14:hiddenLine>
            </a:ext>
          </a:extLst>
        </p:spPr>
      </p:cxnSp>
      <p:grpSp>
        <p:nvGrpSpPr>
          <p:cNvPr id="17" name="组合 51">
            <a:extLst>
              <a:ext uri="{FF2B5EF4-FFF2-40B4-BE49-F238E27FC236}">
                <a16:creationId xmlns:a16="http://schemas.microsoft.com/office/drawing/2014/main" id="{7FB4E818-BC05-4F68-BF3A-F17D535C57C5}"/>
              </a:ext>
            </a:extLst>
          </p:cNvPr>
          <p:cNvGrpSpPr>
            <a:grpSpLocks/>
          </p:cNvGrpSpPr>
          <p:nvPr/>
        </p:nvGrpSpPr>
        <p:grpSpPr bwMode="auto">
          <a:xfrm>
            <a:off x="3246120" y="4616321"/>
            <a:ext cx="2286000" cy="369887"/>
            <a:chOff x="1000100" y="4730714"/>
            <a:chExt cx="2071702" cy="369332"/>
          </a:xfrm>
        </p:grpSpPr>
        <p:cxnSp>
          <p:nvCxnSpPr>
            <p:cNvPr id="18" name="直接箭头连接符 52">
              <a:extLst>
                <a:ext uri="{FF2B5EF4-FFF2-40B4-BE49-F238E27FC236}">
                  <a16:creationId xmlns:a16="http://schemas.microsoft.com/office/drawing/2014/main" id="{B466B862-1896-46A3-8F1E-E0E15921ADD3}"/>
                </a:ext>
              </a:extLst>
            </p:cNvPr>
            <p:cNvCxnSpPr>
              <a:cxnSpLocks noChangeShapeType="1"/>
            </p:cNvCxnSpPr>
            <p:nvPr/>
          </p:nvCxnSpPr>
          <p:spPr bwMode="auto">
            <a:xfrm>
              <a:off x="1000100" y="5072074"/>
              <a:ext cx="2071702" cy="1588"/>
            </a:xfrm>
            <a:prstGeom prst="straightConnector1">
              <a:avLst/>
            </a:prstGeom>
            <a:noFill/>
            <a:ln w="38100" algn="ctr">
              <a:solidFill>
                <a:srgbClr val="FF0000"/>
              </a:solidFill>
              <a:round/>
              <a:headEnd/>
              <a:tailEnd type="arrow" w="med" len="med"/>
            </a:ln>
            <a:extLst>
              <a:ext uri="{909E8E84-426E-40DD-AFC4-6F175D3DCCD1}">
                <a14:hiddenFill xmlns:a14="http://schemas.microsoft.com/office/drawing/2010/main">
                  <a:noFill/>
                </a14:hiddenFill>
              </a:ext>
            </a:extLst>
          </p:spPr>
        </p:cxnSp>
        <p:sp>
          <p:nvSpPr>
            <p:cNvPr id="19" name="TextBox 53">
              <a:extLst>
                <a:ext uri="{FF2B5EF4-FFF2-40B4-BE49-F238E27FC236}">
                  <a16:creationId xmlns:a16="http://schemas.microsoft.com/office/drawing/2014/main" id="{A51176F2-EF6D-408C-B905-9428B250B6C2}"/>
                </a:ext>
              </a:extLst>
            </p:cNvPr>
            <p:cNvSpPr txBox="1">
              <a:spLocks noChangeArrowheads="1"/>
            </p:cNvSpPr>
            <p:nvPr/>
          </p:nvSpPr>
          <p:spPr bwMode="auto">
            <a:xfrm>
              <a:off x="1243524" y="4730714"/>
              <a:ext cx="1376017"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6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36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36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r>
                <a:rPr lang="en-US" altLang="zh-CN" sz="1800" dirty="0">
                  <a:solidFill>
                    <a:schemeClr val="tx2"/>
                  </a:solidFill>
                  <a:latin typeface="Arial" panose="020B0604020202020204" pitchFamily="34" charset="0"/>
                </a:rPr>
                <a:t>Invalidate  X </a:t>
              </a:r>
              <a:endParaRPr lang="zh-CN" altLang="en-US" sz="1800" dirty="0">
                <a:solidFill>
                  <a:schemeClr val="tx2"/>
                </a:solidFill>
                <a:latin typeface="Arial" panose="020B0604020202020204" pitchFamily="34" charset="0"/>
              </a:endParaRPr>
            </a:p>
          </p:txBody>
        </p:sp>
      </p:grpSp>
      <p:grpSp>
        <p:nvGrpSpPr>
          <p:cNvPr id="20" name="组合 54">
            <a:extLst>
              <a:ext uri="{FF2B5EF4-FFF2-40B4-BE49-F238E27FC236}">
                <a16:creationId xmlns:a16="http://schemas.microsoft.com/office/drawing/2014/main" id="{1A9AE7A4-3FC2-4A86-8BC8-28C5AE0402C8}"/>
              </a:ext>
            </a:extLst>
          </p:cNvPr>
          <p:cNvGrpSpPr>
            <a:grpSpLocks/>
          </p:cNvGrpSpPr>
          <p:nvPr/>
        </p:nvGrpSpPr>
        <p:grpSpPr bwMode="auto">
          <a:xfrm>
            <a:off x="3246120" y="4942557"/>
            <a:ext cx="4429125" cy="369887"/>
            <a:chOff x="1000100" y="4773240"/>
            <a:chExt cx="2071702" cy="318239"/>
          </a:xfrm>
        </p:grpSpPr>
        <p:cxnSp>
          <p:nvCxnSpPr>
            <p:cNvPr id="21" name="直接箭头连接符 55">
              <a:extLst>
                <a:ext uri="{FF2B5EF4-FFF2-40B4-BE49-F238E27FC236}">
                  <a16:creationId xmlns:a16="http://schemas.microsoft.com/office/drawing/2014/main" id="{DE87EAA5-3158-4EC9-95B5-94545D5DEEF5}"/>
                </a:ext>
              </a:extLst>
            </p:cNvPr>
            <p:cNvCxnSpPr>
              <a:cxnSpLocks noChangeShapeType="1"/>
            </p:cNvCxnSpPr>
            <p:nvPr/>
          </p:nvCxnSpPr>
          <p:spPr bwMode="auto">
            <a:xfrm>
              <a:off x="1000100" y="5072074"/>
              <a:ext cx="2071702" cy="1588"/>
            </a:xfrm>
            <a:prstGeom prst="straightConnector1">
              <a:avLst/>
            </a:prstGeom>
            <a:noFill/>
            <a:ln w="38100" algn="ctr">
              <a:solidFill>
                <a:srgbClr val="FF0000"/>
              </a:solidFill>
              <a:round/>
              <a:headEnd/>
              <a:tailEnd type="arrow" w="med" len="med"/>
            </a:ln>
            <a:extLst>
              <a:ext uri="{909E8E84-426E-40DD-AFC4-6F175D3DCCD1}">
                <a14:hiddenFill xmlns:a14="http://schemas.microsoft.com/office/drawing/2010/main">
                  <a:noFill/>
                </a14:hiddenFill>
              </a:ext>
            </a:extLst>
          </p:spPr>
        </p:cxnSp>
        <p:sp>
          <p:nvSpPr>
            <p:cNvPr id="22" name="TextBox 56">
              <a:extLst>
                <a:ext uri="{FF2B5EF4-FFF2-40B4-BE49-F238E27FC236}">
                  <a16:creationId xmlns:a16="http://schemas.microsoft.com/office/drawing/2014/main" id="{0E7F8D1A-AA79-429D-A8AA-B164C6F13AD8}"/>
                </a:ext>
              </a:extLst>
            </p:cNvPr>
            <p:cNvSpPr txBox="1">
              <a:spLocks noChangeArrowheads="1"/>
            </p:cNvSpPr>
            <p:nvPr/>
          </p:nvSpPr>
          <p:spPr bwMode="auto">
            <a:xfrm>
              <a:off x="1175397" y="4773240"/>
              <a:ext cx="1699928" cy="3182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6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36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36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r>
                <a:rPr lang="en-US" altLang="zh-CN" sz="1800" dirty="0">
                  <a:solidFill>
                    <a:schemeClr val="tx2"/>
                  </a:solidFill>
                  <a:latin typeface="Arial" panose="020B0604020202020204" pitchFamily="34" charset="0"/>
                </a:rPr>
                <a:t>                                 Invalidate  X </a:t>
              </a:r>
              <a:endParaRPr lang="zh-CN" altLang="en-US" sz="1800" dirty="0">
                <a:solidFill>
                  <a:schemeClr val="tx2"/>
                </a:solidFill>
                <a:latin typeface="Arial" panose="020B0604020202020204" pitchFamily="34" charset="0"/>
              </a:endParaRPr>
            </a:p>
          </p:txBody>
        </p:sp>
      </p:grpSp>
      <p:grpSp>
        <p:nvGrpSpPr>
          <p:cNvPr id="23" name="组合 61">
            <a:extLst>
              <a:ext uri="{FF2B5EF4-FFF2-40B4-BE49-F238E27FC236}">
                <a16:creationId xmlns:a16="http://schemas.microsoft.com/office/drawing/2014/main" id="{4DEB8A4A-FED0-4549-A28A-1235E8779A4E}"/>
              </a:ext>
            </a:extLst>
          </p:cNvPr>
          <p:cNvGrpSpPr>
            <a:grpSpLocks/>
          </p:cNvGrpSpPr>
          <p:nvPr/>
        </p:nvGrpSpPr>
        <p:grpSpPr bwMode="auto">
          <a:xfrm>
            <a:off x="3246120" y="5187273"/>
            <a:ext cx="2286000" cy="400050"/>
            <a:chOff x="3071802" y="5730216"/>
            <a:chExt cx="2286016" cy="400110"/>
          </a:xfrm>
        </p:grpSpPr>
        <p:cxnSp>
          <p:nvCxnSpPr>
            <p:cNvPr id="24" name="直接箭头连接符 58">
              <a:extLst>
                <a:ext uri="{FF2B5EF4-FFF2-40B4-BE49-F238E27FC236}">
                  <a16:creationId xmlns:a16="http://schemas.microsoft.com/office/drawing/2014/main" id="{8309F93C-BE31-452F-85C1-B19102A5A11B}"/>
                </a:ext>
              </a:extLst>
            </p:cNvPr>
            <p:cNvCxnSpPr>
              <a:cxnSpLocks noChangeShapeType="1"/>
            </p:cNvCxnSpPr>
            <p:nvPr/>
          </p:nvCxnSpPr>
          <p:spPr bwMode="auto">
            <a:xfrm rot="10800000">
              <a:off x="3071802" y="6072206"/>
              <a:ext cx="2286016" cy="1588"/>
            </a:xfrm>
            <a:prstGeom prst="straightConnector1">
              <a:avLst/>
            </a:prstGeom>
            <a:noFill/>
            <a:ln w="9525" algn="ctr">
              <a:solidFill>
                <a:srgbClr val="00B050"/>
              </a:solidFill>
              <a:round/>
              <a:headEnd/>
              <a:tailEnd type="arrow" w="med" len="med"/>
            </a:ln>
            <a:extLst>
              <a:ext uri="{909E8E84-426E-40DD-AFC4-6F175D3DCCD1}">
                <a14:hiddenFill xmlns:a14="http://schemas.microsoft.com/office/drawing/2010/main">
                  <a:noFill/>
                </a14:hiddenFill>
              </a:ext>
            </a:extLst>
          </p:spPr>
        </p:cxnSp>
        <p:sp>
          <p:nvSpPr>
            <p:cNvPr id="25" name="TextBox 59">
              <a:extLst>
                <a:ext uri="{FF2B5EF4-FFF2-40B4-BE49-F238E27FC236}">
                  <a16:creationId xmlns:a16="http://schemas.microsoft.com/office/drawing/2014/main" id="{9E65E935-571B-4299-8103-0EF081A13AD1}"/>
                </a:ext>
              </a:extLst>
            </p:cNvPr>
            <p:cNvSpPr txBox="1">
              <a:spLocks noChangeArrowheads="1"/>
            </p:cNvSpPr>
            <p:nvPr/>
          </p:nvSpPr>
          <p:spPr bwMode="auto">
            <a:xfrm>
              <a:off x="3884948" y="5730216"/>
              <a:ext cx="1143008"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6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36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36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r>
                <a:rPr lang="en-US" altLang="zh-CN" sz="2000" dirty="0">
                  <a:solidFill>
                    <a:schemeClr val="tx2"/>
                  </a:solidFill>
                  <a:latin typeface="Arial" panose="020B0604020202020204" pitchFamily="34" charset="0"/>
                </a:rPr>
                <a:t>Ack</a:t>
              </a:r>
              <a:endParaRPr lang="zh-CN" altLang="en-US" sz="2000" dirty="0">
                <a:solidFill>
                  <a:schemeClr val="tx2"/>
                </a:solidFill>
                <a:latin typeface="Arial" panose="020B0604020202020204" pitchFamily="34" charset="0"/>
              </a:endParaRPr>
            </a:p>
          </p:txBody>
        </p:sp>
      </p:grpSp>
      <p:grpSp>
        <p:nvGrpSpPr>
          <p:cNvPr id="26" name="组合 63">
            <a:extLst>
              <a:ext uri="{FF2B5EF4-FFF2-40B4-BE49-F238E27FC236}">
                <a16:creationId xmlns:a16="http://schemas.microsoft.com/office/drawing/2014/main" id="{867DA59B-11D5-4EB1-987A-9F6164B89806}"/>
              </a:ext>
            </a:extLst>
          </p:cNvPr>
          <p:cNvGrpSpPr>
            <a:grpSpLocks/>
          </p:cNvGrpSpPr>
          <p:nvPr/>
        </p:nvGrpSpPr>
        <p:grpSpPr bwMode="auto">
          <a:xfrm>
            <a:off x="3246120" y="5386388"/>
            <a:ext cx="4429125" cy="400050"/>
            <a:chOff x="3071802" y="5844358"/>
            <a:chExt cx="2286016" cy="252736"/>
          </a:xfrm>
        </p:grpSpPr>
        <p:cxnSp>
          <p:nvCxnSpPr>
            <p:cNvPr id="27" name="直接箭头连接符 64">
              <a:extLst>
                <a:ext uri="{FF2B5EF4-FFF2-40B4-BE49-F238E27FC236}">
                  <a16:creationId xmlns:a16="http://schemas.microsoft.com/office/drawing/2014/main" id="{7F44E5CB-FC7C-4956-9BB2-06F912C057CD}"/>
                </a:ext>
              </a:extLst>
            </p:cNvPr>
            <p:cNvCxnSpPr>
              <a:cxnSpLocks noChangeShapeType="1"/>
            </p:cNvCxnSpPr>
            <p:nvPr/>
          </p:nvCxnSpPr>
          <p:spPr bwMode="auto">
            <a:xfrm rot="10800000">
              <a:off x="3071802" y="6072206"/>
              <a:ext cx="2286016" cy="1588"/>
            </a:xfrm>
            <a:prstGeom prst="straightConnector1">
              <a:avLst/>
            </a:prstGeom>
            <a:noFill/>
            <a:ln w="9525" algn="ctr">
              <a:solidFill>
                <a:srgbClr val="00B050"/>
              </a:solidFill>
              <a:round/>
              <a:headEnd/>
              <a:tailEnd type="arrow" w="med" len="med"/>
            </a:ln>
            <a:extLst>
              <a:ext uri="{909E8E84-426E-40DD-AFC4-6F175D3DCCD1}">
                <a14:hiddenFill xmlns:a14="http://schemas.microsoft.com/office/drawing/2010/main">
                  <a:noFill/>
                </a14:hiddenFill>
              </a:ext>
            </a:extLst>
          </p:spPr>
        </p:cxnSp>
        <p:sp>
          <p:nvSpPr>
            <p:cNvPr id="28" name="TextBox 65">
              <a:extLst>
                <a:ext uri="{FF2B5EF4-FFF2-40B4-BE49-F238E27FC236}">
                  <a16:creationId xmlns:a16="http://schemas.microsoft.com/office/drawing/2014/main" id="{DB633870-D97F-40B0-8AFE-2D27E5C3D631}"/>
                </a:ext>
              </a:extLst>
            </p:cNvPr>
            <p:cNvSpPr txBox="1">
              <a:spLocks noChangeArrowheads="1"/>
            </p:cNvSpPr>
            <p:nvPr/>
          </p:nvSpPr>
          <p:spPr bwMode="auto">
            <a:xfrm>
              <a:off x="4472908" y="5844358"/>
              <a:ext cx="414175" cy="2527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folHlink"/>
                </a:buClr>
                <a:buSzPct val="60000"/>
                <a:buFont typeface="Wingdings" panose="05000000000000000000" pitchFamily="2" charset="2"/>
                <a:buChar char="n"/>
                <a:defRPr sz="36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36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36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r>
                <a:rPr lang="en-US" altLang="zh-CN" sz="2000" dirty="0">
                  <a:solidFill>
                    <a:schemeClr val="tx2"/>
                  </a:solidFill>
                  <a:latin typeface="Arial" panose="020B0604020202020204" pitchFamily="34" charset="0"/>
                </a:rPr>
                <a:t>Ack</a:t>
              </a:r>
              <a:endParaRPr lang="zh-CN" altLang="en-US" sz="2000" dirty="0">
                <a:solidFill>
                  <a:schemeClr val="tx2"/>
                </a:solidFill>
                <a:latin typeface="Arial" panose="020B0604020202020204" pitchFamily="34" charset="0"/>
              </a:endParaRPr>
            </a:p>
          </p:txBody>
        </p:sp>
      </p:grpSp>
      <p:grpSp>
        <p:nvGrpSpPr>
          <p:cNvPr id="29" name="组合 70">
            <a:extLst>
              <a:ext uri="{FF2B5EF4-FFF2-40B4-BE49-F238E27FC236}">
                <a16:creationId xmlns:a16="http://schemas.microsoft.com/office/drawing/2014/main" id="{8A446719-78A3-43B2-8E28-5B0D757FE6BE}"/>
              </a:ext>
            </a:extLst>
          </p:cNvPr>
          <p:cNvGrpSpPr>
            <a:grpSpLocks/>
          </p:cNvGrpSpPr>
          <p:nvPr/>
        </p:nvGrpSpPr>
        <p:grpSpPr bwMode="auto">
          <a:xfrm>
            <a:off x="1174432" y="5556621"/>
            <a:ext cx="2071688" cy="402871"/>
            <a:chOff x="1000100" y="5956615"/>
            <a:chExt cx="2071702" cy="402931"/>
          </a:xfrm>
        </p:grpSpPr>
        <p:cxnSp>
          <p:nvCxnSpPr>
            <p:cNvPr id="30" name="直接箭头连接符 68">
              <a:extLst>
                <a:ext uri="{FF2B5EF4-FFF2-40B4-BE49-F238E27FC236}">
                  <a16:creationId xmlns:a16="http://schemas.microsoft.com/office/drawing/2014/main" id="{2722A55E-94E9-4E1C-89E8-7F98AE0C82A2}"/>
                </a:ext>
              </a:extLst>
            </p:cNvPr>
            <p:cNvCxnSpPr>
              <a:cxnSpLocks noChangeShapeType="1"/>
            </p:cNvCxnSpPr>
            <p:nvPr/>
          </p:nvCxnSpPr>
          <p:spPr bwMode="auto">
            <a:xfrm rot="10800000">
              <a:off x="1000100" y="6357958"/>
              <a:ext cx="2071702" cy="1588"/>
            </a:xfrm>
            <a:prstGeom prst="straightConnector1">
              <a:avLst/>
            </a:prstGeom>
            <a:noFill/>
            <a:ln w="38100" algn="ctr">
              <a:solidFill>
                <a:srgbClr val="FF0000"/>
              </a:solidFill>
              <a:round/>
              <a:headEnd/>
              <a:tailEnd type="arrow" w="med" len="med"/>
            </a:ln>
            <a:extLst>
              <a:ext uri="{909E8E84-426E-40DD-AFC4-6F175D3DCCD1}">
                <a14:hiddenFill xmlns:a14="http://schemas.microsoft.com/office/drawing/2010/main">
                  <a:noFill/>
                </a14:hiddenFill>
              </a:ext>
            </a:extLst>
          </p:spPr>
        </p:cxnSp>
        <p:sp>
          <p:nvSpPr>
            <p:cNvPr id="31" name="TextBox 69">
              <a:extLst>
                <a:ext uri="{FF2B5EF4-FFF2-40B4-BE49-F238E27FC236}">
                  <a16:creationId xmlns:a16="http://schemas.microsoft.com/office/drawing/2014/main" id="{4F62C11B-3029-4B9F-9E67-C6447B493105}"/>
                </a:ext>
              </a:extLst>
            </p:cNvPr>
            <p:cNvSpPr txBox="1">
              <a:spLocks noChangeArrowheads="1"/>
            </p:cNvSpPr>
            <p:nvPr/>
          </p:nvSpPr>
          <p:spPr bwMode="auto">
            <a:xfrm>
              <a:off x="1234666" y="5956615"/>
              <a:ext cx="1622945"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6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36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36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r>
                <a:rPr lang="en-US" altLang="zh-CN" sz="2000" dirty="0">
                  <a:solidFill>
                    <a:schemeClr val="tx2"/>
                  </a:solidFill>
                  <a:latin typeface="Arial" panose="020B0604020202020204" pitchFamily="34" charset="0"/>
                </a:rPr>
                <a:t>Reply X=111</a:t>
              </a:r>
              <a:endParaRPr lang="zh-CN" altLang="en-US" sz="4400" dirty="0">
                <a:solidFill>
                  <a:schemeClr val="tx2"/>
                </a:solidFill>
                <a:latin typeface="Arial" panose="020B0604020202020204" pitchFamily="34" charset="0"/>
              </a:endParaRPr>
            </a:p>
          </p:txBody>
        </p:sp>
      </p:grpSp>
      <p:sp>
        <p:nvSpPr>
          <p:cNvPr id="32" name="Oval 7">
            <a:extLst>
              <a:ext uri="{FF2B5EF4-FFF2-40B4-BE49-F238E27FC236}">
                <a16:creationId xmlns:a16="http://schemas.microsoft.com/office/drawing/2014/main" id="{DC67EC1F-A925-483F-9AC1-FA5E4B1AE7D5}"/>
              </a:ext>
            </a:extLst>
          </p:cNvPr>
          <p:cNvSpPr>
            <a:spLocks noChangeArrowheads="1"/>
          </p:cNvSpPr>
          <p:nvPr/>
        </p:nvSpPr>
        <p:spPr bwMode="auto">
          <a:xfrm>
            <a:off x="2851524" y="1064070"/>
            <a:ext cx="749300" cy="749300"/>
          </a:xfrm>
          <a:prstGeom prst="ellipse">
            <a:avLst/>
          </a:prstGeom>
          <a:solidFill>
            <a:schemeClr val="bg1"/>
          </a:solidFill>
          <a:ln w="12700">
            <a:solidFill>
              <a:schemeClr val="tx1"/>
            </a:solidFill>
            <a:round/>
            <a:headEnd/>
            <a:tailEnd/>
          </a:ln>
        </p:spPr>
        <p:txBody>
          <a:bodyPr wrap="none" anchor="ctr"/>
          <a:lstStyle>
            <a:lvl1pPr eaLnBrk="0" hangingPunct="0">
              <a:defRPr sz="2400">
                <a:solidFill>
                  <a:schemeClr val="tx1"/>
                </a:solidFill>
                <a:latin typeface="Arial" charset="0"/>
                <a:ea typeface="ＭＳ Ｐゴシック" charset="-128"/>
              </a:defRPr>
            </a:lvl1pPr>
            <a:lvl2pPr marL="742950" indent="-285750" eaLnBrk="0" hangingPunct="0">
              <a:defRPr sz="2400">
                <a:solidFill>
                  <a:schemeClr val="tx1"/>
                </a:solidFill>
                <a:latin typeface="Arial" charset="0"/>
                <a:ea typeface="ＭＳ Ｐゴシック" charset="-128"/>
              </a:defRPr>
            </a:lvl2pPr>
            <a:lvl3pPr marL="1143000" indent="-228600" eaLnBrk="0" hangingPunct="0">
              <a:defRPr sz="2400">
                <a:solidFill>
                  <a:schemeClr val="tx1"/>
                </a:solidFill>
                <a:latin typeface="Arial" charset="0"/>
                <a:ea typeface="ＭＳ Ｐゴシック" charset="-128"/>
              </a:defRPr>
            </a:lvl3pPr>
            <a:lvl4pPr marL="1600200" indent="-228600" eaLnBrk="0" hangingPunct="0">
              <a:defRPr sz="2400">
                <a:solidFill>
                  <a:schemeClr val="tx1"/>
                </a:solidFill>
                <a:latin typeface="Arial" charset="0"/>
                <a:ea typeface="ＭＳ Ｐゴシック" charset="-128"/>
              </a:defRPr>
            </a:lvl4pPr>
            <a:lvl5pPr marL="2057400" indent="-228600" eaLnBrk="0" hangingPunct="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charset="0"/>
              <a:ea typeface="ＭＳ Ｐゴシック" charset="-128"/>
              <a:cs typeface="+mn-cs"/>
            </a:endParaRPr>
          </a:p>
        </p:txBody>
      </p:sp>
      <p:sp>
        <p:nvSpPr>
          <p:cNvPr id="33" name="Line 9">
            <a:extLst>
              <a:ext uri="{FF2B5EF4-FFF2-40B4-BE49-F238E27FC236}">
                <a16:creationId xmlns:a16="http://schemas.microsoft.com/office/drawing/2014/main" id="{44141B5B-E623-48B2-AC70-05F373557FC0}"/>
              </a:ext>
            </a:extLst>
          </p:cNvPr>
          <p:cNvSpPr>
            <a:spLocks noChangeShapeType="1"/>
          </p:cNvSpPr>
          <p:nvPr/>
        </p:nvSpPr>
        <p:spPr bwMode="auto">
          <a:xfrm>
            <a:off x="3243636" y="1819801"/>
            <a:ext cx="0" cy="3111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charset="0"/>
              <a:ea typeface="ＭＳ Ｐゴシック" charset="-128"/>
              <a:cs typeface="+mn-cs"/>
            </a:endParaRPr>
          </a:p>
        </p:txBody>
      </p:sp>
      <p:sp>
        <p:nvSpPr>
          <p:cNvPr id="34" name="Line 10">
            <a:extLst>
              <a:ext uri="{FF2B5EF4-FFF2-40B4-BE49-F238E27FC236}">
                <a16:creationId xmlns:a16="http://schemas.microsoft.com/office/drawing/2014/main" id="{6FD3B2B8-B6DD-4AA4-928E-5055BBA9C4F3}"/>
              </a:ext>
            </a:extLst>
          </p:cNvPr>
          <p:cNvSpPr>
            <a:spLocks noChangeShapeType="1"/>
          </p:cNvSpPr>
          <p:nvPr/>
        </p:nvSpPr>
        <p:spPr bwMode="auto">
          <a:xfrm>
            <a:off x="3243636" y="2810401"/>
            <a:ext cx="0" cy="36830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charset="0"/>
              <a:ea typeface="ＭＳ Ｐゴシック" charset="-128"/>
              <a:cs typeface="+mn-cs"/>
            </a:endParaRPr>
          </a:p>
        </p:txBody>
      </p:sp>
      <p:sp>
        <p:nvSpPr>
          <p:cNvPr id="36" name="Rectangle 13">
            <a:extLst>
              <a:ext uri="{FF2B5EF4-FFF2-40B4-BE49-F238E27FC236}">
                <a16:creationId xmlns:a16="http://schemas.microsoft.com/office/drawing/2014/main" id="{9F86BCEC-E973-45EF-A1A6-021FEC930754}"/>
              </a:ext>
            </a:extLst>
          </p:cNvPr>
          <p:cNvSpPr>
            <a:spLocks noChangeArrowheads="1"/>
          </p:cNvSpPr>
          <p:nvPr/>
        </p:nvSpPr>
        <p:spPr bwMode="auto">
          <a:xfrm>
            <a:off x="3004203" y="1241076"/>
            <a:ext cx="424797" cy="3667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eaLnBrk="0" hangingPunct="0">
              <a:defRPr sz="2400">
                <a:solidFill>
                  <a:schemeClr val="tx1"/>
                </a:solidFill>
                <a:latin typeface="Arial" charset="0"/>
                <a:ea typeface="ＭＳ Ｐゴシック" charset="-128"/>
              </a:defRPr>
            </a:lvl1pPr>
            <a:lvl2pPr marL="742950" indent="-285750" eaLnBrk="0" hangingPunct="0">
              <a:defRPr sz="2400">
                <a:solidFill>
                  <a:schemeClr val="tx1"/>
                </a:solidFill>
                <a:latin typeface="Arial" charset="0"/>
                <a:ea typeface="ＭＳ Ｐゴシック" charset="-128"/>
              </a:defRPr>
            </a:lvl2pPr>
            <a:lvl3pPr marL="1143000" indent="-228600" eaLnBrk="0" hangingPunct="0">
              <a:defRPr sz="2400">
                <a:solidFill>
                  <a:schemeClr val="tx1"/>
                </a:solidFill>
                <a:latin typeface="Arial" charset="0"/>
                <a:ea typeface="ＭＳ Ｐゴシック" charset="-128"/>
              </a:defRPr>
            </a:lvl3pPr>
            <a:lvl4pPr marL="1600200" indent="-228600" eaLnBrk="0" hangingPunct="0">
              <a:defRPr sz="2400">
                <a:solidFill>
                  <a:schemeClr val="tx1"/>
                </a:solidFill>
                <a:latin typeface="Arial" charset="0"/>
                <a:ea typeface="ＭＳ Ｐゴシック" charset="-128"/>
              </a:defRPr>
            </a:lvl4pPr>
            <a:lvl5pPr marL="2057400" indent="-228600" eaLnBrk="0" hangingPunct="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dirty="0">
                <a:ln>
                  <a:noFill/>
                </a:ln>
                <a:solidFill>
                  <a:srgbClr val="000000"/>
                </a:solidFill>
                <a:effectLst/>
                <a:uLnTx/>
                <a:uFillTx/>
                <a:latin typeface="Arial Narrow" panose="020B0606020202030204" pitchFamily="34" charset="0"/>
              </a:rPr>
              <a:t>C2</a:t>
            </a:r>
          </a:p>
        </p:txBody>
      </p:sp>
      <p:sp>
        <p:nvSpPr>
          <p:cNvPr id="37" name="AutoShape 16">
            <a:extLst>
              <a:ext uri="{FF2B5EF4-FFF2-40B4-BE49-F238E27FC236}">
                <a16:creationId xmlns:a16="http://schemas.microsoft.com/office/drawing/2014/main" id="{48307579-98ED-4F1E-B2DE-637916F9833D}"/>
              </a:ext>
            </a:extLst>
          </p:cNvPr>
          <p:cNvSpPr>
            <a:spLocks noChangeArrowheads="1"/>
          </p:cNvSpPr>
          <p:nvPr/>
        </p:nvSpPr>
        <p:spPr bwMode="auto">
          <a:xfrm>
            <a:off x="977620" y="3191401"/>
            <a:ext cx="6860781" cy="465118"/>
          </a:xfrm>
          <a:prstGeom prst="roundRect">
            <a:avLst>
              <a:gd name="adj" fmla="val 12495"/>
            </a:avLst>
          </a:prstGeom>
          <a:solidFill>
            <a:schemeClr val="bg1"/>
          </a:solidFill>
          <a:ln w="12700">
            <a:solidFill>
              <a:schemeClr val="tx1"/>
            </a:solidFill>
            <a:round/>
            <a:headEnd/>
            <a:tailEnd/>
          </a:ln>
        </p:spPr>
        <p:txBody>
          <a:bodyPr wrap="none" anchor="ctr"/>
          <a:lstStyle>
            <a:lvl1pPr eaLnBrk="0" hangingPunct="0">
              <a:defRPr sz="2400">
                <a:solidFill>
                  <a:schemeClr val="tx1"/>
                </a:solidFill>
                <a:latin typeface="Arial" charset="0"/>
                <a:ea typeface="ＭＳ Ｐゴシック" charset="-128"/>
              </a:defRPr>
            </a:lvl1pPr>
            <a:lvl2pPr marL="742950" indent="-285750" eaLnBrk="0" hangingPunct="0">
              <a:defRPr sz="2400">
                <a:solidFill>
                  <a:schemeClr val="tx1"/>
                </a:solidFill>
                <a:latin typeface="Arial" charset="0"/>
                <a:ea typeface="ＭＳ Ｐゴシック" charset="-128"/>
              </a:defRPr>
            </a:lvl2pPr>
            <a:lvl3pPr marL="1143000" indent="-228600" eaLnBrk="0" hangingPunct="0">
              <a:defRPr sz="2400">
                <a:solidFill>
                  <a:schemeClr val="tx1"/>
                </a:solidFill>
                <a:latin typeface="Arial" charset="0"/>
                <a:ea typeface="ＭＳ Ｐゴシック" charset="-128"/>
              </a:defRPr>
            </a:lvl3pPr>
            <a:lvl4pPr marL="1600200" indent="-228600" eaLnBrk="0" hangingPunct="0">
              <a:defRPr sz="2400">
                <a:solidFill>
                  <a:schemeClr val="tx1"/>
                </a:solidFill>
                <a:latin typeface="Arial" charset="0"/>
                <a:ea typeface="ＭＳ Ｐゴシック" charset="-128"/>
              </a:defRPr>
            </a:lvl4pPr>
            <a:lvl5pPr marL="2057400" indent="-228600" eaLnBrk="0" hangingPunct="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charset="0"/>
              <a:ea typeface="ＭＳ Ｐゴシック" charset="-128"/>
              <a:cs typeface="+mn-cs"/>
            </a:endParaRPr>
          </a:p>
        </p:txBody>
      </p:sp>
      <p:sp>
        <p:nvSpPr>
          <p:cNvPr id="38" name="Rectangle 17">
            <a:extLst>
              <a:ext uri="{FF2B5EF4-FFF2-40B4-BE49-F238E27FC236}">
                <a16:creationId xmlns:a16="http://schemas.microsoft.com/office/drawing/2014/main" id="{8B1DA094-DA5F-4889-AAFF-32CDE92C7C67}"/>
              </a:ext>
            </a:extLst>
          </p:cNvPr>
          <p:cNvSpPr>
            <a:spLocks noChangeArrowheads="1"/>
          </p:cNvSpPr>
          <p:nvPr/>
        </p:nvSpPr>
        <p:spPr bwMode="auto">
          <a:xfrm>
            <a:off x="3543515" y="3244339"/>
            <a:ext cx="2104744" cy="3667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eaLnBrk="0" hangingPunct="0">
              <a:defRPr sz="2400">
                <a:solidFill>
                  <a:schemeClr val="tx1"/>
                </a:solidFill>
                <a:latin typeface="Arial" charset="0"/>
                <a:ea typeface="ＭＳ Ｐゴシック" charset="-128"/>
              </a:defRPr>
            </a:lvl1pPr>
            <a:lvl2pPr marL="742950" indent="-285750" eaLnBrk="0" hangingPunct="0">
              <a:defRPr sz="2400">
                <a:solidFill>
                  <a:schemeClr val="tx1"/>
                </a:solidFill>
                <a:latin typeface="Arial" charset="0"/>
                <a:ea typeface="ＭＳ Ｐゴシック" charset="-128"/>
              </a:defRPr>
            </a:lvl2pPr>
            <a:lvl3pPr marL="1143000" indent="-228600" eaLnBrk="0" hangingPunct="0">
              <a:defRPr sz="2400">
                <a:solidFill>
                  <a:schemeClr val="tx1"/>
                </a:solidFill>
                <a:latin typeface="Arial" charset="0"/>
                <a:ea typeface="ＭＳ Ｐゴシック" charset="-128"/>
              </a:defRPr>
            </a:lvl3pPr>
            <a:lvl4pPr marL="1600200" indent="-228600" eaLnBrk="0" hangingPunct="0">
              <a:defRPr sz="2400">
                <a:solidFill>
                  <a:schemeClr val="tx1"/>
                </a:solidFill>
                <a:latin typeface="Arial" charset="0"/>
                <a:ea typeface="ＭＳ Ｐゴシック" charset="-128"/>
              </a:defRPr>
            </a:lvl4pPr>
            <a:lvl5pPr marL="2057400" indent="-228600" eaLnBrk="0" hangingPunct="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dirty="0">
                <a:ln>
                  <a:noFill/>
                </a:ln>
                <a:solidFill>
                  <a:srgbClr val="000000"/>
                </a:solidFill>
                <a:effectLst/>
                <a:uLnTx/>
                <a:uFillTx/>
                <a:latin typeface="Arial" charset="0"/>
                <a:ea typeface="ＭＳ Ｐゴシック" charset="-128"/>
                <a:cs typeface="+mn-cs"/>
              </a:rPr>
              <a:t>Switch (</a:t>
            </a:r>
            <a:r>
              <a:rPr kumimoji="0" lang="en-US" altLang="en-US" sz="1800" b="0" i="0" u="none" strike="noStrike" kern="1200" cap="none" spc="0" normalizeH="0" baseline="0" noProof="0" dirty="0">
                <a:ln>
                  <a:noFill/>
                </a:ln>
                <a:solidFill>
                  <a:schemeClr val="accent3">
                    <a:lumMod val="65000"/>
                  </a:schemeClr>
                </a:solidFill>
                <a:effectLst/>
                <a:uLnTx/>
                <a:uFillTx/>
                <a:latin typeface="Arial Narrow" panose="020B0606020202030204" pitchFamily="34" charset="0"/>
              </a:rPr>
              <a:t>peer to peer</a:t>
            </a:r>
            <a:r>
              <a:rPr kumimoji="0" lang="en-US" altLang="en-US" sz="1800" b="0" i="0" u="none" strike="noStrike" kern="1200" cap="none" spc="0" normalizeH="0" baseline="0" noProof="0" dirty="0">
                <a:ln>
                  <a:noFill/>
                </a:ln>
                <a:solidFill>
                  <a:srgbClr val="000000"/>
                </a:solidFill>
                <a:effectLst/>
                <a:uLnTx/>
                <a:uFillTx/>
                <a:latin typeface="Arial" charset="0"/>
                <a:ea typeface="ＭＳ Ｐゴシック" charset="-128"/>
                <a:cs typeface="+mn-cs"/>
              </a:rPr>
              <a:t>)</a:t>
            </a:r>
          </a:p>
        </p:txBody>
      </p:sp>
      <p:sp>
        <p:nvSpPr>
          <p:cNvPr id="41" name="矩形: 圆角 40">
            <a:extLst>
              <a:ext uri="{FF2B5EF4-FFF2-40B4-BE49-F238E27FC236}">
                <a16:creationId xmlns:a16="http://schemas.microsoft.com/office/drawing/2014/main" id="{5C3578BE-8AB4-4F32-942C-19DEB8DD1F10}"/>
              </a:ext>
            </a:extLst>
          </p:cNvPr>
          <p:cNvSpPr/>
          <p:nvPr/>
        </p:nvSpPr>
        <p:spPr bwMode="auto">
          <a:xfrm>
            <a:off x="2551493" y="2130951"/>
            <a:ext cx="1371569" cy="679450"/>
          </a:xfrm>
          <a:prstGeom prst="roundRect">
            <a:avLst/>
          </a:prstGeom>
          <a:solidFill>
            <a:srgbClr val="CCECFF"/>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zh-CN" altLang="en-US" sz="1800" b="0" i="0" u="none" strike="noStrike" cap="none" normalizeH="0" baseline="0" dirty="0">
              <a:ln>
                <a:noFill/>
              </a:ln>
              <a:solidFill>
                <a:schemeClr val="tx1"/>
              </a:solidFill>
              <a:effectLst/>
              <a:latin typeface="Arial Narrow" panose="020B0606020202030204" pitchFamily="34" charset="0"/>
            </a:endParaRPr>
          </a:p>
        </p:txBody>
      </p:sp>
      <p:sp>
        <p:nvSpPr>
          <p:cNvPr id="64" name="Oval 7">
            <a:extLst>
              <a:ext uri="{FF2B5EF4-FFF2-40B4-BE49-F238E27FC236}">
                <a16:creationId xmlns:a16="http://schemas.microsoft.com/office/drawing/2014/main" id="{E9D3B7CC-CC0B-46B8-AED6-0E7F0612254B}"/>
              </a:ext>
            </a:extLst>
          </p:cNvPr>
          <p:cNvSpPr>
            <a:spLocks noChangeArrowheads="1"/>
          </p:cNvSpPr>
          <p:nvPr/>
        </p:nvSpPr>
        <p:spPr bwMode="auto">
          <a:xfrm>
            <a:off x="1277651" y="1051844"/>
            <a:ext cx="749300" cy="749300"/>
          </a:xfrm>
          <a:prstGeom prst="ellipse">
            <a:avLst/>
          </a:prstGeom>
          <a:solidFill>
            <a:schemeClr val="bg1"/>
          </a:solidFill>
          <a:ln w="12700">
            <a:solidFill>
              <a:schemeClr val="tx1"/>
            </a:solidFill>
            <a:round/>
            <a:headEnd/>
            <a:tailEnd/>
          </a:ln>
        </p:spPr>
        <p:txBody>
          <a:bodyPr wrap="none" anchor="ctr"/>
          <a:lstStyle>
            <a:lvl1pPr eaLnBrk="0" hangingPunct="0">
              <a:defRPr sz="2400">
                <a:solidFill>
                  <a:schemeClr val="tx1"/>
                </a:solidFill>
                <a:latin typeface="Arial" charset="0"/>
                <a:ea typeface="ＭＳ Ｐゴシック" charset="-128"/>
              </a:defRPr>
            </a:lvl1pPr>
            <a:lvl2pPr marL="742950" indent="-285750" eaLnBrk="0" hangingPunct="0">
              <a:defRPr sz="2400">
                <a:solidFill>
                  <a:schemeClr val="tx1"/>
                </a:solidFill>
                <a:latin typeface="Arial" charset="0"/>
                <a:ea typeface="ＭＳ Ｐゴシック" charset="-128"/>
              </a:defRPr>
            </a:lvl2pPr>
            <a:lvl3pPr marL="1143000" indent="-228600" eaLnBrk="0" hangingPunct="0">
              <a:defRPr sz="2400">
                <a:solidFill>
                  <a:schemeClr val="tx1"/>
                </a:solidFill>
                <a:latin typeface="Arial" charset="0"/>
                <a:ea typeface="ＭＳ Ｐゴシック" charset="-128"/>
              </a:defRPr>
            </a:lvl3pPr>
            <a:lvl4pPr marL="1600200" indent="-228600" eaLnBrk="0" hangingPunct="0">
              <a:defRPr sz="2400">
                <a:solidFill>
                  <a:schemeClr val="tx1"/>
                </a:solidFill>
                <a:latin typeface="Arial" charset="0"/>
                <a:ea typeface="ＭＳ Ｐゴシック" charset="-128"/>
              </a:defRPr>
            </a:lvl4pPr>
            <a:lvl5pPr marL="2057400" indent="-228600" eaLnBrk="0" hangingPunct="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charset="0"/>
              <a:ea typeface="ＭＳ Ｐゴシック" charset="-128"/>
              <a:cs typeface="+mn-cs"/>
            </a:endParaRPr>
          </a:p>
        </p:txBody>
      </p:sp>
      <p:sp>
        <p:nvSpPr>
          <p:cNvPr id="65" name="Line 9">
            <a:extLst>
              <a:ext uri="{FF2B5EF4-FFF2-40B4-BE49-F238E27FC236}">
                <a16:creationId xmlns:a16="http://schemas.microsoft.com/office/drawing/2014/main" id="{761927B0-4D93-4D4E-B279-9BA3AC91676A}"/>
              </a:ext>
            </a:extLst>
          </p:cNvPr>
          <p:cNvSpPr>
            <a:spLocks noChangeShapeType="1"/>
          </p:cNvSpPr>
          <p:nvPr/>
        </p:nvSpPr>
        <p:spPr bwMode="auto">
          <a:xfrm>
            <a:off x="1669763" y="1807575"/>
            <a:ext cx="0" cy="3111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charset="0"/>
              <a:ea typeface="ＭＳ Ｐゴシック" charset="-128"/>
              <a:cs typeface="+mn-cs"/>
            </a:endParaRPr>
          </a:p>
        </p:txBody>
      </p:sp>
      <p:sp>
        <p:nvSpPr>
          <p:cNvPr id="66" name="Line 10">
            <a:extLst>
              <a:ext uri="{FF2B5EF4-FFF2-40B4-BE49-F238E27FC236}">
                <a16:creationId xmlns:a16="http://schemas.microsoft.com/office/drawing/2014/main" id="{1A6863F4-F416-4AFD-B0C6-F81C3D8EEF49}"/>
              </a:ext>
            </a:extLst>
          </p:cNvPr>
          <p:cNvSpPr>
            <a:spLocks noChangeShapeType="1"/>
          </p:cNvSpPr>
          <p:nvPr/>
        </p:nvSpPr>
        <p:spPr bwMode="auto">
          <a:xfrm>
            <a:off x="1669763" y="2798175"/>
            <a:ext cx="0" cy="36830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charset="0"/>
              <a:ea typeface="ＭＳ Ｐゴシック" charset="-128"/>
              <a:cs typeface="+mn-cs"/>
            </a:endParaRPr>
          </a:p>
        </p:txBody>
      </p:sp>
      <p:sp>
        <p:nvSpPr>
          <p:cNvPr id="67" name="Rectangle 13">
            <a:extLst>
              <a:ext uri="{FF2B5EF4-FFF2-40B4-BE49-F238E27FC236}">
                <a16:creationId xmlns:a16="http://schemas.microsoft.com/office/drawing/2014/main" id="{554EB754-274E-4EB4-8AD9-2DF11C63B482}"/>
              </a:ext>
            </a:extLst>
          </p:cNvPr>
          <p:cNvSpPr>
            <a:spLocks noChangeArrowheads="1"/>
          </p:cNvSpPr>
          <p:nvPr/>
        </p:nvSpPr>
        <p:spPr bwMode="auto">
          <a:xfrm>
            <a:off x="1430330" y="1228850"/>
            <a:ext cx="424797" cy="3667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eaLnBrk="0" hangingPunct="0">
              <a:defRPr sz="2400">
                <a:solidFill>
                  <a:schemeClr val="tx1"/>
                </a:solidFill>
                <a:latin typeface="Arial" charset="0"/>
                <a:ea typeface="ＭＳ Ｐゴシック" charset="-128"/>
              </a:defRPr>
            </a:lvl1pPr>
            <a:lvl2pPr marL="742950" indent="-285750" eaLnBrk="0" hangingPunct="0">
              <a:defRPr sz="2400">
                <a:solidFill>
                  <a:schemeClr val="tx1"/>
                </a:solidFill>
                <a:latin typeface="Arial" charset="0"/>
                <a:ea typeface="ＭＳ Ｐゴシック" charset="-128"/>
              </a:defRPr>
            </a:lvl2pPr>
            <a:lvl3pPr marL="1143000" indent="-228600" eaLnBrk="0" hangingPunct="0">
              <a:defRPr sz="2400">
                <a:solidFill>
                  <a:schemeClr val="tx1"/>
                </a:solidFill>
                <a:latin typeface="Arial" charset="0"/>
                <a:ea typeface="ＭＳ Ｐゴシック" charset="-128"/>
              </a:defRPr>
            </a:lvl3pPr>
            <a:lvl4pPr marL="1600200" indent="-228600" eaLnBrk="0" hangingPunct="0">
              <a:defRPr sz="2400">
                <a:solidFill>
                  <a:schemeClr val="tx1"/>
                </a:solidFill>
                <a:latin typeface="Arial" charset="0"/>
                <a:ea typeface="ＭＳ Ｐゴシック" charset="-128"/>
              </a:defRPr>
            </a:lvl4pPr>
            <a:lvl5pPr marL="2057400" indent="-228600" eaLnBrk="0" hangingPunct="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dirty="0">
                <a:ln>
                  <a:noFill/>
                </a:ln>
                <a:solidFill>
                  <a:srgbClr val="000000"/>
                </a:solidFill>
                <a:effectLst/>
                <a:uLnTx/>
                <a:uFillTx/>
                <a:latin typeface="Arial Narrow" panose="020B0606020202030204" pitchFamily="34" charset="0"/>
              </a:rPr>
              <a:t>C1</a:t>
            </a:r>
          </a:p>
        </p:txBody>
      </p:sp>
      <p:sp>
        <p:nvSpPr>
          <p:cNvPr id="68" name="矩形: 圆角 67">
            <a:extLst>
              <a:ext uri="{FF2B5EF4-FFF2-40B4-BE49-F238E27FC236}">
                <a16:creationId xmlns:a16="http://schemas.microsoft.com/office/drawing/2014/main" id="{ED8DDC0F-AFA9-4718-9BDC-3B8F8B3DB64E}"/>
              </a:ext>
            </a:extLst>
          </p:cNvPr>
          <p:cNvSpPr/>
          <p:nvPr/>
        </p:nvSpPr>
        <p:spPr bwMode="auto">
          <a:xfrm>
            <a:off x="977620" y="2118725"/>
            <a:ext cx="1371569" cy="679450"/>
          </a:xfrm>
          <a:prstGeom prst="roundRect">
            <a:avLst/>
          </a:prstGeom>
          <a:solidFill>
            <a:srgbClr val="CCECFF"/>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zh-CN" altLang="en-US" sz="1800" b="0" i="0" u="none" strike="noStrike" cap="none" normalizeH="0" baseline="0" dirty="0">
              <a:ln>
                <a:noFill/>
              </a:ln>
              <a:solidFill>
                <a:schemeClr val="tx1"/>
              </a:solidFill>
              <a:effectLst/>
              <a:latin typeface="Arial Narrow" panose="020B0606020202030204" pitchFamily="34" charset="0"/>
            </a:endParaRPr>
          </a:p>
        </p:txBody>
      </p:sp>
      <p:sp>
        <p:nvSpPr>
          <p:cNvPr id="69" name="Oval 7">
            <a:extLst>
              <a:ext uri="{FF2B5EF4-FFF2-40B4-BE49-F238E27FC236}">
                <a16:creationId xmlns:a16="http://schemas.microsoft.com/office/drawing/2014/main" id="{42E8885E-6C42-407C-80A3-FC01AC15B870}"/>
              </a:ext>
            </a:extLst>
          </p:cNvPr>
          <p:cNvSpPr>
            <a:spLocks noChangeArrowheads="1"/>
          </p:cNvSpPr>
          <p:nvPr/>
        </p:nvSpPr>
        <p:spPr bwMode="auto">
          <a:xfrm>
            <a:off x="6017081" y="1058895"/>
            <a:ext cx="749300" cy="749300"/>
          </a:xfrm>
          <a:prstGeom prst="ellipse">
            <a:avLst/>
          </a:prstGeom>
          <a:solidFill>
            <a:schemeClr val="bg1"/>
          </a:solidFill>
          <a:ln w="12700">
            <a:solidFill>
              <a:schemeClr val="tx1"/>
            </a:solidFill>
            <a:round/>
            <a:headEnd/>
            <a:tailEnd/>
          </a:ln>
        </p:spPr>
        <p:txBody>
          <a:bodyPr wrap="none" anchor="ctr"/>
          <a:lstStyle>
            <a:lvl1pPr eaLnBrk="0" hangingPunct="0">
              <a:defRPr sz="2400">
                <a:solidFill>
                  <a:schemeClr val="tx1"/>
                </a:solidFill>
                <a:latin typeface="Arial" charset="0"/>
                <a:ea typeface="ＭＳ Ｐゴシック" charset="-128"/>
              </a:defRPr>
            </a:lvl1pPr>
            <a:lvl2pPr marL="742950" indent="-285750" eaLnBrk="0" hangingPunct="0">
              <a:defRPr sz="2400">
                <a:solidFill>
                  <a:schemeClr val="tx1"/>
                </a:solidFill>
                <a:latin typeface="Arial" charset="0"/>
                <a:ea typeface="ＭＳ Ｐゴシック" charset="-128"/>
              </a:defRPr>
            </a:lvl2pPr>
            <a:lvl3pPr marL="1143000" indent="-228600" eaLnBrk="0" hangingPunct="0">
              <a:defRPr sz="2400">
                <a:solidFill>
                  <a:schemeClr val="tx1"/>
                </a:solidFill>
                <a:latin typeface="Arial" charset="0"/>
                <a:ea typeface="ＭＳ Ｐゴシック" charset="-128"/>
              </a:defRPr>
            </a:lvl3pPr>
            <a:lvl4pPr marL="1600200" indent="-228600" eaLnBrk="0" hangingPunct="0">
              <a:defRPr sz="2400">
                <a:solidFill>
                  <a:schemeClr val="tx1"/>
                </a:solidFill>
                <a:latin typeface="Arial" charset="0"/>
                <a:ea typeface="ＭＳ Ｐゴシック" charset="-128"/>
              </a:defRPr>
            </a:lvl4pPr>
            <a:lvl5pPr marL="2057400" indent="-228600" eaLnBrk="0" hangingPunct="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charset="0"/>
              <a:ea typeface="ＭＳ Ｐゴシック" charset="-128"/>
              <a:cs typeface="+mn-cs"/>
            </a:endParaRPr>
          </a:p>
        </p:txBody>
      </p:sp>
      <p:sp>
        <p:nvSpPr>
          <p:cNvPr id="70" name="Line 9">
            <a:extLst>
              <a:ext uri="{FF2B5EF4-FFF2-40B4-BE49-F238E27FC236}">
                <a16:creationId xmlns:a16="http://schemas.microsoft.com/office/drawing/2014/main" id="{52CE6BCF-93B4-4BEC-8D07-1B322CECDA82}"/>
              </a:ext>
            </a:extLst>
          </p:cNvPr>
          <p:cNvSpPr>
            <a:spLocks noChangeShapeType="1"/>
          </p:cNvSpPr>
          <p:nvPr/>
        </p:nvSpPr>
        <p:spPr bwMode="auto">
          <a:xfrm>
            <a:off x="6409193" y="1814626"/>
            <a:ext cx="0" cy="3111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charset="0"/>
              <a:ea typeface="ＭＳ Ｐゴシック" charset="-128"/>
              <a:cs typeface="+mn-cs"/>
            </a:endParaRPr>
          </a:p>
        </p:txBody>
      </p:sp>
      <p:sp>
        <p:nvSpPr>
          <p:cNvPr id="71" name="Line 10">
            <a:extLst>
              <a:ext uri="{FF2B5EF4-FFF2-40B4-BE49-F238E27FC236}">
                <a16:creationId xmlns:a16="http://schemas.microsoft.com/office/drawing/2014/main" id="{1C584A1F-D17F-450E-942D-C8255A2CAAA3}"/>
              </a:ext>
            </a:extLst>
          </p:cNvPr>
          <p:cNvSpPr>
            <a:spLocks noChangeShapeType="1"/>
          </p:cNvSpPr>
          <p:nvPr/>
        </p:nvSpPr>
        <p:spPr bwMode="auto">
          <a:xfrm>
            <a:off x="6409193" y="2805226"/>
            <a:ext cx="0" cy="36830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charset="0"/>
              <a:ea typeface="ＭＳ Ｐゴシック" charset="-128"/>
              <a:cs typeface="+mn-cs"/>
            </a:endParaRPr>
          </a:p>
        </p:txBody>
      </p:sp>
      <p:sp>
        <p:nvSpPr>
          <p:cNvPr id="72" name="Rectangle 13">
            <a:extLst>
              <a:ext uri="{FF2B5EF4-FFF2-40B4-BE49-F238E27FC236}">
                <a16:creationId xmlns:a16="http://schemas.microsoft.com/office/drawing/2014/main" id="{299D76AA-CE99-4FCD-9455-5F04471FBB2A}"/>
              </a:ext>
            </a:extLst>
          </p:cNvPr>
          <p:cNvSpPr>
            <a:spLocks noChangeArrowheads="1"/>
          </p:cNvSpPr>
          <p:nvPr/>
        </p:nvSpPr>
        <p:spPr bwMode="auto">
          <a:xfrm>
            <a:off x="6169760" y="1235901"/>
            <a:ext cx="424797" cy="3667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eaLnBrk="0" hangingPunct="0">
              <a:defRPr sz="2400">
                <a:solidFill>
                  <a:schemeClr val="tx1"/>
                </a:solidFill>
                <a:latin typeface="Arial" charset="0"/>
                <a:ea typeface="ＭＳ Ｐゴシック" charset="-128"/>
              </a:defRPr>
            </a:lvl1pPr>
            <a:lvl2pPr marL="742950" indent="-285750" eaLnBrk="0" hangingPunct="0">
              <a:defRPr sz="2400">
                <a:solidFill>
                  <a:schemeClr val="tx1"/>
                </a:solidFill>
                <a:latin typeface="Arial" charset="0"/>
                <a:ea typeface="ＭＳ Ｐゴシック" charset="-128"/>
              </a:defRPr>
            </a:lvl2pPr>
            <a:lvl3pPr marL="1143000" indent="-228600" eaLnBrk="0" hangingPunct="0">
              <a:defRPr sz="2400">
                <a:solidFill>
                  <a:schemeClr val="tx1"/>
                </a:solidFill>
                <a:latin typeface="Arial" charset="0"/>
                <a:ea typeface="ＭＳ Ｐゴシック" charset="-128"/>
              </a:defRPr>
            </a:lvl3pPr>
            <a:lvl4pPr marL="1600200" indent="-228600" eaLnBrk="0" hangingPunct="0">
              <a:defRPr sz="2400">
                <a:solidFill>
                  <a:schemeClr val="tx1"/>
                </a:solidFill>
                <a:latin typeface="Arial" charset="0"/>
                <a:ea typeface="ＭＳ Ｐゴシック" charset="-128"/>
              </a:defRPr>
            </a:lvl4pPr>
            <a:lvl5pPr marL="2057400" indent="-228600" eaLnBrk="0" hangingPunct="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dirty="0">
                <a:ln>
                  <a:noFill/>
                </a:ln>
                <a:solidFill>
                  <a:srgbClr val="000000"/>
                </a:solidFill>
                <a:effectLst/>
                <a:uLnTx/>
                <a:uFillTx/>
                <a:latin typeface="Arial Narrow" panose="020B0606020202030204" pitchFamily="34" charset="0"/>
              </a:rPr>
              <a:t>C4</a:t>
            </a:r>
          </a:p>
        </p:txBody>
      </p:sp>
      <p:sp>
        <p:nvSpPr>
          <p:cNvPr id="73" name="矩形: 圆角 72">
            <a:extLst>
              <a:ext uri="{FF2B5EF4-FFF2-40B4-BE49-F238E27FC236}">
                <a16:creationId xmlns:a16="http://schemas.microsoft.com/office/drawing/2014/main" id="{93057970-017A-4F4B-9BD6-2E395B9F653F}"/>
              </a:ext>
            </a:extLst>
          </p:cNvPr>
          <p:cNvSpPr/>
          <p:nvPr/>
        </p:nvSpPr>
        <p:spPr bwMode="auto">
          <a:xfrm>
            <a:off x="5717050" y="2125776"/>
            <a:ext cx="1371569" cy="679450"/>
          </a:xfrm>
          <a:prstGeom prst="roundRect">
            <a:avLst/>
          </a:prstGeom>
          <a:solidFill>
            <a:srgbClr val="CCECFF"/>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zh-CN" altLang="en-US" sz="1800" b="0" i="0" u="none" strike="noStrike" cap="none" normalizeH="0" baseline="0" dirty="0">
              <a:ln>
                <a:noFill/>
              </a:ln>
              <a:solidFill>
                <a:schemeClr val="tx1"/>
              </a:solidFill>
              <a:effectLst/>
              <a:latin typeface="Arial Narrow" panose="020B0606020202030204" pitchFamily="34" charset="0"/>
            </a:endParaRPr>
          </a:p>
        </p:txBody>
      </p:sp>
      <p:sp>
        <p:nvSpPr>
          <p:cNvPr id="74" name="Oval 7">
            <a:extLst>
              <a:ext uri="{FF2B5EF4-FFF2-40B4-BE49-F238E27FC236}">
                <a16:creationId xmlns:a16="http://schemas.microsoft.com/office/drawing/2014/main" id="{92DA491D-7521-4779-9703-1921BEB2954A}"/>
              </a:ext>
            </a:extLst>
          </p:cNvPr>
          <p:cNvSpPr>
            <a:spLocks noChangeArrowheads="1"/>
          </p:cNvSpPr>
          <p:nvPr/>
        </p:nvSpPr>
        <p:spPr bwMode="auto">
          <a:xfrm>
            <a:off x="4443208" y="1046669"/>
            <a:ext cx="749300" cy="749300"/>
          </a:xfrm>
          <a:prstGeom prst="ellipse">
            <a:avLst/>
          </a:prstGeom>
          <a:solidFill>
            <a:schemeClr val="bg1"/>
          </a:solidFill>
          <a:ln w="12700">
            <a:solidFill>
              <a:schemeClr val="tx1"/>
            </a:solidFill>
            <a:round/>
            <a:headEnd/>
            <a:tailEnd/>
          </a:ln>
        </p:spPr>
        <p:txBody>
          <a:bodyPr wrap="none" anchor="ctr"/>
          <a:lstStyle>
            <a:lvl1pPr eaLnBrk="0" hangingPunct="0">
              <a:defRPr sz="2400">
                <a:solidFill>
                  <a:schemeClr val="tx1"/>
                </a:solidFill>
                <a:latin typeface="Arial" charset="0"/>
                <a:ea typeface="ＭＳ Ｐゴシック" charset="-128"/>
              </a:defRPr>
            </a:lvl1pPr>
            <a:lvl2pPr marL="742950" indent="-285750" eaLnBrk="0" hangingPunct="0">
              <a:defRPr sz="2400">
                <a:solidFill>
                  <a:schemeClr val="tx1"/>
                </a:solidFill>
                <a:latin typeface="Arial" charset="0"/>
                <a:ea typeface="ＭＳ Ｐゴシック" charset="-128"/>
              </a:defRPr>
            </a:lvl2pPr>
            <a:lvl3pPr marL="1143000" indent="-228600" eaLnBrk="0" hangingPunct="0">
              <a:defRPr sz="2400">
                <a:solidFill>
                  <a:schemeClr val="tx1"/>
                </a:solidFill>
                <a:latin typeface="Arial" charset="0"/>
                <a:ea typeface="ＭＳ Ｐゴシック" charset="-128"/>
              </a:defRPr>
            </a:lvl3pPr>
            <a:lvl4pPr marL="1600200" indent="-228600" eaLnBrk="0" hangingPunct="0">
              <a:defRPr sz="2400">
                <a:solidFill>
                  <a:schemeClr val="tx1"/>
                </a:solidFill>
                <a:latin typeface="Arial" charset="0"/>
                <a:ea typeface="ＭＳ Ｐゴシック" charset="-128"/>
              </a:defRPr>
            </a:lvl4pPr>
            <a:lvl5pPr marL="2057400" indent="-228600" eaLnBrk="0" hangingPunct="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charset="0"/>
              <a:ea typeface="ＭＳ Ｐゴシック" charset="-128"/>
              <a:cs typeface="+mn-cs"/>
            </a:endParaRPr>
          </a:p>
        </p:txBody>
      </p:sp>
      <p:sp>
        <p:nvSpPr>
          <p:cNvPr id="75" name="Line 9">
            <a:extLst>
              <a:ext uri="{FF2B5EF4-FFF2-40B4-BE49-F238E27FC236}">
                <a16:creationId xmlns:a16="http://schemas.microsoft.com/office/drawing/2014/main" id="{EF65B723-32B4-495C-9F9C-549E4BDA9348}"/>
              </a:ext>
            </a:extLst>
          </p:cNvPr>
          <p:cNvSpPr>
            <a:spLocks noChangeShapeType="1"/>
          </p:cNvSpPr>
          <p:nvPr/>
        </p:nvSpPr>
        <p:spPr bwMode="auto">
          <a:xfrm>
            <a:off x="4835320" y="1802400"/>
            <a:ext cx="0" cy="3111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charset="0"/>
              <a:ea typeface="ＭＳ Ｐゴシック" charset="-128"/>
              <a:cs typeface="+mn-cs"/>
            </a:endParaRPr>
          </a:p>
        </p:txBody>
      </p:sp>
      <p:sp>
        <p:nvSpPr>
          <p:cNvPr id="76" name="Line 10">
            <a:extLst>
              <a:ext uri="{FF2B5EF4-FFF2-40B4-BE49-F238E27FC236}">
                <a16:creationId xmlns:a16="http://schemas.microsoft.com/office/drawing/2014/main" id="{7F03F7D1-A57D-40E7-9D63-C68504CCEA5B}"/>
              </a:ext>
            </a:extLst>
          </p:cNvPr>
          <p:cNvSpPr>
            <a:spLocks noChangeShapeType="1"/>
          </p:cNvSpPr>
          <p:nvPr/>
        </p:nvSpPr>
        <p:spPr bwMode="auto">
          <a:xfrm>
            <a:off x="4835320" y="2793000"/>
            <a:ext cx="0" cy="36830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charset="0"/>
              <a:ea typeface="ＭＳ Ｐゴシック" charset="-128"/>
              <a:cs typeface="+mn-cs"/>
            </a:endParaRPr>
          </a:p>
        </p:txBody>
      </p:sp>
      <p:sp>
        <p:nvSpPr>
          <p:cNvPr id="77" name="Rectangle 13">
            <a:extLst>
              <a:ext uri="{FF2B5EF4-FFF2-40B4-BE49-F238E27FC236}">
                <a16:creationId xmlns:a16="http://schemas.microsoft.com/office/drawing/2014/main" id="{C714C0FC-7261-4900-ABE0-2C7B08DDD7BD}"/>
              </a:ext>
            </a:extLst>
          </p:cNvPr>
          <p:cNvSpPr>
            <a:spLocks noChangeArrowheads="1"/>
          </p:cNvSpPr>
          <p:nvPr/>
        </p:nvSpPr>
        <p:spPr bwMode="auto">
          <a:xfrm>
            <a:off x="4595887" y="1223675"/>
            <a:ext cx="424797" cy="3667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eaLnBrk="0" hangingPunct="0">
              <a:defRPr sz="2400">
                <a:solidFill>
                  <a:schemeClr val="tx1"/>
                </a:solidFill>
                <a:latin typeface="Arial" charset="0"/>
                <a:ea typeface="ＭＳ Ｐゴシック" charset="-128"/>
              </a:defRPr>
            </a:lvl1pPr>
            <a:lvl2pPr marL="742950" indent="-285750" eaLnBrk="0" hangingPunct="0">
              <a:defRPr sz="2400">
                <a:solidFill>
                  <a:schemeClr val="tx1"/>
                </a:solidFill>
                <a:latin typeface="Arial" charset="0"/>
                <a:ea typeface="ＭＳ Ｐゴシック" charset="-128"/>
              </a:defRPr>
            </a:lvl2pPr>
            <a:lvl3pPr marL="1143000" indent="-228600" eaLnBrk="0" hangingPunct="0">
              <a:defRPr sz="2400">
                <a:solidFill>
                  <a:schemeClr val="tx1"/>
                </a:solidFill>
                <a:latin typeface="Arial" charset="0"/>
                <a:ea typeface="ＭＳ Ｐゴシック" charset="-128"/>
              </a:defRPr>
            </a:lvl3pPr>
            <a:lvl4pPr marL="1600200" indent="-228600" eaLnBrk="0" hangingPunct="0">
              <a:defRPr sz="2400">
                <a:solidFill>
                  <a:schemeClr val="tx1"/>
                </a:solidFill>
                <a:latin typeface="Arial" charset="0"/>
                <a:ea typeface="ＭＳ Ｐゴシック" charset="-128"/>
              </a:defRPr>
            </a:lvl4pPr>
            <a:lvl5pPr marL="2057400" indent="-228600" eaLnBrk="0" hangingPunct="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dirty="0">
                <a:ln>
                  <a:noFill/>
                </a:ln>
                <a:solidFill>
                  <a:srgbClr val="000000"/>
                </a:solidFill>
                <a:effectLst/>
                <a:uLnTx/>
                <a:uFillTx/>
                <a:latin typeface="Arial Narrow" panose="020B0606020202030204" pitchFamily="34" charset="0"/>
              </a:rPr>
              <a:t>C3</a:t>
            </a:r>
          </a:p>
        </p:txBody>
      </p:sp>
      <p:sp>
        <p:nvSpPr>
          <p:cNvPr id="5" name="矩形 4">
            <a:extLst>
              <a:ext uri="{FF2B5EF4-FFF2-40B4-BE49-F238E27FC236}">
                <a16:creationId xmlns:a16="http://schemas.microsoft.com/office/drawing/2014/main" id="{0121529A-1E0B-4A77-A91D-BCE05BB7FE35}"/>
              </a:ext>
            </a:extLst>
          </p:cNvPr>
          <p:cNvSpPr/>
          <p:nvPr/>
        </p:nvSpPr>
        <p:spPr>
          <a:xfrm>
            <a:off x="1108883" y="2285680"/>
            <a:ext cx="402674" cy="369332"/>
          </a:xfrm>
          <a:prstGeom prst="rect">
            <a:avLst/>
          </a:prstGeom>
        </p:spPr>
        <p:txBody>
          <a:bodyPr wrap="none">
            <a:spAutoFit/>
          </a:bodyPr>
          <a:lstStyle/>
          <a:p>
            <a:r>
              <a:rPr lang="en-US" altLang="zh-CN" dirty="0">
                <a:solidFill>
                  <a:schemeClr val="tx2"/>
                </a:solidFill>
              </a:rPr>
              <a:t>X:</a:t>
            </a:r>
            <a:endParaRPr lang="zh-CN" altLang="en-US" dirty="0"/>
          </a:p>
        </p:txBody>
      </p:sp>
      <p:sp>
        <p:nvSpPr>
          <p:cNvPr id="6" name="矩形 5">
            <a:extLst>
              <a:ext uri="{FF2B5EF4-FFF2-40B4-BE49-F238E27FC236}">
                <a16:creationId xmlns:a16="http://schemas.microsoft.com/office/drawing/2014/main" id="{F76E3328-ECB4-4B26-A415-0875B0215C81}"/>
              </a:ext>
            </a:extLst>
          </p:cNvPr>
          <p:cNvSpPr/>
          <p:nvPr/>
        </p:nvSpPr>
        <p:spPr>
          <a:xfrm>
            <a:off x="4527599" y="2246465"/>
            <a:ext cx="670376" cy="369332"/>
          </a:xfrm>
          <a:prstGeom prst="rect">
            <a:avLst/>
          </a:prstGeom>
        </p:spPr>
        <p:txBody>
          <a:bodyPr wrap="square">
            <a:spAutoFit/>
          </a:bodyPr>
          <a:lstStyle/>
          <a:p>
            <a:r>
              <a:rPr lang="en-US" altLang="zh-CN" dirty="0">
                <a:solidFill>
                  <a:schemeClr val="tx2"/>
                </a:solidFill>
              </a:rPr>
              <a:t>X:  </a:t>
            </a:r>
            <a:r>
              <a:rPr lang="en-US" altLang="zh-CN" b="1" dirty="0">
                <a:solidFill>
                  <a:srgbClr val="FF0000"/>
                </a:solidFill>
                <a:latin typeface="Imprint MT Shadow" panose="04020605060303030202" pitchFamily="82" charset="0"/>
              </a:rPr>
              <a:t>S</a:t>
            </a:r>
            <a:endParaRPr lang="zh-CN" altLang="en-US" dirty="0"/>
          </a:p>
        </p:txBody>
      </p:sp>
      <p:sp>
        <p:nvSpPr>
          <p:cNvPr id="81" name="矩形 80">
            <a:extLst>
              <a:ext uri="{FF2B5EF4-FFF2-40B4-BE49-F238E27FC236}">
                <a16:creationId xmlns:a16="http://schemas.microsoft.com/office/drawing/2014/main" id="{999CF0D0-0C69-49D5-84EA-33E3FF2CF465}"/>
              </a:ext>
            </a:extLst>
          </p:cNvPr>
          <p:cNvSpPr/>
          <p:nvPr/>
        </p:nvSpPr>
        <p:spPr>
          <a:xfrm>
            <a:off x="2480452" y="1946062"/>
            <a:ext cx="1582484" cy="769441"/>
          </a:xfrm>
          <a:prstGeom prst="rect">
            <a:avLst/>
          </a:prstGeom>
        </p:spPr>
        <p:txBody>
          <a:bodyPr wrap="square">
            <a:spAutoFit/>
          </a:bodyPr>
          <a:lstStyle/>
          <a:p>
            <a:pPr eaLnBrk="1" hangingPunct="1"/>
            <a:r>
              <a:rPr lang="en-US" altLang="zh-CN" dirty="0">
                <a:solidFill>
                  <a:schemeClr val="tx2"/>
                </a:solidFill>
              </a:rPr>
              <a:t> X: </a:t>
            </a:r>
            <a:r>
              <a:rPr lang="en-US" altLang="zh-CN" b="1" dirty="0">
                <a:solidFill>
                  <a:srgbClr val="FF0000"/>
                </a:solidFill>
              </a:rPr>
              <a:t>S{C3, C4}</a:t>
            </a:r>
            <a:endParaRPr lang="zh-CN" altLang="en-US" sz="4400" b="1" dirty="0">
              <a:solidFill>
                <a:srgbClr val="FF0000"/>
              </a:solidFill>
            </a:endParaRPr>
          </a:p>
        </p:txBody>
      </p:sp>
      <p:sp>
        <p:nvSpPr>
          <p:cNvPr id="82" name="矩形 81">
            <a:extLst>
              <a:ext uri="{FF2B5EF4-FFF2-40B4-BE49-F238E27FC236}">
                <a16:creationId xmlns:a16="http://schemas.microsoft.com/office/drawing/2014/main" id="{E2A22AE4-52B5-44CD-AA39-AB40ECD94C8A}"/>
              </a:ext>
            </a:extLst>
          </p:cNvPr>
          <p:cNvSpPr/>
          <p:nvPr/>
        </p:nvSpPr>
        <p:spPr>
          <a:xfrm>
            <a:off x="6106662" y="2269668"/>
            <a:ext cx="670376" cy="369332"/>
          </a:xfrm>
          <a:prstGeom prst="rect">
            <a:avLst/>
          </a:prstGeom>
        </p:spPr>
        <p:txBody>
          <a:bodyPr wrap="none">
            <a:spAutoFit/>
          </a:bodyPr>
          <a:lstStyle/>
          <a:p>
            <a:r>
              <a:rPr lang="en-US" altLang="zh-CN" dirty="0">
                <a:solidFill>
                  <a:schemeClr val="tx2"/>
                </a:solidFill>
              </a:rPr>
              <a:t>X:  </a:t>
            </a:r>
            <a:r>
              <a:rPr lang="en-US" altLang="zh-CN" b="1" dirty="0">
                <a:solidFill>
                  <a:srgbClr val="FF0000"/>
                </a:solidFill>
                <a:latin typeface="Imprint MT Shadow" panose="04020605060303030202" pitchFamily="82" charset="0"/>
              </a:rPr>
              <a:t>S</a:t>
            </a:r>
            <a:endParaRPr lang="zh-CN" altLang="en-US" dirty="0"/>
          </a:p>
        </p:txBody>
      </p:sp>
      <p:sp>
        <p:nvSpPr>
          <p:cNvPr id="118784" name="矩形 118783">
            <a:extLst>
              <a:ext uri="{FF2B5EF4-FFF2-40B4-BE49-F238E27FC236}">
                <a16:creationId xmlns:a16="http://schemas.microsoft.com/office/drawing/2014/main" id="{1DB99245-7C83-4FFA-99F0-79B940816186}"/>
              </a:ext>
            </a:extLst>
          </p:cNvPr>
          <p:cNvSpPr/>
          <p:nvPr/>
        </p:nvSpPr>
        <p:spPr>
          <a:xfrm>
            <a:off x="1417639" y="2288500"/>
            <a:ext cx="922047" cy="369332"/>
          </a:xfrm>
          <a:prstGeom prst="rect">
            <a:avLst/>
          </a:prstGeom>
        </p:spPr>
        <p:txBody>
          <a:bodyPr wrap="none">
            <a:spAutoFit/>
          </a:bodyPr>
          <a:lstStyle/>
          <a:p>
            <a:r>
              <a:rPr lang="en-US" altLang="zh-CN" b="1" dirty="0">
                <a:solidFill>
                  <a:srgbClr val="FF0000"/>
                </a:solidFill>
                <a:latin typeface="Imprint MT Shadow" panose="04020605060303030202" pitchFamily="82" charset="0"/>
              </a:rPr>
              <a:t>M,  888</a:t>
            </a:r>
            <a:endParaRPr lang="zh-CN" altLang="en-US" dirty="0"/>
          </a:p>
        </p:txBody>
      </p:sp>
      <p:sp>
        <p:nvSpPr>
          <p:cNvPr id="85" name="矩形 84">
            <a:extLst>
              <a:ext uri="{FF2B5EF4-FFF2-40B4-BE49-F238E27FC236}">
                <a16:creationId xmlns:a16="http://schemas.microsoft.com/office/drawing/2014/main" id="{81FB116F-D60F-4434-9A12-7BCFBC83B737}"/>
              </a:ext>
            </a:extLst>
          </p:cNvPr>
          <p:cNvSpPr/>
          <p:nvPr/>
        </p:nvSpPr>
        <p:spPr>
          <a:xfrm>
            <a:off x="1419112" y="2293104"/>
            <a:ext cx="279244" cy="369332"/>
          </a:xfrm>
          <a:prstGeom prst="rect">
            <a:avLst/>
          </a:prstGeom>
        </p:spPr>
        <p:txBody>
          <a:bodyPr wrap="none">
            <a:spAutoFit/>
          </a:bodyPr>
          <a:lstStyle/>
          <a:p>
            <a:r>
              <a:rPr lang="en-US" altLang="zh-CN" b="1" dirty="0">
                <a:solidFill>
                  <a:srgbClr val="FF0000"/>
                </a:solidFill>
                <a:latin typeface="Imprint MT Shadow" panose="04020605060303030202" pitchFamily="82" charset="0"/>
              </a:rPr>
              <a:t>I</a:t>
            </a:r>
            <a:endParaRPr lang="zh-CN" altLang="en-US" dirty="0"/>
          </a:p>
        </p:txBody>
      </p:sp>
      <p:sp>
        <p:nvSpPr>
          <p:cNvPr id="86" name="矩形 85">
            <a:extLst>
              <a:ext uri="{FF2B5EF4-FFF2-40B4-BE49-F238E27FC236}">
                <a16:creationId xmlns:a16="http://schemas.microsoft.com/office/drawing/2014/main" id="{992E6463-374C-49BD-8DD7-A0BE0C1451D3}"/>
              </a:ext>
            </a:extLst>
          </p:cNvPr>
          <p:cNvSpPr/>
          <p:nvPr/>
        </p:nvSpPr>
        <p:spPr>
          <a:xfrm>
            <a:off x="4527599" y="2246465"/>
            <a:ext cx="561372" cy="369332"/>
          </a:xfrm>
          <a:prstGeom prst="rect">
            <a:avLst/>
          </a:prstGeom>
        </p:spPr>
        <p:txBody>
          <a:bodyPr wrap="none">
            <a:spAutoFit/>
          </a:bodyPr>
          <a:lstStyle/>
          <a:p>
            <a:r>
              <a:rPr lang="en-US" altLang="zh-CN" dirty="0"/>
              <a:t>X: </a:t>
            </a:r>
            <a:r>
              <a:rPr lang="en-US" altLang="zh-CN" b="1" dirty="0">
                <a:solidFill>
                  <a:srgbClr val="FF0000"/>
                </a:solidFill>
                <a:latin typeface="Imprint MT Shadow" panose="04020605060303030202" pitchFamily="82" charset="0"/>
              </a:rPr>
              <a:t>I</a:t>
            </a:r>
            <a:endParaRPr lang="zh-CN" altLang="en-US" dirty="0"/>
          </a:p>
        </p:txBody>
      </p:sp>
      <p:sp>
        <p:nvSpPr>
          <p:cNvPr id="87" name="矩形 86">
            <a:extLst>
              <a:ext uri="{FF2B5EF4-FFF2-40B4-BE49-F238E27FC236}">
                <a16:creationId xmlns:a16="http://schemas.microsoft.com/office/drawing/2014/main" id="{DD938820-1610-4DB9-9424-F2908483F74C}"/>
              </a:ext>
            </a:extLst>
          </p:cNvPr>
          <p:cNvSpPr/>
          <p:nvPr/>
        </p:nvSpPr>
        <p:spPr>
          <a:xfrm>
            <a:off x="6098671" y="2267346"/>
            <a:ext cx="561372" cy="369332"/>
          </a:xfrm>
          <a:prstGeom prst="rect">
            <a:avLst/>
          </a:prstGeom>
        </p:spPr>
        <p:txBody>
          <a:bodyPr wrap="none">
            <a:spAutoFit/>
          </a:bodyPr>
          <a:lstStyle/>
          <a:p>
            <a:r>
              <a:rPr lang="en-US" altLang="zh-CN" dirty="0"/>
              <a:t>X: </a:t>
            </a:r>
            <a:r>
              <a:rPr lang="en-US" altLang="zh-CN" b="1" dirty="0">
                <a:solidFill>
                  <a:srgbClr val="FF0000"/>
                </a:solidFill>
                <a:latin typeface="Imprint MT Shadow" panose="04020605060303030202" pitchFamily="82" charset="0"/>
              </a:rPr>
              <a:t>I</a:t>
            </a:r>
            <a:endParaRPr lang="zh-CN" altLang="en-US" dirty="0"/>
          </a:p>
        </p:txBody>
      </p:sp>
      <p:sp>
        <p:nvSpPr>
          <p:cNvPr id="88" name="矩形 87">
            <a:extLst>
              <a:ext uri="{FF2B5EF4-FFF2-40B4-BE49-F238E27FC236}">
                <a16:creationId xmlns:a16="http://schemas.microsoft.com/office/drawing/2014/main" id="{727947B9-EC5F-4C02-90F9-BC6BE0568E88}"/>
              </a:ext>
            </a:extLst>
          </p:cNvPr>
          <p:cNvSpPr/>
          <p:nvPr/>
        </p:nvSpPr>
        <p:spPr>
          <a:xfrm>
            <a:off x="2543151" y="1947295"/>
            <a:ext cx="1582484" cy="769441"/>
          </a:xfrm>
          <a:prstGeom prst="rect">
            <a:avLst/>
          </a:prstGeom>
        </p:spPr>
        <p:txBody>
          <a:bodyPr wrap="square">
            <a:spAutoFit/>
          </a:bodyPr>
          <a:lstStyle/>
          <a:p>
            <a:pPr eaLnBrk="1" hangingPunct="1"/>
            <a:r>
              <a:rPr lang="en-US" altLang="zh-CN" dirty="0"/>
              <a:t>X: </a:t>
            </a:r>
            <a:r>
              <a:rPr lang="en-US" altLang="zh-CN" b="1" dirty="0">
                <a:solidFill>
                  <a:srgbClr val="FF0000"/>
                </a:solidFill>
              </a:rPr>
              <a:t>E{C1}</a:t>
            </a:r>
            <a:endParaRPr lang="zh-CN" altLang="en-US" sz="4400" b="1" dirty="0">
              <a:solidFill>
                <a:srgbClr val="FF0000"/>
              </a:solidFill>
            </a:endParaRPr>
          </a:p>
        </p:txBody>
      </p:sp>
      <p:sp>
        <p:nvSpPr>
          <p:cNvPr id="118786" name="矩形 118785">
            <a:extLst>
              <a:ext uri="{FF2B5EF4-FFF2-40B4-BE49-F238E27FC236}">
                <a16:creationId xmlns:a16="http://schemas.microsoft.com/office/drawing/2014/main" id="{9C33AE76-35E3-46CB-9C6A-1E1F3D782489}"/>
              </a:ext>
            </a:extLst>
          </p:cNvPr>
          <p:cNvSpPr/>
          <p:nvPr/>
        </p:nvSpPr>
        <p:spPr>
          <a:xfrm>
            <a:off x="258812" y="6047403"/>
            <a:ext cx="914033" cy="369332"/>
          </a:xfrm>
          <a:prstGeom prst="rect">
            <a:avLst/>
          </a:prstGeom>
        </p:spPr>
        <p:txBody>
          <a:bodyPr wrap="none">
            <a:spAutoFit/>
          </a:bodyPr>
          <a:lstStyle/>
          <a:p>
            <a:r>
              <a:rPr lang="en-US" altLang="en-US" dirty="0">
                <a:ea typeface="ＭＳ Ｐゴシック" charset="-128"/>
              </a:rPr>
              <a:t>X = </a:t>
            </a:r>
            <a:r>
              <a:rPr lang="en-US" altLang="zh-CN" sz="1600" b="1" dirty="0">
                <a:solidFill>
                  <a:srgbClr val="FF0000"/>
                </a:solidFill>
                <a:latin typeface="Imprint MT Shadow" panose="04020605060303030202" pitchFamily="82" charset="0"/>
              </a:rPr>
              <a:t>888</a:t>
            </a:r>
            <a:endParaRPr lang="zh-CN" altLang="en-US" dirty="0"/>
          </a:p>
        </p:txBody>
      </p:sp>
      <p:sp>
        <p:nvSpPr>
          <p:cNvPr id="118788" name="矩形 118787">
            <a:extLst>
              <a:ext uri="{FF2B5EF4-FFF2-40B4-BE49-F238E27FC236}">
                <a16:creationId xmlns:a16="http://schemas.microsoft.com/office/drawing/2014/main" id="{2AF0D5B3-2E0C-4B11-8078-6E068D63A822}"/>
              </a:ext>
            </a:extLst>
          </p:cNvPr>
          <p:cNvSpPr/>
          <p:nvPr/>
        </p:nvSpPr>
        <p:spPr>
          <a:xfrm>
            <a:off x="7243375" y="1609670"/>
            <a:ext cx="595035" cy="584775"/>
          </a:xfrm>
          <a:prstGeom prst="rect">
            <a:avLst/>
          </a:prstGeom>
        </p:spPr>
        <p:txBody>
          <a:bodyPr wrap="none">
            <a:spAutoFit/>
          </a:bodyPr>
          <a:lstStyle/>
          <a:p>
            <a:r>
              <a:rPr lang="en-US" altLang="zh-CN" sz="3200" dirty="0"/>
              <a:t>…</a:t>
            </a:r>
            <a:endParaRPr lang="zh-CN" altLang="en-US" sz="3200" dirty="0"/>
          </a:p>
        </p:txBody>
      </p:sp>
    </p:spTree>
    <p:extLst>
      <p:ext uri="{BB962C8B-B14F-4D97-AF65-F5344CB8AC3E}">
        <p14:creationId xmlns:p14="http://schemas.microsoft.com/office/powerpoint/2010/main" val="171590059"/>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0"/>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3"/>
                                        </p:tgtEl>
                                        <p:attrNameLst>
                                          <p:attrName>style.visibility</p:attrName>
                                        </p:attrNameLst>
                                      </p:cBhvr>
                                      <p:to>
                                        <p:strVal val="visible"/>
                                      </p:to>
                                    </p:set>
                                  </p:childTnLst>
                                </p:cTn>
                              </p:par>
                              <p:par>
                                <p:cTn id="27" presetID="1" presetClass="exit" presetSubtype="0" fill="hold" grpId="0" nodeType="withEffect">
                                  <p:stCondLst>
                                    <p:cond delay="0"/>
                                  </p:stCondLst>
                                  <p:childTnLst>
                                    <p:set>
                                      <p:cBhvr>
                                        <p:cTn id="28" dur="1" fill="hold">
                                          <p:stCondLst>
                                            <p:cond delay="0"/>
                                          </p:stCondLst>
                                        </p:cTn>
                                        <p:tgtEl>
                                          <p:spTgt spid="6"/>
                                        </p:tgtEl>
                                        <p:attrNameLst>
                                          <p:attrName>style.visibility</p:attrName>
                                        </p:attrNameLst>
                                      </p:cBhvr>
                                      <p:to>
                                        <p:strVal val="hidden"/>
                                      </p:to>
                                    </p:set>
                                  </p:childTnLst>
                                </p:cTn>
                              </p:par>
                              <p:par>
                                <p:cTn id="29" presetID="1" presetClass="entr" presetSubtype="0" fill="hold" grpId="0" nodeType="withEffect">
                                  <p:stCondLst>
                                    <p:cond delay="0"/>
                                  </p:stCondLst>
                                  <p:childTnLst>
                                    <p:set>
                                      <p:cBhvr>
                                        <p:cTn id="30" dur="1" fill="hold">
                                          <p:stCondLst>
                                            <p:cond delay="0"/>
                                          </p:stCondLst>
                                        </p:cTn>
                                        <p:tgtEl>
                                          <p:spTgt spid="86"/>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26"/>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87"/>
                                        </p:tgtEl>
                                        <p:attrNameLst>
                                          <p:attrName>style.visibility</p:attrName>
                                        </p:attrNameLst>
                                      </p:cBhvr>
                                      <p:to>
                                        <p:strVal val="visible"/>
                                      </p:to>
                                    </p:set>
                                  </p:childTnLst>
                                </p:cTn>
                              </p:par>
                              <p:par>
                                <p:cTn id="37" presetID="1" presetClass="exit" presetSubtype="0" fill="hold" grpId="0" nodeType="withEffect">
                                  <p:stCondLst>
                                    <p:cond delay="0"/>
                                  </p:stCondLst>
                                  <p:childTnLst>
                                    <p:set>
                                      <p:cBhvr>
                                        <p:cTn id="38" dur="1" fill="hold">
                                          <p:stCondLst>
                                            <p:cond delay="0"/>
                                          </p:stCondLst>
                                        </p:cTn>
                                        <p:tgtEl>
                                          <p:spTgt spid="82"/>
                                        </p:tgtEl>
                                        <p:attrNameLst>
                                          <p:attrName>style.visibility</p:attrName>
                                        </p:attrNameLst>
                                      </p:cBhvr>
                                      <p:to>
                                        <p:strVal val="hidden"/>
                                      </p:to>
                                    </p:set>
                                  </p:childTnLst>
                                </p:cTn>
                              </p:par>
                            </p:childTnLst>
                          </p:cTn>
                        </p:par>
                      </p:childTnLst>
                    </p:cTn>
                  </p:par>
                  <p:par>
                    <p:cTn id="39" fill="hold">
                      <p:stCondLst>
                        <p:cond delay="indefinite"/>
                      </p:stCondLst>
                      <p:childTnLst>
                        <p:par>
                          <p:cTn id="40" fill="hold">
                            <p:stCondLst>
                              <p:cond delay="0"/>
                            </p:stCondLst>
                            <p:childTnLst>
                              <p:par>
                                <p:cTn id="41" presetID="1" presetClass="exit" presetSubtype="0" fill="hold" grpId="0" nodeType="clickEffect">
                                  <p:stCondLst>
                                    <p:cond delay="0"/>
                                  </p:stCondLst>
                                  <p:childTnLst>
                                    <p:set>
                                      <p:cBhvr>
                                        <p:cTn id="42" dur="1" fill="hold">
                                          <p:stCondLst>
                                            <p:cond delay="0"/>
                                          </p:stCondLst>
                                        </p:cTn>
                                        <p:tgtEl>
                                          <p:spTgt spid="81"/>
                                        </p:tgtEl>
                                        <p:attrNameLst>
                                          <p:attrName>style.visibility</p:attrName>
                                        </p:attrNameLst>
                                      </p:cBhvr>
                                      <p:to>
                                        <p:strVal val="hidden"/>
                                      </p:to>
                                    </p:set>
                                  </p:childTnLst>
                                </p:cTn>
                              </p:par>
                              <p:par>
                                <p:cTn id="43" presetID="1" presetClass="entr" presetSubtype="0" fill="hold" grpId="0" nodeType="withEffect">
                                  <p:stCondLst>
                                    <p:cond delay="0"/>
                                  </p:stCondLst>
                                  <p:childTnLst>
                                    <p:set>
                                      <p:cBhvr>
                                        <p:cTn id="44" dur="1" fill="hold">
                                          <p:stCondLst>
                                            <p:cond delay="0"/>
                                          </p:stCondLst>
                                        </p:cTn>
                                        <p:tgtEl>
                                          <p:spTgt spid="88"/>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nodeType="clickEffect">
                                  <p:stCondLst>
                                    <p:cond delay="0"/>
                                  </p:stCondLst>
                                  <p:childTnLst>
                                    <p:set>
                                      <p:cBhvr>
                                        <p:cTn id="48" dur="1" fill="hold">
                                          <p:stCondLst>
                                            <p:cond delay="0"/>
                                          </p:stCondLst>
                                        </p:cTn>
                                        <p:tgtEl>
                                          <p:spTgt spid="29"/>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xit" presetSubtype="0" fill="hold" grpId="0" nodeType="clickEffect">
                                  <p:stCondLst>
                                    <p:cond delay="0"/>
                                  </p:stCondLst>
                                  <p:childTnLst>
                                    <p:set>
                                      <p:cBhvr>
                                        <p:cTn id="52" dur="1" fill="hold">
                                          <p:stCondLst>
                                            <p:cond delay="0"/>
                                          </p:stCondLst>
                                        </p:cTn>
                                        <p:tgtEl>
                                          <p:spTgt spid="85"/>
                                        </p:tgtEl>
                                        <p:attrNameLst>
                                          <p:attrName>style.visibility</p:attrName>
                                        </p:attrNameLst>
                                      </p:cBhvr>
                                      <p:to>
                                        <p:strVal val="hidden"/>
                                      </p:to>
                                    </p:set>
                                  </p:childTnLst>
                                </p:cTn>
                              </p:par>
                              <p:par>
                                <p:cTn id="53" presetID="1" presetClass="entr" presetSubtype="0" fill="hold" grpId="0" nodeType="withEffect">
                                  <p:stCondLst>
                                    <p:cond delay="0"/>
                                  </p:stCondLst>
                                  <p:childTnLst>
                                    <p:set>
                                      <p:cBhvr>
                                        <p:cTn id="54" dur="1" fill="hold">
                                          <p:stCondLst>
                                            <p:cond delay="0"/>
                                          </p:stCondLst>
                                        </p:cTn>
                                        <p:tgtEl>
                                          <p:spTgt spid="118784"/>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11878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P spid="6" grpId="0"/>
      <p:bldP spid="81" grpId="0"/>
      <p:bldP spid="82" grpId="0"/>
      <p:bldP spid="118784" grpId="0"/>
      <p:bldP spid="85" grpId="0"/>
      <p:bldP spid="86" grpId="0"/>
      <p:bldP spid="87" grpId="0"/>
      <p:bldP spid="88" grpId="0"/>
      <p:bldP spid="118786" grpId="0"/>
    </p:bld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 name="矩形: 圆角 77">
            <a:extLst>
              <a:ext uri="{FF2B5EF4-FFF2-40B4-BE49-F238E27FC236}">
                <a16:creationId xmlns:a16="http://schemas.microsoft.com/office/drawing/2014/main" id="{BF5F3C53-EE21-485E-897E-15C3CA3A11F4}"/>
              </a:ext>
            </a:extLst>
          </p:cNvPr>
          <p:cNvSpPr/>
          <p:nvPr/>
        </p:nvSpPr>
        <p:spPr bwMode="auto">
          <a:xfrm>
            <a:off x="4143177" y="2113550"/>
            <a:ext cx="1371569" cy="679450"/>
          </a:xfrm>
          <a:prstGeom prst="roundRect">
            <a:avLst/>
          </a:prstGeom>
          <a:solidFill>
            <a:srgbClr val="CCECFF"/>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zh-CN" altLang="en-US" sz="1800" b="0" i="0" u="none" strike="noStrike" cap="none" normalizeH="0" baseline="0" dirty="0">
              <a:ln>
                <a:noFill/>
              </a:ln>
              <a:solidFill>
                <a:schemeClr val="tx1"/>
              </a:solidFill>
              <a:effectLst/>
              <a:latin typeface="Arial Narrow" panose="020B0606020202030204" pitchFamily="34" charset="0"/>
            </a:endParaRPr>
          </a:p>
        </p:txBody>
      </p:sp>
      <p:sp>
        <p:nvSpPr>
          <p:cNvPr id="118785" name="Title 1"/>
          <p:cNvSpPr>
            <a:spLocks noGrp="1"/>
          </p:cNvSpPr>
          <p:nvPr>
            <p:ph type="title"/>
          </p:nvPr>
        </p:nvSpPr>
        <p:spPr>
          <a:xfrm>
            <a:off x="228600" y="152400"/>
            <a:ext cx="8458200" cy="685800"/>
          </a:xfrm>
        </p:spPr>
        <p:txBody>
          <a:bodyPr/>
          <a:lstStyle/>
          <a:p>
            <a:r>
              <a:rPr lang="en-US" altLang="en-US" dirty="0">
                <a:ea typeface="ＭＳ Ｐゴシック" charset="-128"/>
              </a:rPr>
              <a:t>How </a:t>
            </a:r>
            <a:r>
              <a:rPr lang="en-US" altLang="zh-CN" dirty="0"/>
              <a:t>Directory</a:t>
            </a:r>
            <a:r>
              <a:rPr lang="en-US" altLang="en-US" dirty="0">
                <a:ea typeface="ＭＳ Ｐゴシック" charset="-128"/>
              </a:rPr>
              <a:t> Works? (</a:t>
            </a:r>
            <a:r>
              <a:rPr lang="en-US" altLang="zh-CN" dirty="0">
                <a:ea typeface="ＭＳ Ｐゴシック" charset="-128"/>
              </a:rPr>
              <a:t>C3 reads </a:t>
            </a:r>
            <a:r>
              <a:rPr lang="en-US" altLang="en-US" dirty="0">
                <a:ea typeface="ＭＳ Ｐゴシック" charset="-128"/>
              </a:rPr>
              <a:t>X)</a:t>
            </a:r>
          </a:p>
        </p:txBody>
      </p:sp>
      <p:sp>
        <p:nvSpPr>
          <p:cNvPr id="118787" name="Slide Number Placeholder 3"/>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charset="0"/>
                <a:ea typeface="ＭＳ Ｐゴシック" charset="-128"/>
              </a:defRPr>
            </a:lvl1pPr>
            <a:lvl2pPr marL="742950" indent="-285750" eaLnBrk="0" hangingPunct="0">
              <a:defRPr sz="2400">
                <a:solidFill>
                  <a:schemeClr val="tx1"/>
                </a:solidFill>
                <a:latin typeface="Arial" charset="0"/>
                <a:ea typeface="ＭＳ Ｐゴシック" charset="-128"/>
              </a:defRPr>
            </a:lvl2pPr>
            <a:lvl3pPr marL="1143000" indent="-228600" eaLnBrk="0" hangingPunct="0">
              <a:defRPr sz="2400">
                <a:solidFill>
                  <a:schemeClr val="tx1"/>
                </a:solidFill>
                <a:latin typeface="Arial" charset="0"/>
                <a:ea typeface="ＭＳ Ｐゴシック" charset="-128"/>
              </a:defRPr>
            </a:lvl3pPr>
            <a:lvl4pPr marL="1600200" indent="-228600" eaLnBrk="0" hangingPunct="0">
              <a:defRPr sz="2400">
                <a:solidFill>
                  <a:schemeClr val="tx1"/>
                </a:solidFill>
                <a:latin typeface="Arial" charset="0"/>
                <a:ea typeface="ＭＳ Ｐゴシック" charset="-128"/>
              </a:defRPr>
            </a:lvl4pPr>
            <a:lvl5pPr marL="2057400" indent="-228600" eaLnBrk="0" hangingPunct="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eaLnBrk="1" hangingPunct="1"/>
            <a:fld id="{AED358C2-D4E2-FB45-9976-71FB6B5F3BC4}" type="slidenum">
              <a:rPr lang="en-US" altLang="en-US" sz="1600">
                <a:solidFill>
                  <a:srgbClr val="000000"/>
                </a:solidFill>
                <a:latin typeface="Garamond" charset="0"/>
              </a:rPr>
              <a:pPr eaLnBrk="1" hangingPunct="1"/>
              <a:t>89</a:t>
            </a:fld>
            <a:endParaRPr lang="en-US" altLang="en-US" sz="1600">
              <a:solidFill>
                <a:srgbClr val="000000"/>
              </a:solidFill>
              <a:latin typeface="Garamond" charset="0"/>
            </a:endParaRPr>
          </a:p>
        </p:txBody>
      </p:sp>
      <p:grpSp>
        <p:nvGrpSpPr>
          <p:cNvPr id="8" name="组合 72">
            <a:extLst>
              <a:ext uri="{FF2B5EF4-FFF2-40B4-BE49-F238E27FC236}">
                <a16:creationId xmlns:a16="http://schemas.microsoft.com/office/drawing/2014/main" id="{B905FDAB-85EA-43D7-B6CD-0608601A195D}"/>
              </a:ext>
            </a:extLst>
          </p:cNvPr>
          <p:cNvGrpSpPr>
            <a:grpSpLocks/>
          </p:cNvGrpSpPr>
          <p:nvPr/>
        </p:nvGrpSpPr>
        <p:grpSpPr bwMode="auto">
          <a:xfrm>
            <a:off x="1172845" y="4457700"/>
            <a:ext cx="6503987" cy="2001838"/>
            <a:chOff x="999306" y="4857760"/>
            <a:chExt cx="6503240" cy="2001034"/>
          </a:xfrm>
        </p:grpSpPr>
        <p:cxnSp>
          <p:nvCxnSpPr>
            <p:cNvPr id="9" name="直接连接符 37">
              <a:extLst>
                <a:ext uri="{FF2B5EF4-FFF2-40B4-BE49-F238E27FC236}">
                  <a16:creationId xmlns:a16="http://schemas.microsoft.com/office/drawing/2014/main" id="{4362EC90-7BFD-4FB8-8CF7-9E605148B5AA}"/>
                </a:ext>
              </a:extLst>
            </p:cNvPr>
            <p:cNvCxnSpPr>
              <a:cxnSpLocks noChangeShapeType="1"/>
            </p:cNvCxnSpPr>
            <p:nvPr/>
          </p:nvCxnSpPr>
          <p:spPr bwMode="auto">
            <a:xfrm rot="5400000">
              <a:off x="-20" y="5857880"/>
              <a:ext cx="2000240" cy="1588"/>
            </a:xfrm>
            <a:prstGeom prst="line">
              <a:avLst/>
            </a:prstGeom>
            <a:noFill/>
            <a:ln w="38100" algn="ctr">
              <a:solidFill>
                <a:schemeClr val="tx1"/>
              </a:solidFill>
              <a:round/>
              <a:headEnd/>
              <a:tailEnd/>
            </a:ln>
            <a:extLst>
              <a:ext uri="{909E8E84-426E-40DD-AFC4-6F175D3DCCD1}">
                <a14:hiddenFill xmlns:a14="http://schemas.microsoft.com/office/drawing/2010/main">
                  <a:noFill/>
                </a14:hiddenFill>
              </a:ext>
            </a:extLst>
          </p:spPr>
        </p:cxnSp>
        <p:cxnSp>
          <p:nvCxnSpPr>
            <p:cNvPr id="10" name="直接连接符 38">
              <a:extLst>
                <a:ext uri="{FF2B5EF4-FFF2-40B4-BE49-F238E27FC236}">
                  <a16:creationId xmlns:a16="http://schemas.microsoft.com/office/drawing/2014/main" id="{D8A6DF2C-7C35-467D-969D-8F038EEE4B4A}"/>
                </a:ext>
              </a:extLst>
            </p:cNvPr>
            <p:cNvCxnSpPr>
              <a:cxnSpLocks noChangeShapeType="1"/>
            </p:cNvCxnSpPr>
            <p:nvPr/>
          </p:nvCxnSpPr>
          <p:spPr bwMode="auto">
            <a:xfrm rot="5400000">
              <a:off x="2072476" y="5857086"/>
              <a:ext cx="2000240" cy="1588"/>
            </a:xfrm>
            <a:prstGeom prst="line">
              <a:avLst/>
            </a:prstGeom>
            <a:noFill/>
            <a:ln w="38100" algn="ctr">
              <a:solidFill>
                <a:schemeClr val="tx1"/>
              </a:solidFill>
              <a:round/>
              <a:headEnd/>
              <a:tailEnd/>
            </a:ln>
            <a:extLst>
              <a:ext uri="{909E8E84-426E-40DD-AFC4-6F175D3DCCD1}">
                <a14:hiddenFill xmlns:a14="http://schemas.microsoft.com/office/drawing/2010/main">
                  <a:noFill/>
                </a14:hiddenFill>
              </a:ext>
            </a:extLst>
          </p:spPr>
        </p:cxnSp>
        <p:cxnSp>
          <p:nvCxnSpPr>
            <p:cNvPr id="11" name="直接连接符 39">
              <a:extLst>
                <a:ext uri="{FF2B5EF4-FFF2-40B4-BE49-F238E27FC236}">
                  <a16:creationId xmlns:a16="http://schemas.microsoft.com/office/drawing/2014/main" id="{92DE0F5F-1DBE-4E9C-9483-60065E25340A}"/>
                </a:ext>
              </a:extLst>
            </p:cNvPr>
            <p:cNvCxnSpPr>
              <a:cxnSpLocks noChangeShapeType="1"/>
            </p:cNvCxnSpPr>
            <p:nvPr/>
          </p:nvCxnSpPr>
          <p:spPr bwMode="auto">
            <a:xfrm rot="5400000">
              <a:off x="4358492" y="5857086"/>
              <a:ext cx="2000240" cy="1588"/>
            </a:xfrm>
            <a:prstGeom prst="line">
              <a:avLst/>
            </a:prstGeom>
            <a:noFill/>
            <a:ln w="38100" algn="ctr">
              <a:solidFill>
                <a:schemeClr val="tx1"/>
              </a:solidFill>
              <a:round/>
              <a:headEnd/>
              <a:tailEnd/>
            </a:ln>
            <a:extLst>
              <a:ext uri="{909E8E84-426E-40DD-AFC4-6F175D3DCCD1}">
                <a14:hiddenFill xmlns:a14="http://schemas.microsoft.com/office/drawing/2010/main">
                  <a:noFill/>
                </a14:hiddenFill>
              </a:ext>
            </a:extLst>
          </p:spPr>
        </p:cxnSp>
        <p:cxnSp>
          <p:nvCxnSpPr>
            <p:cNvPr id="12" name="直接连接符 40">
              <a:extLst>
                <a:ext uri="{FF2B5EF4-FFF2-40B4-BE49-F238E27FC236}">
                  <a16:creationId xmlns:a16="http://schemas.microsoft.com/office/drawing/2014/main" id="{63EAF7E6-582C-4F16-A5C6-077DD159AB85}"/>
                </a:ext>
              </a:extLst>
            </p:cNvPr>
            <p:cNvCxnSpPr>
              <a:cxnSpLocks noChangeShapeType="1"/>
            </p:cNvCxnSpPr>
            <p:nvPr/>
          </p:nvCxnSpPr>
          <p:spPr bwMode="auto">
            <a:xfrm rot="5400000">
              <a:off x="6501632" y="5857086"/>
              <a:ext cx="2000240" cy="1588"/>
            </a:xfrm>
            <a:prstGeom prst="line">
              <a:avLst/>
            </a:prstGeom>
            <a:noFill/>
            <a:ln w="38100" algn="ctr">
              <a:solidFill>
                <a:schemeClr val="tx1"/>
              </a:solidFill>
              <a:round/>
              <a:headEnd/>
              <a:tailEnd/>
            </a:ln>
            <a:extLst>
              <a:ext uri="{909E8E84-426E-40DD-AFC4-6F175D3DCCD1}">
                <a14:hiddenFill xmlns:a14="http://schemas.microsoft.com/office/drawing/2010/main">
                  <a:noFill/>
                </a14:hiddenFill>
              </a:ext>
            </a:extLst>
          </p:spPr>
        </p:cxnSp>
      </p:grpSp>
      <p:grpSp>
        <p:nvGrpSpPr>
          <p:cNvPr id="13" name="组合 48">
            <a:extLst>
              <a:ext uri="{FF2B5EF4-FFF2-40B4-BE49-F238E27FC236}">
                <a16:creationId xmlns:a16="http://schemas.microsoft.com/office/drawing/2014/main" id="{5907580B-BDEC-4E79-9485-70DB6F9469E2}"/>
              </a:ext>
            </a:extLst>
          </p:cNvPr>
          <p:cNvGrpSpPr>
            <a:grpSpLocks/>
          </p:cNvGrpSpPr>
          <p:nvPr/>
        </p:nvGrpSpPr>
        <p:grpSpPr bwMode="auto">
          <a:xfrm>
            <a:off x="3263838" y="4362596"/>
            <a:ext cx="2250907" cy="338554"/>
            <a:chOff x="1000100" y="4740577"/>
            <a:chExt cx="2071702" cy="337539"/>
          </a:xfrm>
        </p:grpSpPr>
        <p:cxnSp>
          <p:nvCxnSpPr>
            <p:cNvPr id="14" name="直接箭头连接符 46">
              <a:extLst>
                <a:ext uri="{FF2B5EF4-FFF2-40B4-BE49-F238E27FC236}">
                  <a16:creationId xmlns:a16="http://schemas.microsoft.com/office/drawing/2014/main" id="{F845DB13-4A50-4D4E-A571-93AEA7DA846E}"/>
                </a:ext>
              </a:extLst>
            </p:cNvPr>
            <p:cNvCxnSpPr>
              <a:cxnSpLocks noChangeShapeType="1"/>
            </p:cNvCxnSpPr>
            <p:nvPr/>
          </p:nvCxnSpPr>
          <p:spPr bwMode="auto">
            <a:xfrm>
              <a:off x="1000100" y="5072074"/>
              <a:ext cx="2071702" cy="1588"/>
            </a:xfrm>
            <a:prstGeom prst="straightConnector1">
              <a:avLst/>
            </a:prstGeom>
            <a:noFill/>
            <a:ln w="38100" algn="ctr">
              <a:solidFill>
                <a:srgbClr val="FF0000"/>
              </a:solidFill>
              <a:round/>
              <a:headEnd type="arrow"/>
              <a:tailEnd type="none" w="med" len="med"/>
            </a:ln>
            <a:extLst>
              <a:ext uri="{909E8E84-426E-40DD-AFC4-6F175D3DCCD1}">
                <a14:hiddenFill xmlns:a14="http://schemas.microsoft.com/office/drawing/2010/main">
                  <a:noFill/>
                </a14:hiddenFill>
              </a:ext>
            </a:extLst>
          </p:spPr>
        </p:cxnSp>
        <p:sp>
          <p:nvSpPr>
            <p:cNvPr id="15" name="TextBox 47">
              <a:extLst>
                <a:ext uri="{FF2B5EF4-FFF2-40B4-BE49-F238E27FC236}">
                  <a16:creationId xmlns:a16="http://schemas.microsoft.com/office/drawing/2014/main" id="{6F47F1D2-7851-40A7-8376-43A0CBEF3313}"/>
                </a:ext>
              </a:extLst>
            </p:cNvPr>
            <p:cNvSpPr txBox="1">
              <a:spLocks noChangeArrowheads="1"/>
            </p:cNvSpPr>
            <p:nvPr/>
          </p:nvSpPr>
          <p:spPr bwMode="auto">
            <a:xfrm>
              <a:off x="1703901" y="4740577"/>
              <a:ext cx="779297" cy="3375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6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36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36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r>
                <a:rPr lang="en-US" altLang="zh-CN" sz="1600" dirty="0" err="1">
                  <a:solidFill>
                    <a:schemeClr val="tx2"/>
                  </a:solidFill>
                  <a:latin typeface="Arial" panose="020B0604020202020204" pitchFamily="34" charset="0"/>
                </a:rPr>
                <a:t>GetS</a:t>
              </a:r>
              <a:r>
                <a:rPr lang="en-US" altLang="zh-CN" sz="1600" dirty="0">
                  <a:solidFill>
                    <a:schemeClr val="tx2"/>
                  </a:solidFill>
                  <a:latin typeface="Arial" panose="020B0604020202020204" pitchFamily="34" charset="0"/>
                </a:rPr>
                <a:t> X</a:t>
              </a:r>
              <a:endParaRPr lang="zh-CN" altLang="en-US" sz="1600" dirty="0">
                <a:solidFill>
                  <a:schemeClr val="tx2"/>
                </a:solidFill>
                <a:latin typeface="Arial" panose="020B0604020202020204" pitchFamily="34" charset="0"/>
              </a:endParaRPr>
            </a:p>
          </p:txBody>
        </p:sp>
      </p:grpSp>
      <p:cxnSp>
        <p:nvCxnSpPr>
          <p:cNvPr id="16" name="直接箭头连接符 50">
            <a:extLst>
              <a:ext uri="{FF2B5EF4-FFF2-40B4-BE49-F238E27FC236}">
                <a16:creationId xmlns:a16="http://schemas.microsoft.com/office/drawing/2014/main" id="{DA895F04-365D-459E-A7BB-F4D86255E50C}"/>
              </a:ext>
            </a:extLst>
          </p:cNvPr>
          <p:cNvCxnSpPr>
            <a:cxnSpLocks noChangeShapeType="1"/>
          </p:cNvCxnSpPr>
          <p:nvPr/>
        </p:nvCxnSpPr>
        <p:spPr bwMode="auto">
          <a:xfrm>
            <a:off x="1888807" y="4600575"/>
            <a:ext cx="914400" cy="914400"/>
          </a:xfrm>
          <a:prstGeom prst="straightConnector1">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lgn="ctr">
                <a:solidFill>
                  <a:srgbClr val="000000"/>
                </a:solidFill>
                <a:round/>
                <a:headEnd/>
                <a:tailEnd type="arrow" w="med" len="med"/>
              </a14:hiddenLine>
            </a:ext>
          </a:extLst>
        </p:spPr>
      </p:cxnSp>
      <p:grpSp>
        <p:nvGrpSpPr>
          <p:cNvPr id="23" name="组合 61">
            <a:extLst>
              <a:ext uri="{FF2B5EF4-FFF2-40B4-BE49-F238E27FC236}">
                <a16:creationId xmlns:a16="http://schemas.microsoft.com/office/drawing/2014/main" id="{4DEB8A4A-FED0-4549-A28A-1235E8779A4E}"/>
              </a:ext>
            </a:extLst>
          </p:cNvPr>
          <p:cNvGrpSpPr>
            <a:grpSpLocks/>
          </p:cNvGrpSpPr>
          <p:nvPr/>
        </p:nvGrpSpPr>
        <p:grpSpPr bwMode="auto">
          <a:xfrm flipH="1">
            <a:off x="1172844" y="5208473"/>
            <a:ext cx="2073276" cy="338554"/>
            <a:chOff x="3071802" y="5751406"/>
            <a:chExt cx="2286016" cy="338604"/>
          </a:xfrm>
        </p:grpSpPr>
        <p:cxnSp>
          <p:nvCxnSpPr>
            <p:cNvPr id="24" name="直接箭头连接符 58">
              <a:extLst>
                <a:ext uri="{FF2B5EF4-FFF2-40B4-BE49-F238E27FC236}">
                  <a16:creationId xmlns:a16="http://schemas.microsoft.com/office/drawing/2014/main" id="{8309F93C-BE31-452F-85C1-B19102A5A11B}"/>
                </a:ext>
              </a:extLst>
            </p:cNvPr>
            <p:cNvCxnSpPr>
              <a:cxnSpLocks noChangeShapeType="1"/>
            </p:cNvCxnSpPr>
            <p:nvPr/>
          </p:nvCxnSpPr>
          <p:spPr bwMode="auto">
            <a:xfrm rot="10800000">
              <a:off x="3071802" y="6072206"/>
              <a:ext cx="2286016" cy="1588"/>
            </a:xfrm>
            <a:prstGeom prst="straightConnector1">
              <a:avLst/>
            </a:prstGeom>
            <a:noFill/>
            <a:ln w="9525" algn="ctr">
              <a:solidFill>
                <a:srgbClr val="00B050"/>
              </a:solidFill>
              <a:round/>
              <a:headEnd/>
              <a:tailEnd type="arrow" w="med" len="med"/>
            </a:ln>
            <a:extLst>
              <a:ext uri="{909E8E84-426E-40DD-AFC4-6F175D3DCCD1}">
                <a14:hiddenFill xmlns:a14="http://schemas.microsoft.com/office/drawing/2010/main">
                  <a:noFill/>
                </a14:hiddenFill>
              </a:ext>
            </a:extLst>
          </p:spPr>
        </p:cxnSp>
        <p:sp>
          <p:nvSpPr>
            <p:cNvPr id="25" name="TextBox 59">
              <a:extLst>
                <a:ext uri="{FF2B5EF4-FFF2-40B4-BE49-F238E27FC236}">
                  <a16:creationId xmlns:a16="http://schemas.microsoft.com/office/drawing/2014/main" id="{9E65E935-571B-4299-8103-0EF081A13AD1}"/>
                </a:ext>
              </a:extLst>
            </p:cNvPr>
            <p:cNvSpPr txBox="1">
              <a:spLocks noChangeArrowheads="1"/>
            </p:cNvSpPr>
            <p:nvPr/>
          </p:nvSpPr>
          <p:spPr bwMode="auto">
            <a:xfrm>
              <a:off x="3567584" y="5751406"/>
              <a:ext cx="1143008" cy="3386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6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36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36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r>
                <a:rPr lang="en-US" altLang="zh-CN" sz="1600" dirty="0">
                  <a:solidFill>
                    <a:schemeClr val="tx2"/>
                  </a:solidFill>
                  <a:latin typeface="Arial" panose="020B0604020202020204" pitchFamily="34" charset="0"/>
                </a:rPr>
                <a:t>   Ack</a:t>
              </a:r>
              <a:endParaRPr lang="zh-CN" altLang="en-US" sz="1600" dirty="0">
                <a:solidFill>
                  <a:schemeClr val="tx2"/>
                </a:solidFill>
                <a:latin typeface="Arial" panose="020B0604020202020204" pitchFamily="34" charset="0"/>
              </a:endParaRPr>
            </a:p>
          </p:txBody>
        </p:sp>
      </p:grpSp>
      <p:grpSp>
        <p:nvGrpSpPr>
          <p:cNvPr id="29" name="组合 70">
            <a:extLst>
              <a:ext uri="{FF2B5EF4-FFF2-40B4-BE49-F238E27FC236}">
                <a16:creationId xmlns:a16="http://schemas.microsoft.com/office/drawing/2014/main" id="{8A446719-78A3-43B2-8E28-5B0D757FE6BE}"/>
              </a:ext>
            </a:extLst>
          </p:cNvPr>
          <p:cNvGrpSpPr>
            <a:grpSpLocks/>
          </p:cNvGrpSpPr>
          <p:nvPr/>
        </p:nvGrpSpPr>
        <p:grpSpPr bwMode="auto">
          <a:xfrm flipH="1">
            <a:off x="1187320" y="5634333"/>
            <a:ext cx="4344536" cy="338554"/>
            <a:chOff x="1000100" y="6034331"/>
            <a:chExt cx="2071702" cy="338604"/>
          </a:xfrm>
        </p:grpSpPr>
        <p:cxnSp>
          <p:nvCxnSpPr>
            <p:cNvPr id="30" name="直接箭头连接符 68">
              <a:extLst>
                <a:ext uri="{FF2B5EF4-FFF2-40B4-BE49-F238E27FC236}">
                  <a16:creationId xmlns:a16="http://schemas.microsoft.com/office/drawing/2014/main" id="{2722A55E-94E9-4E1C-89E8-7F98AE0C82A2}"/>
                </a:ext>
              </a:extLst>
            </p:cNvPr>
            <p:cNvCxnSpPr>
              <a:cxnSpLocks noChangeShapeType="1"/>
            </p:cNvCxnSpPr>
            <p:nvPr/>
          </p:nvCxnSpPr>
          <p:spPr bwMode="auto">
            <a:xfrm rot="10800000">
              <a:off x="1000100" y="6357958"/>
              <a:ext cx="2071702" cy="1588"/>
            </a:xfrm>
            <a:prstGeom prst="straightConnector1">
              <a:avLst/>
            </a:prstGeom>
            <a:noFill/>
            <a:ln w="38100" algn="ctr">
              <a:solidFill>
                <a:srgbClr val="FF0000"/>
              </a:solidFill>
              <a:round/>
              <a:headEnd/>
              <a:tailEnd type="arrow" w="med" len="med"/>
            </a:ln>
            <a:extLst>
              <a:ext uri="{909E8E84-426E-40DD-AFC4-6F175D3DCCD1}">
                <a14:hiddenFill xmlns:a14="http://schemas.microsoft.com/office/drawing/2010/main">
                  <a:noFill/>
                </a14:hiddenFill>
              </a:ext>
            </a:extLst>
          </p:spPr>
        </p:cxnSp>
        <p:sp>
          <p:nvSpPr>
            <p:cNvPr id="31" name="TextBox 69">
              <a:extLst>
                <a:ext uri="{FF2B5EF4-FFF2-40B4-BE49-F238E27FC236}">
                  <a16:creationId xmlns:a16="http://schemas.microsoft.com/office/drawing/2014/main" id="{4F62C11B-3029-4B9F-9E67-C6447B493105}"/>
                </a:ext>
              </a:extLst>
            </p:cNvPr>
            <p:cNvSpPr txBox="1">
              <a:spLocks noChangeArrowheads="1"/>
            </p:cNvSpPr>
            <p:nvPr/>
          </p:nvSpPr>
          <p:spPr bwMode="auto">
            <a:xfrm>
              <a:off x="1341360" y="6034331"/>
              <a:ext cx="649890" cy="3386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6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36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36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r>
                <a:rPr lang="en-US" altLang="zh-CN" sz="1600" dirty="0">
                  <a:solidFill>
                    <a:schemeClr val="tx2"/>
                  </a:solidFill>
                  <a:latin typeface="Arial" panose="020B0604020202020204" pitchFamily="34" charset="0"/>
                </a:rPr>
                <a:t>Reply X=888</a:t>
              </a:r>
              <a:endParaRPr lang="zh-CN" altLang="en-US" dirty="0">
                <a:solidFill>
                  <a:schemeClr val="tx2"/>
                </a:solidFill>
                <a:latin typeface="Arial" panose="020B0604020202020204" pitchFamily="34" charset="0"/>
              </a:endParaRPr>
            </a:p>
          </p:txBody>
        </p:sp>
      </p:grpSp>
      <p:sp>
        <p:nvSpPr>
          <p:cNvPr id="32" name="Oval 7">
            <a:extLst>
              <a:ext uri="{FF2B5EF4-FFF2-40B4-BE49-F238E27FC236}">
                <a16:creationId xmlns:a16="http://schemas.microsoft.com/office/drawing/2014/main" id="{DC67EC1F-A925-483F-9AC1-FA5E4B1AE7D5}"/>
              </a:ext>
            </a:extLst>
          </p:cNvPr>
          <p:cNvSpPr>
            <a:spLocks noChangeArrowheads="1"/>
          </p:cNvSpPr>
          <p:nvPr/>
        </p:nvSpPr>
        <p:spPr bwMode="auto">
          <a:xfrm>
            <a:off x="2851524" y="1064070"/>
            <a:ext cx="749300" cy="749300"/>
          </a:xfrm>
          <a:prstGeom prst="ellipse">
            <a:avLst/>
          </a:prstGeom>
          <a:solidFill>
            <a:schemeClr val="bg1"/>
          </a:solidFill>
          <a:ln w="12700">
            <a:solidFill>
              <a:schemeClr val="tx1"/>
            </a:solidFill>
            <a:round/>
            <a:headEnd/>
            <a:tailEnd/>
          </a:ln>
        </p:spPr>
        <p:txBody>
          <a:bodyPr wrap="none" anchor="ctr"/>
          <a:lstStyle>
            <a:lvl1pPr eaLnBrk="0" hangingPunct="0">
              <a:defRPr sz="2400">
                <a:solidFill>
                  <a:schemeClr val="tx1"/>
                </a:solidFill>
                <a:latin typeface="Arial" charset="0"/>
                <a:ea typeface="ＭＳ Ｐゴシック" charset="-128"/>
              </a:defRPr>
            </a:lvl1pPr>
            <a:lvl2pPr marL="742950" indent="-285750" eaLnBrk="0" hangingPunct="0">
              <a:defRPr sz="2400">
                <a:solidFill>
                  <a:schemeClr val="tx1"/>
                </a:solidFill>
                <a:latin typeface="Arial" charset="0"/>
                <a:ea typeface="ＭＳ Ｐゴシック" charset="-128"/>
              </a:defRPr>
            </a:lvl2pPr>
            <a:lvl3pPr marL="1143000" indent="-228600" eaLnBrk="0" hangingPunct="0">
              <a:defRPr sz="2400">
                <a:solidFill>
                  <a:schemeClr val="tx1"/>
                </a:solidFill>
                <a:latin typeface="Arial" charset="0"/>
                <a:ea typeface="ＭＳ Ｐゴシック" charset="-128"/>
              </a:defRPr>
            </a:lvl3pPr>
            <a:lvl4pPr marL="1600200" indent="-228600" eaLnBrk="0" hangingPunct="0">
              <a:defRPr sz="2400">
                <a:solidFill>
                  <a:schemeClr val="tx1"/>
                </a:solidFill>
                <a:latin typeface="Arial" charset="0"/>
                <a:ea typeface="ＭＳ Ｐゴシック" charset="-128"/>
              </a:defRPr>
            </a:lvl4pPr>
            <a:lvl5pPr marL="2057400" indent="-228600" eaLnBrk="0" hangingPunct="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charset="0"/>
              <a:ea typeface="ＭＳ Ｐゴシック" charset="-128"/>
              <a:cs typeface="+mn-cs"/>
            </a:endParaRPr>
          </a:p>
        </p:txBody>
      </p:sp>
      <p:sp>
        <p:nvSpPr>
          <p:cNvPr id="33" name="Line 9">
            <a:extLst>
              <a:ext uri="{FF2B5EF4-FFF2-40B4-BE49-F238E27FC236}">
                <a16:creationId xmlns:a16="http://schemas.microsoft.com/office/drawing/2014/main" id="{44141B5B-E623-48B2-AC70-05F373557FC0}"/>
              </a:ext>
            </a:extLst>
          </p:cNvPr>
          <p:cNvSpPr>
            <a:spLocks noChangeShapeType="1"/>
          </p:cNvSpPr>
          <p:nvPr/>
        </p:nvSpPr>
        <p:spPr bwMode="auto">
          <a:xfrm>
            <a:off x="3243636" y="1819801"/>
            <a:ext cx="0" cy="3111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charset="0"/>
              <a:ea typeface="ＭＳ Ｐゴシック" charset="-128"/>
              <a:cs typeface="+mn-cs"/>
            </a:endParaRPr>
          </a:p>
        </p:txBody>
      </p:sp>
      <p:sp>
        <p:nvSpPr>
          <p:cNvPr id="34" name="Line 10">
            <a:extLst>
              <a:ext uri="{FF2B5EF4-FFF2-40B4-BE49-F238E27FC236}">
                <a16:creationId xmlns:a16="http://schemas.microsoft.com/office/drawing/2014/main" id="{6FD3B2B8-B6DD-4AA4-928E-5055BBA9C4F3}"/>
              </a:ext>
            </a:extLst>
          </p:cNvPr>
          <p:cNvSpPr>
            <a:spLocks noChangeShapeType="1"/>
          </p:cNvSpPr>
          <p:nvPr/>
        </p:nvSpPr>
        <p:spPr bwMode="auto">
          <a:xfrm>
            <a:off x="3243636" y="2810401"/>
            <a:ext cx="0" cy="36830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charset="0"/>
              <a:ea typeface="ＭＳ Ｐゴシック" charset="-128"/>
              <a:cs typeface="+mn-cs"/>
            </a:endParaRPr>
          </a:p>
        </p:txBody>
      </p:sp>
      <p:sp>
        <p:nvSpPr>
          <p:cNvPr id="36" name="Rectangle 13">
            <a:extLst>
              <a:ext uri="{FF2B5EF4-FFF2-40B4-BE49-F238E27FC236}">
                <a16:creationId xmlns:a16="http://schemas.microsoft.com/office/drawing/2014/main" id="{9F86BCEC-E973-45EF-A1A6-021FEC930754}"/>
              </a:ext>
            </a:extLst>
          </p:cNvPr>
          <p:cNvSpPr>
            <a:spLocks noChangeArrowheads="1"/>
          </p:cNvSpPr>
          <p:nvPr/>
        </p:nvSpPr>
        <p:spPr bwMode="auto">
          <a:xfrm>
            <a:off x="3004203" y="1241076"/>
            <a:ext cx="424797" cy="3667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eaLnBrk="0" hangingPunct="0">
              <a:defRPr sz="2400">
                <a:solidFill>
                  <a:schemeClr val="tx1"/>
                </a:solidFill>
                <a:latin typeface="Arial" charset="0"/>
                <a:ea typeface="ＭＳ Ｐゴシック" charset="-128"/>
              </a:defRPr>
            </a:lvl1pPr>
            <a:lvl2pPr marL="742950" indent="-285750" eaLnBrk="0" hangingPunct="0">
              <a:defRPr sz="2400">
                <a:solidFill>
                  <a:schemeClr val="tx1"/>
                </a:solidFill>
                <a:latin typeface="Arial" charset="0"/>
                <a:ea typeface="ＭＳ Ｐゴシック" charset="-128"/>
              </a:defRPr>
            </a:lvl2pPr>
            <a:lvl3pPr marL="1143000" indent="-228600" eaLnBrk="0" hangingPunct="0">
              <a:defRPr sz="2400">
                <a:solidFill>
                  <a:schemeClr val="tx1"/>
                </a:solidFill>
                <a:latin typeface="Arial" charset="0"/>
                <a:ea typeface="ＭＳ Ｐゴシック" charset="-128"/>
              </a:defRPr>
            </a:lvl3pPr>
            <a:lvl4pPr marL="1600200" indent="-228600" eaLnBrk="0" hangingPunct="0">
              <a:defRPr sz="2400">
                <a:solidFill>
                  <a:schemeClr val="tx1"/>
                </a:solidFill>
                <a:latin typeface="Arial" charset="0"/>
                <a:ea typeface="ＭＳ Ｐゴシック" charset="-128"/>
              </a:defRPr>
            </a:lvl4pPr>
            <a:lvl5pPr marL="2057400" indent="-228600" eaLnBrk="0" hangingPunct="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dirty="0">
                <a:ln>
                  <a:noFill/>
                </a:ln>
                <a:solidFill>
                  <a:srgbClr val="000000"/>
                </a:solidFill>
                <a:effectLst/>
                <a:uLnTx/>
                <a:uFillTx/>
                <a:latin typeface="Arial Narrow" panose="020B0606020202030204" pitchFamily="34" charset="0"/>
              </a:rPr>
              <a:t>C2</a:t>
            </a:r>
          </a:p>
        </p:txBody>
      </p:sp>
      <p:sp>
        <p:nvSpPr>
          <p:cNvPr id="37" name="AutoShape 16">
            <a:extLst>
              <a:ext uri="{FF2B5EF4-FFF2-40B4-BE49-F238E27FC236}">
                <a16:creationId xmlns:a16="http://schemas.microsoft.com/office/drawing/2014/main" id="{48307579-98ED-4F1E-B2DE-637916F9833D}"/>
              </a:ext>
            </a:extLst>
          </p:cNvPr>
          <p:cNvSpPr>
            <a:spLocks noChangeArrowheads="1"/>
          </p:cNvSpPr>
          <p:nvPr/>
        </p:nvSpPr>
        <p:spPr bwMode="auto">
          <a:xfrm>
            <a:off x="977620" y="3191401"/>
            <a:ext cx="6860781" cy="465118"/>
          </a:xfrm>
          <a:prstGeom prst="roundRect">
            <a:avLst>
              <a:gd name="adj" fmla="val 12495"/>
            </a:avLst>
          </a:prstGeom>
          <a:solidFill>
            <a:schemeClr val="bg1"/>
          </a:solidFill>
          <a:ln w="12700">
            <a:solidFill>
              <a:schemeClr val="tx1"/>
            </a:solidFill>
            <a:round/>
            <a:headEnd/>
            <a:tailEnd/>
          </a:ln>
        </p:spPr>
        <p:txBody>
          <a:bodyPr wrap="none" anchor="ctr"/>
          <a:lstStyle>
            <a:lvl1pPr eaLnBrk="0" hangingPunct="0">
              <a:defRPr sz="2400">
                <a:solidFill>
                  <a:schemeClr val="tx1"/>
                </a:solidFill>
                <a:latin typeface="Arial" charset="0"/>
                <a:ea typeface="ＭＳ Ｐゴシック" charset="-128"/>
              </a:defRPr>
            </a:lvl1pPr>
            <a:lvl2pPr marL="742950" indent="-285750" eaLnBrk="0" hangingPunct="0">
              <a:defRPr sz="2400">
                <a:solidFill>
                  <a:schemeClr val="tx1"/>
                </a:solidFill>
                <a:latin typeface="Arial" charset="0"/>
                <a:ea typeface="ＭＳ Ｐゴシック" charset="-128"/>
              </a:defRPr>
            </a:lvl2pPr>
            <a:lvl3pPr marL="1143000" indent="-228600" eaLnBrk="0" hangingPunct="0">
              <a:defRPr sz="2400">
                <a:solidFill>
                  <a:schemeClr val="tx1"/>
                </a:solidFill>
                <a:latin typeface="Arial" charset="0"/>
                <a:ea typeface="ＭＳ Ｐゴシック" charset="-128"/>
              </a:defRPr>
            </a:lvl3pPr>
            <a:lvl4pPr marL="1600200" indent="-228600" eaLnBrk="0" hangingPunct="0">
              <a:defRPr sz="2400">
                <a:solidFill>
                  <a:schemeClr val="tx1"/>
                </a:solidFill>
                <a:latin typeface="Arial" charset="0"/>
                <a:ea typeface="ＭＳ Ｐゴシック" charset="-128"/>
              </a:defRPr>
            </a:lvl4pPr>
            <a:lvl5pPr marL="2057400" indent="-228600" eaLnBrk="0" hangingPunct="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charset="0"/>
              <a:ea typeface="ＭＳ Ｐゴシック" charset="-128"/>
              <a:cs typeface="+mn-cs"/>
            </a:endParaRPr>
          </a:p>
        </p:txBody>
      </p:sp>
      <p:sp>
        <p:nvSpPr>
          <p:cNvPr id="38" name="Rectangle 17">
            <a:extLst>
              <a:ext uri="{FF2B5EF4-FFF2-40B4-BE49-F238E27FC236}">
                <a16:creationId xmlns:a16="http://schemas.microsoft.com/office/drawing/2014/main" id="{8B1DA094-DA5F-4889-AAFF-32CDE92C7C67}"/>
              </a:ext>
            </a:extLst>
          </p:cNvPr>
          <p:cNvSpPr>
            <a:spLocks noChangeArrowheads="1"/>
          </p:cNvSpPr>
          <p:nvPr/>
        </p:nvSpPr>
        <p:spPr bwMode="auto">
          <a:xfrm>
            <a:off x="3543515" y="3244339"/>
            <a:ext cx="2104744" cy="3667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eaLnBrk="0" hangingPunct="0">
              <a:defRPr sz="2400">
                <a:solidFill>
                  <a:schemeClr val="tx1"/>
                </a:solidFill>
                <a:latin typeface="Arial" charset="0"/>
                <a:ea typeface="ＭＳ Ｐゴシック" charset="-128"/>
              </a:defRPr>
            </a:lvl1pPr>
            <a:lvl2pPr marL="742950" indent="-285750" eaLnBrk="0" hangingPunct="0">
              <a:defRPr sz="2400">
                <a:solidFill>
                  <a:schemeClr val="tx1"/>
                </a:solidFill>
                <a:latin typeface="Arial" charset="0"/>
                <a:ea typeface="ＭＳ Ｐゴシック" charset="-128"/>
              </a:defRPr>
            </a:lvl2pPr>
            <a:lvl3pPr marL="1143000" indent="-228600" eaLnBrk="0" hangingPunct="0">
              <a:defRPr sz="2400">
                <a:solidFill>
                  <a:schemeClr val="tx1"/>
                </a:solidFill>
                <a:latin typeface="Arial" charset="0"/>
                <a:ea typeface="ＭＳ Ｐゴシック" charset="-128"/>
              </a:defRPr>
            </a:lvl3pPr>
            <a:lvl4pPr marL="1600200" indent="-228600" eaLnBrk="0" hangingPunct="0">
              <a:defRPr sz="2400">
                <a:solidFill>
                  <a:schemeClr val="tx1"/>
                </a:solidFill>
                <a:latin typeface="Arial" charset="0"/>
                <a:ea typeface="ＭＳ Ｐゴシック" charset="-128"/>
              </a:defRPr>
            </a:lvl4pPr>
            <a:lvl5pPr marL="2057400" indent="-228600" eaLnBrk="0" hangingPunct="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dirty="0">
                <a:ln>
                  <a:noFill/>
                </a:ln>
                <a:solidFill>
                  <a:srgbClr val="000000"/>
                </a:solidFill>
                <a:effectLst/>
                <a:uLnTx/>
                <a:uFillTx/>
                <a:latin typeface="Arial" charset="0"/>
                <a:ea typeface="ＭＳ Ｐゴシック" charset="-128"/>
                <a:cs typeface="+mn-cs"/>
              </a:rPr>
              <a:t>Switch (</a:t>
            </a:r>
            <a:r>
              <a:rPr kumimoji="0" lang="en-US" altLang="en-US" sz="1800" b="0" i="0" u="none" strike="noStrike" kern="1200" cap="none" spc="0" normalizeH="0" baseline="0" noProof="0" dirty="0">
                <a:ln>
                  <a:noFill/>
                </a:ln>
                <a:solidFill>
                  <a:schemeClr val="accent3">
                    <a:lumMod val="65000"/>
                  </a:schemeClr>
                </a:solidFill>
                <a:effectLst/>
                <a:uLnTx/>
                <a:uFillTx/>
                <a:latin typeface="Arial Narrow" panose="020B0606020202030204" pitchFamily="34" charset="0"/>
              </a:rPr>
              <a:t>peer to peer</a:t>
            </a:r>
            <a:r>
              <a:rPr kumimoji="0" lang="en-US" altLang="en-US" sz="1800" b="0" i="0" u="none" strike="noStrike" kern="1200" cap="none" spc="0" normalizeH="0" baseline="0" noProof="0" dirty="0">
                <a:ln>
                  <a:noFill/>
                </a:ln>
                <a:solidFill>
                  <a:srgbClr val="000000"/>
                </a:solidFill>
                <a:effectLst/>
                <a:uLnTx/>
                <a:uFillTx/>
                <a:latin typeface="Arial" charset="0"/>
                <a:ea typeface="ＭＳ Ｐゴシック" charset="-128"/>
                <a:cs typeface="+mn-cs"/>
              </a:rPr>
              <a:t>)</a:t>
            </a:r>
          </a:p>
        </p:txBody>
      </p:sp>
      <p:sp>
        <p:nvSpPr>
          <p:cNvPr id="41" name="矩形: 圆角 40">
            <a:extLst>
              <a:ext uri="{FF2B5EF4-FFF2-40B4-BE49-F238E27FC236}">
                <a16:creationId xmlns:a16="http://schemas.microsoft.com/office/drawing/2014/main" id="{5C3578BE-8AB4-4F32-942C-19DEB8DD1F10}"/>
              </a:ext>
            </a:extLst>
          </p:cNvPr>
          <p:cNvSpPr/>
          <p:nvPr/>
        </p:nvSpPr>
        <p:spPr bwMode="auto">
          <a:xfrm>
            <a:off x="2551493" y="2130951"/>
            <a:ext cx="1371569" cy="679450"/>
          </a:xfrm>
          <a:prstGeom prst="roundRect">
            <a:avLst/>
          </a:prstGeom>
          <a:solidFill>
            <a:srgbClr val="CCECFF"/>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zh-CN" altLang="en-US" sz="1800" b="0" i="0" u="none" strike="noStrike" cap="none" normalizeH="0" baseline="0" dirty="0">
              <a:ln>
                <a:noFill/>
              </a:ln>
              <a:solidFill>
                <a:schemeClr val="tx1"/>
              </a:solidFill>
              <a:effectLst/>
              <a:latin typeface="Arial Narrow" panose="020B0606020202030204" pitchFamily="34" charset="0"/>
            </a:endParaRPr>
          </a:p>
        </p:txBody>
      </p:sp>
      <p:sp>
        <p:nvSpPr>
          <p:cNvPr id="64" name="Oval 7">
            <a:extLst>
              <a:ext uri="{FF2B5EF4-FFF2-40B4-BE49-F238E27FC236}">
                <a16:creationId xmlns:a16="http://schemas.microsoft.com/office/drawing/2014/main" id="{E9D3B7CC-CC0B-46B8-AED6-0E7F0612254B}"/>
              </a:ext>
            </a:extLst>
          </p:cNvPr>
          <p:cNvSpPr>
            <a:spLocks noChangeArrowheads="1"/>
          </p:cNvSpPr>
          <p:nvPr/>
        </p:nvSpPr>
        <p:spPr bwMode="auto">
          <a:xfrm>
            <a:off x="1277651" y="1051844"/>
            <a:ext cx="749300" cy="749300"/>
          </a:xfrm>
          <a:prstGeom prst="ellipse">
            <a:avLst/>
          </a:prstGeom>
          <a:solidFill>
            <a:schemeClr val="bg1"/>
          </a:solidFill>
          <a:ln w="12700">
            <a:solidFill>
              <a:schemeClr val="tx1"/>
            </a:solidFill>
            <a:round/>
            <a:headEnd/>
            <a:tailEnd/>
          </a:ln>
        </p:spPr>
        <p:txBody>
          <a:bodyPr wrap="none" anchor="ctr"/>
          <a:lstStyle>
            <a:lvl1pPr eaLnBrk="0" hangingPunct="0">
              <a:defRPr sz="2400">
                <a:solidFill>
                  <a:schemeClr val="tx1"/>
                </a:solidFill>
                <a:latin typeface="Arial" charset="0"/>
                <a:ea typeface="ＭＳ Ｐゴシック" charset="-128"/>
              </a:defRPr>
            </a:lvl1pPr>
            <a:lvl2pPr marL="742950" indent="-285750" eaLnBrk="0" hangingPunct="0">
              <a:defRPr sz="2400">
                <a:solidFill>
                  <a:schemeClr val="tx1"/>
                </a:solidFill>
                <a:latin typeface="Arial" charset="0"/>
                <a:ea typeface="ＭＳ Ｐゴシック" charset="-128"/>
              </a:defRPr>
            </a:lvl2pPr>
            <a:lvl3pPr marL="1143000" indent="-228600" eaLnBrk="0" hangingPunct="0">
              <a:defRPr sz="2400">
                <a:solidFill>
                  <a:schemeClr val="tx1"/>
                </a:solidFill>
                <a:latin typeface="Arial" charset="0"/>
                <a:ea typeface="ＭＳ Ｐゴシック" charset="-128"/>
              </a:defRPr>
            </a:lvl3pPr>
            <a:lvl4pPr marL="1600200" indent="-228600" eaLnBrk="0" hangingPunct="0">
              <a:defRPr sz="2400">
                <a:solidFill>
                  <a:schemeClr val="tx1"/>
                </a:solidFill>
                <a:latin typeface="Arial" charset="0"/>
                <a:ea typeface="ＭＳ Ｐゴシック" charset="-128"/>
              </a:defRPr>
            </a:lvl4pPr>
            <a:lvl5pPr marL="2057400" indent="-228600" eaLnBrk="0" hangingPunct="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charset="0"/>
              <a:ea typeface="ＭＳ Ｐゴシック" charset="-128"/>
              <a:cs typeface="+mn-cs"/>
            </a:endParaRPr>
          </a:p>
        </p:txBody>
      </p:sp>
      <p:sp>
        <p:nvSpPr>
          <p:cNvPr id="65" name="Line 9">
            <a:extLst>
              <a:ext uri="{FF2B5EF4-FFF2-40B4-BE49-F238E27FC236}">
                <a16:creationId xmlns:a16="http://schemas.microsoft.com/office/drawing/2014/main" id="{761927B0-4D93-4D4E-B279-9BA3AC91676A}"/>
              </a:ext>
            </a:extLst>
          </p:cNvPr>
          <p:cNvSpPr>
            <a:spLocks noChangeShapeType="1"/>
          </p:cNvSpPr>
          <p:nvPr/>
        </p:nvSpPr>
        <p:spPr bwMode="auto">
          <a:xfrm>
            <a:off x="1669763" y="1807575"/>
            <a:ext cx="0" cy="3111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charset="0"/>
              <a:ea typeface="ＭＳ Ｐゴシック" charset="-128"/>
              <a:cs typeface="+mn-cs"/>
            </a:endParaRPr>
          </a:p>
        </p:txBody>
      </p:sp>
      <p:sp>
        <p:nvSpPr>
          <p:cNvPr id="66" name="Line 10">
            <a:extLst>
              <a:ext uri="{FF2B5EF4-FFF2-40B4-BE49-F238E27FC236}">
                <a16:creationId xmlns:a16="http://schemas.microsoft.com/office/drawing/2014/main" id="{1A6863F4-F416-4AFD-B0C6-F81C3D8EEF49}"/>
              </a:ext>
            </a:extLst>
          </p:cNvPr>
          <p:cNvSpPr>
            <a:spLocks noChangeShapeType="1"/>
          </p:cNvSpPr>
          <p:nvPr/>
        </p:nvSpPr>
        <p:spPr bwMode="auto">
          <a:xfrm>
            <a:off x="1669763" y="2798175"/>
            <a:ext cx="0" cy="36830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charset="0"/>
              <a:ea typeface="ＭＳ Ｐゴシック" charset="-128"/>
              <a:cs typeface="+mn-cs"/>
            </a:endParaRPr>
          </a:p>
        </p:txBody>
      </p:sp>
      <p:sp>
        <p:nvSpPr>
          <p:cNvPr id="67" name="Rectangle 13">
            <a:extLst>
              <a:ext uri="{FF2B5EF4-FFF2-40B4-BE49-F238E27FC236}">
                <a16:creationId xmlns:a16="http://schemas.microsoft.com/office/drawing/2014/main" id="{554EB754-274E-4EB4-8AD9-2DF11C63B482}"/>
              </a:ext>
            </a:extLst>
          </p:cNvPr>
          <p:cNvSpPr>
            <a:spLocks noChangeArrowheads="1"/>
          </p:cNvSpPr>
          <p:nvPr/>
        </p:nvSpPr>
        <p:spPr bwMode="auto">
          <a:xfrm>
            <a:off x="1430330" y="1228850"/>
            <a:ext cx="424797" cy="3667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eaLnBrk="0" hangingPunct="0">
              <a:defRPr sz="2400">
                <a:solidFill>
                  <a:schemeClr val="tx1"/>
                </a:solidFill>
                <a:latin typeface="Arial" charset="0"/>
                <a:ea typeface="ＭＳ Ｐゴシック" charset="-128"/>
              </a:defRPr>
            </a:lvl1pPr>
            <a:lvl2pPr marL="742950" indent="-285750" eaLnBrk="0" hangingPunct="0">
              <a:defRPr sz="2400">
                <a:solidFill>
                  <a:schemeClr val="tx1"/>
                </a:solidFill>
                <a:latin typeface="Arial" charset="0"/>
                <a:ea typeface="ＭＳ Ｐゴシック" charset="-128"/>
              </a:defRPr>
            </a:lvl2pPr>
            <a:lvl3pPr marL="1143000" indent="-228600" eaLnBrk="0" hangingPunct="0">
              <a:defRPr sz="2400">
                <a:solidFill>
                  <a:schemeClr val="tx1"/>
                </a:solidFill>
                <a:latin typeface="Arial" charset="0"/>
                <a:ea typeface="ＭＳ Ｐゴシック" charset="-128"/>
              </a:defRPr>
            </a:lvl3pPr>
            <a:lvl4pPr marL="1600200" indent="-228600" eaLnBrk="0" hangingPunct="0">
              <a:defRPr sz="2400">
                <a:solidFill>
                  <a:schemeClr val="tx1"/>
                </a:solidFill>
                <a:latin typeface="Arial" charset="0"/>
                <a:ea typeface="ＭＳ Ｐゴシック" charset="-128"/>
              </a:defRPr>
            </a:lvl4pPr>
            <a:lvl5pPr marL="2057400" indent="-228600" eaLnBrk="0" hangingPunct="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dirty="0">
                <a:ln>
                  <a:noFill/>
                </a:ln>
                <a:solidFill>
                  <a:srgbClr val="000000"/>
                </a:solidFill>
                <a:effectLst/>
                <a:uLnTx/>
                <a:uFillTx/>
                <a:latin typeface="Arial Narrow" panose="020B0606020202030204" pitchFamily="34" charset="0"/>
              </a:rPr>
              <a:t>C1</a:t>
            </a:r>
          </a:p>
        </p:txBody>
      </p:sp>
      <p:sp>
        <p:nvSpPr>
          <p:cNvPr id="68" name="矩形: 圆角 67">
            <a:extLst>
              <a:ext uri="{FF2B5EF4-FFF2-40B4-BE49-F238E27FC236}">
                <a16:creationId xmlns:a16="http://schemas.microsoft.com/office/drawing/2014/main" id="{ED8DDC0F-AFA9-4718-9BDC-3B8F8B3DB64E}"/>
              </a:ext>
            </a:extLst>
          </p:cNvPr>
          <p:cNvSpPr/>
          <p:nvPr/>
        </p:nvSpPr>
        <p:spPr bwMode="auto">
          <a:xfrm>
            <a:off x="977620" y="2118725"/>
            <a:ext cx="1371569" cy="679450"/>
          </a:xfrm>
          <a:prstGeom prst="roundRect">
            <a:avLst/>
          </a:prstGeom>
          <a:solidFill>
            <a:srgbClr val="CCECFF"/>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zh-CN" altLang="en-US" sz="1800" b="0" i="0" u="none" strike="noStrike" cap="none" normalizeH="0" baseline="0" dirty="0">
              <a:ln>
                <a:noFill/>
              </a:ln>
              <a:solidFill>
                <a:schemeClr val="tx1"/>
              </a:solidFill>
              <a:effectLst/>
              <a:latin typeface="Arial Narrow" panose="020B0606020202030204" pitchFamily="34" charset="0"/>
            </a:endParaRPr>
          </a:p>
        </p:txBody>
      </p:sp>
      <p:sp>
        <p:nvSpPr>
          <p:cNvPr id="69" name="Oval 7">
            <a:extLst>
              <a:ext uri="{FF2B5EF4-FFF2-40B4-BE49-F238E27FC236}">
                <a16:creationId xmlns:a16="http://schemas.microsoft.com/office/drawing/2014/main" id="{42E8885E-6C42-407C-80A3-FC01AC15B870}"/>
              </a:ext>
            </a:extLst>
          </p:cNvPr>
          <p:cNvSpPr>
            <a:spLocks noChangeArrowheads="1"/>
          </p:cNvSpPr>
          <p:nvPr/>
        </p:nvSpPr>
        <p:spPr bwMode="auto">
          <a:xfrm>
            <a:off x="6017081" y="1058895"/>
            <a:ext cx="749300" cy="749300"/>
          </a:xfrm>
          <a:prstGeom prst="ellipse">
            <a:avLst/>
          </a:prstGeom>
          <a:solidFill>
            <a:schemeClr val="bg1"/>
          </a:solidFill>
          <a:ln w="12700">
            <a:solidFill>
              <a:schemeClr val="tx1"/>
            </a:solidFill>
            <a:round/>
            <a:headEnd/>
            <a:tailEnd/>
          </a:ln>
        </p:spPr>
        <p:txBody>
          <a:bodyPr wrap="none" anchor="ctr"/>
          <a:lstStyle>
            <a:lvl1pPr eaLnBrk="0" hangingPunct="0">
              <a:defRPr sz="2400">
                <a:solidFill>
                  <a:schemeClr val="tx1"/>
                </a:solidFill>
                <a:latin typeface="Arial" charset="0"/>
                <a:ea typeface="ＭＳ Ｐゴシック" charset="-128"/>
              </a:defRPr>
            </a:lvl1pPr>
            <a:lvl2pPr marL="742950" indent="-285750" eaLnBrk="0" hangingPunct="0">
              <a:defRPr sz="2400">
                <a:solidFill>
                  <a:schemeClr val="tx1"/>
                </a:solidFill>
                <a:latin typeface="Arial" charset="0"/>
                <a:ea typeface="ＭＳ Ｐゴシック" charset="-128"/>
              </a:defRPr>
            </a:lvl2pPr>
            <a:lvl3pPr marL="1143000" indent="-228600" eaLnBrk="0" hangingPunct="0">
              <a:defRPr sz="2400">
                <a:solidFill>
                  <a:schemeClr val="tx1"/>
                </a:solidFill>
                <a:latin typeface="Arial" charset="0"/>
                <a:ea typeface="ＭＳ Ｐゴシック" charset="-128"/>
              </a:defRPr>
            </a:lvl3pPr>
            <a:lvl4pPr marL="1600200" indent="-228600" eaLnBrk="0" hangingPunct="0">
              <a:defRPr sz="2400">
                <a:solidFill>
                  <a:schemeClr val="tx1"/>
                </a:solidFill>
                <a:latin typeface="Arial" charset="0"/>
                <a:ea typeface="ＭＳ Ｐゴシック" charset="-128"/>
              </a:defRPr>
            </a:lvl4pPr>
            <a:lvl5pPr marL="2057400" indent="-228600" eaLnBrk="0" hangingPunct="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charset="0"/>
              <a:ea typeface="ＭＳ Ｐゴシック" charset="-128"/>
              <a:cs typeface="+mn-cs"/>
            </a:endParaRPr>
          </a:p>
        </p:txBody>
      </p:sp>
      <p:sp>
        <p:nvSpPr>
          <p:cNvPr id="70" name="Line 9">
            <a:extLst>
              <a:ext uri="{FF2B5EF4-FFF2-40B4-BE49-F238E27FC236}">
                <a16:creationId xmlns:a16="http://schemas.microsoft.com/office/drawing/2014/main" id="{52CE6BCF-93B4-4BEC-8D07-1B322CECDA82}"/>
              </a:ext>
            </a:extLst>
          </p:cNvPr>
          <p:cNvSpPr>
            <a:spLocks noChangeShapeType="1"/>
          </p:cNvSpPr>
          <p:nvPr/>
        </p:nvSpPr>
        <p:spPr bwMode="auto">
          <a:xfrm>
            <a:off x="6409193" y="1814626"/>
            <a:ext cx="0" cy="3111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charset="0"/>
              <a:ea typeface="ＭＳ Ｐゴシック" charset="-128"/>
              <a:cs typeface="+mn-cs"/>
            </a:endParaRPr>
          </a:p>
        </p:txBody>
      </p:sp>
      <p:sp>
        <p:nvSpPr>
          <p:cNvPr id="71" name="Line 10">
            <a:extLst>
              <a:ext uri="{FF2B5EF4-FFF2-40B4-BE49-F238E27FC236}">
                <a16:creationId xmlns:a16="http://schemas.microsoft.com/office/drawing/2014/main" id="{1C584A1F-D17F-450E-942D-C8255A2CAAA3}"/>
              </a:ext>
            </a:extLst>
          </p:cNvPr>
          <p:cNvSpPr>
            <a:spLocks noChangeShapeType="1"/>
          </p:cNvSpPr>
          <p:nvPr/>
        </p:nvSpPr>
        <p:spPr bwMode="auto">
          <a:xfrm>
            <a:off x="6409193" y="2805226"/>
            <a:ext cx="0" cy="36830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charset="0"/>
              <a:ea typeface="ＭＳ Ｐゴシック" charset="-128"/>
              <a:cs typeface="+mn-cs"/>
            </a:endParaRPr>
          </a:p>
        </p:txBody>
      </p:sp>
      <p:sp>
        <p:nvSpPr>
          <p:cNvPr id="72" name="Rectangle 13">
            <a:extLst>
              <a:ext uri="{FF2B5EF4-FFF2-40B4-BE49-F238E27FC236}">
                <a16:creationId xmlns:a16="http://schemas.microsoft.com/office/drawing/2014/main" id="{299D76AA-CE99-4FCD-9455-5F04471FBB2A}"/>
              </a:ext>
            </a:extLst>
          </p:cNvPr>
          <p:cNvSpPr>
            <a:spLocks noChangeArrowheads="1"/>
          </p:cNvSpPr>
          <p:nvPr/>
        </p:nvSpPr>
        <p:spPr bwMode="auto">
          <a:xfrm>
            <a:off x="6169760" y="1235901"/>
            <a:ext cx="424797" cy="3667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eaLnBrk="0" hangingPunct="0">
              <a:defRPr sz="2400">
                <a:solidFill>
                  <a:schemeClr val="tx1"/>
                </a:solidFill>
                <a:latin typeface="Arial" charset="0"/>
                <a:ea typeface="ＭＳ Ｐゴシック" charset="-128"/>
              </a:defRPr>
            </a:lvl1pPr>
            <a:lvl2pPr marL="742950" indent="-285750" eaLnBrk="0" hangingPunct="0">
              <a:defRPr sz="2400">
                <a:solidFill>
                  <a:schemeClr val="tx1"/>
                </a:solidFill>
                <a:latin typeface="Arial" charset="0"/>
                <a:ea typeface="ＭＳ Ｐゴシック" charset="-128"/>
              </a:defRPr>
            </a:lvl2pPr>
            <a:lvl3pPr marL="1143000" indent="-228600" eaLnBrk="0" hangingPunct="0">
              <a:defRPr sz="2400">
                <a:solidFill>
                  <a:schemeClr val="tx1"/>
                </a:solidFill>
                <a:latin typeface="Arial" charset="0"/>
                <a:ea typeface="ＭＳ Ｐゴシック" charset="-128"/>
              </a:defRPr>
            </a:lvl3pPr>
            <a:lvl4pPr marL="1600200" indent="-228600" eaLnBrk="0" hangingPunct="0">
              <a:defRPr sz="2400">
                <a:solidFill>
                  <a:schemeClr val="tx1"/>
                </a:solidFill>
                <a:latin typeface="Arial" charset="0"/>
                <a:ea typeface="ＭＳ Ｐゴシック" charset="-128"/>
              </a:defRPr>
            </a:lvl4pPr>
            <a:lvl5pPr marL="2057400" indent="-228600" eaLnBrk="0" hangingPunct="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dirty="0">
                <a:ln>
                  <a:noFill/>
                </a:ln>
                <a:solidFill>
                  <a:srgbClr val="000000"/>
                </a:solidFill>
                <a:effectLst/>
                <a:uLnTx/>
                <a:uFillTx/>
                <a:latin typeface="Arial Narrow" panose="020B0606020202030204" pitchFamily="34" charset="0"/>
              </a:rPr>
              <a:t>C4</a:t>
            </a:r>
          </a:p>
        </p:txBody>
      </p:sp>
      <p:sp>
        <p:nvSpPr>
          <p:cNvPr id="73" name="矩形: 圆角 72">
            <a:extLst>
              <a:ext uri="{FF2B5EF4-FFF2-40B4-BE49-F238E27FC236}">
                <a16:creationId xmlns:a16="http://schemas.microsoft.com/office/drawing/2014/main" id="{93057970-017A-4F4B-9BD6-2E395B9F653F}"/>
              </a:ext>
            </a:extLst>
          </p:cNvPr>
          <p:cNvSpPr/>
          <p:nvPr/>
        </p:nvSpPr>
        <p:spPr bwMode="auto">
          <a:xfrm>
            <a:off x="5717050" y="2125776"/>
            <a:ext cx="1371569" cy="679450"/>
          </a:xfrm>
          <a:prstGeom prst="roundRect">
            <a:avLst/>
          </a:prstGeom>
          <a:solidFill>
            <a:srgbClr val="CCECFF"/>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zh-CN" altLang="en-US" sz="1800" b="0" i="0" u="none" strike="noStrike" cap="none" normalizeH="0" baseline="0" dirty="0">
              <a:ln>
                <a:noFill/>
              </a:ln>
              <a:solidFill>
                <a:schemeClr val="tx1"/>
              </a:solidFill>
              <a:effectLst/>
              <a:latin typeface="Arial Narrow" panose="020B0606020202030204" pitchFamily="34" charset="0"/>
            </a:endParaRPr>
          </a:p>
        </p:txBody>
      </p:sp>
      <p:sp>
        <p:nvSpPr>
          <p:cNvPr id="74" name="Oval 7">
            <a:extLst>
              <a:ext uri="{FF2B5EF4-FFF2-40B4-BE49-F238E27FC236}">
                <a16:creationId xmlns:a16="http://schemas.microsoft.com/office/drawing/2014/main" id="{92DA491D-7521-4779-9703-1921BEB2954A}"/>
              </a:ext>
            </a:extLst>
          </p:cNvPr>
          <p:cNvSpPr>
            <a:spLocks noChangeArrowheads="1"/>
          </p:cNvSpPr>
          <p:nvPr/>
        </p:nvSpPr>
        <p:spPr bwMode="auto">
          <a:xfrm>
            <a:off x="4443208" y="1046669"/>
            <a:ext cx="749300" cy="749300"/>
          </a:xfrm>
          <a:prstGeom prst="ellipse">
            <a:avLst/>
          </a:prstGeom>
          <a:solidFill>
            <a:schemeClr val="bg1"/>
          </a:solidFill>
          <a:ln w="12700">
            <a:solidFill>
              <a:schemeClr val="tx1"/>
            </a:solidFill>
            <a:round/>
            <a:headEnd/>
            <a:tailEnd/>
          </a:ln>
        </p:spPr>
        <p:txBody>
          <a:bodyPr wrap="none" anchor="ctr"/>
          <a:lstStyle>
            <a:lvl1pPr eaLnBrk="0" hangingPunct="0">
              <a:defRPr sz="2400">
                <a:solidFill>
                  <a:schemeClr val="tx1"/>
                </a:solidFill>
                <a:latin typeface="Arial" charset="0"/>
                <a:ea typeface="ＭＳ Ｐゴシック" charset="-128"/>
              </a:defRPr>
            </a:lvl1pPr>
            <a:lvl2pPr marL="742950" indent="-285750" eaLnBrk="0" hangingPunct="0">
              <a:defRPr sz="2400">
                <a:solidFill>
                  <a:schemeClr val="tx1"/>
                </a:solidFill>
                <a:latin typeface="Arial" charset="0"/>
                <a:ea typeface="ＭＳ Ｐゴシック" charset="-128"/>
              </a:defRPr>
            </a:lvl2pPr>
            <a:lvl3pPr marL="1143000" indent="-228600" eaLnBrk="0" hangingPunct="0">
              <a:defRPr sz="2400">
                <a:solidFill>
                  <a:schemeClr val="tx1"/>
                </a:solidFill>
                <a:latin typeface="Arial" charset="0"/>
                <a:ea typeface="ＭＳ Ｐゴシック" charset="-128"/>
              </a:defRPr>
            </a:lvl3pPr>
            <a:lvl4pPr marL="1600200" indent="-228600" eaLnBrk="0" hangingPunct="0">
              <a:defRPr sz="2400">
                <a:solidFill>
                  <a:schemeClr val="tx1"/>
                </a:solidFill>
                <a:latin typeface="Arial" charset="0"/>
                <a:ea typeface="ＭＳ Ｐゴシック" charset="-128"/>
              </a:defRPr>
            </a:lvl4pPr>
            <a:lvl5pPr marL="2057400" indent="-228600" eaLnBrk="0" hangingPunct="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charset="0"/>
              <a:ea typeface="ＭＳ Ｐゴシック" charset="-128"/>
              <a:cs typeface="+mn-cs"/>
            </a:endParaRPr>
          </a:p>
        </p:txBody>
      </p:sp>
      <p:sp>
        <p:nvSpPr>
          <p:cNvPr id="75" name="Line 9">
            <a:extLst>
              <a:ext uri="{FF2B5EF4-FFF2-40B4-BE49-F238E27FC236}">
                <a16:creationId xmlns:a16="http://schemas.microsoft.com/office/drawing/2014/main" id="{EF65B723-32B4-495C-9F9C-549E4BDA9348}"/>
              </a:ext>
            </a:extLst>
          </p:cNvPr>
          <p:cNvSpPr>
            <a:spLocks noChangeShapeType="1"/>
          </p:cNvSpPr>
          <p:nvPr/>
        </p:nvSpPr>
        <p:spPr bwMode="auto">
          <a:xfrm>
            <a:off x="4835320" y="1802400"/>
            <a:ext cx="0" cy="3111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charset="0"/>
              <a:ea typeface="ＭＳ Ｐゴシック" charset="-128"/>
              <a:cs typeface="+mn-cs"/>
            </a:endParaRPr>
          </a:p>
        </p:txBody>
      </p:sp>
      <p:sp>
        <p:nvSpPr>
          <p:cNvPr id="76" name="Line 10">
            <a:extLst>
              <a:ext uri="{FF2B5EF4-FFF2-40B4-BE49-F238E27FC236}">
                <a16:creationId xmlns:a16="http://schemas.microsoft.com/office/drawing/2014/main" id="{7F03F7D1-A57D-40E7-9D63-C68504CCEA5B}"/>
              </a:ext>
            </a:extLst>
          </p:cNvPr>
          <p:cNvSpPr>
            <a:spLocks noChangeShapeType="1"/>
          </p:cNvSpPr>
          <p:nvPr/>
        </p:nvSpPr>
        <p:spPr bwMode="auto">
          <a:xfrm>
            <a:off x="4835320" y="2793000"/>
            <a:ext cx="0" cy="36830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charset="0"/>
              <a:ea typeface="ＭＳ Ｐゴシック" charset="-128"/>
              <a:cs typeface="+mn-cs"/>
            </a:endParaRPr>
          </a:p>
        </p:txBody>
      </p:sp>
      <p:sp>
        <p:nvSpPr>
          <p:cNvPr id="77" name="Rectangle 13">
            <a:extLst>
              <a:ext uri="{FF2B5EF4-FFF2-40B4-BE49-F238E27FC236}">
                <a16:creationId xmlns:a16="http://schemas.microsoft.com/office/drawing/2014/main" id="{C714C0FC-7261-4900-ABE0-2C7B08DDD7BD}"/>
              </a:ext>
            </a:extLst>
          </p:cNvPr>
          <p:cNvSpPr>
            <a:spLocks noChangeArrowheads="1"/>
          </p:cNvSpPr>
          <p:nvPr/>
        </p:nvSpPr>
        <p:spPr bwMode="auto">
          <a:xfrm>
            <a:off x="4595887" y="1223675"/>
            <a:ext cx="424797" cy="3667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eaLnBrk="0" hangingPunct="0">
              <a:defRPr sz="2400">
                <a:solidFill>
                  <a:schemeClr val="tx1"/>
                </a:solidFill>
                <a:latin typeface="Arial" charset="0"/>
                <a:ea typeface="ＭＳ Ｐゴシック" charset="-128"/>
              </a:defRPr>
            </a:lvl1pPr>
            <a:lvl2pPr marL="742950" indent="-285750" eaLnBrk="0" hangingPunct="0">
              <a:defRPr sz="2400">
                <a:solidFill>
                  <a:schemeClr val="tx1"/>
                </a:solidFill>
                <a:latin typeface="Arial" charset="0"/>
                <a:ea typeface="ＭＳ Ｐゴシック" charset="-128"/>
              </a:defRPr>
            </a:lvl2pPr>
            <a:lvl3pPr marL="1143000" indent="-228600" eaLnBrk="0" hangingPunct="0">
              <a:defRPr sz="2400">
                <a:solidFill>
                  <a:schemeClr val="tx1"/>
                </a:solidFill>
                <a:latin typeface="Arial" charset="0"/>
                <a:ea typeface="ＭＳ Ｐゴシック" charset="-128"/>
              </a:defRPr>
            </a:lvl3pPr>
            <a:lvl4pPr marL="1600200" indent="-228600" eaLnBrk="0" hangingPunct="0">
              <a:defRPr sz="2400">
                <a:solidFill>
                  <a:schemeClr val="tx1"/>
                </a:solidFill>
                <a:latin typeface="Arial" charset="0"/>
                <a:ea typeface="ＭＳ Ｐゴシック" charset="-128"/>
              </a:defRPr>
            </a:lvl4pPr>
            <a:lvl5pPr marL="2057400" indent="-228600" eaLnBrk="0" hangingPunct="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dirty="0">
                <a:ln>
                  <a:noFill/>
                </a:ln>
                <a:solidFill>
                  <a:srgbClr val="000000"/>
                </a:solidFill>
                <a:effectLst/>
                <a:uLnTx/>
                <a:uFillTx/>
                <a:latin typeface="Arial Narrow" panose="020B0606020202030204" pitchFamily="34" charset="0"/>
              </a:rPr>
              <a:t>C3</a:t>
            </a:r>
          </a:p>
        </p:txBody>
      </p:sp>
      <p:sp>
        <p:nvSpPr>
          <p:cNvPr id="5" name="矩形 4">
            <a:extLst>
              <a:ext uri="{FF2B5EF4-FFF2-40B4-BE49-F238E27FC236}">
                <a16:creationId xmlns:a16="http://schemas.microsoft.com/office/drawing/2014/main" id="{0121529A-1E0B-4A77-A91D-BCE05BB7FE35}"/>
              </a:ext>
            </a:extLst>
          </p:cNvPr>
          <p:cNvSpPr/>
          <p:nvPr/>
        </p:nvSpPr>
        <p:spPr>
          <a:xfrm>
            <a:off x="1108883" y="2285680"/>
            <a:ext cx="402674" cy="369332"/>
          </a:xfrm>
          <a:prstGeom prst="rect">
            <a:avLst/>
          </a:prstGeom>
        </p:spPr>
        <p:txBody>
          <a:bodyPr wrap="none">
            <a:spAutoFit/>
          </a:bodyPr>
          <a:lstStyle/>
          <a:p>
            <a:r>
              <a:rPr lang="en-US" altLang="zh-CN" dirty="0">
                <a:solidFill>
                  <a:schemeClr val="tx2"/>
                </a:solidFill>
              </a:rPr>
              <a:t>X:</a:t>
            </a:r>
            <a:endParaRPr lang="zh-CN" altLang="en-US" dirty="0"/>
          </a:p>
        </p:txBody>
      </p:sp>
      <p:sp>
        <p:nvSpPr>
          <p:cNvPr id="6" name="矩形 5">
            <a:extLst>
              <a:ext uri="{FF2B5EF4-FFF2-40B4-BE49-F238E27FC236}">
                <a16:creationId xmlns:a16="http://schemas.microsoft.com/office/drawing/2014/main" id="{F76E3328-ECB4-4B26-A415-0875B0215C81}"/>
              </a:ext>
            </a:extLst>
          </p:cNvPr>
          <p:cNvSpPr/>
          <p:nvPr/>
        </p:nvSpPr>
        <p:spPr>
          <a:xfrm>
            <a:off x="4469603" y="2279999"/>
            <a:ext cx="670376" cy="369332"/>
          </a:xfrm>
          <a:prstGeom prst="rect">
            <a:avLst/>
          </a:prstGeom>
        </p:spPr>
        <p:txBody>
          <a:bodyPr wrap="square">
            <a:spAutoFit/>
          </a:bodyPr>
          <a:lstStyle/>
          <a:p>
            <a:r>
              <a:rPr lang="en-US" altLang="zh-CN" dirty="0">
                <a:solidFill>
                  <a:schemeClr val="tx2"/>
                </a:solidFill>
              </a:rPr>
              <a:t>X: </a:t>
            </a:r>
            <a:r>
              <a:rPr lang="en-US" altLang="zh-CN" b="1" dirty="0">
                <a:solidFill>
                  <a:srgbClr val="FF0000"/>
                </a:solidFill>
                <a:latin typeface="Imprint MT Shadow" panose="04020605060303030202" pitchFamily="82" charset="0"/>
              </a:rPr>
              <a:t>S</a:t>
            </a:r>
            <a:endParaRPr lang="zh-CN" altLang="en-US" dirty="0"/>
          </a:p>
        </p:txBody>
      </p:sp>
      <p:sp>
        <p:nvSpPr>
          <p:cNvPr id="81" name="矩形 80">
            <a:extLst>
              <a:ext uri="{FF2B5EF4-FFF2-40B4-BE49-F238E27FC236}">
                <a16:creationId xmlns:a16="http://schemas.microsoft.com/office/drawing/2014/main" id="{999CF0D0-0C69-49D5-84EA-33E3FF2CF465}"/>
              </a:ext>
            </a:extLst>
          </p:cNvPr>
          <p:cNvSpPr/>
          <p:nvPr/>
        </p:nvSpPr>
        <p:spPr>
          <a:xfrm>
            <a:off x="2427266" y="1945759"/>
            <a:ext cx="1582484" cy="769441"/>
          </a:xfrm>
          <a:prstGeom prst="rect">
            <a:avLst/>
          </a:prstGeom>
        </p:spPr>
        <p:txBody>
          <a:bodyPr wrap="square">
            <a:spAutoFit/>
          </a:bodyPr>
          <a:lstStyle/>
          <a:p>
            <a:pPr eaLnBrk="1" hangingPunct="1"/>
            <a:r>
              <a:rPr lang="en-US" altLang="zh-CN" dirty="0">
                <a:solidFill>
                  <a:schemeClr val="tx2"/>
                </a:solidFill>
              </a:rPr>
              <a:t> X: </a:t>
            </a:r>
            <a:r>
              <a:rPr lang="en-US" altLang="zh-CN" b="1" dirty="0">
                <a:solidFill>
                  <a:srgbClr val="FF0000"/>
                </a:solidFill>
              </a:rPr>
              <a:t>S{C1, C3}</a:t>
            </a:r>
            <a:endParaRPr lang="zh-CN" altLang="en-US" sz="4400" b="1" dirty="0">
              <a:solidFill>
                <a:srgbClr val="FF0000"/>
              </a:solidFill>
            </a:endParaRPr>
          </a:p>
        </p:txBody>
      </p:sp>
      <p:sp>
        <p:nvSpPr>
          <p:cNvPr id="118784" name="矩形 118783">
            <a:extLst>
              <a:ext uri="{FF2B5EF4-FFF2-40B4-BE49-F238E27FC236}">
                <a16:creationId xmlns:a16="http://schemas.microsoft.com/office/drawing/2014/main" id="{1DB99245-7C83-4FFA-99F0-79B940816186}"/>
              </a:ext>
            </a:extLst>
          </p:cNvPr>
          <p:cNvSpPr/>
          <p:nvPr/>
        </p:nvSpPr>
        <p:spPr>
          <a:xfrm>
            <a:off x="1344328" y="2293110"/>
            <a:ext cx="1272886" cy="369332"/>
          </a:xfrm>
          <a:prstGeom prst="rect">
            <a:avLst/>
          </a:prstGeom>
        </p:spPr>
        <p:txBody>
          <a:bodyPr wrap="square">
            <a:spAutoFit/>
          </a:bodyPr>
          <a:lstStyle/>
          <a:p>
            <a:r>
              <a:rPr lang="en-US" altLang="zh-CN" b="1" dirty="0">
                <a:solidFill>
                  <a:srgbClr val="FF0000"/>
                </a:solidFill>
                <a:latin typeface="Imprint MT Shadow" panose="04020605060303030202" pitchFamily="82" charset="0"/>
              </a:rPr>
              <a:t>M, 888</a:t>
            </a:r>
            <a:endParaRPr lang="zh-CN" altLang="en-US" dirty="0"/>
          </a:p>
        </p:txBody>
      </p:sp>
      <p:sp>
        <p:nvSpPr>
          <p:cNvPr id="85" name="矩形 84">
            <a:extLst>
              <a:ext uri="{FF2B5EF4-FFF2-40B4-BE49-F238E27FC236}">
                <a16:creationId xmlns:a16="http://schemas.microsoft.com/office/drawing/2014/main" id="{81FB116F-D60F-4434-9A12-7BCFBC83B737}"/>
              </a:ext>
            </a:extLst>
          </p:cNvPr>
          <p:cNvSpPr/>
          <p:nvPr/>
        </p:nvSpPr>
        <p:spPr>
          <a:xfrm>
            <a:off x="1408431" y="2287143"/>
            <a:ext cx="788999" cy="369332"/>
          </a:xfrm>
          <a:prstGeom prst="rect">
            <a:avLst/>
          </a:prstGeom>
        </p:spPr>
        <p:txBody>
          <a:bodyPr wrap="none">
            <a:spAutoFit/>
          </a:bodyPr>
          <a:lstStyle/>
          <a:p>
            <a:r>
              <a:rPr lang="en-US" altLang="zh-CN" b="1" dirty="0">
                <a:solidFill>
                  <a:srgbClr val="FF0000"/>
                </a:solidFill>
                <a:latin typeface="Imprint MT Shadow" panose="04020605060303030202" pitchFamily="82" charset="0"/>
              </a:rPr>
              <a:t>S, 888</a:t>
            </a:r>
            <a:endParaRPr lang="zh-CN" altLang="en-US" dirty="0"/>
          </a:p>
        </p:txBody>
      </p:sp>
      <p:sp>
        <p:nvSpPr>
          <p:cNvPr id="86" name="矩形 85">
            <a:extLst>
              <a:ext uri="{FF2B5EF4-FFF2-40B4-BE49-F238E27FC236}">
                <a16:creationId xmlns:a16="http://schemas.microsoft.com/office/drawing/2014/main" id="{992E6463-374C-49BD-8DD7-A0BE0C1451D3}"/>
              </a:ext>
            </a:extLst>
          </p:cNvPr>
          <p:cNvSpPr/>
          <p:nvPr/>
        </p:nvSpPr>
        <p:spPr>
          <a:xfrm>
            <a:off x="4471705" y="2280793"/>
            <a:ext cx="561372" cy="369332"/>
          </a:xfrm>
          <a:prstGeom prst="rect">
            <a:avLst/>
          </a:prstGeom>
        </p:spPr>
        <p:txBody>
          <a:bodyPr wrap="none">
            <a:spAutoFit/>
          </a:bodyPr>
          <a:lstStyle/>
          <a:p>
            <a:r>
              <a:rPr lang="en-US" altLang="zh-CN" dirty="0"/>
              <a:t>X: </a:t>
            </a:r>
            <a:r>
              <a:rPr lang="en-US" altLang="zh-CN" b="1" dirty="0">
                <a:solidFill>
                  <a:srgbClr val="FF0000"/>
                </a:solidFill>
                <a:latin typeface="Imprint MT Shadow" panose="04020605060303030202" pitchFamily="82" charset="0"/>
              </a:rPr>
              <a:t>I</a:t>
            </a:r>
            <a:endParaRPr lang="zh-CN" altLang="en-US" dirty="0"/>
          </a:p>
        </p:txBody>
      </p:sp>
      <p:sp>
        <p:nvSpPr>
          <p:cNvPr id="87" name="矩形 86">
            <a:extLst>
              <a:ext uri="{FF2B5EF4-FFF2-40B4-BE49-F238E27FC236}">
                <a16:creationId xmlns:a16="http://schemas.microsoft.com/office/drawing/2014/main" id="{DD938820-1610-4DB9-9424-F2908483F74C}"/>
              </a:ext>
            </a:extLst>
          </p:cNvPr>
          <p:cNvSpPr/>
          <p:nvPr/>
        </p:nvSpPr>
        <p:spPr>
          <a:xfrm>
            <a:off x="6053816" y="2277273"/>
            <a:ext cx="561372" cy="369332"/>
          </a:xfrm>
          <a:prstGeom prst="rect">
            <a:avLst/>
          </a:prstGeom>
        </p:spPr>
        <p:txBody>
          <a:bodyPr wrap="none">
            <a:spAutoFit/>
          </a:bodyPr>
          <a:lstStyle/>
          <a:p>
            <a:r>
              <a:rPr lang="en-US" altLang="zh-CN" dirty="0"/>
              <a:t>X: </a:t>
            </a:r>
            <a:r>
              <a:rPr lang="en-US" altLang="zh-CN" b="1" dirty="0">
                <a:solidFill>
                  <a:srgbClr val="FF0000"/>
                </a:solidFill>
                <a:latin typeface="Imprint MT Shadow" panose="04020605060303030202" pitchFamily="82" charset="0"/>
              </a:rPr>
              <a:t>I</a:t>
            </a:r>
            <a:endParaRPr lang="zh-CN" altLang="en-US" dirty="0"/>
          </a:p>
        </p:txBody>
      </p:sp>
      <p:sp>
        <p:nvSpPr>
          <p:cNvPr id="88" name="矩形 87">
            <a:extLst>
              <a:ext uri="{FF2B5EF4-FFF2-40B4-BE49-F238E27FC236}">
                <a16:creationId xmlns:a16="http://schemas.microsoft.com/office/drawing/2014/main" id="{727947B9-EC5F-4C02-90F9-BC6BE0568E88}"/>
              </a:ext>
            </a:extLst>
          </p:cNvPr>
          <p:cNvSpPr/>
          <p:nvPr/>
        </p:nvSpPr>
        <p:spPr>
          <a:xfrm>
            <a:off x="2493980" y="1952109"/>
            <a:ext cx="1582484" cy="769441"/>
          </a:xfrm>
          <a:prstGeom prst="rect">
            <a:avLst/>
          </a:prstGeom>
        </p:spPr>
        <p:txBody>
          <a:bodyPr wrap="square">
            <a:spAutoFit/>
          </a:bodyPr>
          <a:lstStyle/>
          <a:p>
            <a:pPr eaLnBrk="1" hangingPunct="1"/>
            <a:r>
              <a:rPr lang="en-US" altLang="zh-CN" dirty="0"/>
              <a:t>X: </a:t>
            </a:r>
            <a:r>
              <a:rPr lang="en-US" altLang="zh-CN" b="1" dirty="0">
                <a:solidFill>
                  <a:srgbClr val="FF0000"/>
                </a:solidFill>
              </a:rPr>
              <a:t>E{C1}</a:t>
            </a:r>
            <a:endParaRPr lang="zh-CN" altLang="en-US" sz="4400" b="1" dirty="0">
              <a:solidFill>
                <a:srgbClr val="FF0000"/>
              </a:solidFill>
            </a:endParaRPr>
          </a:p>
        </p:txBody>
      </p:sp>
      <p:sp>
        <p:nvSpPr>
          <p:cNvPr id="118788" name="矩形 118787">
            <a:extLst>
              <a:ext uri="{FF2B5EF4-FFF2-40B4-BE49-F238E27FC236}">
                <a16:creationId xmlns:a16="http://schemas.microsoft.com/office/drawing/2014/main" id="{2AF0D5B3-2E0C-4B11-8078-6E068D63A822}"/>
              </a:ext>
            </a:extLst>
          </p:cNvPr>
          <p:cNvSpPr/>
          <p:nvPr/>
        </p:nvSpPr>
        <p:spPr>
          <a:xfrm>
            <a:off x="7243375" y="1609670"/>
            <a:ext cx="595035" cy="584775"/>
          </a:xfrm>
          <a:prstGeom prst="rect">
            <a:avLst/>
          </a:prstGeom>
        </p:spPr>
        <p:txBody>
          <a:bodyPr wrap="none">
            <a:spAutoFit/>
          </a:bodyPr>
          <a:lstStyle/>
          <a:p>
            <a:r>
              <a:rPr lang="en-US" altLang="zh-CN" sz="3200" dirty="0"/>
              <a:t>…</a:t>
            </a:r>
            <a:endParaRPr lang="zh-CN" altLang="en-US" sz="3200" dirty="0"/>
          </a:p>
        </p:txBody>
      </p:sp>
      <p:grpSp>
        <p:nvGrpSpPr>
          <p:cNvPr id="62" name="组合 48">
            <a:extLst>
              <a:ext uri="{FF2B5EF4-FFF2-40B4-BE49-F238E27FC236}">
                <a16:creationId xmlns:a16="http://schemas.microsoft.com/office/drawing/2014/main" id="{F760FAAE-8A2B-4757-A4D1-317527FB2A7F}"/>
              </a:ext>
            </a:extLst>
          </p:cNvPr>
          <p:cNvGrpSpPr>
            <a:grpSpLocks/>
          </p:cNvGrpSpPr>
          <p:nvPr/>
        </p:nvGrpSpPr>
        <p:grpSpPr bwMode="auto">
          <a:xfrm>
            <a:off x="1159958" y="4716697"/>
            <a:ext cx="2071688" cy="360597"/>
            <a:chOff x="1000100" y="4714146"/>
            <a:chExt cx="2071702" cy="359516"/>
          </a:xfrm>
        </p:grpSpPr>
        <p:cxnSp>
          <p:nvCxnSpPr>
            <p:cNvPr id="63" name="直接箭头连接符 46">
              <a:extLst>
                <a:ext uri="{FF2B5EF4-FFF2-40B4-BE49-F238E27FC236}">
                  <a16:creationId xmlns:a16="http://schemas.microsoft.com/office/drawing/2014/main" id="{9E1291EA-1F35-4B16-AA5E-963CD52AA76B}"/>
                </a:ext>
              </a:extLst>
            </p:cNvPr>
            <p:cNvCxnSpPr>
              <a:cxnSpLocks noChangeShapeType="1"/>
            </p:cNvCxnSpPr>
            <p:nvPr/>
          </p:nvCxnSpPr>
          <p:spPr bwMode="auto">
            <a:xfrm>
              <a:off x="1000100" y="5072074"/>
              <a:ext cx="2071702" cy="1588"/>
            </a:xfrm>
            <a:prstGeom prst="straightConnector1">
              <a:avLst/>
            </a:prstGeom>
            <a:noFill/>
            <a:ln w="38100" algn="ctr">
              <a:solidFill>
                <a:srgbClr val="FF0000"/>
              </a:solidFill>
              <a:round/>
              <a:headEnd type="arrow"/>
              <a:tailEnd type="none" w="med" len="med"/>
            </a:ln>
            <a:extLst>
              <a:ext uri="{909E8E84-426E-40DD-AFC4-6F175D3DCCD1}">
                <a14:hiddenFill xmlns:a14="http://schemas.microsoft.com/office/drawing/2010/main">
                  <a:noFill/>
                </a14:hiddenFill>
              </a:ext>
            </a:extLst>
          </p:spPr>
        </p:cxnSp>
        <p:sp>
          <p:nvSpPr>
            <p:cNvPr id="79" name="TextBox 47">
              <a:extLst>
                <a:ext uri="{FF2B5EF4-FFF2-40B4-BE49-F238E27FC236}">
                  <a16:creationId xmlns:a16="http://schemas.microsoft.com/office/drawing/2014/main" id="{9B64AE65-F059-4763-9489-23F240D4C335}"/>
                </a:ext>
              </a:extLst>
            </p:cNvPr>
            <p:cNvSpPr txBox="1">
              <a:spLocks noChangeArrowheads="1"/>
            </p:cNvSpPr>
            <p:nvPr/>
          </p:nvSpPr>
          <p:spPr bwMode="auto">
            <a:xfrm>
              <a:off x="1092225" y="4714146"/>
              <a:ext cx="1850199" cy="3375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6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36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36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r>
                <a:rPr lang="en-US" altLang="zh-CN" sz="1600" dirty="0" err="1">
                  <a:solidFill>
                    <a:schemeClr val="tx2"/>
                  </a:solidFill>
                  <a:latin typeface="Arial" panose="020B0604020202020204" pitchFamily="34" charset="0"/>
                </a:rPr>
                <a:t>Fwd-GetS</a:t>
              </a:r>
              <a:r>
                <a:rPr lang="en-US" altLang="zh-CN" sz="1600" dirty="0">
                  <a:solidFill>
                    <a:schemeClr val="tx2"/>
                  </a:solidFill>
                  <a:latin typeface="Arial" panose="020B0604020202020204" pitchFamily="34" charset="0"/>
                </a:rPr>
                <a:t> X to C1</a:t>
              </a:r>
              <a:endParaRPr lang="zh-CN" altLang="en-US" sz="1600" dirty="0">
                <a:solidFill>
                  <a:schemeClr val="tx2"/>
                </a:solidFill>
                <a:latin typeface="Arial" panose="020B0604020202020204" pitchFamily="34" charset="0"/>
              </a:endParaRPr>
            </a:p>
          </p:txBody>
        </p:sp>
      </p:grpSp>
      <p:sp>
        <p:nvSpPr>
          <p:cNvPr id="80" name="内容占位符 35">
            <a:extLst>
              <a:ext uri="{FF2B5EF4-FFF2-40B4-BE49-F238E27FC236}">
                <a16:creationId xmlns:a16="http://schemas.microsoft.com/office/drawing/2014/main" id="{8F90A657-9261-42D0-BE1E-0EE77ABE9521}"/>
              </a:ext>
            </a:extLst>
          </p:cNvPr>
          <p:cNvSpPr>
            <a:spLocks noGrp="1"/>
          </p:cNvSpPr>
          <p:nvPr>
            <p:ph idx="1"/>
          </p:nvPr>
        </p:nvSpPr>
        <p:spPr>
          <a:xfrm>
            <a:off x="174307" y="3886200"/>
            <a:ext cx="8964613" cy="571500"/>
          </a:xfrm>
        </p:spPr>
        <p:txBody>
          <a:bodyPr/>
          <a:lstStyle/>
          <a:p>
            <a:r>
              <a:rPr lang="en-US" altLang="zh-CN" dirty="0"/>
              <a:t> C1</a:t>
            </a:r>
            <a:r>
              <a:rPr lang="en-US" altLang="zh-CN" sz="2400" dirty="0"/>
              <a:t>(owned)     C2(home)   </a:t>
            </a:r>
            <a:r>
              <a:rPr lang="zh-CN" altLang="en-US" sz="2400" dirty="0"/>
              <a:t>     </a:t>
            </a:r>
            <a:r>
              <a:rPr lang="en-US" altLang="zh-CN" sz="2400" dirty="0"/>
              <a:t>C3(local)  </a:t>
            </a:r>
            <a:r>
              <a:rPr lang="zh-CN" altLang="en-US" sz="2400" dirty="0"/>
              <a:t>      </a:t>
            </a:r>
            <a:r>
              <a:rPr lang="en-US" altLang="zh-CN" sz="2400" dirty="0"/>
              <a:t>C4(remote)    </a:t>
            </a:r>
            <a:endParaRPr lang="zh-CN" altLang="en-US" sz="2400" dirty="0"/>
          </a:p>
        </p:txBody>
      </p:sp>
      <p:sp>
        <p:nvSpPr>
          <p:cNvPr id="83" name="TextBox 47">
            <a:extLst>
              <a:ext uri="{FF2B5EF4-FFF2-40B4-BE49-F238E27FC236}">
                <a16:creationId xmlns:a16="http://schemas.microsoft.com/office/drawing/2014/main" id="{6F934540-B0EE-4A3F-9BA5-8C10109EC747}"/>
              </a:ext>
            </a:extLst>
          </p:cNvPr>
          <p:cNvSpPr txBox="1">
            <a:spLocks noChangeArrowheads="1"/>
          </p:cNvSpPr>
          <p:nvPr/>
        </p:nvSpPr>
        <p:spPr bwMode="auto">
          <a:xfrm>
            <a:off x="76201" y="5438423"/>
            <a:ext cx="1078384"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folHlink"/>
              </a:buClr>
              <a:buSzPct val="60000"/>
              <a:buFont typeface="Wingdings" panose="05000000000000000000" pitchFamily="2" charset="2"/>
              <a:buChar char="n"/>
              <a:defRPr sz="36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36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36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r>
              <a:rPr lang="en-US" altLang="zh-CN" sz="1600" dirty="0">
                <a:solidFill>
                  <a:schemeClr val="tx2"/>
                </a:solidFill>
                <a:latin typeface="Arial" panose="020B0604020202020204" pitchFamily="34" charset="0"/>
              </a:rPr>
              <a:t>Write X to memory</a:t>
            </a:r>
            <a:endParaRPr lang="zh-CN" altLang="en-US" sz="1600" dirty="0">
              <a:solidFill>
                <a:schemeClr val="tx2"/>
              </a:solidFill>
              <a:latin typeface="Arial" panose="020B0604020202020204" pitchFamily="34" charset="0"/>
            </a:endParaRPr>
          </a:p>
        </p:txBody>
      </p:sp>
    </p:spTree>
    <p:extLst>
      <p:ext uri="{BB962C8B-B14F-4D97-AF65-F5344CB8AC3E}">
        <p14:creationId xmlns:p14="http://schemas.microsoft.com/office/powerpoint/2010/main" val="2436406073"/>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8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xit" presetSubtype="0" fill="hold" grpId="0" nodeType="clickEffect">
                                  <p:stCondLst>
                                    <p:cond delay="0"/>
                                  </p:stCondLst>
                                  <p:childTnLst>
                                    <p:set>
                                      <p:cBhvr>
                                        <p:cTn id="22" dur="1" fill="hold">
                                          <p:stCondLst>
                                            <p:cond delay="0"/>
                                          </p:stCondLst>
                                        </p:cTn>
                                        <p:tgtEl>
                                          <p:spTgt spid="88"/>
                                        </p:tgtEl>
                                        <p:attrNameLst>
                                          <p:attrName>style.visibility</p:attrName>
                                        </p:attrNameLst>
                                      </p:cBhvr>
                                      <p:to>
                                        <p:strVal val="hidden"/>
                                      </p:to>
                                    </p:set>
                                  </p:childTnLst>
                                </p:cTn>
                              </p:par>
                              <p:par>
                                <p:cTn id="23" presetID="1" presetClass="exit" presetSubtype="0" fill="hold" grpId="0" nodeType="withEffect">
                                  <p:stCondLst>
                                    <p:cond delay="0"/>
                                  </p:stCondLst>
                                  <p:childTnLst>
                                    <p:set>
                                      <p:cBhvr>
                                        <p:cTn id="24" dur="1" fill="hold">
                                          <p:stCondLst>
                                            <p:cond delay="0"/>
                                          </p:stCondLst>
                                        </p:cTn>
                                        <p:tgtEl>
                                          <p:spTgt spid="118784"/>
                                        </p:tgtEl>
                                        <p:attrNameLst>
                                          <p:attrName>style.visibility</p:attrName>
                                        </p:attrNameLst>
                                      </p:cBhvr>
                                      <p:to>
                                        <p:strVal val="hidden"/>
                                      </p:to>
                                    </p:set>
                                  </p:childTnLst>
                                </p:cTn>
                              </p:par>
                              <p:par>
                                <p:cTn id="25" presetID="1" presetClass="exit" presetSubtype="0" fill="hold" grpId="0" nodeType="withEffect">
                                  <p:stCondLst>
                                    <p:cond delay="0"/>
                                  </p:stCondLst>
                                  <p:childTnLst>
                                    <p:set>
                                      <p:cBhvr>
                                        <p:cTn id="26" dur="1" fill="hold">
                                          <p:stCondLst>
                                            <p:cond delay="0"/>
                                          </p:stCondLst>
                                        </p:cTn>
                                        <p:tgtEl>
                                          <p:spTgt spid="86"/>
                                        </p:tgtEl>
                                        <p:attrNameLst>
                                          <p:attrName>style.visibility</p:attrName>
                                        </p:attrNameLst>
                                      </p:cBhvr>
                                      <p:to>
                                        <p:strVal val="hidden"/>
                                      </p:to>
                                    </p:set>
                                  </p:childTnLst>
                                </p:cTn>
                              </p:par>
                              <p:par>
                                <p:cTn id="27" presetID="1" presetClass="entr" presetSubtype="0" fill="hold" grpId="0" nodeType="withEffect">
                                  <p:stCondLst>
                                    <p:cond delay="0"/>
                                  </p:stCondLst>
                                  <p:childTnLst>
                                    <p:set>
                                      <p:cBhvr>
                                        <p:cTn id="28" dur="1" fill="hold">
                                          <p:stCondLst>
                                            <p:cond delay="0"/>
                                          </p:stCondLst>
                                        </p:cTn>
                                        <p:tgtEl>
                                          <p:spTgt spid="81"/>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85"/>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6"/>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2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81" grpId="0"/>
      <p:bldP spid="118784" grpId="0"/>
      <p:bldP spid="85" grpId="0"/>
      <p:bldP spid="86" grpId="0"/>
      <p:bldP spid="88" grpId="0"/>
      <p:bldP spid="83" grpId="0"/>
    </p:bldLst>
  </p:timing>
</p:sld>
</file>

<file path=ppt/tags/tag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heme/theme1.xml><?xml version="1.0" encoding="utf-8"?>
<a:theme xmlns:a="http://schemas.openxmlformats.org/drawingml/2006/main" name="4_Edge">
  <a:themeElements>
    <a:clrScheme name="Edge 7">
      <a:dk1>
        <a:srgbClr val="000000"/>
      </a:dk1>
      <a:lt1>
        <a:srgbClr val="FFFFFF"/>
      </a:lt1>
      <a:dk2>
        <a:srgbClr val="006633"/>
      </a:dk2>
      <a:lt2>
        <a:srgbClr val="5F5F5F"/>
      </a:lt2>
      <a:accent1>
        <a:srgbClr val="CC9900"/>
      </a:accent1>
      <a:accent2>
        <a:srgbClr val="3B812F"/>
      </a:accent2>
      <a:accent3>
        <a:srgbClr val="FFFFFF"/>
      </a:accent3>
      <a:accent4>
        <a:srgbClr val="000000"/>
      </a:accent4>
      <a:accent5>
        <a:srgbClr val="E2CAAA"/>
      </a:accent5>
      <a:accent6>
        <a:srgbClr val="35742A"/>
      </a:accent6>
      <a:hlink>
        <a:srgbClr val="996600"/>
      </a:hlink>
      <a:folHlink>
        <a:srgbClr val="AFBF39"/>
      </a:folHlink>
    </a:clrScheme>
    <a:fontScheme name="Edge">
      <a:majorFont>
        <a:latin typeface="Garamond"/>
        <a:ea typeface=""/>
        <a:cs typeface=""/>
      </a:majorFont>
      <a:minorFont>
        <a:latin typeface="Tahom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rgbClr val="C0C0C0"/>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pitchFamily="34" charset="0"/>
          </a:defRPr>
        </a:defPPr>
      </a:lstStyle>
    </a:spDef>
    <a:lnDef>
      <a:spPr bwMode="auto">
        <a:xfrm>
          <a:off x="0" y="0"/>
          <a:ext cx="1" cy="1"/>
        </a:xfrm>
        <a:custGeom>
          <a:avLst/>
          <a:gdLst/>
          <a:ahLst/>
          <a:cxnLst/>
          <a:rect l="0" t="0" r="0" b="0"/>
          <a:pathLst/>
        </a:custGeom>
        <a:solidFill>
          <a:srgbClr val="C0C0C0"/>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pitchFamily="34" charset="0"/>
          </a:defRPr>
        </a:defPPr>
      </a:lstStyle>
    </a:lnDef>
  </a:objectDefaults>
  <a:extraClrSchemeLst>
    <a:extraClrScheme>
      <a:clrScheme name="Edge 1">
        <a:dk1>
          <a:srgbClr val="333333"/>
        </a:dk1>
        <a:lt1>
          <a:srgbClr val="FFFFFF"/>
        </a:lt1>
        <a:dk2>
          <a:srgbClr val="820000"/>
        </a:dk2>
        <a:lt2>
          <a:srgbClr val="FFFFFF"/>
        </a:lt2>
        <a:accent1>
          <a:srgbClr val="FF9900"/>
        </a:accent1>
        <a:accent2>
          <a:srgbClr val="CC3300"/>
        </a:accent2>
        <a:accent3>
          <a:srgbClr val="C1AAAA"/>
        </a:accent3>
        <a:accent4>
          <a:srgbClr val="DADADA"/>
        </a:accent4>
        <a:accent5>
          <a:srgbClr val="FFCAAA"/>
        </a:accent5>
        <a:accent6>
          <a:srgbClr val="B92D00"/>
        </a:accent6>
        <a:hlink>
          <a:srgbClr val="808080"/>
        </a:hlink>
        <a:folHlink>
          <a:srgbClr val="666633"/>
        </a:folHlink>
      </a:clrScheme>
      <a:clrMap bg1="dk2" tx1="lt1" bg2="dk1" tx2="lt2" accent1="accent1" accent2="accent2" accent3="accent3" accent4="accent4" accent5="accent5" accent6="accent6" hlink="hlink" folHlink="folHlink"/>
    </a:extraClrScheme>
    <a:extraClrScheme>
      <a:clrScheme name="Edge 2">
        <a:dk1>
          <a:srgbClr val="333333"/>
        </a:dk1>
        <a:lt1>
          <a:srgbClr val="CCCCFF"/>
        </a:lt1>
        <a:dk2>
          <a:srgbClr val="0B0506"/>
        </a:dk2>
        <a:lt2>
          <a:srgbClr val="FFFFFF"/>
        </a:lt2>
        <a:accent1>
          <a:srgbClr val="3366CC"/>
        </a:accent1>
        <a:accent2>
          <a:srgbClr val="3333CC"/>
        </a:accent2>
        <a:accent3>
          <a:srgbClr val="AAAAAA"/>
        </a:accent3>
        <a:accent4>
          <a:srgbClr val="AEAEDA"/>
        </a:accent4>
        <a:accent5>
          <a:srgbClr val="ADB8E2"/>
        </a:accent5>
        <a:accent6>
          <a:srgbClr val="2D2DB9"/>
        </a:accent6>
        <a:hlink>
          <a:srgbClr val="808080"/>
        </a:hlink>
        <a:folHlink>
          <a:srgbClr val="666633"/>
        </a:folHlink>
      </a:clrScheme>
      <a:clrMap bg1="dk2" tx1="lt1" bg2="dk1" tx2="lt2" accent1="accent1" accent2="accent2" accent3="accent3" accent4="accent4" accent5="accent5" accent6="accent6" hlink="hlink" folHlink="folHlink"/>
    </a:extraClrScheme>
    <a:extraClrScheme>
      <a:clrScheme name="Edge 3">
        <a:dk1>
          <a:srgbClr val="333333"/>
        </a:dk1>
        <a:lt1>
          <a:srgbClr val="FFFFFF"/>
        </a:lt1>
        <a:dk2>
          <a:srgbClr val="221013"/>
        </a:dk2>
        <a:lt2>
          <a:srgbClr val="FFFFFF"/>
        </a:lt2>
        <a:accent1>
          <a:srgbClr val="CC3300"/>
        </a:accent1>
        <a:accent2>
          <a:srgbClr val="CC9900"/>
        </a:accent2>
        <a:accent3>
          <a:srgbClr val="ABAAAA"/>
        </a:accent3>
        <a:accent4>
          <a:srgbClr val="DADADA"/>
        </a:accent4>
        <a:accent5>
          <a:srgbClr val="E2ADAA"/>
        </a:accent5>
        <a:accent6>
          <a:srgbClr val="B98A00"/>
        </a:accent6>
        <a:hlink>
          <a:srgbClr val="808080"/>
        </a:hlink>
        <a:folHlink>
          <a:srgbClr val="666633"/>
        </a:folHlink>
      </a:clrScheme>
      <a:clrMap bg1="dk2" tx1="lt1" bg2="dk1" tx2="lt2" accent1="accent1" accent2="accent2" accent3="accent3" accent4="accent4" accent5="accent5" accent6="accent6" hlink="hlink" folHlink="folHlink"/>
    </a:extraClrScheme>
    <a:extraClrScheme>
      <a:clrScheme name="Edge 4">
        <a:dk1>
          <a:srgbClr val="11054B"/>
        </a:dk1>
        <a:lt1>
          <a:srgbClr val="FFFFFF"/>
        </a:lt1>
        <a:dk2>
          <a:srgbClr val="0000CC"/>
        </a:dk2>
        <a:lt2>
          <a:srgbClr val="FFFFFF"/>
        </a:lt2>
        <a:accent1>
          <a:srgbClr val="FF6600"/>
        </a:accent1>
        <a:accent2>
          <a:srgbClr val="FF3300"/>
        </a:accent2>
        <a:accent3>
          <a:srgbClr val="AAAAE2"/>
        </a:accent3>
        <a:accent4>
          <a:srgbClr val="DADADA"/>
        </a:accent4>
        <a:accent5>
          <a:srgbClr val="FFB8AA"/>
        </a:accent5>
        <a:accent6>
          <a:srgbClr val="E72D00"/>
        </a:accent6>
        <a:hlink>
          <a:srgbClr val="CC9900"/>
        </a:hlink>
        <a:folHlink>
          <a:srgbClr val="B2B2B2"/>
        </a:folHlink>
      </a:clrScheme>
      <a:clrMap bg1="dk2" tx1="lt1" bg2="dk1" tx2="lt2" accent1="accent1" accent2="accent2" accent3="accent3" accent4="accent4" accent5="accent5" accent6="accent6" hlink="hlink" folHlink="folHlink"/>
    </a:extraClrScheme>
    <a:extraClrScheme>
      <a:clrScheme name="Edge 5">
        <a:dk1>
          <a:srgbClr val="9B8D65"/>
        </a:dk1>
        <a:lt1>
          <a:srgbClr val="F8F8F8"/>
        </a:lt1>
        <a:dk2>
          <a:srgbClr val="002600"/>
        </a:dk2>
        <a:lt2>
          <a:srgbClr val="FAFACC"/>
        </a:lt2>
        <a:accent1>
          <a:srgbClr val="CC9933"/>
        </a:accent1>
        <a:accent2>
          <a:srgbClr val="8F9967"/>
        </a:accent2>
        <a:accent3>
          <a:srgbClr val="AAACAA"/>
        </a:accent3>
        <a:accent4>
          <a:srgbClr val="D4D4D4"/>
        </a:accent4>
        <a:accent5>
          <a:srgbClr val="E2CAAD"/>
        </a:accent5>
        <a:accent6>
          <a:srgbClr val="818A5D"/>
        </a:accent6>
        <a:hlink>
          <a:srgbClr val="336600"/>
        </a:hlink>
        <a:folHlink>
          <a:srgbClr val="808000"/>
        </a:folHlink>
      </a:clrScheme>
      <a:clrMap bg1="dk2" tx1="lt1" bg2="dk1" tx2="lt2" accent1="accent1" accent2="accent2" accent3="accent3" accent4="accent4" accent5="accent5" accent6="accent6" hlink="hlink" folHlink="folHlink"/>
    </a:extraClrScheme>
    <a:extraClrScheme>
      <a:clrScheme name="Edge 6">
        <a:dk1>
          <a:srgbClr val="333333"/>
        </a:dk1>
        <a:lt1>
          <a:srgbClr val="FFFFFF"/>
        </a:lt1>
        <a:dk2>
          <a:srgbClr val="006699"/>
        </a:dk2>
        <a:lt2>
          <a:srgbClr val="FFFFFF"/>
        </a:lt2>
        <a:accent1>
          <a:srgbClr val="CC9900"/>
        </a:accent1>
        <a:accent2>
          <a:srgbClr val="FF9900"/>
        </a:accent2>
        <a:accent3>
          <a:srgbClr val="AAB8CA"/>
        </a:accent3>
        <a:accent4>
          <a:srgbClr val="DADADA"/>
        </a:accent4>
        <a:accent5>
          <a:srgbClr val="E2CAAA"/>
        </a:accent5>
        <a:accent6>
          <a:srgbClr val="E78A00"/>
        </a:accent6>
        <a:hlink>
          <a:srgbClr val="FFCC00"/>
        </a:hlink>
        <a:folHlink>
          <a:srgbClr val="706F37"/>
        </a:folHlink>
      </a:clrScheme>
      <a:clrMap bg1="dk2" tx1="lt1" bg2="dk1" tx2="lt2" accent1="accent1" accent2="accent2" accent3="accent3" accent4="accent4" accent5="accent5" accent6="accent6" hlink="hlink" folHlink="folHlink"/>
    </a:extraClrScheme>
    <a:extraClrScheme>
      <a:clrScheme name="Edge 7">
        <a:dk1>
          <a:srgbClr val="000000"/>
        </a:dk1>
        <a:lt1>
          <a:srgbClr val="FFFFFF"/>
        </a:lt1>
        <a:dk2>
          <a:srgbClr val="006633"/>
        </a:dk2>
        <a:lt2>
          <a:srgbClr val="5F5F5F"/>
        </a:lt2>
        <a:accent1>
          <a:srgbClr val="CC9900"/>
        </a:accent1>
        <a:accent2>
          <a:srgbClr val="3B812F"/>
        </a:accent2>
        <a:accent3>
          <a:srgbClr val="FFFFFF"/>
        </a:accent3>
        <a:accent4>
          <a:srgbClr val="000000"/>
        </a:accent4>
        <a:accent5>
          <a:srgbClr val="E2CAAA"/>
        </a:accent5>
        <a:accent6>
          <a:srgbClr val="35742A"/>
        </a:accent6>
        <a:hlink>
          <a:srgbClr val="996600"/>
        </a:hlink>
        <a:folHlink>
          <a:srgbClr val="AFBF39"/>
        </a:folHlink>
      </a:clrScheme>
      <a:clrMap bg1="lt1" tx1="dk1" bg2="lt2" tx2="dk2" accent1="accent1" accent2="accent2" accent3="accent3" accent4="accent4" accent5="accent5" accent6="accent6" hlink="hlink" folHlink="folHlink"/>
    </a:extraClrScheme>
    <a:extraClrScheme>
      <a:clrScheme name="Edge 8">
        <a:dk1>
          <a:srgbClr val="000000"/>
        </a:dk1>
        <a:lt1>
          <a:srgbClr val="FFFFFF"/>
        </a:lt1>
        <a:dk2>
          <a:srgbClr val="CC0000"/>
        </a:dk2>
        <a:lt2>
          <a:srgbClr val="666699"/>
        </a:lt2>
        <a:accent1>
          <a:srgbClr val="808080"/>
        </a:accent1>
        <a:accent2>
          <a:srgbClr val="999933"/>
        </a:accent2>
        <a:accent3>
          <a:srgbClr val="FFFFFF"/>
        </a:accent3>
        <a:accent4>
          <a:srgbClr val="000000"/>
        </a:accent4>
        <a:accent5>
          <a:srgbClr val="C0C0C0"/>
        </a:accent5>
        <a:accent6>
          <a:srgbClr val="8A8A2D"/>
        </a:accent6>
        <a:hlink>
          <a:srgbClr val="4C6D80"/>
        </a:hlink>
        <a:folHlink>
          <a:srgbClr val="B2B2B2"/>
        </a:folHlink>
      </a:clrScheme>
      <a:clrMap bg1="lt1" tx1="dk1" bg2="lt2" tx2="dk2" accent1="accent1" accent2="accent2" accent3="accent3" accent4="accent4" accent5="accent5" accent6="accent6" hlink="hlink" folHlink="folHlink"/>
    </a:extraClrScheme>
    <a:extraClrScheme>
      <a:clrScheme name="Edge 9">
        <a:dk1>
          <a:srgbClr val="000000"/>
        </a:dk1>
        <a:lt1>
          <a:srgbClr val="FFFFFF"/>
        </a:lt1>
        <a:dk2>
          <a:srgbClr val="003399"/>
        </a:dk2>
        <a:lt2>
          <a:srgbClr val="666699"/>
        </a:lt2>
        <a:accent1>
          <a:srgbClr val="009999"/>
        </a:accent1>
        <a:accent2>
          <a:srgbClr val="4C6D4E"/>
        </a:accent2>
        <a:accent3>
          <a:srgbClr val="FFFFFF"/>
        </a:accent3>
        <a:accent4>
          <a:srgbClr val="000000"/>
        </a:accent4>
        <a:accent5>
          <a:srgbClr val="AACACA"/>
        </a:accent5>
        <a:accent6>
          <a:srgbClr val="446246"/>
        </a:accent6>
        <a:hlink>
          <a:srgbClr val="4C6D80"/>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6_Edge">
  <a:themeElements>
    <a:clrScheme name="Edge 7">
      <a:dk1>
        <a:srgbClr val="000000"/>
      </a:dk1>
      <a:lt1>
        <a:srgbClr val="FFFFFF"/>
      </a:lt1>
      <a:dk2>
        <a:srgbClr val="006633"/>
      </a:dk2>
      <a:lt2>
        <a:srgbClr val="5F5F5F"/>
      </a:lt2>
      <a:accent1>
        <a:srgbClr val="CC9900"/>
      </a:accent1>
      <a:accent2>
        <a:srgbClr val="3B812F"/>
      </a:accent2>
      <a:accent3>
        <a:srgbClr val="FFFFFF"/>
      </a:accent3>
      <a:accent4>
        <a:srgbClr val="000000"/>
      </a:accent4>
      <a:accent5>
        <a:srgbClr val="E2CAAA"/>
      </a:accent5>
      <a:accent6>
        <a:srgbClr val="35742A"/>
      </a:accent6>
      <a:hlink>
        <a:srgbClr val="996600"/>
      </a:hlink>
      <a:folHlink>
        <a:srgbClr val="AFBF39"/>
      </a:folHlink>
    </a:clrScheme>
    <a:fontScheme name="Edge">
      <a:majorFont>
        <a:latin typeface="Garamond"/>
        <a:ea typeface=""/>
        <a:cs typeface=""/>
      </a:majorFont>
      <a:minorFont>
        <a:latin typeface="Tahom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rgbClr val="C0C0C0"/>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pitchFamily="34" charset="0"/>
          </a:defRPr>
        </a:defPPr>
      </a:lstStyle>
    </a:spDef>
    <a:lnDef>
      <a:spPr bwMode="auto">
        <a:xfrm>
          <a:off x="0" y="0"/>
          <a:ext cx="1" cy="1"/>
        </a:xfrm>
        <a:custGeom>
          <a:avLst/>
          <a:gdLst/>
          <a:ahLst/>
          <a:cxnLst/>
          <a:rect l="0" t="0" r="0" b="0"/>
          <a:pathLst/>
        </a:custGeom>
        <a:solidFill>
          <a:srgbClr val="C0C0C0"/>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pitchFamily="34" charset="0"/>
          </a:defRPr>
        </a:defPPr>
      </a:lstStyle>
    </a:lnDef>
  </a:objectDefaults>
  <a:extraClrSchemeLst>
    <a:extraClrScheme>
      <a:clrScheme name="Edge 1">
        <a:dk1>
          <a:srgbClr val="333333"/>
        </a:dk1>
        <a:lt1>
          <a:srgbClr val="FFFFFF"/>
        </a:lt1>
        <a:dk2>
          <a:srgbClr val="820000"/>
        </a:dk2>
        <a:lt2>
          <a:srgbClr val="FFFFFF"/>
        </a:lt2>
        <a:accent1>
          <a:srgbClr val="FF9900"/>
        </a:accent1>
        <a:accent2>
          <a:srgbClr val="CC3300"/>
        </a:accent2>
        <a:accent3>
          <a:srgbClr val="C1AAAA"/>
        </a:accent3>
        <a:accent4>
          <a:srgbClr val="DADADA"/>
        </a:accent4>
        <a:accent5>
          <a:srgbClr val="FFCAAA"/>
        </a:accent5>
        <a:accent6>
          <a:srgbClr val="B92D00"/>
        </a:accent6>
        <a:hlink>
          <a:srgbClr val="808080"/>
        </a:hlink>
        <a:folHlink>
          <a:srgbClr val="666633"/>
        </a:folHlink>
      </a:clrScheme>
      <a:clrMap bg1="dk2" tx1="lt1" bg2="dk1" tx2="lt2" accent1="accent1" accent2="accent2" accent3="accent3" accent4="accent4" accent5="accent5" accent6="accent6" hlink="hlink" folHlink="folHlink"/>
    </a:extraClrScheme>
    <a:extraClrScheme>
      <a:clrScheme name="Edge 2">
        <a:dk1>
          <a:srgbClr val="333333"/>
        </a:dk1>
        <a:lt1>
          <a:srgbClr val="CCCCFF"/>
        </a:lt1>
        <a:dk2>
          <a:srgbClr val="0B0506"/>
        </a:dk2>
        <a:lt2>
          <a:srgbClr val="FFFFFF"/>
        </a:lt2>
        <a:accent1>
          <a:srgbClr val="3366CC"/>
        </a:accent1>
        <a:accent2>
          <a:srgbClr val="3333CC"/>
        </a:accent2>
        <a:accent3>
          <a:srgbClr val="AAAAAA"/>
        </a:accent3>
        <a:accent4>
          <a:srgbClr val="AEAEDA"/>
        </a:accent4>
        <a:accent5>
          <a:srgbClr val="ADB8E2"/>
        </a:accent5>
        <a:accent6>
          <a:srgbClr val="2D2DB9"/>
        </a:accent6>
        <a:hlink>
          <a:srgbClr val="808080"/>
        </a:hlink>
        <a:folHlink>
          <a:srgbClr val="666633"/>
        </a:folHlink>
      </a:clrScheme>
      <a:clrMap bg1="dk2" tx1="lt1" bg2="dk1" tx2="lt2" accent1="accent1" accent2="accent2" accent3="accent3" accent4="accent4" accent5="accent5" accent6="accent6" hlink="hlink" folHlink="folHlink"/>
    </a:extraClrScheme>
    <a:extraClrScheme>
      <a:clrScheme name="Edge 3">
        <a:dk1>
          <a:srgbClr val="333333"/>
        </a:dk1>
        <a:lt1>
          <a:srgbClr val="FFFFFF"/>
        </a:lt1>
        <a:dk2>
          <a:srgbClr val="221013"/>
        </a:dk2>
        <a:lt2>
          <a:srgbClr val="FFFFFF"/>
        </a:lt2>
        <a:accent1>
          <a:srgbClr val="CC3300"/>
        </a:accent1>
        <a:accent2>
          <a:srgbClr val="CC9900"/>
        </a:accent2>
        <a:accent3>
          <a:srgbClr val="ABAAAA"/>
        </a:accent3>
        <a:accent4>
          <a:srgbClr val="DADADA"/>
        </a:accent4>
        <a:accent5>
          <a:srgbClr val="E2ADAA"/>
        </a:accent5>
        <a:accent6>
          <a:srgbClr val="B98A00"/>
        </a:accent6>
        <a:hlink>
          <a:srgbClr val="808080"/>
        </a:hlink>
        <a:folHlink>
          <a:srgbClr val="666633"/>
        </a:folHlink>
      </a:clrScheme>
      <a:clrMap bg1="dk2" tx1="lt1" bg2="dk1" tx2="lt2" accent1="accent1" accent2="accent2" accent3="accent3" accent4="accent4" accent5="accent5" accent6="accent6" hlink="hlink" folHlink="folHlink"/>
    </a:extraClrScheme>
    <a:extraClrScheme>
      <a:clrScheme name="Edge 4">
        <a:dk1>
          <a:srgbClr val="11054B"/>
        </a:dk1>
        <a:lt1>
          <a:srgbClr val="FFFFFF"/>
        </a:lt1>
        <a:dk2>
          <a:srgbClr val="0000CC"/>
        </a:dk2>
        <a:lt2>
          <a:srgbClr val="FFFFFF"/>
        </a:lt2>
        <a:accent1>
          <a:srgbClr val="FF6600"/>
        </a:accent1>
        <a:accent2>
          <a:srgbClr val="FF3300"/>
        </a:accent2>
        <a:accent3>
          <a:srgbClr val="AAAAE2"/>
        </a:accent3>
        <a:accent4>
          <a:srgbClr val="DADADA"/>
        </a:accent4>
        <a:accent5>
          <a:srgbClr val="FFB8AA"/>
        </a:accent5>
        <a:accent6>
          <a:srgbClr val="E72D00"/>
        </a:accent6>
        <a:hlink>
          <a:srgbClr val="CC9900"/>
        </a:hlink>
        <a:folHlink>
          <a:srgbClr val="B2B2B2"/>
        </a:folHlink>
      </a:clrScheme>
      <a:clrMap bg1="dk2" tx1="lt1" bg2="dk1" tx2="lt2" accent1="accent1" accent2="accent2" accent3="accent3" accent4="accent4" accent5="accent5" accent6="accent6" hlink="hlink" folHlink="folHlink"/>
    </a:extraClrScheme>
    <a:extraClrScheme>
      <a:clrScheme name="Edge 5">
        <a:dk1>
          <a:srgbClr val="9B8D65"/>
        </a:dk1>
        <a:lt1>
          <a:srgbClr val="F8F8F8"/>
        </a:lt1>
        <a:dk2>
          <a:srgbClr val="002600"/>
        </a:dk2>
        <a:lt2>
          <a:srgbClr val="FAFACC"/>
        </a:lt2>
        <a:accent1>
          <a:srgbClr val="CC9933"/>
        </a:accent1>
        <a:accent2>
          <a:srgbClr val="8F9967"/>
        </a:accent2>
        <a:accent3>
          <a:srgbClr val="AAACAA"/>
        </a:accent3>
        <a:accent4>
          <a:srgbClr val="D4D4D4"/>
        </a:accent4>
        <a:accent5>
          <a:srgbClr val="E2CAAD"/>
        </a:accent5>
        <a:accent6>
          <a:srgbClr val="818A5D"/>
        </a:accent6>
        <a:hlink>
          <a:srgbClr val="336600"/>
        </a:hlink>
        <a:folHlink>
          <a:srgbClr val="808000"/>
        </a:folHlink>
      </a:clrScheme>
      <a:clrMap bg1="dk2" tx1="lt1" bg2="dk1" tx2="lt2" accent1="accent1" accent2="accent2" accent3="accent3" accent4="accent4" accent5="accent5" accent6="accent6" hlink="hlink" folHlink="folHlink"/>
    </a:extraClrScheme>
    <a:extraClrScheme>
      <a:clrScheme name="Edge 6">
        <a:dk1>
          <a:srgbClr val="333333"/>
        </a:dk1>
        <a:lt1>
          <a:srgbClr val="FFFFFF"/>
        </a:lt1>
        <a:dk2>
          <a:srgbClr val="006699"/>
        </a:dk2>
        <a:lt2>
          <a:srgbClr val="FFFFFF"/>
        </a:lt2>
        <a:accent1>
          <a:srgbClr val="CC9900"/>
        </a:accent1>
        <a:accent2>
          <a:srgbClr val="FF9900"/>
        </a:accent2>
        <a:accent3>
          <a:srgbClr val="AAB8CA"/>
        </a:accent3>
        <a:accent4>
          <a:srgbClr val="DADADA"/>
        </a:accent4>
        <a:accent5>
          <a:srgbClr val="E2CAAA"/>
        </a:accent5>
        <a:accent6>
          <a:srgbClr val="E78A00"/>
        </a:accent6>
        <a:hlink>
          <a:srgbClr val="FFCC00"/>
        </a:hlink>
        <a:folHlink>
          <a:srgbClr val="706F37"/>
        </a:folHlink>
      </a:clrScheme>
      <a:clrMap bg1="dk2" tx1="lt1" bg2="dk1" tx2="lt2" accent1="accent1" accent2="accent2" accent3="accent3" accent4="accent4" accent5="accent5" accent6="accent6" hlink="hlink" folHlink="folHlink"/>
    </a:extraClrScheme>
    <a:extraClrScheme>
      <a:clrScheme name="Edge 7">
        <a:dk1>
          <a:srgbClr val="000000"/>
        </a:dk1>
        <a:lt1>
          <a:srgbClr val="FFFFFF"/>
        </a:lt1>
        <a:dk2>
          <a:srgbClr val="006633"/>
        </a:dk2>
        <a:lt2>
          <a:srgbClr val="5F5F5F"/>
        </a:lt2>
        <a:accent1>
          <a:srgbClr val="CC9900"/>
        </a:accent1>
        <a:accent2>
          <a:srgbClr val="3B812F"/>
        </a:accent2>
        <a:accent3>
          <a:srgbClr val="FFFFFF"/>
        </a:accent3>
        <a:accent4>
          <a:srgbClr val="000000"/>
        </a:accent4>
        <a:accent5>
          <a:srgbClr val="E2CAAA"/>
        </a:accent5>
        <a:accent6>
          <a:srgbClr val="35742A"/>
        </a:accent6>
        <a:hlink>
          <a:srgbClr val="996600"/>
        </a:hlink>
        <a:folHlink>
          <a:srgbClr val="AFBF39"/>
        </a:folHlink>
      </a:clrScheme>
      <a:clrMap bg1="lt1" tx1="dk1" bg2="lt2" tx2="dk2" accent1="accent1" accent2="accent2" accent3="accent3" accent4="accent4" accent5="accent5" accent6="accent6" hlink="hlink" folHlink="folHlink"/>
    </a:extraClrScheme>
    <a:extraClrScheme>
      <a:clrScheme name="Edge 8">
        <a:dk1>
          <a:srgbClr val="000000"/>
        </a:dk1>
        <a:lt1>
          <a:srgbClr val="FFFFFF"/>
        </a:lt1>
        <a:dk2>
          <a:srgbClr val="CC0000"/>
        </a:dk2>
        <a:lt2>
          <a:srgbClr val="666699"/>
        </a:lt2>
        <a:accent1>
          <a:srgbClr val="808080"/>
        </a:accent1>
        <a:accent2>
          <a:srgbClr val="999933"/>
        </a:accent2>
        <a:accent3>
          <a:srgbClr val="FFFFFF"/>
        </a:accent3>
        <a:accent4>
          <a:srgbClr val="000000"/>
        </a:accent4>
        <a:accent5>
          <a:srgbClr val="C0C0C0"/>
        </a:accent5>
        <a:accent6>
          <a:srgbClr val="8A8A2D"/>
        </a:accent6>
        <a:hlink>
          <a:srgbClr val="4C6D80"/>
        </a:hlink>
        <a:folHlink>
          <a:srgbClr val="B2B2B2"/>
        </a:folHlink>
      </a:clrScheme>
      <a:clrMap bg1="lt1" tx1="dk1" bg2="lt2" tx2="dk2" accent1="accent1" accent2="accent2" accent3="accent3" accent4="accent4" accent5="accent5" accent6="accent6" hlink="hlink" folHlink="folHlink"/>
    </a:extraClrScheme>
    <a:extraClrScheme>
      <a:clrScheme name="Edge 9">
        <a:dk1>
          <a:srgbClr val="000000"/>
        </a:dk1>
        <a:lt1>
          <a:srgbClr val="FFFFFF"/>
        </a:lt1>
        <a:dk2>
          <a:srgbClr val="003399"/>
        </a:dk2>
        <a:lt2>
          <a:srgbClr val="666699"/>
        </a:lt2>
        <a:accent1>
          <a:srgbClr val="009999"/>
        </a:accent1>
        <a:accent2>
          <a:srgbClr val="4C6D4E"/>
        </a:accent2>
        <a:accent3>
          <a:srgbClr val="FFFFFF"/>
        </a:accent3>
        <a:accent4>
          <a:srgbClr val="000000"/>
        </a:accent4>
        <a:accent5>
          <a:srgbClr val="AACACA"/>
        </a:accent5>
        <a:accent6>
          <a:srgbClr val="446246"/>
        </a:accent6>
        <a:hlink>
          <a:srgbClr val="4C6D80"/>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7_Edge">
  <a:themeElements>
    <a:clrScheme name="Edge 7">
      <a:dk1>
        <a:srgbClr val="000000"/>
      </a:dk1>
      <a:lt1>
        <a:srgbClr val="FFFFFF"/>
      </a:lt1>
      <a:dk2>
        <a:srgbClr val="006633"/>
      </a:dk2>
      <a:lt2>
        <a:srgbClr val="5F5F5F"/>
      </a:lt2>
      <a:accent1>
        <a:srgbClr val="CC9900"/>
      </a:accent1>
      <a:accent2>
        <a:srgbClr val="3B812F"/>
      </a:accent2>
      <a:accent3>
        <a:srgbClr val="FFFFFF"/>
      </a:accent3>
      <a:accent4>
        <a:srgbClr val="000000"/>
      </a:accent4>
      <a:accent5>
        <a:srgbClr val="E2CAAA"/>
      </a:accent5>
      <a:accent6>
        <a:srgbClr val="35742A"/>
      </a:accent6>
      <a:hlink>
        <a:srgbClr val="996600"/>
      </a:hlink>
      <a:folHlink>
        <a:srgbClr val="AFBF39"/>
      </a:folHlink>
    </a:clrScheme>
    <a:fontScheme name="Edge">
      <a:majorFont>
        <a:latin typeface="Garamond"/>
        <a:ea typeface=""/>
        <a:cs typeface=""/>
      </a:majorFont>
      <a:minorFont>
        <a:latin typeface="Tahom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rgbClr val="C0C0C0"/>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pitchFamily="34" charset="0"/>
          </a:defRPr>
        </a:defPPr>
      </a:lstStyle>
    </a:spDef>
    <a:lnDef>
      <a:spPr bwMode="auto">
        <a:xfrm>
          <a:off x="0" y="0"/>
          <a:ext cx="1" cy="1"/>
        </a:xfrm>
        <a:custGeom>
          <a:avLst/>
          <a:gdLst/>
          <a:ahLst/>
          <a:cxnLst/>
          <a:rect l="0" t="0" r="0" b="0"/>
          <a:pathLst/>
        </a:custGeom>
        <a:solidFill>
          <a:srgbClr val="C0C0C0"/>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pitchFamily="34" charset="0"/>
          </a:defRPr>
        </a:defPPr>
      </a:lstStyle>
    </a:lnDef>
  </a:objectDefaults>
  <a:extraClrSchemeLst>
    <a:extraClrScheme>
      <a:clrScheme name="Edge 1">
        <a:dk1>
          <a:srgbClr val="333333"/>
        </a:dk1>
        <a:lt1>
          <a:srgbClr val="FFFFFF"/>
        </a:lt1>
        <a:dk2>
          <a:srgbClr val="820000"/>
        </a:dk2>
        <a:lt2>
          <a:srgbClr val="FFFFFF"/>
        </a:lt2>
        <a:accent1>
          <a:srgbClr val="FF9900"/>
        </a:accent1>
        <a:accent2>
          <a:srgbClr val="CC3300"/>
        </a:accent2>
        <a:accent3>
          <a:srgbClr val="C1AAAA"/>
        </a:accent3>
        <a:accent4>
          <a:srgbClr val="DADADA"/>
        </a:accent4>
        <a:accent5>
          <a:srgbClr val="FFCAAA"/>
        </a:accent5>
        <a:accent6>
          <a:srgbClr val="B92D00"/>
        </a:accent6>
        <a:hlink>
          <a:srgbClr val="808080"/>
        </a:hlink>
        <a:folHlink>
          <a:srgbClr val="666633"/>
        </a:folHlink>
      </a:clrScheme>
      <a:clrMap bg1="dk2" tx1="lt1" bg2="dk1" tx2="lt2" accent1="accent1" accent2="accent2" accent3="accent3" accent4="accent4" accent5="accent5" accent6="accent6" hlink="hlink" folHlink="folHlink"/>
    </a:extraClrScheme>
    <a:extraClrScheme>
      <a:clrScheme name="Edge 2">
        <a:dk1>
          <a:srgbClr val="333333"/>
        </a:dk1>
        <a:lt1>
          <a:srgbClr val="CCCCFF"/>
        </a:lt1>
        <a:dk2>
          <a:srgbClr val="0B0506"/>
        </a:dk2>
        <a:lt2>
          <a:srgbClr val="FFFFFF"/>
        </a:lt2>
        <a:accent1>
          <a:srgbClr val="3366CC"/>
        </a:accent1>
        <a:accent2>
          <a:srgbClr val="3333CC"/>
        </a:accent2>
        <a:accent3>
          <a:srgbClr val="AAAAAA"/>
        </a:accent3>
        <a:accent4>
          <a:srgbClr val="AEAEDA"/>
        </a:accent4>
        <a:accent5>
          <a:srgbClr val="ADB8E2"/>
        </a:accent5>
        <a:accent6>
          <a:srgbClr val="2D2DB9"/>
        </a:accent6>
        <a:hlink>
          <a:srgbClr val="808080"/>
        </a:hlink>
        <a:folHlink>
          <a:srgbClr val="666633"/>
        </a:folHlink>
      </a:clrScheme>
      <a:clrMap bg1="dk2" tx1="lt1" bg2="dk1" tx2="lt2" accent1="accent1" accent2="accent2" accent3="accent3" accent4="accent4" accent5="accent5" accent6="accent6" hlink="hlink" folHlink="folHlink"/>
    </a:extraClrScheme>
    <a:extraClrScheme>
      <a:clrScheme name="Edge 3">
        <a:dk1>
          <a:srgbClr val="333333"/>
        </a:dk1>
        <a:lt1>
          <a:srgbClr val="FFFFFF"/>
        </a:lt1>
        <a:dk2>
          <a:srgbClr val="221013"/>
        </a:dk2>
        <a:lt2>
          <a:srgbClr val="FFFFFF"/>
        </a:lt2>
        <a:accent1>
          <a:srgbClr val="CC3300"/>
        </a:accent1>
        <a:accent2>
          <a:srgbClr val="CC9900"/>
        </a:accent2>
        <a:accent3>
          <a:srgbClr val="ABAAAA"/>
        </a:accent3>
        <a:accent4>
          <a:srgbClr val="DADADA"/>
        </a:accent4>
        <a:accent5>
          <a:srgbClr val="E2ADAA"/>
        </a:accent5>
        <a:accent6>
          <a:srgbClr val="B98A00"/>
        </a:accent6>
        <a:hlink>
          <a:srgbClr val="808080"/>
        </a:hlink>
        <a:folHlink>
          <a:srgbClr val="666633"/>
        </a:folHlink>
      </a:clrScheme>
      <a:clrMap bg1="dk2" tx1="lt1" bg2="dk1" tx2="lt2" accent1="accent1" accent2="accent2" accent3="accent3" accent4="accent4" accent5="accent5" accent6="accent6" hlink="hlink" folHlink="folHlink"/>
    </a:extraClrScheme>
    <a:extraClrScheme>
      <a:clrScheme name="Edge 4">
        <a:dk1>
          <a:srgbClr val="11054B"/>
        </a:dk1>
        <a:lt1>
          <a:srgbClr val="FFFFFF"/>
        </a:lt1>
        <a:dk2>
          <a:srgbClr val="0000CC"/>
        </a:dk2>
        <a:lt2>
          <a:srgbClr val="FFFFFF"/>
        </a:lt2>
        <a:accent1>
          <a:srgbClr val="FF6600"/>
        </a:accent1>
        <a:accent2>
          <a:srgbClr val="FF3300"/>
        </a:accent2>
        <a:accent3>
          <a:srgbClr val="AAAAE2"/>
        </a:accent3>
        <a:accent4>
          <a:srgbClr val="DADADA"/>
        </a:accent4>
        <a:accent5>
          <a:srgbClr val="FFB8AA"/>
        </a:accent5>
        <a:accent6>
          <a:srgbClr val="E72D00"/>
        </a:accent6>
        <a:hlink>
          <a:srgbClr val="CC9900"/>
        </a:hlink>
        <a:folHlink>
          <a:srgbClr val="B2B2B2"/>
        </a:folHlink>
      </a:clrScheme>
      <a:clrMap bg1="dk2" tx1="lt1" bg2="dk1" tx2="lt2" accent1="accent1" accent2="accent2" accent3="accent3" accent4="accent4" accent5="accent5" accent6="accent6" hlink="hlink" folHlink="folHlink"/>
    </a:extraClrScheme>
    <a:extraClrScheme>
      <a:clrScheme name="Edge 5">
        <a:dk1>
          <a:srgbClr val="9B8D65"/>
        </a:dk1>
        <a:lt1>
          <a:srgbClr val="F8F8F8"/>
        </a:lt1>
        <a:dk2>
          <a:srgbClr val="002600"/>
        </a:dk2>
        <a:lt2>
          <a:srgbClr val="FAFACC"/>
        </a:lt2>
        <a:accent1>
          <a:srgbClr val="CC9933"/>
        </a:accent1>
        <a:accent2>
          <a:srgbClr val="8F9967"/>
        </a:accent2>
        <a:accent3>
          <a:srgbClr val="AAACAA"/>
        </a:accent3>
        <a:accent4>
          <a:srgbClr val="D4D4D4"/>
        </a:accent4>
        <a:accent5>
          <a:srgbClr val="E2CAAD"/>
        </a:accent5>
        <a:accent6>
          <a:srgbClr val="818A5D"/>
        </a:accent6>
        <a:hlink>
          <a:srgbClr val="336600"/>
        </a:hlink>
        <a:folHlink>
          <a:srgbClr val="808000"/>
        </a:folHlink>
      </a:clrScheme>
      <a:clrMap bg1="dk2" tx1="lt1" bg2="dk1" tx2="lt2" accent1="accent1" accent2="accent2" accent3="accent3" accent4="accent4" accent5="accent5" accent6="accent6" hlink="hlink" folHlink="folHlink"/>
    </a:extraClrScheme>
    <a:extraClrScheme>
      <a:clrScheme name="Edge 6">
        <a:dk1>
          <a:srgbClr val="333333"/>
        </a:dk1>
        <a:lt1>
          <a:srgbClr val="FFFFFF"/>
        </a:lt1>
        <a:dk2>
          <a:srgbClr val="006699"/>
        </a:dk2>
        <a:lt2>
          <a:srgbClr val="FFFFFF"/>
        </a:lt2>
        <a:accent1>
          <a:srgbClr val="CC9900"/>
        </a:accent1>
        <a:accent2>
          <a:srgbClr val="FF9900"/>
        </a:accent2>
        <a:accent3>
          <a:srgbClr val="AAB8CA"/>
        </a:accent3>
        <a:accent4>
          <a:srgbClr val="DADADA"/>
        </a:accent4>
        <a:accent5>
          <a:srgbClr val="E2CAAA"/>
        </a:accent5>
        <a:accent6>
          <a:srgbClr val="E78A00"/>
        </a:accent6>
        <a:hlink>
          <a:srgbClr val="FFCC00"/>
        </a:hlink>
        <a:folHlink>
          <a:srgbClr val="706F37"/>
        </a:folHlink>
      </a:clrScheme>
      <a:clrMap bg1="dk2" tx1="lt1" bg2="dk1" tx2="lt2" accent1="accent1" accent2="accent2" accent3="accent3" accent4="accent4" accent5="accent5" accent6="accent6" hlink="hlink" folHlink="folHlink"/>
    </a:extraClrScheme>
    <a:extraClrScheme>
      <a:clrScheme name="Edge 7">
        <a:dk1>
          <a:srgbClr val="000000"/>
        </a:dk1>
        <a:lt1>
          <a:srgbClr val="FFFFFF"/>
        </a:lt1>
        <a:dk2>
          <a:srgbClr val="006633"/>
        </a:dk2>
        <a:lt2>
          <a:srgbClr val="5F5F5F"/>
        </a:lt2>
        <a:accent1>
          <a:srgbClr val="CC9900"/>
        </a:accent1>
        <a:accent2>
          <a:srgbClr val="3B812F"/>
        </a:accent2>
        <a:accent3>
          <a:srgbClr val="FFFFFF"/>
        </a:accent3>
        <a:accent4>
          <a:srgbClr val="000000"/>
        </a:accent4>
        <a:accent5>
          <a:srgbClr val="E2CAAA"/>
        </a:accent5>
        <a:accent6>
          <a:srgbClr val="35742A"/>
        </a:accent6>
        <a:hlink>
          <a:srgbClr val="996600"/>
        </a:hlink>
        <a:folHlink>
          <a:srgbClr val="AFBF39"/>
        </a:folHlink>
      </a:clrScheme>
      <a:clrMap bg1="lt1" tx1="dk1" bg2="lt2" tx2="dk2" accent1="accent1" accent2="accent2" accent3="accent3" accent4="accent4" accent5="accent5" accent6="accent6" hlink="hlink" folHlink="folHlink"/>
    </a:extraClrScheme>
    <a:extraClrScheme>
      <a:clrScheme name="Edge 8">
        <a:dk1>
          <a:srgbClr val="000000"/>
        </a:dk1>
        <a:lt1>
          <a:srgbClr val="FFFFFF"/>
        </a:lt1>
        <a:dk2>
          <a:srgbClr val="CC0000"/>
        </a:dk2>
        <a:lt2>
          <a:srgbClr val="666699"/>
        </a:lt2>
        <a:accent1>
          <a:srgbClr val="808080"/>
        </a:accent1>
        <a:accent2>
          <a:srgbClr val="999933"/>
        </a:accent2>
        <a:accent3>
          <a:srgbClr val="FFFFFF"/>
        </a:accent3>
        <a:accent4>
          <a:srgbClr val="000000"/>
        </a:accent4>
        <a:accent5>
          <a:srgbClr val="C0C0C0"/>
        </a:accent5>
        <a:accent6>
          <a:srgbClr val="8A8A2D"/>
        </a:accent6>
        <a:hlink>
          <a:srgbClr val="4C6D80"/>
        </a:hlink>
        <a:folHlink>
          <a:srgbClr val="B2B2B2"/>
        </a:folHlink>
      </a:clrScheme>
      <a:clrMap bg1="lt1" tx1="dk1" bg2="lt2" tx2="dk2" accent1="accent1" accent2="accent2" accent3="accent3" accent4="accent4" accent5="accent5" accent6="accent6" hlink="hlink" folHlink="folHlink"/>
    </a:extraClrScheme>
    <a:extraClrScheme>
      <a:clrScheme name="Edge 9">
        <a:dk1>
          <a:srgbClr val="000000"/>
        </a:dk1>
        <a:lt1>
          <a:srgbClr val="FFFFFF"/>
        </a:lt1>
        <a:dk2>
          <a:srgbClr val="003399"/>
        </a:dk2>
        <a:lt2>
          <a:srgbClr val="666699"/>
        </a:lt2>
        <a:accent1>
          <a:srgbClr val="009999"/>
        </a:accent1>
        <a:accent2>
          <a:srgbClr val="4C6D4E"/>
        </a:accent2>
        <a:accent3>
          <a:srgbClr val="FFFFFF"/>
        </a:accent3>
        <a:accent4>
          <a:srgbClr val="000000"/>
        </a:accent4>
        <a:accent5>
          <a:srgbClr val="AACACA"/>
        </a:accent5>
        <a:accent6>
          <a:srgbClr val="446246"/>
        </a:accent6>
        <a:hlink>
          <a:srgbClr val="4C6D80"/>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4.xml><?xml version="1.0" encoding="utf-8"?>
<a:theme xmlns:a="http://schemas.openxmlformats.org/drawingml/2006/main" name="8_Edge">
  <a:themeElements>
    <a:clrScheme name="Edge 7">
      <a:dk1>
        <a:srgbClr val="000000"/>
      </a:dk1>
      <a:lt1>
        <a:srgbClr val="FFFFFF"/>
      </a:lt1>
      <a:dk2>
        <a:srgbClr val="006633"/>
      </a:dk2>
      <a:lt2>
        <a:srgbClr val="5F5F5F"/>
      </a:lt2>
      <a:accent1>
        <a:srgbClr val="CC9900"/>
      </a:accent1>
      <a:accent2>
        <a:srgbClr val="3B812F"/>
      </a:accent2>
      <a:accent3>
        <a:srgbClr val="FFFFFF"/>
      </a:accent3>
      <a:accent4>
        <a:srgbClr val="000000"/>
      </a:accent4>
      <a:accent5>
        <a:srgbClr val="E2CAAA"/>
      </a:accent5>
      <a:accent6>
        <a:srgbClr val="35742A"/>
      </a:accent6>
      <a:hlink>
        <a:srgbClr val="996600"/>
      </a:hlink>
      <a:folHlink>
        <a:srgbClr val="AFBF39"/>
      </a:folHlink>
    </a:clrScheme>
    <a:fontScheme name="Edge">
      <a:majorFont>
        <a:latin typeface="Garamond"/>
        <a:ea typeface=""/>
        <a:cs typeface=""/>
      </a:majorFont>
      <a:minorFont>
        <a:latin typeface="Tahom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rgbClr val="C0C0C0"/>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pitchFamily="34" charset="0"/>
          </a:defRPr>
        </a:defPPr>
      </a:lstStyle>
    </a:spDef>
    <a:lnDef>
      <a:spPr bwMode="auto">
        <a:xfrm>
          <a:off x="0" y="0"/>
          <a:ext cx="1" cy="1"/>
        </a:xfrm>
        <a:custGeom>
          <a:avLst/>
          <a:gdLst/>
          <a:ahLst/>
          <a:cxnLst/>
          <a:rect l="0" t="0" r="0" b="0"/>
          <a:pathLst/>
        </a:custGeom>
        <a:solidFill>
          <a:srgbClr val="C0C0C0"/>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pitchFamily="34" charset="0"/>
          </a:defRPr>
        </a:defPPr>
      </a:lstStyle>
    </a:lnDef>
  </a:objectDefaults>
  <a:extraClrSchemeLst>
    <a:extraClrScheme>
      <a:clrScheme name="Edge 1">
        <a:dk1>
          <a:srgbClr val="333333"/>
        </a:dk1>
        <a:lt1>
          <a:srgbClr val="FFFFFF"/>
        </a:lt1>
        <a:dk2>
          <a:srgbClr val="820000"/>
        </a:dk2>
        <a:lt2>
          <a:srgbClr val="FFFFFF"/>
        </a:lt2>
        <a:accent1>
          <a:srgbClr val="FF9900"/>
        </a:accent1>
        <a:accent2>
          <a:srgbClr val="CC3300"/>
        </a:accent2>
        <a:accent3>
          <a:srgbClr val="C1AAAA"/>
        </a:accent3>
        <a:accent4>
          <a:srgbClr val="DADADA"/>
        </a:accent4>
        <a:accent5>
          <a:srgbClr val="FFCAAA"/>
        </a:accent5>
        <a:accent6>
          <a:srgbClr val="B92D00"/>
        </a:accent6>
        <a:hlink>
          <a:srgbClr val="808080"/>
        </a:hlink>
        <a:folHlink>
          <a:srgbClr val="666633"/>
        </a:folHlink>
      </a:clrScheme>
      <a:clrMap bg1="dk2" tx1="lt1" bg2="dk1" tx2="lt2" accent1="accent1" accent2="accent2" accent3="accent3" accent4="accent4" accent5="accent5" accent6="accent6" hlink="hlink" folHlink="folHlink"/>
    </a:extraClrScheme>
    <a:extraClrScheme>
      <a:clrScheme name="Edge 2">
        <a:dk1>
          <a:srgbClr val="333333"/>
        </a:dk1>
        <a:lt1>
          <a:srgbClr val="CCCCFF"/>
        </a:lt1>
        <a:dk2>
          <a:srgbClr val="0B0506"/>
        </a:dk2>
        <a:lt2>
          <a:srgbClr val="FFFFFF"/>
        </a:lt2>
        <a:accent1>
          <a:srgbClr val="3366CC"/>
        </a:accent1>
        <a:accent2>
          <a:srgbClr val="3333CC"/>
        </a:accent2>
        <a:accent3>
          <a:srgbClr val="AAAAAA"/>
        </a:accent3>
        <a:accent4>
          <a:srgbClr val="AEAEDA"/>
        </a:accent4>
        <a:accent5>
          <a:srgbClr val="ADB8E2"/>
        </a:accent5>
        <a:accent6>
          <a:srgbClr val="2D2DB9"/>
        </a:accent6>
        <a:hlink>
          <a:srgbClr val="808080"/>
        </a:hlink>
        <a:folHlink>
          <a:srgbClr val="666633"/>
        </a:folHlink>
      </a:clrScheme>
      <a:clrMap bg1="dk2" tx1="lt1" bg2="dk1" tx2="lt2" accent1="accent1" accent2="accent2" accent3="accent3" accent4="accent4" accent5="accent5" accent6="accent6" hlink="hlink" folHlink="folHlink"/>
    </a:extraClrScheme>
    <a:extraClrScheme>
      <a:clrScheme name="Edge 3">
        <a:dk1>
          <a:srgbClr val="333333"/>
        </a:dk1>
        <a:lt1>
          <a:srgbClr val="FFFFFF"/>
        </a:lt1>
        <a:dk2>
          <a:srgbClr val="221013"/>
        </a:dk2>
        <a:lt2>
          <a:srgbClr val="FFFFFF"/>
        </a:lt2>
        <a:accent1>
          <a:srgbClr val="CC3300"/>
        </a:accent1>
        <a:accent2>
          <a:srgbClr val="CC9900"/>
        </a:accent2>
        <a:accent3>
          <a:srgbClr val="ABAAAA"/>
        </a:accent3>
        <a:accent4>
          <a:srgbClr val="DADADA"/>
        </a:accent4>
        <a:accent5>
          <a:srgbClr val="E2ADAA"/>
        </a:accent5>
        <a:accent6>
          <a:srgbClr val="B98A00"/>
        </a:accent6>
        <a:hlink>
          <a:srgbClr val="808080"/>
        </a:hlink>
        <a:folHlink>
          <a:srgbClr val="666633"/>
        </a:folHlink>
      </a:clrScheme>
      <a:clrMap bg1="dk2" tx1="lt1" bg2="dk1" tx2="lt2" accent1="accent1" accent2="accent2" accent3="accent3" accent4="accent4" accent5="accent5" accent6="accent6" hlink="hlink" folHlink="folHlink"/>
    </a:extraClrScheme>
    <a:extraClrScheme>
      <a:clrScheme name="Edge 4">
        <a:dk1>
          <a:srgbClr val="11054B"/>
        </a:dk1>
        <a:lt1>
          <a:srgbClr val="FFFFFF"/>
        </a:lt1>
        <a:dk2>
          <a:srgbClr val="0000CC"/>
        </a:dk2>
        <a:lt2>
          <a:srgbClr val="FFFFFF"/>
        </a:lt2>
        <a:accent1>
          <a:srgbClr val="FF6600"/>
        </a:accent1>
        <a:accent2>
          <a:srgbClr val="FF3300"/>
        </a:accent2>
        <a:accent3>
          <a:srgbClr val="AAAAE2"/>
        </a:accent3>
        <a:accent4>
          <a:srgbClr val="DADADA"/>
        </a:accent4>
        <a:accent5>
          <a:srgbClr val="FFB8AA"/>
        </a:accent5>
        <a:accent6>
          <a:srgbClr val="E72D00"/>
        </a:accent6>
        <a:hlink>
          <a:srgbClr val="CC9900"/>
        </a:hlink>
        <a:folHlink>
          <a:srgbClr val="B2B2B2"/>
        </a:folHlink>
      </a:clrScheme>
      <a:clrMap bg1="dk2" tx1="lt1" bg2="dk1" tx2="lt2" accent1="accent1" accent2="accent2" accent3="accent3" accent4="accent4" accent5="accent5" accent6="accent6" hlink="hlink" folHlink="folHlink"/>
    </a:extraClrScheme>
    <a:extraClrScheme>
      <a:clrScheme name="Edge 5">
        <a:dk1>
          <a:srgbClr val="9B8D65"/>
        </a:dk1>
        <a:lt1>
          <a:srgbClr val="F8F8F8"/>
        </a:lt1>
        <a:dk2>
          <a:srgbClr val="002600"/>
        </a:dk2>
        <a:lt2>
          <a:srgbClr val="FAFACC"/>
        </a:lt2>
        <a:accent1>
          <a:srgbClr val="CC9933"/>
        </a:accent1>
        <a:accent2>
          <a:srgbClr val="8F9967"/>
        </a:accent2>
        <a:accent3>
          <a:srgbClr val="AAACAA"/>
        </a:accent3>
        <a:accent4>
          <a:srgbClr val="D4D4D4"/>
        </a:accent4>
        <a:accent5>
          <a:srgbClr val="E2CAAD"/>
        </a:accent5>
        <a:accent6>
          <a:srgbClr val="818A5D"/>
        </a:accent6>
        <a:hlink>
          <a:srgbClr val="336600"/>
        </a:hlink>
        <a:folHlink>
          <a:srgbClr val="808000"/>
        </a:folHlink>
      </a:clrScheme>
      <a:clrMap bg1="dk2" tx1="lt1" bg2="dk1" tx2="lt2" accent1="accent1" accent2="accent2" accent3="accent3" accent4="accent4" accent5="accent5" accent6="accent6" hlink="hlink" folHlink="folHlink"/>
    </a:extraClrScheme>
    <a:extraClrScheme>
      <a:clrScheme name="Edge 6">
        <a:dk1>
          <a:srgbClr val="333333"/>
        </a:dk1>
        <a:lt1>
          <a:srgbClr val="FFFFFF"/>
        </a:lt1>
        <a:dk2>
          <a:srgbClr val="006699"/>
        </a:dk2>
        <a:lt2>
          <a:srgbClr val="FFFFFF"/>
        </a:lt2>
        <a:accent1>
          <a:srgbClr val="CC9900"/>
        </a:accent1>
        <a:accent2>
          <a:srgbClr val="FF9900"/>
        </a:accent2>
        <a:accent3>
          <a:srgbClr val="AAB8CA"/>
        </a:accent3>
        <a:accent4>
          <a:srgbClr val="DADADA"/>
        </a:accent4>
        <a:accent5>
          <a:srgbClr val="E2CAAA"/>
        </a:accent5>
        <a:accent6>
          <a:srgbClr val="E78A00"/>
        </a:accent6>
        <a:hlink>
          <a:srgbClr val="FFCC00"/>
        </a:hlink>
        <a:folHlink>
          <a:srgbClr val="706F37"/>
        </a:folHlink>
      </a:clrScheme>
      <a:clrMap bg1="dk2" tx1="lt1" bg2="dk1" tx2="lt2" accent1="accent1" accent2="accent2" accent3="accent3" accent4="accent4" accent5="accent5" accent6="accent6" hlink="hlink" folHlink="folHlink"/>
    </a:extraClrScheme>
    <a:extraClrScheme>
      <a:clrScheme name="Edge 7">
        <a:dk1>
          <a:srgbClr val="000000"/>
        </a:dk1>
        <a:lt1>
          <a:srgbClr val="FFFFFF"/>
        </a:lt1>
        <a:dk2>
          <a:srgbClr val="006633"/>
        </a:dk2>
        <a:lt2>
          <a:srgbClr val="5F5F5F"/>
        </a:lt2>
        <a:accent1>
          <a:srgbClr val="CC9900"/>
        </a:accent1>
        <a:accent2>
          <a:srgbClr val="3B812F"/>
        </a:accent2>
        <a:accent3>
          <a:srgbClr val="FFFFFF"/>
        </a:accent3>
        <a:accent4>
          <a:srgbClr val="000000"/>
        </a:accent4>
        <a:accent5>
          <a:srgbClr val="E2CAAA"/>
        </a:accent5>
        <a:accent6>
          <a:srgbClr val="35742A"/>
        </a:accent6>
        <a:hlink>
          <a:srgbClr val="996600"/>
        </a:hlink>
        <a:folHlink>
          <a:srgbClr val="AFBF39"/>
        </a:folHlink>
      </a:clrScheme>
      <a:clrMap bg1="lt1" tx1="dk1" bg2="lt2" tx2="dk2" accent1="accent1" accent2="accent2" accent3="accent3" accent4="accent4" accent5="accent5" accent6="accent6" hlink="hlink" folHlink="folHlink"/>
    </a:extraClrScheme>
    <a:extraClrScheme>
      <a:clrScheme name="Edge 8">
        <a:dk1>
          <a:srgbClr val="000000"/>
        </a:dk1>
        <a:lt1>
          <a:srgbClr val="FFFFFF"/>
        </a:lt1>
        <a:dk2>
          <a:srgbClr val="CC0000"/>
        </a:dk2>
        <a:lt2>
          <a:srgbClr val="666699"/>
        </a:lt2>
        <a:accent1>
          <a:srgbClr val="808080"/>
        </a:accent1>
        <a:accent2>
          <a:srgbClr val="999933"/>
        </a:accent2>
        <a:accent3>
          <a:srgbClr val="FFFFFF"/>
        </a:accent3>
        <a:accent4>
          <a:srgbClr val="000000"/>
        </a:accent4>
        <a:accent5>
          <a:srgbClr val="C0C0C0"/>
        </a:accent5>
        <a:accent6>
          <a:srgbClr val="8A8A2D"/>
        </a:accent6>
        <a:hlink>
          <a:srgbClr val="4C6D80"/>
        </a:hlink>
        <a:folHlink>
          <a:srgbClr val="B2B2B2"/>
        </a:folHlink>
      </a:clrScheme>
      <a:clrMap bg1="lt1" tx1="dk1" bg2="lt2" tx2="dk2" accent1="accent1" accent2="accent2" accent3="accent3" accent4="accent4" accent5="accent5" accent6="accent6" hlink="hlink" folHlink="folHlink"/>
    </a:extraClrScheme>
    <a:extraClrScheme>
      <a:clrScheme name="Edge 9">
        <a:dk1>
          <a:srgbClr val="000000"/>
        </a:dk1>
        <a:lt1>
          <a:srgbClr val="FFFFFF"/>
        </a:lt1>
        <a:dk2>
          <a:srgbClr val="003399"/>
        </a:dk2>
        <a:lt2>
          <a:srgbClr val="666699"/>
        </a:lt2>
        <a:accent1>
          <a:srgbClr val="009999"/>
        </a:accent1>
        <a:accent2>
          <a:srgbClr val="4C6D4E"/>
        </a:accent2>
        <a:accent3>
          <a:srgbClr val="FFFFFF"/>
        </a:accent3>
        <a:accent4>
          <a:srgbClr val="000000"/>
        </a:accent4>
        <a:accent5>
          <a:srgbClr val="AACACA"/>
        </a:accent5>
        <a:accent6>
          <a:srgbClr val="446246"/>
        </a:accent6>
        <a:hlink>
          <a:srgbClr val="4C6D80"/>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5.xml><?xml version="1.0" encoding="utf-8"?>
<a:theme xmlns:a="http://schemas.openxmlformats.org/drawingml/2006/main" name="67_Edge">
  <a:themeElements>
    <a:clrScheme name="Edge 7">
      <a:dk1>
        <a:srgbClr val="000000"/>
      </a:dk1>
      <a:lt1>
        <a:srgbClr val="FFFFFF"/>
      </a:lt1>
      <a:dk2>
        <a:srgbClr val="006633"/>
      </a:dk2>
      <a:lt2>
        <a:srgbClr val="5F5F5F"/>
      </a:lt2>
      <a:accent1>
        <a:srgbClr val="CC9900"/>
      </a:accent1>
      <a:accent2>
        <a:srgbClr val="3B812F"/>
      </a:accent2>
      <a:accent3>
        <a:srgbClr val="FFFFFF"/>
      </a:accent3>
      <a:accent4>
        <a:srgbClr val="000000"/>
      </a:accent4>
      <a:accent5>
        <a:srgbClr val="E2CAAA"/>
      </a:accent5>
      <a:accent6>
        <a:srgbClr val="35742A"/>
      </a:accent6>
      <a:hlink>
        <a:srgbClr val="996600"/>
      </a:hlink>
      <a:folHlink>
        <a:srgbClr val="AFBF39"/>
      </a:folHlink>
    </a:clrScheme>
    <a:fontScheme name="Edge">
      <a:majorFont>
        <a:latin typeface="Garamond"/>
        <a:ea typeface=""/>
        <a:cs typeface=""/>
      </a:majorFont>
      <a:minorFont>
        <a:latin typeface="Tahom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rgbClr val="C0C0C0"/>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pitchFamily="34" charset="0"/>
          </a:defRPr>
        </a:defPPr>
      </a:lstStyle>
    </a:spDef>
    <a:lnDef>
      <a:spPr bwMode="auto">
        <a:xfrm>
          <a:off x="0" y="0"/>
          <a:ext cx="1" cy="1"/>
        </a:xfrm>
        <a:custGeom>
          <a:avLst/>
          <a:gdLst/>
          <a:ahLst/>
          <a:cxnLst/>
          <a:rect l="0" t="0" r="0" b="0"/>
          <a:pathLst/>
        </a:custGeom>
        <a:solidFill>
          <a:srgbClr val="C0C0C0"/>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pitchFamily="34" charset="0"/>
          </a:defRPr>
        </a:defPPr>
      </a:lstStyle>
    </a:lnDef>
  </a:objectDefaults>
  <a:extraClrSchemeLst>
    <a:extraClrScheme>
      <a:clrScheme name="Edge 1">
        <a:dk1>
          <a:srgbClr val="333333"/>
        </a:dk1>
        <a:lt1>
          <a:srgbClr val="FFFFFF"/>
        </a:lt1>
        <a:dk2>
          <a:srgbClr val="820000"/>
        </a:dk2>
        <a:lt2>
          <a:srgbClr val="FFFFFF"/>
        </a:lt2>
        <a:accent1>
          <a:srgbClr val="FF9900"/>
        </a:accent1>
        <a:accent2>
          <a:srgbClr val="CC3300"/>
        </a:accent2>
        <a:accent3>
          <a:srgbClr val="C1AAAA"/>
        </a:accent3>
        <a:accent4>
          <a:srgbClr val="DADADA"/>
        </a:accent4>
        <a:accent5>
          <a:srgbClr val="FFCAAA"/>
        </a:accent5>
        <a:accent6>
          <a:srgbClr val="B92D00"/>
        </a:accent6>
        <a:hlink>
          <a:srgbClr val="808080"/>
        </a:hlink>
        <a:folHlink>
          <a:srgbClr val="666633"/>
        </a:folHlink>
      </a:clrScheme>
      <a:clrMap bg1="dk2" tx1="lt1" bg2="dk1" tx2="lt2" accent1="accent1" accent2="accent2" accent3="accent3" accent4="accent4" accent5="accent5" accent6="accent6" hlink="hlink" folHlink="folHlink"/>
    </a:extraClrScheme>
    <a:extraClrScheme>
      <a:clrScheme name="Edge 2">
        <a:dk1>
          <a:srgbClr val="333333"/>
        </a:dk1>
        <a:lt1>
          <a:srgbClr val="CCCCFF"/>
        </a:lt1>
        <a:dk2>
          <a:srgbClr val="0B0506"/>
        </a:dk2>
        <a:lt2>
          <a:srgbClr val="FFFFFF"/>
        </a:lt2>
        <a:accent1>
          <a:srgbClr val="3366CC"/>
        </a:accent1>
        <a:accent2>
          <a:srgbClr val="3333CC"/>
        </a:accent2>
        <a:accent3>
          <a:srgbClr val="AAAAAA"/>
        </a:accent3>
        <a:accent4>
          <a:srgbClr val="AEAEDA"/>
        </a:accent4>
        <a:accent5>
          <a:srgbClr val="ADB8E2"/>
        </a:accent5>
        <a:accent6>
          <a:srgbClr val="2D2DB9"/>
        </a:accent6>
        <a:hlink>
          <a:srgbClr val="808080"/>
        </a:hlink>
        <a:folHlink>
          <a:srgbClr val="666633"/>
        </a:folHlink>
      </a:clrScheme>
      <a:clrMap bg1="dk2" tx1="lt1" bg2="dk1" tx2="lt2" accent1="accent1" accent2="accent2" accent3="accent3" accent4="accent4" accent5="accent5" accent6="accent6" hlink="hlink" folHlink="folHlink"/>
    </a:extraClrScheme>
    <a:extraClrScheme>
      <a:clrScheme name="Edge 3">
        <a:dk1>
          <a:srgbClr val="333333"/>
        </a:dk1>
        <a:lt1>
          <a:srgbClr val="FFFFFF"/>
        </a:lt1>
        <a:dk2>
          <a:srgbClr val="221013"/>
        </a:dk2>
        <a:lt2>
          <a:srgbClr val="FFFFFF"/>
        </a:lt2>
        <a:accent1>
          <a:srgbClr val="CC3300"/>
        </a:accent1>
        <a:accent2>
          <a:srgbClr val="CC9900"/>
        </a:accent2>
        <a:accent3>
          <a:srgbClr val="ABAAAA"/>
        </a:accent3>
        <a:accent4>
          <a:srgbClr val="DADADA"/>
        </a:accent4>
        <a:accent5>
          <a:srgbClr val="E2ADAA"/>
        </a:accent5>
        <a:accent6>
          <a:srgbClr val="B98A00"/>
        </a:accent6>
        <a:hlink>
          <a:srgbClr val="808080"/>
        </a:hlink>
        <a:folHlink>
          <a:srgbClr val="666633"/>
        </a:folHlink>
      </a:clrScheme>
      <a:clrMap bg1="dk2" tx1="lt1" bg2="dk1" tx2="lt2" accent1="accent1" accent2="accent2" accent3="accent3" accent4="accent4" accent5="accent5" accent6="accent6" hlink="hlink" folHlink="folHlink"/>
    </a:extraClrScheme>
    <a:extraClrScheme>
      <a:clrScheme name="Edge 4">
        <a:dk1>
          <a:srgbClr val="11054B"/>
        </a:dk1>
        <a:lt1>
          <a:srgbClr val="FFFFFF"/>
        </a:lt1>
        <a:dk2>
          <a:srgbClr val="0000CC"/>
        </a:dk2>
        <a:lt2>
          <a:srgbClr val="FFFFFF"/>
        </a:lt2>
        <a:accent1>
          <a:srgbClr val="FF6600"/>
        </a:accent1>
        <a:accent2>
          <a:srgbClr val="FF3300"/>
        </a:accent2>
        <a:accent3>
          <a:srgbClr val="AAAAE2"/>
        </a:accent3>
        <a:accent4>
          <a:srgbClr val="DADADA"/>
        </a:accent4>
        <a:accent5>
          <a:srgbClr val="FFB8AA"/>
        </a:accent5>
        <a:accent6>
          <a:srgbClr val="E72D00"/>
        </a:accent6>
        <a:hlink>
          <a:srgbClr val="CC9900"/>
        </a:hlink>
        <a:folHlink>
          <a:srgbClr val="B2B2B2"/>
        </a:folHlink>
      </a:clrScheme>
      <a:clrMap bg1="dk2" tx1="lt1" bg2="dk1" tx2="lt2" accent1="accent1" accent2="accent2" accent3="accent3" accent4="accent4" accent5="accent5" accent6="accent6" hlink="hlink" folHlink="folHlink"/>
    </a:extraClrScheme>
    <a:extraClrScheme>
      <a:clrScheme name="Edge 5">
        <a:dk1>
          <a:srgbClr val="9B8D65"/>
        </a:dk1>
        <a:lt1>
          <a:srgbClr val="F8F8F8"/>
        </a:lt1>
        <a:dk2>
          <a:srgbClr val="002600"/>
        </a:dk2>
        <a:lt2>
          <a:srgbClr val="FAFACC"/>
        </a:lt2>
        <a:accent1>
          <a:srgbClr val="CC9933"/>
        </a:accent1>
        <a:accent2>
          <a:srgbClr val="8F9967"/>
        </a:accent2>
        <a:accent3>
          <a:srgbClr val="AAACAA"/>
        </a:accent3>
        <a:accent4>
          <a:srgbClr val="D4D4D4"/>
        </a:accent4>
        <a:accent5>
          <a:srgbClr val="E2CAAD"/>
        </a:accent5>
        <a:accent6>
          <a:srgbClr val="818A5D"/>
        </a:accent6>
        <a:hlink>
          <a:srgbClr val="336600"/>
        </a:hlink>
        <a:folHlink>
          <a:srgbClr val="808000"/>
        </a:folHlink>
      </a:clrScheme>
      <a:clrMap bg1="dk2" tx1="lt1" bg2="dk1" tx2="lt2" accent1="accent1" accent2="accent2" accent3="accent3" accent4="accent4" accent5="accent5" accent6="accent6" hlink="hlink" folHlink="folHlink"/>
    </a:extraClrScheme>
    <a:extraClrScheme>
      <a:clrScheme name="Edge 6">
        <a:dk1>
          <a:srgbClr val="333333"/>
        </a:dk1>
        <a:lt1>
          <a:srgbClr val="FFFFFF"/>
        </a:lt1>
        <a:dk2>
          <a:srgbClr val="006699"/>
        </a:dk2>
        <a:lt2>
          <a:srgbClr val="FFFFFF"/>
        </a:lt2>
        <a:accent1>
          <a:srgbClr val="CC9900"/>
        </a:accent1>
        <a:accent2>
          <a:srgbClr val="FF9900"/>
        </a:accent2>
        <a:accent3>
          <a:srgbClr val="AAB8CA"/>
        </a:accent3>
        <a:accent4>
          <a:srgbClr val="DADADA"/>
        </a:accent4>
        <a:accent5>
          <a:srgbClr val="E2CAAA"/>
        </a:accent5>
        <a:accent6>
          <a:srgbClr val="E78A00"/>
        </a:accent6>
        <a:hlink>
          <a:srgbClr val="FFCC00"/>
        </a:hlink>
        <a:folHlink>
          <a:srgbClr val="706F37"/>
        </a:folHlink>
      </a:clrScheme>
      <a:clrMap bg1="dk2" tx1="lt1" bg2="dk1" tx2="lt2" accent1="accent1" accent2="accent2" accent3="accent3" accent4="accent4" accent5="accent5" accent6="accent6" hlink="hlink" folHlink="folHlink"/>
    </a:extraClrScheme>
    <a:extraClrScheme>
      <a:clrScheme name="Edge 7">
        <a:dk1>
          <a:srgbClr val="000000"/>
        </a:dk1>
        <a:lt1>
          <a:srgbClr val="FFFFFF"/>
        </a:lt1>
        <a:dk2>
          <a:srgbClr val="006633"/>
        </a:dk2>
        <a:lt2>
          <a:srgbClr val="5F5F5F"/>
        </a:lt2>
        <a:accent1>
          <a:srgbClr val="CC9900"/>
        </a:accent1>
        <a:accent2>
          <a:srgbClr val="3B812F"/>
        </a:accent2>
        <a:accent3>
          <a:srgbClr val="FFFFFF"/>
        </a:accent3>
        <a:accent4>
          <a:srgbClr val="000000"/>
        </a:accent4>
        <a:accent5>
          <a:srgbClr val="E2CAAA"/>
        </a:accent5>
        <a:accent6>
          <a:srgbClr val="35742A"/>
        </a:accent6>
        <a:hlink>
          <a:srgbClr val="996600"/>
        </a:hlink>
        <a:folHlink>
          <a:srgbClr val="AFBF39"/>
        </a:folHlink>
      </a:clrScheme>
      <a:clrMap bg1="lt1" tx1="dk1" bg2="lt2" tx2="dk2" accent1="accent1" accent2="accent2" accent3="accent3" accent4="accent4" accent5="accent5" accent6="accent6" hlink="hlink" folHlink="folHlink"/>
    </a:extraClrScheme>
    <a:extraClrScheme>
      <a:clrScheme name="Edge 8">
        <a:dk1>
          <a:srgbClr val="000000"/>
        </a:dk1>
        <a:lt1>
          <a:srgbClr val="FFFFFF"/>
        </a:lt1>
        <a:dk2>
          <a:srgbClr val="CC0000"/>
        </a:dk2>
        <a:lt2>
          <a:srgbClr val="666699"/>
        </a:lt2>
        <a:accent1>
          <a:srgbClr val="808080"/>
        </a:accent1>
        <a:accent2>
          <a:srgbClr val="999933"/>
        </a:accent2>
        <a:accent3>
          <a:srgbClr val="FFFFFF"/>
        </a:accent3>
        <a:accent4>
          <a:srgbClr val="000000"/>
        </a:accent4>
        <a:accent5>
          <a:srgbClr val="C0C0C0"/>
        </a:accent5>
        <a:accent6>
          <a:srgbClr val="8A8A2D"/>
        </a:accent6>
        <a:hlink>
          <a:srgbClr val="4C6D80"/>
        </a:hlink>
        <a:folHlink>
          <a:srgbClr val="B2B2B2"/>
        </a:folHlink>
      </a:clrScheme>
      <a:clrMap bg1="lt1" tx1="dk1" bg2="lt2" tx2="dk2" accent1="accent1" accent2="accent2" accent3="accent3" accent4="accent4" accent5="accent5" accent6="accent6" hlink="hlink" folHlink="folHlink"/>
    </a:extraClrScheme>
    <a:extraClrScheme>
      <a:clrScheme name="Edge 9">
        <a:dk1>
          <a:srgbClr val="000000"/>
        </a:dk1>
        <a:lt1>
          <a:srgbClr val="FFFFFF"/>
        </a:lt1>
        <a:dk2>
          <a:srgbClr val="003399"/>
        </a:dk2>
        <a:lt2>
          <a:srgbClr val="666699"/>
        </a:lt2>
        <a:accent1>
          <a:srgbClr val="009999"/>
        </a:accent1>
        <a:accent2>
          <a:srgbClr val="4C6D4E"/>
        </a:accent2>
        <a:accent3>
          <a:srgbClr val="FFFFFF"/>
        </a:accent3>
        <a:accent4>
          <a:srgbClr val="000000"/>
        </a:accent4>
        <a:accent5>
          <a:srgbClr val="AACACA"/>
        </a:accent5>
        <a:accent6>
          <a:srgbClr val="446246"/>
        </a:accent6>
        <a:hlink>
          <a:srgbClr val="4C6D80"/>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6.xml><?xml version="1.0" encoding="utf-8"?>
<a:theme xmlns:a="http://schemas.openxmlformats.org/drawingml/2006/main" name="71_Edge">
  <a:themeElements>
    <a:clrScheme name="Edge 7">
      <a:dk1>
        <a:srgbClr val="000000"/>
      </a:dk1>
      <a:lt1>
        <a:srgbClr val="FFFFFF"/>
      </a:lt1>
      <a:dk2>
        <a:srgbClr val="006633"/>
      </a:dk2>
      <a:lt2>
        <a:srgbClr val="5F5F5F"/>
      </a:lt2>
      <a:accent1>
        <a:srgbClr val="CC9900"/>
      </a:accent1>
      <a:accent2>
        <a:srgbClr val="3B812F"/>
      </a:accent2>
      <a:accent3>
        <a:srgbClr val="FFFFFF"/>
      </a:accent3>
      <a:accent4>
        <a:srgbClr val="000000"/>
      </a:accent4>
      <a:accent5>
        <a:srgbClr val="E2CAAA"/>
      </a:accent5>
      <a:accent6>
        <a:srgbClr val="35742A"/>
      </a:accent6>
      <a:hlink>
        <a:srgbClr val="996600"/>
      </a:hlink>
      <a:folHlink>
        <a:srgbClr val="AFBF39"/>
      </a:folHlink>
    </a:clrScheme>
    <a:fontScheme name="Edge">
      <a:majorFont>
        <a:latin typeface="Garamond"/>
        <a:ea typeface=""/>
        <a:cs typeface=""/>
      </a:majorFont>
      <a:minorFont>
        <a:latin typeface="Tahom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rgbClr val="C0C0C0"/>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pitchFamily="34" charset="0"/>
          </a:defRPr>
        </a:defPPr>
      </a:lstStyle>
    </a:spDef>
    <a:lnDef>
      <a:spPr bwMode="auto">
        <a:xfrm>
          <a:off x="0" y="0"/>
          <a:ext cx="1" cy="1"/>
        </a:xfrm>
        <a:custGeom>
          <a:avLst/>
          <a:gdLst/>
          <a:ahLst/>
          <a:cxnLst/>
          <a:rect l="0" t="0" r="0" b="0"/>
          <a:pathLst/>
        </a:custGeom>
        <a:solidFill>
          <a:srgbClr val="C0C0C0"/>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pitchFamily="34" charset="0"/>
          </a:defRPr>
        </a:defPPr>
      </a:lstStyle>
    </a:lnDef>
  </a:objectDefaults>
  <a:extraClrSchemeLst>
    <a:extraClrScheme>
      <a:clrScheme name="Edge 1">
        <a:dk1>
          <a:srgbClr val="333333"/>
        </a:dk1>
        <a:lt1>
          <a:srgbClr val="FFFFFF"/>
        </a:lt1>
        <a:dk2>
          <a:srgbClr val="820000"/>
        </a:dk2>
        <a:lt2>
          <a:srgbClr val="FFFFFF"/>
        </a:lt2>
        <a:accent1>
          <a:srgbClr val="FF9900"/>
        </a:accent1>
        <a:accent2>
          <a:srgbClr val="CC3300"/>
        </a:accent2>
        <a:accent3>
          <a:srgbClr val="C1AAAA"/>
        </a:accent3>
        <a:accent4>
          <a:srgbClr val="DADADA"/>
        </a:accent4>
        <a:accent5>
          <a:srgbClr val="FFCAAA"/>
        </a:accent5>
        <a:accent6>
          <a:srgbClr val="B92D00"/>
        </a:accent6>
        <a:hlink>
          <a:srgbClr val="808080"/>
        </a:hlink>
        <a:folHlink>
          <a:srgbClr val="666633"/>
        </a:folHlink>
      </a:clrScheme>
      <a:clrMap bg1="dk2" tx1="lt1" bg2="dk1" tx2="lt2" accent1="accent1" accent2="accent2" accent3="accent3" accent4="accent4" accent5="accent5" accent6="accent6" hlink="hlink" folHlink="folHlink"/>
    </a:extraClrScheme>
    <a:extraClrScheme>
      <a:clrScheme name="Edge 2">
        <a:dk1>
          <a:srgbClr val="333333"/>
        </a:dk1>
        <a:lt1>
          <a:srgbClr val="CCCCFF"/>
        </a:lt1>
        <a:dk2>
          <a:srgbClr val="0B0506"/>
        </a:dk2>
        <a:lt2>
          <a:srgbClr val="FFFFFF"/>
        </a:lt2>
        <a:accent1>
          <a:srgbClr val="3366CC"/>
        </a:accent1>
        <a:accent2>
          <a:srgbClr val="3333CC"/>
        </a:accent2>
        <a:accent3>
          <a:srgbClr val="AAAAAA"/>
        </a:accent3>
        <a:accent4>
          <a:srgbClr val="AEAEDA"/>
        </a:accent4>
        <a:accent5>
          <a:srgbClr val="ADB8E2"/>
        </a:accent5>
        <a:accent6>
          <a:srgbClr val="2D2DB9"/>
        </a:accent6>
        <a:hlink>
          <a:srgbClr val="808080"/>
        </a:hlink>
        <a:folHlink>
          <a:srgbClr val="666633"/>
        </a:folHlink>
      </a:clrScheme>
      <a:clrMap bg1="dk2" tx1="lt1" bg2="dk1" tx2="lt2" accent1="accent1" accent2="accent2" accent3="accent3" accent4="accent4" accent5="accent5" accent6="accent6" hlink="hlink" folHlink="folHlink"/>
    </a:extraClrScheme>
    <a:extraClrScheme>
      <a:clrScheme name="Edge 3">
        <a:dk1>
          <a:srgbClr val="333333"/>
        </a:dk1>
        <a:lt1>
          <a:srgbClr val="FFFFFF"/>
        </a:lt1>
        <a:dk2>
          <a:srgbClr val="221013"/>
        </a:dk2>
        <a:lt2>
          <a:srgbClr val="FFFFFF"/>
        </a:lt2>
        <a:accent1>
          <a:srgbClr val="CC3300"/>
        </a:accent1>
        <a:accent2>
          <a:srgbClr val="CC9900"/>
        </a:accent2>
        <a:accent3>
          <a:srgbClr val="ABAAAA"/>
        </a:accent3>
        <a:accent4>
          <a:srgbClr val="DADADA"/>
        </a:accent4>
        <a:accent5>
          <a:srgbClr val="E2ADAA"/>
        </a:accent5>
        <a:accent6>
          <a:srgbClr val="B98A00"/>
        </a:accent6>
        <a:hlink>
          <a:srgbClr val="808080"/>
        </a:hlink>
        <a:folHlink>
          <a:srgbClr val="666633"/>
        </a:folHlink>
      </a:clrScheme>
      <a:clrMap bg1="dk2" tx1="lt1" bg2="dk1" tx2="lt2" accent1="accent1" accent2="accent2" accent3="accent3" accent4="accent4" accent5="accent5" accent6="accent6" hlink="hlink" folHlink="folHlink"/>
    </a:extraClrScheme>
    <a:extraClrScheme>
      <a:clrScheme name="Edge 4">
        <a:dk1>
          <a:srgbClr val="11054B"/>
        </a:dk1>
        <a:lt1>
          <a:srgbClr val="FFFFFF"/>
        </a:lt1>
        <a:dk2>
          <a:srgbClr val="0000CC"/>
        </a:dk2>
        <a:lt2>
          <a:srgbClr val="FFFFFF"/>
        </a:lt2>
        <a:accent1>
          <a:srgbClr val="FF6600"/>
        </a:accent1>
        <a:accent2>
          <a:srgbClr val="FF3300"/>
        </a:accent2>
        <a:accent3>
          <a:srgbClr val="AAAAE2"/>
        </a:accent3>
        <a:accent4>
          <a:srgbClr val="DADADA"/>
        </a:accent4>
        <a:accent5>
          <a:srgbClr val="FFB8AA"/>
        </a:accent5>
        <a:accent6>
          <a:srgbClr val="E72D00"/>
        </a:accent6>
        <a:hlink>
          <a:srgbClr val="CC9900"/>
        </a:hlink>
        <a:folHlink>
          <a:srgbClr val="B2B2B2"/>
        </a:folHlink>
      </a:clrScheme>
      <a:clrMap bg1="dk2" tx1="lt1" bg2="dk1" tx2="lt2" accent1="accent1" accent2="accent2" accent3="accent3" accent4="accent4" accent5="accent5" accent6="accent6" hlink="hlink" folHlink="folHlink"/>
    </a:extraClrScheme>
    <a:extraClrScheme>
      <a:clrScheme name="Edge 5">
        <a:dk1>
          <a:srgbClr val="9B8D65"/>
        </a:dk1>
        <a:lt1>
          <a:srgbClr val="F8F8F8"/>
        </a:lt1>
        <a:dk2>
          <a:srgbClr val="002600"/>
        </a:dk2>
        <a:lt2>
          <a:srgbClr val="FAFACC"/>
        </a:lt2>
        <a:accent1>
          <a:srgbClr val="CC9933"/>
        </a:accent1>
        <a:accent2>
          <a:srgbClr val="8F9967"/>
        </a:accent2>
        <a:accent3>
          <a:srgbClr val="AAACAA"/>
        </a:accent3>
        <a:accent4>
          <a:srgbClr val="D4D4D4"/>
        </a:accent4>
        <a:accent5>
          <a:srgbClr val="E2CAAD"/>
        </a:accent5>
        <a:accent6>
          <a:srgbClr val="818A5D"/>
        </a:accent6>
        <a:hlink>
          <a:srgbClr val="336600"/>
        </a:hlink>
        <a:folHlink>
          <a:srgbClr val="808000"/>
        </a:folHlink>
      </a:clrScheme>
      <a:clrMap bg1="dk2" tx1="lt1" bg2="dk1" tx2="lt2" accent1="accent1" accent2="accent2" accent3="accent3" accent4="accent4" accent5="accent5" accent6="accent6" hlink="hlink" folHlink="folHlink"/>
    </a:extraClrScheme>
    <a:extraClrScheme>
      <a:clrScheme name="Edge 6">
        <a:dk1>
          <a:srgbClr val="333333"/>
        </a:dk1>
        <a:lt1>
          <a:srgbClr val="FFFFFF"/>
        </a:lt1>
        <a:dk2>
          <a:srgbClr val="006699"/>
        </a:dk2>
        <a:lt2>
          <a:srgbClr val="FFFFFF"/>
        </a:lt2>
        <a:accent1>
          <a:srgbClr val="CC9900"/>
        </a:accent1>
        <a:accent2>
          <a:srgbClr val="FF9900"/>
        </a:accent2>
        <a:accent3>
          <a:srgbClr val="AAB8CA"/>
        </a:accent3>
        <a:accent4>
          <a:srgbClr val="DADADA"/>
        </a:accent4>
        <a:accent5>
          <a:srgbClr val="E2CAAA"/>
        </a:accent5>
        <a:accent6>
          <a:srgbClr val="E78A00"/>
        </a:accent6>
        <a:hlink>
          <a:srgbClr val="FFCC00"/>
        </a:hlink>
        <a:folHlink>
          <a:srgbClr val="706F37"/>
        </a:folHlink>
      </a:clrScheme>
      <a:clrMap bg1="dk2" tx1="lt1" bg2="dk1" tx2="lt2" accent1="accent1" accent2="accent2" accent3="accent3" accent4="accent4" accent5="accent5" accent6="accent6" hlink="hlink" folHlink="folHlink"/>
    </a:extraClrScheme>
    <a:extraClrScheme>
      <a:clrScheme name="Edge 7">
        <a:dk1>
          <a:srgbClr val="000000"/>
        </a:dk1>
        <a:lt1>
          <a:srgbClr val="FFFFFF"/>
        </a:lt1>
        <a:dk2>
          <a:srgbClr val="006633"/>
        </a:dk2>
        <a:lt2>
          <a:srgbClr val="5F5F5F"/>
        </a:lt2>
        <a:accent1>
          <a:srgbClr val="CC9900"/>
        </a:accent1>
        <a:accent2>
          <a:srgbClr val="3B812F"/>
        </a:accent2>
        <a:accent3>
          <a:srgbClr val="FFFFFF"/>
        </a:accent3>
        <a:accent4>
          <a:srgbClr val="000000"/>
        </a:accent4>
        <a:accent5>
          <a:srgbClr val="E2CAAA"/>
        </a:accent5>
        <a:accent6>
          <a:srgbClr val="35742A"/>
        </a:accent6>
        <a:hlink>
          <a:srgbClr val="996600"/>
        </a:hlink>
        <a:folHlink>
          <a:srgbClr val="AFBF39"/>
        </a:folHlink>
      </a:clrScheme>
      <a:clrMap bg1="lt1" tx1="dk1" bg2="lt2" tx2="dk2" accent1="accent1" accent2="accent2" accent3="accent3" accent4="accent4" accent5="accent5" accent6="accent6" hlink="hlink" folHlink="folHlink"/>
    </a:extraClrScheme>
    <a:extraClrScheme>
      <a:clrScheme name="Edge 8">
        <a:dk1>
          <a:srgbClr val="000000"/>
        </a:dk1>
        <a:lt1>
          <a:srgbClr val="FFFFFF"/>
        </a:lt1>
        <a:dk2>
          <a:srgbClr val="CC0000"/>
        </a:dk2>
        <a:lt2>
          <a:srgbClr val="666699"/>
        </a:lt2>
        <a:accent1>
          <a:srgbClr val="808080"/>
        </a:accent1>
        <a:accent2>
          <a:srgbClr val="999933"/>
        </a:accent2>
        <a:accent3>
          <a:srgbClr val="FFFFFF"/>
        </a:accent3>
        <a:accent4>
          <a:srgbClr val="000000"/>
        </a:accent4>
        <a:accent5>
          <a:srgbClr val="C0C0C0"/>
        </a:accent5>
        <a:accent6>
          <a:srgbClr val="8A8A2D"/>
        </a:accent6>
        <a:hlink>
          <a:srgbClr val="4C6D80"/>
        </a:hlink>
        <a:folHlink>
          <a:srgbClr val="B2B2B2"/>
        </a:folHlink>
      </a:clrScheme>
      <a:clrMap bg1="lt1" tx1="dk1" bg2="lt2" tx2="dk2" accent1="accent1" accent2="accent2" accent3="accent3" accent4="accent4" accent5="accent5" accent6="accent6" hlink="hlink" folHlink="folHlink"/>
    </a:extraClrScheme>
    <a:extraClrScheme>
      <a:clrScheme name="Edge 9">
        <a:dk1>
          <a:srgbClr val="000000"/>
        </a:dk1>
        <a:lt1>
          <a:srgbClr val="FFFFFF"/>
        </a:lt1>
        <a:dk2>
          <a:srgbClr val="003399"/>
        </a:dk2>
        <a:lt2>
          <a:srgbClr val="666699"/>
        </a:lt2>
        <a:accent1>
          <a:srgbClr val="009999"/>
        </a:accent1>
        <a:accent2>
          <a:srgbClr val="4C6D4E"/>
        </a:accent2>
        <a:accent3>
          <a:srgbClr val="FFFFFF"/>
        </a:accent3>
        <a:accent4>
          <a:srgbClr val="000000"/>
        </a:accent4>
        <a:accent5>
          <a:srgbClr val="AACACA"/>
        </a:accent5>
        <a:accent6>
          <a:srgbClr val="446246"/>
        </a:accent6>
        <a:hlink>
          <a:srgbClr val="4C6D80"/>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7.xml><?xml version="1.0" encoding="utf-8"?>
<a:theme xmlns:a="http://schemas.openxmlformats.org/drawingml/2006/main" name="1_Edge">
  <a:themeElements>
    <a:clrScheme name="Edge 7">
      <a:dk1>
        <a:srgbClr val="000000"/>
      </a:dk1>
      <a:lt1>
        <a:srgbClr val="FFFFFF"/>
      </a:lt1>
      <a:dk2>
        <a:srgbClr val="006633"/>
      </a:dk2>
      <a:lt2>
        <a:srgbClr val="5F5F5F"/>
      </a:lt2>
      <a:accent1>
        <a:srgbClr val="CC9900"/>
      </a:accent1>
      <a:accent2>
        <a:srgbClr val="3B812F"/>
      </a:accent2>
      <a:accent3>
        <a:srgbClr val="FFFFFF"/>
      </a:accent3>
      <a:accent4>
        <a:srgbClr val="000000"/>
      </a:accent4>
      <a:accent5>
        <a:srgbClr val="E2CAAA"/>
      </a:accent5>
      <a:accent6>
        <a:srgbClr val="35742A"/>
      </a:accent6>
      <a:hlink>
        <a:srgbClr val="996600"/>
      </a:hlink>
      <a:folHlink>
        <a:srgbClr val="AFBF39"/>
      </a:folHlink>
    </a:clrScheme>
    <a:fontScheme name="Edge">
      <a:majorFont>
        <a:latin typeface="Garamond"/>
        <a:ea typeface=""/>
        <a:cs typeface=""/>
      </a:majorFont>
      <a:minorFont>
        <a:latin typeface="Tahom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Edge 1">
        <a:dk1>
          <a:srgbClr val="333333"/>
        </a:dk1>
        <a:lt1>
          <a:srgbClr val="FFFFFF"/>
        </a:lt1>
        <a:dk2>
          <a:srgbClr val="820000"/>
        </a:dk2>
        <a:lt2>
          <a:srgbClr val="FFFFFF"/>
        </a:lt2>
        <a:accent1>
          <a:srgbClr val="FF9900"/>
        </a:accent1>
        <a:accent2>
          <a:srgbClr val="CC3300"/>
        </a:accent2>
        <a:accent3>
          <a:srgbClr val="C1AAAA"/>
        </a:accent3>
        <a:accent4>
          <a:srgbClr val="DADADA"/>
        </a:accent4>
        <a:accent5>
          <a:srgbClr val="FFCAAA"/>
        </a:accent5>
        <a:accent6>
          <a:srgbClr val="B92D00"/>
        </a:accent6>
        <a:hlink>
          <a:srgbClr val="808080"/>
        </a:hlink>
        <a:folHlink>
          <a:srgbClr val="666633"/>
        </a:folHlink>
      </a:clrScheme>
      <a:clrMap bg1="dk2" tx1="lt1" bg2="dk1" tx2="lt2" accent1="accent1" accent2="accent2" accent3="accent3" accent4="accent4" accent5="accent5" accent6="accent6" hlink="hlink" folHlink="folHlink"/>
    </a:extraClrScheme>
    <a:extraClrScheme>
      <a:clrScheme name="Edge 2">
        <a:dk1>
          <a:srgbClr val="333333"/>
        </a:dk1>
        <a:lt1>
          <a:srgbClr val="CCCCFF"/>
        </a:lt1>
        <a:dk2>
          <a:srgbClr val="0B0506"/>
        </a:dk2>
        <a:lt2>
          <a:srgbClr val="FFFFFF"/>
        </a:lt2>
        <a:accent1>
          <a:srgbClr val="3366CC"/>
        </a:accent1>
        <a:accent2>
          <a:srgbClr val="3333CC"/>
        </a:accent2>
        <a:accent3>
          <a:srgbClr val="AAAAAA"/>
        </a:accent3>
        <a:accent4>
          <a:srgbClr val="AEAEDA"/>
        </a:accent4>
        <a:accent5>
          <a:srgbClr val="ADB8E2"/>
        </a:accent5>
        <a:accent6>
          <a:srgbClr val="2D2DB9"/>
        </a:accent6>
        <a:hlink>
          <a:srgbClr val="808080"/>
        </a:hlink>
        <a:folHlink>
          <a:srgbClr val="666633"/>
        </a:folHlink>
      </a:clrScheme>
      <a:clrMap bg1="dk2" tx1="lt1" bg2="dk1" tx2="lt2" accent1="accent1" accent2="accent2" accent3="accent3" accent4="accent4" accent5="accent5" accent6="accent6" hlink="hlink" folHlink="folHlink"/>
    </a:extraClrScheme>
    <a:extraClrScheme>
      <a:clrScheme name="Edge 3">
        <a:dk1>
          <a:srgbClr val="333333"/>
        </a:dk1>
        <a:lt1>
          <a:srgbClr val="FFFFFF"/>
        </a:lt1>
        <a:dk2>
          <a:srgbClr val="221013"/>
        </a:dk2>
        <a:lt2>
          <a:srgbClr val="FFFFFF"/>
        </a:lt2>
        <a:accent1>
          <a:srgbClr val="CC3300"/>
        </a:accent1>
        <a:accent2>
          <a:srgbClr val="CC9900"/>
        </a:accent2>
        <a:accent3>
          <a:srgbClr val="ABAAAA"/>
        </a:accent3>
        <a:accent4>
          <a:srgbClr val="DADADA"/>
        </a:accent4>
        <a:accent5>
          <a:srgbClr val="E2ADAA"/>
        </a:accent5>
        <a:accent6>
          <a:srgbClr val="B98A00"/>
        </a:accent6>
        <a:hlink>
          <a:srgbClr val="808080"/>
        </a:hlink>
        <a:folHlink>
          <a:srgbClr val="666633"/>
        </a:folHlink>
      </a:clrScheme>
      <a:clrMap bg1="dk2" tx1="lt1" bg2="dk1" tx2="lt2" accent1="accent1" accent2="accent2" accent3="accent3" accent4="accent4" accent5="accent5" accent6="accent6" hlink="hlink" folHlink="folHlink"/>
    </a:extraClrScheme>
    <a:extraClrScheme>
      <a:clrScheme name="Edge 4">
        <a:dk1>
          <a:srgbClr val="11054B"/>
        </a:dk1>
        <a:lt1>
          <a:srgbClr val="FFFFFF"/>
        </a:lt1>
        <a:dk2>
          <a:srgbClr val="0000CC"/>
        </a:dk2>
        <a:lt2>
          <a:srgbClr val="FFFFFF"/>
        </a:lt2>
        <a:accent1>
          <a:srgbClr val="FF6600"/>
        </a:accent1>
        <a:accent2>
          <a:srgbClr val="FF3300"/>
        </a:accent2>
        <a:accent3>
          <a:srgbClr val="AAAAE2"/>
        </a:accent3>
        <a:accent4>
          <a:srgbClr val="DADADA"/>
        </a:accent4>
        <a:accent5>
          <a:srgbClr val="FFB8AA"/>
        </a:accent5>
        <a:accent6>
          <a:srgbClr val="E72D00"/>
        </a:accent6>
        <a:hlink>
          <a:srgbClr val="CC9900"/>
        </a:hlink>
        <a:folHlink>
          <a:srgbClr val="B2B2B2"/>
        </a:folHlink>
      </a:clrScheme>
      <a:clrMap bg1="dk2" tx1="lt1" bg2="dk1" tx2="lt2" accent1="accent1" accent2="accent2" accent3="accent3" accent4="accent4" accent5="accent5" accent6="accent6" hlink="hlink" folHlink="folHlink"/>
    </a:extraClrScheme>
    <a:extraClrScheme>
      <a:clrScheme name="Edge 5">
        <a:dk1>
          <a:srgbClr val="9B8D65"/>
        </a:dk1>
        <a:lt1>
          <a:srgbClr val="F8F8F8"/>
        </a:lt1>
        <a:dk2>
          <a:srgbClr val="002600"/>
        </a:dk2>
        <a:lt2>
          <a:srgbClr val="FAFACC"/>
        </a:lt2>
        <a:accent1>
          <a:srgbClr val="CC9933"/>
        </a:accent1>
        <a:accent2>
          <a:srgbClr val="8F9967"/>
        </a:accent2>
        <a:accent3>
          <a:srgbClr val="AAACAA"/>
        </a:accent3>
        <a:accent4>
          <a:srgbClr val="D4D4D4"/>
        </a:accent4>
        <a:accent5>
          <a:srgbClr val="E2CAAD"/>
        </a:accent5>
        <a:accent6>
          <a:srgbClr val="818A5D"/>
        </a:accent6>
        <a:hlink>
          <a:srgbClr val="336600"/>
        </a:hlink>
        <a:folHlink>
          <a:srgbClr val="808000"/>
        </a:folHlink>
      </a:clrScheme>
      <a:clrMap bg1="dk2" tx1="lt1" bg2="dk1" tx2="lt2" accent1="accent1" accent2="accent2" accent3="accent3" accent4="accent4" accent5="accent5" accent6="accent6" hlink="hlink" folHlink="folHlink"/>
    </a:extraClrScheme>
    <a:extraClrScheme>
      <a:clrScheme name="Edge 6">
        <a:dk1>
          <a:srgbClr val="333333"/>
        </a:dk1>
        <a:lt1>
          <a:srgbClr val="FFFFFF"/>
        </a:lt1>
        <a:dk2>
          <a:srgbClr val="006699"/>
        </a:dk2>
        <a:lt2>
          <a:srgbClr val="FFFFFF"/>
        </a:lt2>
        <a:accent1>
          <a:srgbClr val="CC9900"/>
        </a:accent1>
        <a:accent2>
          <a:srgbClr val="FF9900"/>
        </a:accent2>
        <a:accent3>
          <a:srgbClr val="AAB8CA"/>
        </a:accent3>
        <a:accent4>
          <a:srgbClr val="DADADA"/>
        </a:accent4>
        <a:accent5>
          <a:srgbClr val="E2CAAA"/>
        </a:accent5>
        <a:accent6>
          <a:srgbClr val="E78A00"/>
        </a:accent6>
        <a:hlink>
          <a:srgbClr val="FFCC00"/>
        </a:hlink>
        <a:folHlink>
          <a:srgbClr val="706F37"/>
        </a:folHlink>
      </a:clrScheme>
      <a:clrMap bg1="dk2" tx1="lt1" bg2="dk1" tx2="lt2" accent1="accent1" accent2="accent2" accent3="accent3" accent4="accent4" accent5="accent5" accent6="accent6" hlink="hlink" folHlink="folHlink"/>
    </a:extraClrScheme>
    <a:extraClrScheme>
      <a:clrScheme name="Edge 7">
        <a:dk1>
          <a:srgbClr val="000000"/>
        </a:dk1>
        <a:lt1>
          <a:srgbClr val="FFFFFF"/>
        </a:lt1>
        <a:dk2>
          <a:srgbClr val="006633"/>
        </a:dk2>
        <a:lt2>
          <a:srgbClr val="5F5F5F"/>
        </a:lt2>
        <a:accent1>
          <a:srgbClr val="CC9900"/>
        </a:accent1>
        <a:accent2>
          <a:srgbClr val="3B812F"/>
        </a:accent2>
        <a:accent3>
          <a:srgbClr val="FFFFFF"/>
        </a:accent3>
        <a:accent4>
          <a:srgbClr val="000000"/>
        </a:accent4>
        <a:accent5>
          <a:srgbClr val="E2CAAA"/>
        </a:accent5>
        <a:accent6>
          <a:srgbClr val="35742A"/>
        </a:accent6>
        <a:hlink>
          <a:srgbClr val="996600"/>
        </a:hlink>
        <a:folHlink>
          <a:srgbClr val="AFBF39"/>
        </a:folHlink>
      </a:clrScheme>
      <a:clrMap bg1="lt1" tx1="dk1" bg2="lt2" tx2="dk2" accent1="accent1" accent2="accent2" accent3="accent3" accent4="accent4" accent5="accent5" accent6="accent6" hlink="hlink" folHlink="folHlink"/>
    </a:extraClrScheme>
    <a:extraClrScheme>
      <a:clrScheme name="Edge 8">
        <a:dk1>
          <a:srgbClr val="000000"/>
        </a:dk1>
        <a:lt1>
          <a:srgbClr val="FFFFFF"/>
        </a:lt1>
        <a:dk2>
          <a:srgbClr val="CC0000"/>
        </a:dk2>
        <a:lt2>
          <a:srgbClr val="666699"/>
        </a:lt2>
        <a:accent1>
          <a:srgbClr val="808080"/>
        </a:accent1>
        <a:accent2>
          <a:srgbClr val="999933"/>
        </a:accent2>
        <a:accent3>
          <a:srgbClr val="FFFFFF"/>
        </a:accent3>
        <a:accent4>
          <a:srgbClr val="000000"/>
        </a:accent4>
        <a:accent5>
          <a:srgbClr val="C0C0C0"/>
        </a:accent5>
        <a:accent6>
          <a:srgbClr val="8A8A2D"/>
        </a:accent6>
        <a:hlink>
          <a:srgbClr val="4C6D80"/>
        </a:hlink>
        <a:folHlink>
          <a:srgbClr val="B2B2B2"/>
        </a:folHlink>
      </a:clrScheme>
      <a:clrMap bg1="lt1" tx1="dk1" bg2="lt2" tx2="dk2" accent1="accent1" accent2="accent2" accent3="accent3" accent4="accent4" accent5="accent5" accent6="accent6" hlink="hlink" folHlink="folHlink"/>
    </a:extraClrScheme>
    <a:extraClrScheme>
      <a:clrScheme name="Edge 9">
        <a:dk1>
          <a:srgbClr val="000000"/>
        </a:dk1>
        <a:lt1>
          <a:srgbClr val="FFFFFF"/>
        </a:lt1>
        <a:dk2>
          <a:srgbClr val="003399"/>
        </a:dk2>
        <a:lt2>
          <a:srgbClr val="666699"/>
        </a:lt2>
        <a:accent1>
          <a:srgbClr val="009999"/>
        </a:accent1>
        <a:accent2>
          <a:srgbClr val="4C6D4E"/>
        </a:accent2>
        <a:accent3>
          <a:srgbClr val="FFFFFF"/>
        </a:accent3>
        <a:accent4>
          <a:srgbClr val="000000"/>
        </a:accent4>
        <a:accent5>
          <a:srgbClr val="AACACA"/>
        </a:accent5>
        <a:accent6>
          <a:srgbClr val="446246"/>
        </a:accent6>
        <a:hlink>
          <a:srgbClr val="4C6D80"/>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8.xml><?xml version="1.0" encoding="utf-8"?>
<a:theme xmlns:a="http://schemas.openxmlformats.org/drawingml/2006/main" name="13_Edge">
  <a:themeElements>
    <a:clrScheme name="1_Edge 7">
      <a:dk1>
        <a:srgbClr val="000000"/>
      </a:dk1>
      <a:lt1>
        <a:srgbClr val="FFFFFF"/>
      </a:lt1>
      <a:dk2>
        <a:srgbClr val="006633"/>
      </a:dk2>
      <a:lt2>
        <a:srgbClr val="5F5F5F"/>
      </a:lt2>
      <a:accent1>
        <a:srgbClr val="CC9900"/>
      </a:accent1>
      <a:accent2>
        <a:srgbClr val="3B812F"/>
      </a:accent2>
      <a:accent3>
        <a:srgbClr val="FFFFFF"/>
      </a:accent3>
      <a:accent4>
        <a:srgbClr val="000000"/>
      </a:accent4>
      <a:accent5>
        <a:srgbClr val="E2CAAA"/>
      </a:accent5>
      <a:accent6>
        <a:srgbClr val="35742A"/>
      </a:accent6>
      <a:hlink>
        <a:srgbClr val="996600"/>
      </a:hlink>
      <a:folHlink>
        <a:srgbClr val="AFBF39"/>
      </a:folHlink>
    </a:clrScheme>
    <a:fontScheme name="1_Edge">
      <a:majorFont>
        <a:latin typeface="Garamond"/>
        <a:ea typeface=""/>
        <a:cs typeface=""/>
      </a:majorFont>
      <a:minorFont>
        <a:latin typeface="Tahom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raClrScheme>
      <a:clrScheme name="1_Edge 1">
        <a:dk1>
          <a:srgbClr val="333333"/>
        </a:dk1>
        <a:lt1>
          <a:srgbClr val="FFFFFF"/>
        </a:lt1>
        <a:dk2>
          <a:srgbClr val="820000"/>
        </a:dk2>
        <a:lt2>
          <a:srgbClr val="FFFFFF"/>
        </a:lt2>
        <a:accent1>
          <a:srgbClr val="FF9900"/>
        </a:accent1>
        <a:accent2>
          <a:srgbClr val="CC3300"/>
        </a:accent2>
        <a:accent3>
          <a:srgbClr val="C1AAAA"/>
        </a:accent3>
        <a:accent4>
          <a:srgbClr val="DADADA"/>
        </a:accent4>
        <a:accent5>
          <a:srgbClr val="FFCAAA"/>
        </a:accent5>
        <a:accent6>
          <a:srgbClr val="B92D00"/>
        </a:accent6>
        <a:hlink>
          <a:srgbClr val="808080"/>
        </a:hlink>
        <a:folHlink>
          <a:srgbClr val="666633"/>
        </a:folHlink>
      </a:clrScheme>
      <a:clrMap bg1="dk2" tx1="lt1" bg2="dk1" tx2="lt2" accent1="accent1" accent2="accent2" accent3="accent3" accent4="accent4" accent5="accent5" accent6="accent6" hlink="hlink" folHlink="folHlink"/>
    </a:extraClrScheme>
    <a:extraClrScheme>
      <a:clrScheme name="1_Edge 2">
        <a:dk1>
          <a:srgbClr val="333333"/>
        </a:dk1>
        <a:lt1>
          <a:srgbClr val="CCCCFF"/>
        </a:lt1>
        <a:dk2>
          <a:srgbClr val="0B0506"/>
        </a:dk2>
        <a:lt2>
          <a:srgbClr val="FFFFFF"/>
        </a:lt2>
        <a:accent1>
          <a:srgbClr val="3366CC"/>
        </a:accent1>
        <a:accent2>
          <a:srgbClr val="3333CC"/>
        </a:accent2>
        <a:accent3>
          <a:srgbClr val="AAAAAA"/>
        </a:accent3>
        <a:accent4>
          <a:srgbClr val="AEAEDA"/>
        </a:accent4>
        <a:accent5>
          <a:srgbClr val="ADB8E2"/>
        </a:accent5>
        <a:accent6>
          <a:srgbClr val="2D2DB9"/>
        </a:accent6>
        <a:hlink>
          <a:srgbClr val="808080"/>
        </a:hlink>
        <a:folHlink>
          <a:srgbClr val="666633"/>
        </a:folHlink>
      </a:clrScheme>
      <a:clrMap bg1="dk2" tx1="lt1" bg2="dk1" tx2="lt2" accent1="accent1" accent2="accent2" accent3="accent3" accent4="accent4" accent5="accent5" accent6="accent6" hlink="hlink" folHlink="folHlink"/>
    </a:extraClrScheme>
    <a:extraClrScheme>
      <a:clrScheme name="1_Edge 3">
        <a:dk1>
          <a:srgbClr val="333333"/>
        </a:dk1>
        <a:lt1>
          <a:srgbClr val="FFFFFF"/>
        </a:lt1>
        <a:dk2>
          <a:srgbClr val="221013"/>
        </a:dk2>
        <a:lt2>
          <a:srgbClr val="FFFFFF"/>
        </a:lt2>
        <a:accent1>
          <a:srgbClr val="CC3300"/>
        </a:accent1>
        <a:accent2>
          <a:srgbClr val="CC9900"/>
        </a:accent2>
        <a:accent3>
          <a:srgbClr val="ABAAAA"/>
        </a:accent3>
        <a:accent4>
          <a:srgbClr val="DADADA"/>
        </a:accent4>
        <a:accent5>
          <a:srgbClr val="E2ADAA"/>
        </a:accent5>
        <a:accent6>
          <a:srgbClr val="B98A00"/>
        </a:accent6>
        <a:hlink>
          <a:srgbClr val="808080"/>
        </a:hlink>
        <a:folHlink>
          <a:srgbClr val="666633"/>
        </a:folHlink>
      </a:clrScheme>
      <a:clrMap bg1="dk2" tx1="lt1" bg2="dk1" tx2="lt2" accent1="accent1" accent2="accent2" accent3="accent3" accent4="accent4" accent5="accent5" accent6="accent6" hlink="hlink" folHlink="folHlink"/>
    </a:extraClrScheme>
    <a:extraClrScheme>
      <a:clrScheme name="1_Edge 4">
        <a:dk1>
          <a:srgbClr val="11054B"/>
        </a:dk1>
        <a:lt1>
          <a:srgbClr val="FFFFFF"/>
        </a:lt1>
        <a:dk2>
          <a:srgbClr val="0000CC"/>
        </a:dk2>
        <a:lt2>
          <a:srgbClr val="FFFFFF"/>
        </a:lt2>
        <a:accent1>
          <a:srgbClr val="FF6600"/>
        </a:accent1>
        <a:accent2>
          <a:srgbClr val="FF3300"/>
        </a:accent2>
        <a:accent3>
          <a:srgbClr val="AAAAE2"/>
        </a:accent3>
        <a:accent4>
          <a:srgbClr val="DADADA"/>
        </a:accent4>
        <a:accent5>
          <a:srgbClr val="FFB8AA"/>
        </a:accent5>
        <a:accent6>
          <a:srgbClr val="E72D00"/>
        </a:accent6>
        <a:hlink>
          <a:srgbClr val="CC9900"/>
        </a:hlink>
        <a:folHlink>
          <a:srgbClr val="B2B2B2"/>
        </a:folHlink>
      </a:clrScheme>
      <a:clrMap bg1="dk2" tx1="lt1" bg2="dk1" tx2="lt2" accent1="accent1" accent2="accent2" accent3="accent3" accent4="accent4" accent5="accent5" accent6="accent6" hlink="hlink" folHlink="folHlink"/>
    </a:extraClrScheme>
    <a:extraClrScheme>
      <a:clrScheme name="1_Edge 5">
        <a:dk1>
          <a:srgbClr val="9B8D65"/>
        </a:dk1>
        <a:lt1>
          <a:srgbClr val="F8F8F8"/>
        </a:lt1>
        <a:dk2>
          <a:srgbClr val="002600"/>
        </a:dk2>
        <a:lt2>
          <a:srgbClr val="FAFACC"/>
        </a:lt2>
        <a:accent1>
          <a:srgbClr val="CC9933"/>
        </a:accent1>
        <a:accent2>
          <a:srgbClr val="8F9967"/>
        </a:accent2>
        <a:accent3>
          <a:srgbClr val="AAACAA"/>
        </a:accent3>
        <a:accent4>
          <a:srgbClr val="D4D4D4"/>
        </a:accent4>
        <a:accent5>
          <a:srgbClr val="E2CAAD"/>
        </a:accent5>
        <a:accent6>
          <a:srgbClr val="818A5D"/>
        </a:accent6>
        <a:hlink>
          <a:srgbClr val="336600"/>
        </a:hlink>
        <a:folHlink>
          <a:srgbClr val="808000"/>
        </a:folHlink>
      </a:clrScheme>
      <a:clrMap bg1="dk2" tx1="lt1" bg2="dk1" tx2="lt2" accent1="accent1" accent2="accent2" accent3="accent3" accent4="accent4" accent5="accent5" accent6="accent6" hlink="hlink" folHlink="folHlink"/>
    </a:extraClrScheme>
    <a:extraClrScheme>
      <a:clrScheme name="1_Edge 6">
        <a:dk1>
          <a:srgbClr val="333333"/>
        </a:dk1>
        <a:lt1>
          <a:srgbClr val="FFFFFF"/>
        </a:lt1>
        <a:dk2>
          <a:srgbClr val="006699"/>
        </a:dk2>
        <a:lt2>
          <a:srgbClr val="FFFFFF"/>
        </a:lt2>
        <a:accent1>
          <a:srgbClr val="CC9900"/>
        </a:accent1>
        <a:accent2>
          <a:srgbClr val="FF9900"/>
        </a:accent2>
        <a:accent3>
          <a:srgbClr val="AAB8CA"/>
        </a:accent3>
        <a:accent4>
          <a:srgbClr val="DADADA"/>
        </a:accent4>
        <a:accent5>
          <a:srgbClr val="E2CAAA"/>
        </a:accent5>
        <a:accent6>
          <a:srgbClr val="E78A00"/>
        </a:accent6>
        <a:hlink>
          <a:srgbClr val="FFCC00"/>
        </a:hlink>
        <a:folHlink>
          <a:srgbClr val="706F37"/>
        </a:folHlink>
      </a:clrScheme>
      <a:clrMap bg1="dk2" tx1="lt1" bg2="dk1" tx2="lt2" accent1="accent1" accent2="accent2" accent3="accent3" accent4="accent4" accent5="accent5" accent6="accent6" hlink="hlink" folHlink="folHlink"/>
    </a:extraClrScheme>
    <a:extraClrScheme>
      <a:clrScheme name="1_Edge 7">
        <a:dk1>
          <a:srgbClr val="000000"/>
        </a:dk1>
        <a:lt1>
          <a:srgbClr val="FFFFFF"/>
        </a:lt1>
        <a:dk2>
          <a:srgbClr val="006633"/>
        </a:dk2>
        <a:lt2>
          <a:srgbClr val="5F5F5F"/>
        </a:lt2>
        <a:accent1>
          <a:srgbClr val="CC9900"/>
        </a:accent1>
        <a:accent2>
          <a:srgbClr val="3B812F"/>
        </a:accent2>
        <a:accent3>
          <a:srgbClr val="FFFFFF"/>
        </a:accent3>
        <a:accent4>
          <a:srgbClr val="000000"/>
        </a:accent4>
        <a:accent5>
          <a:srgbClr val="E2CAAA"/>
        </a:accent5>
        <a:accent6>
          <a:srgbClr val="35742A"/>
        </a:accent6>
        <a:hlink>
          <a:srgbClr val="996600"/>
        </a:hlink>
        <a:folHlink>
          <a:srgbClr val="AFBF39"/>
        </a:folHlink>
      </a:clrScheme>
      <a:clrMap bg1="lt1" tx1="dk1" bg2="lt2" tx2="dk2" accent1="accent1" accent2="accent2" accent3="accent3" accent4="accent4" accent5="accent5" accent6="accent6" hlink="hlink" folHlink="folHlink"/>
    </a:extraClrScheme>
    <a:extraClrScheme>
      <a:clrScheme name="1_Edge 8">
        <a:dk1>
          <a:srgbClr val="000000"/>
        </a:dk1>
        <a:lt1>
          <a:srgbClr val="FFFFFF"/>
        </a:lt1>
        <a:dk2>
          <a:srgbClr val="CC0000"/>
        </a:dk2>
        <a:lt2>
          <a:srgbClr val="666699"/>
        </a:lt2>
        <a:accent1>
          <a:srgbClr val="808080"/>
        </a:accent1>
        <a:accent2>
          <a:srgbClr val="999933"/>
        </a:accent2>
        <a:accent3>
          <a:srgbClr val="FFFFFF"/>
        </a:accent3>
        <a:accent4>
          <a:srgbClr val="000000"/>
        </a:accent4>
        <a:accent5>
          <a:srgbClr val="C0C0C0"/>
        </a:accent5>
        <a:accent6>
          <a:srgbClr val="8A8A2D"/>
        </a:accent6>
        <a:hlink>
          <a:srgbClr val="4C6D80"/>
        </a:hlink>
        <a:folHlink>
          <a:srgbClr val="B2B2B2"/>
        </a:folHlink>
      </a:clrScheme>
      <a:clrMap bg1="lt1" tx1="dk1" bg2="lt2" tx2="dk2" accent1="accent1" accent2="accent2" accent3="accent3" accent4="accent4" accent5="accent5" accent6="accent6" hlink="hlink" folHlink="folHlink"/>
    </a:extraClrScheme>
    <a:extraClrScheme>
      <a:clrScheme name="1_Edge 9">
        <a:dk1>
          <a:srgbClr val="000000"/>
        </a:dk1>
        <a:lt1>
          <a:srgbClr val="FFFFFF"/>
        </a:lt1>
        <a:dk2>
          <a:srgbClr val="003399"/>
        </a:dk2>
        <a:lt2>
          <a:srgbClr val="666699"/>
        </a:lt2>
        <a:accent1>
          <a:srgbClr val="009999"/>
        </a:accent1>
        <a:accent2>
          <a:srgbClr val="4C6D4E"/>
        </a:accent2>
        <a:accent3>
          <a:srgbClr val="FFFFFF"/>
        </a:accent3>
        <a:accent4>
          <a:srgbClr val="000000"/>
        </a:accent4>
        <a:accent5>
          <a:srgbClr val="AACACA"/>
        </a:accent5>
        <a:accent6>
          <a:srgbClr val="446246"/>
        </a:accent6>
        <a:hlink>
          <a:srgbClr val="4C6D80"/>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9.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10.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70129</TotalTime>
  <Words>6586</Words>
  <Application>Microsoft Office PowerPoint</Application>
  <PresentationFormat>全屏显示(4:3)</PresentationFormat>
  <Paragraphs>1453</Paragraphs>
  <Slides>89</Slides>
  <Notes>34</Notes>
  <HiddenSlides>0</HiddenSlides>
  <MMClips>0</MMClips>
  <ScaleCrop>false</ScaleCrop>
  <HeadingPairs>
    <vt:vector size="8" baseType="variant">
      <vt:variant>
        <vt:lpstr>已用的字体</vt:lpstr>
      </vt:variant>
      <vt:variant>
        <vt:i4>16</vt:i4>
      </vt:variant>
      <vt:variant>
        <vt:lpstr>主题</vt:lpstr>
      </vt:variant>
      <vt:variant>
        <vt:i4>8</vt:i4>
      </vt:variant>
      <vt:variant>
        <vt:lpstr>嵌入 OLE 服务器</vt:lpstr>
      </vt:variant>
      <vt:variant>
        <vt:i4>1</vt:i4>
      </vt:variant>
      <vt:variant>
        <vt:lpstr>幻灯片标题</vt:lpstr>
      </vt:variant>
      <vt:variant>
        <vt:i4>89</vt:i4>
      </vt:variant>
    </vt:vector>
  </HeadingPairs>
  <TitlesOfParts>
    <vt:vector size="114" baseType="lpstr">
      <vt:lpstr>intel-clear</vt:lpstr>
      <vt:lpstr>ＭＳ Ｐゴシック</vt:lpstr>
      <vt:lpstr>ＭＳ Ｐゴシック</vt:lpstr>
      <vt:lpstr>宋体</vt:lpstr>
      <vt:lpstr>Arial</vt:lpstr>
      <vt:lpstr>Arial Narrow</vt:lpstr>
      <vt:lpstr>Bahnschrift Condensed</vt:lpstr>
      <vt:lpstr>Calibri</vt:lpstr>
      <vt:lpstr>Cambria Math</vt:lpstr>
      <vt:lpstr>Consolas</vt:lpstr>
      <vt:lpstr>Courier New</vt:lpstr>
      <vt:lpstr>Garamond</vt:lpstr>
      <vt:lpstr>Imprint MT Shadow</vt:lpstr>
      <vt:lpstr>Tahoma</vt:lpstr>
      <vt:lpstr>Verdana</vt:lpstr>
      <vt:lpstr>Wingdings</vt:lpstr>
      <vt:lpstr>4_Edge</vt:lpstr>
      <vt:lpstr>6_Edge</vt:lpstr>
      <vt:lpstr>7_Edge</vt:lpstr>
      <vt:lpstr>8_Edge</vt:lpstr>
      <vt:lpstr>67_Edge</vt:lpstr>
      <vt:lpstr>71_Edge</vt:lpstr>
      <vt:lpstr>1_Edge</vt:lpstr>
      <vt:lpstr>13_Edge</vt:lpstr>
      <vt:lpstr>VISIO</vt:lpstr>
      <vt:lpstr> Computer Arch. &amp; AI Chip  Lecture 9: Cache and Cache Coherence</vt:lpstr>
      <vt:lpstr>Recall: Memory Roofline Model</vt:lpstr>
      <vt:lpstr>Recall: The Problem of Memory</vt:lpstr>
      <vt:lpstr>Recall: The Memory Hierarchy</vt:lpstr>
      <vt:lpstr>Recall: Cache Abstraction and Metrics</vt:lpstr>
      <vt:lpstr>Recall: Addressing the Cache</vt:lpstr>
      <vt:lpstr>Recall: Three Cache Organization Methods</vt:lpstr>
      <vt:lpstr>Direct-Mapped Cache: Placement and Access</vt:lpstr>
      <vt:lpstr>Full Associativity</vt:lpstr>
      <vt:lpstr>2-way Set-Associative Cache: Structure</vt:lpstr>
      <vt:lpstr>Where Are We?</vt:lpstr>
      <vt:lpstr>Caching Basics</vt:lpstr>
      <vt:lpstr>Replacement in Set-Associative Caches</vt:lpstr>
      <vt:lpstr>Cache Block Replacement Policy</vt:lpstr>
      <vt:lpstr>Implementing LRU</vt:lpstr>
      <vt:lpstr>Approximations of LRU</vt:lpstr>
      <vt:lpstr>One Implementation of LRU</vt:lpstr>
      <vt:lpstr>Cache Replacement Policy: LRU or Random</vt:lpstr>
      <vt:lpstr>What Is the Optimal Replacement Policy?</vt:lpstr>
      <vt:lpstr>Caching Basics</vt:lpstr>
      <vt:lpstr>Cache Policies: Handling Memory Write</vt:lpstr>
      <vt:lpstr>Cache: Write-back vs. Write-through</vt:lpstr>
      <vt:lpstr>Caching Basics</vt:lpstr>
      <vt:lpstr>Instruction vs. Data Caches</vt:lpstr>
      <vt:lpstr>Classification of Cache Misses</vt:lpstr>
      <vt:lpstr>How to Reduce Each Miss Type</vt:lpstr>
      <vt:lpstr>Cache Performance</vt:lpstr>
      <vt:lpstr>Cache Parameters vs. Miss/Hit Rate</vt:lpstr>
      <vt:lpstr>How to Improve Cache Performance</vt:lpstr>
      <vt:lpstr>Cache Terminology</vt:lpstr>
      <vt:lpstr>Cache Organization Recap</vt:lpstr>
      <vt:lpstr>How is data found?</vt:lpstr>
      <vt:lpstr>Direct Mapped Cache</vt:lpstr>
      <vt:lpstr>Direct Mapped Cache Hardware</vt:lpstr>
      <vt:lpstr>Direct Mapped Cache Performance</vt:lpstr>
      <vt:lpstr>Direct Mapped Cache Performance</vt:lpstr>
      <vt:lpstr>Direct Mapped Cache: Conflict</vt:lpstr>
      <vt:lpstr>Direct Mapped Cache: Conflict</vt:lpstr>
      <vt:lpstr>N-Way Set Associative Cache</vt:lpstr>
      <vt:lpstr>N-way Set Associative Performance</vt:lpstr>
      <vt:lpstr>N-way Set Associative Performance</vt:lpstr>
      <vt:lpstr>Cache Size</vt:lpstr>
      <vt:lpstr>Block Size</vt:lpstr>
      <vt:lpstr>Associativity</vt:lpstr>
      <vt:lpstr>Cache in a Multi-Core CPU</vt:lpstr>
      <vt:lpstr>Recall: Multi-Core over Large Superscalar</vt:lpstr>
      <vt:lpstr>Challenge from Multi-core CPU</vt:lpstr>
      <vt:lpstr>Caches in a Multi-Core System</vt:lpstr>
      <vt:lpstr>Caches in Multi-Core CPU</vt:lpstr>
      <vt:lpstr>Private vs. Shared Caches</vt:lpstr>
      <vt:lpstr>Resource Sharing Concept and Advantages</vt:lpstr>
      <vt:lpstr>Resource Sharing Disadvantages</vt:lpstr>
      <vt:lpstr>Shared Caches Between Cores</vt:lpstr>
      <vt:lpstr>Caches in Multi-Core CPU</vt:lpstr>
      <vt:lpstr>Memory Consistency vs. Cache Coherence</vt:lpstr>
      <vt:lpstr>Cache Coherence</vt:lpstr>
      <vt:lpstr>Features of Cache Coherence </vt:lpstr>
      <vt:lpstr>Hardware Architecture for Cache Coherence </vt:lpstr>
      <vt:lpstr>Cache Coherence: Interconnect</vt:lpstr>
      <vt:lpstr>Cache Interconnect: Bus-based Protocol</vt:lpstr>
      <vt:lpstr>Cache Interconnect: Switch-based Protocol</vt:lpstr>
      <vt:lpstr>Cache Coherence: Cache Updating </vt:lpstr>
      <vt:lpstr>Cache Coherence: Updating Policy</vt:lpstr>
      <vt:lpstr>Bus Action: Update vs. Invalidate</vt:lpstr>
      <vt:lpstr>Tradeoffs: Update vs. Invalidate</vt:lpstr>
      <vt:lpstr>Cache Coherence: Cache Tags</vt:lpstr>
      <vt:lpstr>Cache Coherence: Cache Tags</vt:lpstr>
      <vt:lpstr>State Diagrams for CPU Requests</vt:lpstr>
      <vt:lpstr>State Diagrams for Bus Requests</vt:lpstr>
      <vt:lpstr>The Problem with MSI</vt:lpstr>
      <vt:lpstr>MESI Protocol</vt:lpstr>
      <vt:lpstr>MESI over MSI</vt:lpstr>
      <vt:lpstr>Sophisticated Cache Coherence Protocols</vt:lpstr>
      <vt:lpstr>Cache Coherence Protocols</vt:lpstr>
      <vt:lpstr>Snoop-Based Cache Coherence</vt:lpstr>
      <vt:lpstr>Cache Snoop Protocol</vt:lpstr>
      <vt:lpstr>Example: How Snoop/Direct Works? </vt:lpstr>
      <vt:lpstr>How Snoop Works? (C1: X = 888)</vt:lpstr>
      <vt:lpstr>How Bus Works? (C3 reads X)</vt:lpstr>
      <vt:lpstr>Why Needing a Bus?</vt:lpstr>
      <vt:lpstr>Cache Coherence Protocols</vt:lpstr>
      <vt:lpstr>Directory-Based Cache Coherence</vt:lpstr>
      <vt:lpstr>Directory Based Coherence: Goal and Idea</vt:lpstr>
      <vt:lpstr>Directory: Node Definition</vt:lpstr>
      <vt:lpstr>Directory: Basic Operations</vt:lpstr>
      <vt:lpstr>Directory for Each Cache Line</vt:lpstr>
      <vt:lpstr>How Directory Works? </vt:lpstr>
      <vt:lpstr>How Directory Works? (C1: X = 888)</vt:lpstr>
      <vt:lpstr>How Directory Works? (C3 reads X)</vt:lpstr>
    </vt:vector>
  </TitlesOfParts>
  <Company>Microsoft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18-741  Advanced Computer Architecture Lecture 1: Intro and Basics</dc:title>
  <dc:creator>Onur Mutlu</dc:creator>
  <cp:lastModifiedBy>Zeke Wang</cp:lastModifiedBy>
  <cp:revision>1508</cp:revision>
  <cp:lastPrinted>2017-09-21T09:40:56Z</cp:lastPrinted>
  <dcterms:created xsi:type="dcterms:W3CDTF">2010-09-08T00:51:32Z</dcterms:created>
  <dcterms:modified xsi:type="dcterms:W3CDTF">2025-05-16T00:44:22Z</dcterms:modified>
</cp:coreProperties>
</file>